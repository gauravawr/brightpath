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15240000" cy="85725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Compare fractions decimals and percentages. Compare fractions decimals and percentages. Introduce the mathematical idea using the first worked example. The lesson can be placed anywhere in the teaching sequence.</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Compare fractions decimals and percentages. I do. Show all bars using the same whole and equal subdivisions. Compare lengths.</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Compare fractions decimals and percentages. You do. Pause before clicking. Let pupils try independently, then reveal and discuss every step. Show all bars using the same whole and equal subdivisions. Compare lengths.</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Compare fractions decimals and percentages. I do. Show all bars using the same whole and equal subdivisions. Compare lengths.</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Compare fractions decimals and percentages. You do. Pause before clicking. Let pupils try independently, then reveal and discuss every step. Show all bars using the same whole and equal subdivisions. Compare lengths.</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Compare fractions decimals and percentages. You do. Pause before clicking. Let pupils try independently, then reveal and discuss every step. These are the existing expected-level worksheet questions, in their original order. Do not advance to the answer slide until pupils have had time to finish.</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Compare fractions decimals and percentages. Answers. Answers to the preceding complete activity question set, in matching order. Accept mathematically valid alternatives for open questions.</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object-1">
            <a:extLst>
              <a:ext uri="{FF2B5EF4-FFF2-40B4-BE49-F238E27FC236}">
                <a16:creationId xmlns:a16="http://schemas.microsoft.com/office/drawing/2014/main" id="{E74EEACC-639B-44CD-AC5E-0BA66C72C6E7}"/>
              </a:ext>
            </a:extLst>
          </p:cNvPr>
          <p:cNvSpPr>
            <a:spLocks noGrp="1"/>
          </p:cNvSpPr>
          <p:nvPr/>
        </p:nvSpPr>
        <p:spPr>
          <a:xfrm>
            <a:off x="654844" y="357188"/>
            <a:ext cx="13930313" cy="1547813"/>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Compare fractions decimals and percentages</a:t>
            </a:r>
          </a:p>
        </p:txBody>
      </p:sp>
      <p:sp>
        <p:nvSpPr>
          <p:cNvPr id="2" name="object-2">
            <a:extLst>
              <a:ext uri="{FF2B5EF4-FFF2-40B4-BE49-F238E27FC236}">
                <a16:creationId xmlns:a16="http://schemas.microsoft.com/office/drawing/2014/main" id="{EAA78DA2-E2D8-4409-871C-1F81E153E20C}"/>
              </a:ext>
            </a:extLst>
          </p:cNvPr>
          <p:cNvSpPr>
            <a:spLocks noGrp="1"/>
          </p:cNvSpPr>
          <p:nvPr/>
        </p:nvSpPr>
        <p:spPr>
          <a:xfrm>
            <a:off x="654844" y="2024063"/>
            <a:ext cx="13930313" cy="1012031"/>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Watch the model. Try the next question. Explain what changes.</a:t>
            </a:r>
          </a:p>
        </p:txBody>
      </p:sp>
      <p:sp>
        <p:nvSpPr>
          <p:cNvPr id="3" name="object-3">
            <a:extLst>
              <a:ext uri="{FF2B5EF4-FFF2-40B4-BE49-F238E27FC236}">
                <a16:creationId xmlns:a16="http://schemas.microsoft.com/office/drawing/2014/main" id="{AD7EDADC-6CD5-4983-B402-EE540854FF03}"/>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767E2D93-048E-4226-B283-1B2C09911171}"/>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Compare fractions decimals and percentages</a:t>
            </a:r>
          </a:p>
        </p:txBody>
      </p:sp>
      <p:sp>
        <p:nvSpPr>
          <p:cNvPr id="5" name="object-5">
            <a:extLst>
              <a:ext uri="{FF2B5EF4-FFF2-40B4-BE49-F238E27FC236}">
                <a16:creationId xmlns:a16="http://schemas.microsoft.com/office/drawing/2014/main" id="{484ADF27-C968-4434-A71C-1CFB1252E164}"/>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1</a:t>
            </a:r>
          </a:p>
        </p:txBody>
      </p:sp>
      <p:sp>
        <p:nvSpPr>
          <p:cNvPr id="6" name="object-6">
            <a:extLst>
              <a:ext uri="{FF2B5EF4-FFF2-40B4-BE49-F238E27FC236}">
                <a16:creationId xmlns:a16="http://schemas.microsoft.com/office/drawing/2014/main" id="{ED8333B6-9412-4D09-991D-8EFE1445EB8D}"/>
              </a:ext>
            </a:extLst>
          </p:cNvPr>
          <p:cNvSpPr>
            <a:spLocks noGrp="1"/>
          </p:cNvSpPr>
          <p:nvPr/>
        </p:nvSpPr>
        <p:spPr>
          <a:xfrm>
            <a:off x="1190625" y="3631406"/>
            <a:ext cx="12858750" cy="2143125"/>
          </a:xfrm>
          <a:prstGeom prst="rect">
            <a:avLst/>
          </a:prstGeom>
          <a:noFill/>
          <a:ln w="0">
            <a:noFill/>
          </a:ln>
        </p:spPr>
        <p:txBody>
          <a:bodyPr anchor="ctr">
            <a:noAutofit/>
          </a:bodyPr>
          <a:lstStyle/>
          <a:p>
            <a:pPr algn="ctr">
              <a:defRPr sz="3375" b="1">
                <a:solidFill>
                  <a:srgbClr val="1D4ED8"/>
                </a:solidFill>
                <a:latin typeface="Arial"/>
                <a:ea typeface="Arial"/>
                <a:cs typeface="Arial"/>
              </a:defRPr>
            </a:pPr>
            <a:r>
              <a:rPr sz="3375" b="1">
                <a:solidFill>
                  <a:srgbClr val="1D4ED8"/>
                </a:solidFill>
                <a:latin typeface="Arial"/>
                <a:ea typeface="Arial"/>
                <a:cs typeface="Arial"/>
              </a:rPr>
              <a:t>To compare values written in different forms.</a:t>
            </a:r>
          </a:p>
        </p:txBody>
      </p:sp>
    </p:spTree>
    <p:extLst>
      <p:ext uri="{BB962C8B-B14F-4D97-AF65-F5344CB8AC3E}">
        <p14:creationId xmlns:p14="http://schemas.microsoft.com/office/powerpoint/2010/main" val="138930219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13" name="object-1">
            <a:extLst>
              <a:ext uri="{FF2B5EF4-FFF2-40B4-BE49-F238E27FC236}">
                <a16:creationId xmlns:a16="http://schemas.microsoft.com/office/drawing/2014/main" id="{962BAF75-9360-4753-82FC-BCB7C48FD48B}"/>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I do</a:t>
            </a:r>
          </a:p>
        </p:txBody>
      </p:sp>
      <p:sp>
        <p:nvSpPr>
          <p:cNvPr id="2" name="object-2">
            <a:extLst>
              <a:ext uri="{FF2B5EF4-FFF2-40B4-BE49-F238E27FC236}">
                <a16:creationId xmlns:a16="http://schemas.microsoft.com/office/drawing/2014/main" id="{E8E6BA73-EBB7-46BE-BEDB-8F4413A9C43C}"/>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Order 0.6, 58/100, 62% from smallest to greatest.</a:t>
            </a:r>
          </a:p>
        </p:txBody>
      </p:sp>
      <p:sp>
        <p:nvSpPr>
          <p:cNvPr id="3" name="object-3">
            <a:extLst>
              <a:ext uri="{FF2B5EF4-FFF2-40B4-BE49-F238E27FC236}">
                <a16:creationId xmlns:a16="http://schemas.microsoft.com/office/drawing/2014/main" id="{609B8AEC-0408-4ADF-AB64-27DDBA153137}"/>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8FBAD54B-FD62-47FB-8004-627D62BE8818}"/>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Compare fractions decimals and percentages</a:t>
            </a:r>
          </a:p>
        </p:txBody>
      </p:sp>
      <p:sp>
        <p:nvSpPr>
          <p:cNvPr id="5" name="object-5">
            <a:extLst>
              <a:ext uri="{FF2B5EF4-FFF2-40B4-BE49-F238E27FC236}">
                <a16:creationId xmlns:a16="http://schemas.microsoft.com/office/drawing/2014/main" id="{39E440BF-4A7B-43CC-8197-F9B69F9945A5}"/>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2</a:t>
            </a:r>
          </a:p>
        </p:txBody>
      </p:sp>
      <p:sp>
        <p:nvSpPr>
          <p:cNvPr id="6" name="object-6">
            <a:extLst>
              <a:ext uri="{FF2B5EF4-FFF2-40B4-BE49-F238E27FC236}">
                <a16:creationId xmlns:a16="http://schemas.microsoft.com/office/drawing/2014/main" id="{C92BD494-189A-47D0-9989-256AAD623ED5}"/>
              </a:ext>
            </a:extLst>
          </p:cNvPr>
          <p:cNvSpPr>
            <a:spLocks noGrp="1"/>
          </p:cNvSpPr>
          <p:nvPr/>
        </p:nvSpPr>
        <p:spPr>
          <a:xfrm>
            <a:off x="833438" y="2857500"/>
            <a:ext cx="1905000" cy="714375"/>
          </a:xfrm>
          <a:prstGeom prst="rect">
            <a:avLst/>
          </a:prstGeom>
          <a:noFill/>
          <a:ln w="0">
            <a:noFill/>
          </a:ln>
        </p:spPr>
        <p:txBody>
          <a:bodyPr anchor="ctr">
            <a:noAutofit/>
          </a:bodyPr>
          <a:lstStyle/>
          <a:p>
            <a:pPr algn="l">
              <a:defRPr sz="3375" b="1">
                <a:solidFill>
                  <a:srgbClr val="1D4ED8"/>
                </a:solidFill>
                <a:latin typeface="Arial"/>
                <a:ea typeface="Arial"/>
                <a:cs typeface="Arial"/>
              </a:defRPr>
            </a:pPr>
            <a:r>
              <a:rPr sz="3375" b="1">
                <a:solidFill>
                  <a:srgbClr val="1D4ED8"/>
                </a:solidFill>
                <a:latin typeface="Arial"/>
                <a:ea typeface="Arial"/>
                <a:cs typeface="Arial"/>
              </a:rPr>
              <a:t>0.6</a:t>
            </a:r>
          </a:p>
        </p:txBody>
      </p:sp>
      <p:sp>
        <p:nvSpPr>
          <p:cNvPr id="7" name="object-7">
            <a:extLst>
              <a:ext uri="{FF2B5EF4-FFF2-40B4-BE49-F238E27FC236}">
                <a16:creationId xmlns:a16="http://schemas.microsoft.com/office/drawing/2014/main" id="{9F1EC545-C114-478F-9EAE-DD9939CE7355}"/>
              </a:ext>
            </a:extLst>
          </p:cNvPr>
          <p:cNvSpPr>
            <a:spLocks noGrp="1"/>
          </p:cNvSpPr>
          <p:nvPr/>
        </p:nvSpPr>
        <p:spPr>
          <a:xfrm>
            <a:off x="2976563" y="2857500"/>
            <a:ext cx="104775" cy="547688"/>
          </a:xfrm>
          <a:prstGeom prst="rect">
            <a:avLst/>
          </a:prstGeom>
          <a:solidFill>
            <a:srgbClr val="1D4ED8"/>
          </a:solidFill>
          <a:ln w="13097">
            <a:solidFill>
              <a:srgbClr val="172B4D"/>
            </a:solidFill>
          </a:ln>
        </p:spPr>
      </p:sp>
      <p:sp>
        <p:nvSpPr>
          <p:cNvPr id="8" name="object-8">
            <a:extLst>
              <a:ext uri="{FF2B5EF4-FFF2-40B4-BE49-F238E27FC236}">
                <a16:creationId xmlns:a16="http://schemas.microsoft.com/office/drawing/2014/main" id="{0BFF698C-4199-4F7C-BBD8-E6334D2F9188}"/>
              </a:ext>
            </a:extLst>
          </p:cNvPr>
          <p:cNvSpPr>
            <a:spLocks noGrp="1"/>
          </p:cNvSpPr>
          <p:nvPr/>
        </p:nvSpPr>
        <p:spPr>
          <a:xfrm>
            <a:off x="3081338" y="2857500"/>
            <a:ext cx="104775" cy="547688"/>
          </a:xfrm>
          <a:prstGeom prst="rect">
            <a:avLst/>
          </a:prstGeom>
          <a:solidFill>
            <a:srgbClr val="1D4ED8"/>
          </a:solidFill>
          <a:ln w="13097">
            <a:solidFill>
              <a:srgbClr val="172B4D"/>
            </a:solidFill>
          </a:ln>
        </p:spPr>
      </p:sp>
      <p:sp>
        <p:nvSpPr>
          <p:cNvPr id="9" name="object-9">
            <a:extLst>
              <a:ext uri="{FF2B5EF4-FFF2-40B4-BE49-F238E27FC236}">
                <a16:creationId xmlns:a16="http://schemas.microsoft.com/office/drawing/2014/main" id="{93D21015-745E-4E2F-9355-70CF9A27BBDF}"/>
              </a:ext>
            </a:extLst>
          </p:cNvPr>
          <p:cNvSpPr>
            <a:spLocks noGrp="1"/>
          </p:cNvSpPr>
          <p:nvPr/>
        </p:nvSpPr>
        <p:spPr>
          <a:xfrm>
            <a:off x="3186113" y="2857500"/>
            <a:ext cx="104775" cy="547688"/>
          </a:xfrm>
          <a:prstGeom prst="rect">
            <a:avLst/>
          </a:prstGeom>
          <a:solidFill>
            <a:srgbClr val="1D4ED8"/>
          </a:solidFill>
          <a:ln w="13097">
            <a:solidFill>
              <a:srgbClr val="172B4D"/>
            </a:solidFill>
          </a:ln>
        </p:spPr>
      </p:sp>
      <p:sp>
        <p:nvSpPr>
          <p:cNvPr id="10" name="object-10">
            <a:extLst>
              <a:ext uri="{FF2B5EF4-FFF2-40B4-BE49-F238E27FC236}">
                <a16:creationId xmlns:a16="http://schemas.microsoft.com/office/drawing/2014/main" id="{6390021B-BF52-4BBE-8A8E-50279655CA95}"/>
              </a:ext>
            </a:extLst>
          </p:cNvPr>
          <p:cNvSpPr>
            <a:spLocks noGrp="1"/>
          </p:cNvSpPr>
          <p:nvPr/>
        </p:nvSpPr>
        <p:spPr>
          <a:xfrm>
            <a:off x="3290888" y="2857500"/>
            <a:ext cx="104775" cy="547688"/>
          </a:xfrm>
          <a:prstGeom prst="rect">
            <a:avLst/>
          </a:prstGeom>
          <a:solidFill>
            <a:srgbClr val="1D4ED8"/>
          </a:solidFill>
          <a:ln w="13097">
            <a:solidFill>
              <a:srgbClr val="172B4D"/>
            </a:solidFill>
          </a:ln>
        </p:spPr>
      </p:sp>
      <p:sp>
        <p:nvSpPr>
          <p:cNvPr id="11" name="object-11">
            <a:extLst>
              <a:ext uri="{FF2B5EF4-FFF2-40B4-BE49-F238E27FC236}">
                <a16:creationId xmlns:a16="http://schemas.microsoft.com/office/drawing/2014/main" id="{302B9061-3595-418E-AF52-495431F198D1}"/>
              </a:ext>
            </a:extLst>
          </p:cNvPr>
          <p:cNvSpPr>
            <a:spLocks noGrp="1"/>
          </p:cNvSpPr>
          <p:nvPr/>
        </p:nvSpPr>
        <p:spPr>
          <a:xfrm>
            <a:off x="3395663" y="2857500"/>
            <a:ext cx="104775" cy="547688"/>
          </a:xfrm>
          <a:prstGeom prst="rect">
            <a:avLst/>
          </a:prstGeom>
          <a:solidFill>
            <a:srgbClr val="1D4ED8"/>
          </a:solidFill>
          <a:ln w="13097">
            <a:solidFill>
              <a:srgbClr val="172B4D"/>
            </a:solidFill>
          </a:ln>
        </p:spPr>
      </p:sp>
      <p:sp>
        <p:nvSpPr>
          <p:cNvPr id="12" name="object-12">
            <a:extLst>
              <a:ext uri="{FF2B5EF4-FFF2-40B4-BE49-F238E27FC236}">
                <a16:creationId xmlns:a16="http://schemas.microsoft.com/office/drawing/2014/main" id="{7390B02F-5DA3-40F7-BB5A-677D77B2D323}"/>
              </a:ext>
            </a:extLst>
          </p:cNvPr>
          <p:cNvSpPr>
            <a:spLocks noGrp="1"/>
          </p:cNvSpPr>
          <p:nvPr/>
        </p:nvSpPr>
        <p:spPr>
          <a:xfrm>
            <a:off x="3500438" y="2857500"/>
            <a:ext cx="104775" cy="547688"/>
          </a:xfrm>
          <a:prstGeom prst="rect">
            <a:avLst/>
          </a:prstGeom>
          <a:solidFill>
            <a:srgbClr val="1D4ED8"/>
          </a:solidFill>
          <a:ln w="13097">
            <a:solidFill>
              <a:srgbClr val="172B4D"/>
            </a:solidFill>
          </a:ln>
        </p:spPr>
      </p:sp>
      <p:sp>
        <p:nvSpPr>
          <p:cNvPr id="13" name="object-13">
            <a:extLst>
              <a:ext uri="{FF2B5EF4-FFF2-40B4-BE49-F238E27FC236}">
                <a16:creationId xmlns:a16="http://schemas.microsoft.com/office/drawing/2014/main" id="{5E4C7F88-AADA-4449-AB9B-6B943273726B}"/>
              </a:ext>
            </a:extLst>
          </p:cNvPr>
          <p:cNvSpPr>
            <a:spLocks noGrp="1"/>
          </p:cNvSpPr>
          <p:nvPr/>
        </p:nvSpPr>
        <p:spPr>
          <a:xfrm>
            <a:off x="3605213" y="2857500"/>
            <a:ext cx="104775" cy="547688"/>
          </a:xfrm>
          <a:prstGeom prst="rect">
            <a:avLst/>
          </a:prstGeom>
          <a:solidFill>
            <a:srgbClr val="1D4ED8"/>
          </a:solidFill>
          <a:ln w="13097">
            <a:solidFill>
              <a:srgbClr val="172B4D"/>
            </a:solidFill>
          </a:ln>
        </p:spPr>
      </p:sp>
      <p:sp>
        <p:nvSpPr>
          <p:cNvPr id="14" name="object-14">
            <a:extLst>
              <a:ext uri="{FF2B5EF4-FFF2-40B4-BE49-F238E27FC236}">
                <a16:creationId xmlns:a16="http://schemas.microsoft.com/office/drawing/2014/main" id="{1E4BED74-BA50-423F-8CED-B560367C5112}"/>
              </a:ext>
            </a:extLst>
          </p:cNvPr>
          <p:cNvSpPr>
            <a:spLocks noGrp="1"/>
          </p:cNvSpPr>
          <p:nvPr/>
        </p:nvSpPr>
        <p:spPr>
          <a:xfrm>
            <a:off x="3709988" y="2857500"/>
            <a:ext cx="104775" cy="547688"/>
          </a:xfrm>
          <a:prstGeom prst="rect">
            <a:avLst/>
          </a:prstGeom>
          <a:solidFill>
            <a:srgbClr val="1D4ED8"/>
          </a:solidFill>
          <a:ln w="13097">
            <a:solidFill>
              <a:srgbClr val="172B4D"/>
            </a:solidFill>
          </a:ln>
        </p:spPr>
      </p:sp>
      <p:sp>
        <p:nvSpPr>
          <p:cNvPr id="15" name="object-15">
            <a:extLst>
              <a:ext uri="{FF2B5EF4-FFF2-40B4-BE49-F238E27FC236}">
                <a16:creationId xmlns:a16="http://schemas.microsoft.com/office/drawing/2014/main" id="{B323E055-8245-400B-8773-FB9FBC72B577}"/>
              </a:ext>
            </a:extLst>
          </p:cNvPr>
          <p:cNvSpPr>
            <a:spLocks noGrp="1"/>
          </p:cNvSpPr>
          <p:nvPr/>
        </p:nvSpPr>
        <p:spPr>
          <a:xfrm>
            <a:off x="3814763" y="2857500"/>
            <a:ext cx="104775" cy="547688"/>
          </a:xfrm>
          <a:prstGeom prst="rect">
            <a:avLst/>
          </a:prstGeom>
          <a:solidFill>
            <a:srgbClr val="1D4ED8"/>
          </a:solidFill>
          <a:ln w="13097">
            <a:solidFill>
              <a:srgbClr val="172B4D"/>
            </a:solidFill>
          </a:ln>
        </p:spPr>
      </p:sp>
      <p:sp>
        <p:nvSpPr>
          <p:cNvPr id="16" name="object-16">
            <a:extLst>
              <a:ext uri="{FF2B5EF4-FFF2-40B4-BE49-F238E27FC236}">
                <a16:creationId xmlns:a16="http://schemas.microsoft.com/office/drawing/2014/main" id="{6F42A1C2-0061-4CD7-AD61-A91842552154}"/>
              </a:ext>
            </a:extLst>
          </p:cNvPr>
          <p:cNvSpPr>
            <a:spLocks noGrp="1"/>
          </p:cNvSpPr>
          <p:nvPr/>
        </p:nvSpPr>
        <p:spPr>
          <a:xfrm>
            <a:off x="3919538" y="2857500"/>
            <a:ext cx="104775" cy="547688"/>
          </a:xfrm>
          <a:prstGeom prst="rect">
            <a:avLst/>
          </a:prstGeom>
          <a:solidFill>
            <a:srgbClr val="1D4ED8"/>
          </a:solidFill>
          <a:ln w="13097">
            <a:solidFill>
              <a:srgbClr val="172B4D"/>
            </a:solidFill>
          </a:ln>
        </p:spPr>
      </p:sp>
      <p:sp>
        <p:nvSpPr>
          <p:cNvPr id="17" name="object-17">
            <a:extLst>
              <a:ext uri="{FF2B5EF4-FFF2-40B4-BE49-F238E27FC236}">
                <a16:creationId xmlns:a16="http://schemas.microsoft.com/office/drawing/2014/main" id="{09A9563F-205B-4DAE-871C-1CA5AA52D9C1}"/>
              </a:ext>
            </a:extLst>
          </p:cNvPr>
          <p:cNvSpPr>
            <a:spLocks noGrp="1"/>
          </p:cNvSpPr>
          <p:nvPr/>
        </p:nvSpPr>
        <p:spPr>
          <a:xfrm>
            <a:off x="4024313" y="2857500"/>
            <a:ext cx="104775" cy="547688"/>
          </a:xfrm>
          <a:prstGeom prst="rect">
            <a:avLst/>
          </a:prstGeom>
          <a:solidFill>
            <a:srgbClr val="1D4ED8"/>
          </a:solidFill>
          <a:ln w="13097">
            <a:solidFill>
              <a:srgbClr val="172B4D"/>
            </a:solidFill>
          </a:ln>
        </p:spPr>
      </p:sp>
      <p:sp>
        <p:nvSpPr>
          <p:cNvPr id="18" name="object-18">
            <a:extLst>
              <a:ext uri="{FF2B5EF4-FFF2-40B4-BE49-F238E27FC236}">
                <a16:creationId xmlns:a16="http://schemas.microsoft.com/office/drawing/2014/main" id="{B120EDF6-B7F9-43C2-BE25-0288BC825301}"/>
              </a:ext>
            </a:extLst>
          </p:cNvPr>
          <p:cNvSpPr>
            <a:spLocks noGrp="1"/>
          </p:cNvSpPr>
          <p:nvPr/>
        </p:nvSpPr>
        <p:spPr>
          <a:xfrm>
            <a:off x="4129088" y="2857500"/>
            <a:ext cx="104775" cy="547688"/>
          </a:xfrm>
          <a:prstGeom prst="rect">
            <a:avLst/>
          </a:prstGeom>
          <a:solidFill>
            <a:srgbClr val="1D4ED8"/>
          </a:solidFill>
          <a:ln w="13097">
            <a:solidFill>
              <a:srgbClr val="172B4D"/>
            </a:solidFill>
          </a:ln>
        </p:spPr>
      </p:sp>
      <p:sp>
        <p:nvSpPr>
          <p:cNvPr id="19" name="object-19">
            <a:extLst>
              <a:ext uri="{FF2B5EF4-FFF2-40B4-BE49-F238E27FC236}">
                <a16:creationId xmlns:a16="http://schemas.microsoft.com/office/drawing/2014/main" id="{1F2E839C-CA6A-474C-833D-F9FA6D5303DB}"/>
              </a:ext>
            </a:extLst>
          </p:cNvPr>
          <p:cNvSpPr>
            <a:spLocks noGrp="1"/>
          </p:cNvSpPr>
          <p:nvPr/>
        </p:nvSpPr>
        <p:spPr>
          <a:xfrm>
            <a:off x="4233863" y="2857500"/>
            <a:ext cx="104775" cy="547688"/>
          </a:xfrm>
          <a:prstGeom prst="rect">
            <a:avLst/>
          </a:prstGeom>
          <a:solidFill>
            <a:srgbClr val="1D4ED8"/>
          </a:solidFill>
          <a:ln w="13097">
            <a:solidFill>
              <a:srgbClr val="172B4D"/>
            </a:solidFill>
          </a:ln>
        </p:spPr>
      </p:sp>
      <p:sp>
        <p:nvSpPr>
          <p:cNvPr id="20" name="object-20">
            <a:extLst>
              <a:ext uri="{FF2B5EF4-FFF2-40B4-BE49-F238E27FC236}">
                <a16:creationId xmlns:a16="http://schemas.microsoft.com/office/drawing/2014/main" id="{CFA7C93C-F2F7-4F72-92D3-6C8A527A5DE9}"/>
              </a:ext>
            </a:extLst>
          </p:cNvPr>
          <p:cNvSpPr>
            <a:spLocks noGrp="1"/>
          </p:cNvSpPr>
          <p:nvPr/>
        </p:nvSpPr>
        <p:spPr>
          <a:xfrm>
            <a:off x="4338638" y="2857500"/>
            <a:ext cx="104775" cy="547688"/>
          </a:xfrm>
          <a:prstGeom prst="rect">
            <a:avLst/>
          </a:prstGeom>
          <a:solidFill>
            <a:srgbClr val="1D4ED8"/>
          </a:solidFill>
          <a:ln w="13097">
            <a:solidFill>
              <a:srgbClr val="172B4D"/>
            </a:solidFill>
          </a:ln>
        </p:spPr>
      </p:sp>
      <p:sp>
        <p:nvSpPr>
          <p:cNvPr id="21" name="object-21">
            <a:extLst>
              <a:ext uri="{FF2B5EF4-FFF2-40B4-BE49-F238E27FC236}">
                <a16:creationId xmlns:a16="http://schemas.microsoft.com/office/drawing/2014/main" id="{A003E88A-4B45-4524-9CA6-4E653FFE34F0}"/>
              </a:ext>
            </a:extLst>
          </p:cNvPr>
          <p:cNvSpPr>
            <a:spLocks noGrp="1"/>
          </p:cNvSpPr>
          <p:nvPr/>
        </p:nvSpPr>
        <p:spPr>
          <a:xfrm>
            <a:off x="4443413" y="2857500"/>
            <a:ext cx="104775" cy="547688"/>
          </a:xfrm>
          <a:prstGeom prst="rect">
            <a:avLst/>
          </a:prstGeom>
          <a:solidFill>
            <a:srgbClr val="1D4ED8"/>
          </a:solidFill>
          <a:ln w="13097">
            <a:solidFill>
              <a:srgbClr val="172B4D"/>
            </a:solidFill>
          </a:ln>
        </p:spPr>
      </p:sp>
      <p:sp>
        <p:nvSpPr>
          <p:cNvPr id="22" name="object-22">
            <a:extLst>
              <a:ext uri="{FF2B5EF4-FFF2-40B4-BE49-F238E27FC236}">
                <a16:creationId xmlns:a16="http://schemas.microsoft.com/office/drawing/2014/main" id="{EEC4C06A-28B3-4D6B-B490-ADAD635FF36C}"/>
              </a:ext>
            </a:extLst>
          </p:cNvPr>
          <p:cNvSpPr>
            <a:spLocks noGrp="1"/>
          </p:cNvSpPr>
          <p:nvPr/>
        </p:nvSpPr>
        <p:spPr>
          <a:xfrm>
            <a:off x="4548188" y="2857500"/>
            <a:ext cx="104775" cy="547688"/>
          </a:xfrm>
          <a:prstGeom prst="rect">
            <a:avLst/>
          </a:prstGeom>
          <a:solidFill>
            <a:srgbClr val="1D4ED8"/>
          </a:solidFill>
          <a:ln w="13097">
            <a:solidFill>
              <a:srgbClr val="172B4D"/>
            </a:solidFill>
          </a:ln>
        </p:spPr>
      </p:sp>
      <p:sp>
        <p:nvSpPr>
          <p:cNvPr id="23" name="object-23">
            <a:extLst>
              <a:ext uri="{FF2B5EF4-FFF2-40B4-BE49-F238E27FC236}">
                <a16:creationId xmlns:a16="http://schemas.microsoft.com/office/drawing/2014/main" id="{71A17052-250E-4ECD-88AD-41901D403AD4}"/>
              </a:ext>
            </a:extLst>
          </p:cNvPr>
          <p:cNvSpPr>
            <a:spLocks noGrp="1"/>
          </p:cNvSpPr>
          <p:nvPr/>
        </p:nvSpPr>
        <p:spPr>
          <a:xfrm>
            <a:off x="4652963" y="2857500"/>
            <a:ext cx="104775" cy="547688"/>
          </a:xfrm>
          <a:prstGeom prst="rect">
            <a:avLst/>
          </a:prstGeom>
          <a:solidFill>
            <a:srgbClr val="1D4ED8"/>
          </a:solidFill>
          <a:ln w="13097">
            <a:solidFill>
              <a:srgbClr val="172B4D"/>
            </a:solidFill>
          </a:ln>
        </p:spPr>
      </p:sp>
      <p:sp>
        <p:nvSpPr>
          <p:cNvPr id="24" name="object-24">
            <a:extLst>
              <a:ext uri="{FF2B5EF4-FFF2-40B4-BE49-F238E27FC236}">
                <a16:creationId xmlns:a16="http://schemas.microsoft.com/office/drawing/2014/main" id="{6E6AD71D-3D4D-4392-94A3-7EAA747F3525}"/>
              </a:ext>
            </a:extLst>
          </p:cNvPr>
          <p:cNvSpPr>
            <a:spLocks noGrp="1"/>
          </p:cNvSpPr>
          <p:nvPr/>
        </p:nvSpPr>
        <p:spPr>
          <a:xfrm>
            <a:off x="4757738" y="2857500"/>
            <a:ext cx="104775" cy="547688"/>
          </a:xfrm>
          <a:prstGeom prst="rect">
            <a:avLst/>
          </a:prstGeom>
          <a:solidFill>
            <a:srgbClr val="1D4ED8"/>
          </a:solidFill>
          <a:ln w="13097">
            <a:solidFill>
              <a:srgbClr val="172B4D"/>
            </a:solidFill>
          </a:ln>
        </p:spPr>
      </p:sp>
      <p:sp>
        <p:nvSpPr>
          <p:cNvPr id="25" name="object-25">
            <a:extLst>
              <a:ext uri="{FF2B5EF4-FFF2-40B4-BE49-F238E27FC236}">
                <a16:creationId xmlns:a16="http://schemas.microsoft.com/office/drawing/2014/main" id="{231DC223-DDC6-4D70-A95C-1FF33B605DA0}"/>
              </a:ext>
            </a:extLst>
          </p:cNvPr>
          <p:cNvSpPr>
            <a:spLocks noGrp="1"/>
          </p:cNvSpPr>
          <p:nvPr/>
        </p:nvSpPr>
        <p:spPr>
          <a:xfrm>
            <a:off x="4862513" y="2857500"/>
            <a:ext cx="104775" cy="547688"/>
          </a:xfrm>
          <a:prstGeom prst="rect">
            <a:avLst/>
          </a:prstGeom>
          <a:solidFill>
            <a:srgbClr val="1D4ED8"/>
          </a:solidFill>
          <a:ln w="13097">
            <a:solidFill>
              <a:srgbClr val="172B4D"/>
            </a:solidFill>
          </a:ln>
        </p:spPr>
      </p:sp>
      <p:sp>
        <p:nvSpPr>
          <p:cNvPr id="26" name="object-26">
            <a:extLst>
              <a:ext uri="{FF2B5EF4-FFF2-40B4-BE49-F238E27FC236}">
                <a16:creationId xmlns:a16="http://schemas.microsoft.com/office/drawing/2014/main" id="{40CF2858-DC92-49B4-97BF-7C38ABD36DFE}"/>
              </a:ext>
            </a:extLst>
          </p:cNvPr>
          <p:cNvSpPr>
            <a:spLocks noGrp="1"/>
          </p:cNvSpPr>
          <p:nvPr/>
        </p:nvSpPr>
        <p:spPr>
          <a:xfrm>
            <a:off x="4967288" y="2857500"/>
            <a:ext cx="104775" cy="547688"/>
          </a:xfrm>
          <a:prstGeom prst="rect">
            <a:avLst/>
          </a:prstGeom>
          <a:solidFill>
            <a:srgbClr val="1D4ED8"/>
          </a:solidFill>
          <a:ln w="13097">
            <a:solidFill>
              <a:srgbClr val="172B4D"/>
            </a:solidFill>
          </a:ln>
        </p:spPr>
      </p:sp>
      <p:sp>
        <p:nvSpPr>
          <p:cNvPr id="27" name="object-27">
            <a:extLst>
              <a:ext uri="{FF2B5EF4-FFF2-40B4-BE49-F238E27FC236}">
                <a16:creationId xmlns:a16="http://schemas.microsoft.com/office/drawing/2014/main" id="{52E992EB-F8EA-4FFC-A21F-9074CEB35904}"/>
              </a:ext>
            </a:extLst>
          </p:cNvPr>
          <p:cNvSpPr>
            <a:spLocks noGrp="1"/>
          </p:cNvSpPr>
          <p:nvPr/>
        </p:nvSpPr>
        <p:spPr>
          <a:xfrm>
            <a:off x="5072063" y="2857500"/>
            <a:ext cx="104775" cy="547688"/>
          </a:xfrm>
          <a:prstGeom prst="rect">
            <a:avLst/>
          </a:prstGeom>
          <a:solidFill>
            <a:srgbClr val="1D4ED8"/>
          </a:solidFill>
          <a:ln w="13097">
            <a:solidFill>
              <a:srgbClr val="172B4D"/>
            </a:solidFill>
          </a:ln>
        </p:spPr>
      </p:sp>
      <p:sp>
        <p:nvSpPr>
          <p:cNvPr id="28" name="object-28">
            <a:extLst>
              <a:ext uri="{FF2B5EF4-FFF2-40B4-BE49-F238E27FC236}">
                <a16:creationId xmlns:a16="http://schemas.microsoft.com/office/drawing/2014/main" id="{72A934D0-54D9-4FFB-AA06-519EF2896160}"/>
              </a:ext>
            </a:extLst>
          </p:cNvPr>
          <p:cNvSpPr>
            <a:spLocks noGrp="1"/>
          </p:cNvSpPr>
          <p:nvPr/>
        </p:nvSpPr>
        <p:spPr>
          <a:xfrm>
            <a:off x="5176838" y="2857500"/>
            <a:ext cx="104775" cy="547688"/>
          </a:xfrm>
          <a:prstGeom prst="rect">
            <a:avLst/>
          </a:prstGeom>
          <a:solidFill>
            <a:srgbClr val="1D4ED8"/>
          </a:solidFill>
          <a:ln w="13097">
            <a:solidFill>
              <a:srgbClr val="172B4D"/>
            </a:solidFill>
          </a:ln>
        </p:spPr>
      </p:sp>
      <p:sp>
        <p:nvSpPr>
          <p:cNvPr id="29" name="object-29">
            <a:extLst>
              <a:ext uri="{FF2B5EF4-FFF2-40B4-BE49-F238E27FC236}">
                <a16:creationId xmlns:a16="http://schemas.microsoft.com/office/drawing/2014/main" id="{81CAF712-4BBE-4CF9-B079-1BAA621D8530}"/>
              </a:ext>
            </a:extLst>
          </p:cNvPr>
          <p:cNvSpPr>
            <a:spLocks noGrp="1"/>
          </p:cNvSpPr>
          <p:nvPr/>
        </p:nvSpPr>
        <p:spPr>
          <a:xfrm>
            <a:off x="5281613" y="2857500"/>
            <a:ext cx="104775" cy="547688"/>
          </a:xfrm>
          <a:prstGeom prst="rect">
            <a:avLst/>
          </a:prstGeom>
          <a:solidFill>
            <a:srgbClr val="1D4ED8"/>
          </a:solidFill>
          <a:ln w="13097">
            <a:solidFill>
              <a:srgbClr val="172B4D"/>
            </a:solidFill>
          </a:ln>
        </p:spPr>
      </p:sp>
      <p:sp>
        <p:nvSpPr>
          <p:cNvPr id="30" name="object-30">
            <a:extLst>
              <a:ext uri="{FF2B5EF4-FFF2-40B4-BE49-F238E27FC236}">
                <a16:creationId xmlns:a16="http://schemas.microsoft.com/office/drawing/2014/main" id="{6F43022F-F093-475B-9A00-98BE7AFBFD15}"/>
              </a:ext>
            </a:extLst>
          </p:cNvPr>
          <p:cNvSpPr>
            <a:spLocks noGrp="1"/>
          </p:cNvSpPr>
          <p:nvPr/>
        </p:nvSpPr>
        <p:spPr>
          <a:xfrm>
            <a:off x="5386388" y="2857500"/>
            <a:ext cx="104775" cy="547688"/>
          </a:xfrm>
          <a:prstGeom prst="rect">
            <a:avLst/>
          </a:prstGeom>
          <a:solidFill>
            <a:srgbClr val="1D4ED8"/>
          </a:solidFill>
          <a:ln w="13097">
            <a:solidFill>
              <a:srgbClr val="172B4D"/>
            </a:solidFill>
          </a:ln>
        </p:spPr>
      </p:sp>
      <p:sp>
        <p:nvSpPr>
          <p:cNvPr id="31" name="object-31">
            <a:extLst>
              <a:ext uri="{FF2B5EF4-FFF2-40B4-BE49-F238E27FC236}">
                <a16:creationId xmlns:a16="http://schemas.microsoft.com/office/drawing/2014/main" id="{D5A07690-8AF2-4987-A6BF-023E637DF233}"/>
              </a:ext>
            </a:extLst>
          </p:cNvPr>
          <p:cNvSpPr>
            <a:spLocks noGrp="1"/>
          </p:cNvSpPr>
          <p:nvPr/>
        </p:nvSpPr>
        <p:spPr>
          <a:xfrm>
            <a:off x="5491163" y="2857500"/>
            <a:ext cx="104775" cy="547688"/>
          </a:xfrm>
          <a:prstGeom prst="rect">
            <a:avLst/>
          </a:prstGeom>
          <a:solidFill>
            <a:srgbClr val="1D4ED8"/>
          </a:solidFill>
          <a:ln w="13097">
            <a:solidFill>
              <a:srgbClr val="172B4D"/>
            </a:solidFill>
          </a:ln>
        </p:spPr>
      </p:sp>
      <p:sp>
        <p:nvSpPr>
          <p:cNvPr id="32" name="object-32">
            <a:extLst>
              <a:ext uri="{FF2B5EF4-FFF2-40B4-BE49-F238E27FC236}">
                <a16:creationId xmlns:a16="http://schemas.microsoft.com/office/drawing/2014/main" id="{115B5809-316A-449F-9A42-2CAB22FE5AED}"/>
              </a:ext>
            </a:extLst>
          </p:cNvPr>
          <p:cNvSpPr>
            <a:spLocks noGrp="1"/>
          </p:cNvSpPr>
          <p:nvPr/>
        </p:nvSpPr>
        <p:spPr>
          <a:xfrm>
            <a:off x="5595938" y="2857500"/>
            <a:ext cx="104775" cy="547688"/>
          </a:xfrm>
          <a:prstGeom prst="rect">
            <a:avLst/>
          </a:prstGeom>
          <a:solidFill>
            <a:srgbClr val="1D4ED8"/>
          </a:solidFill>
          <a:ln w="13097">
            <a:solidFill>
              <a:srgbClr val="172B4D"/>
            </a:solidFill>
          </a:ln>
        </p:spPr>
      </p:sp>
      <p:sp>
        <p:nvSpPr>
          <p:cNvPr id="33" name="object-33">
            <a:extLst>
              <a:ext uri="{FF2B5EF4-FFF2-40B4-BE49-F238E27FC236}">
                <a16:creationId xmlns:a16="http://schemas.microsoft.com/office/drawing/2014/main" id="{0D41AC47-D612-4BBB-B5C5-32555AF047F2}"/>
              </a:ext>
            </a:extLst>
          </p:cNvPr>
          <p:cNvSpPr>
            <a:spLocks noGrp="1"/>
          </p:cNvSpPr>
          <p:nvPr/>
        </p:nvSpPr>
        <p:spPr>
          <a:xfrm>
            <a:off x="5700713" y="2857500"/>
            <a:ext cx="104775" cy="547688"/>
          </a:xfrm>
          <a:prstGeom prst="rect">
            <a:avLst/>
          </a:prstGeom>
          <a:solidFill>
            <a:srgbClr val="1D4ED8"/>
          </a:solidFill>
          <a:ln w="13097">
            <a:solidFill>
              <a:srgbClr val="172B4D"/>
            </a:solidFill>
          </a:ln>
        </p:spPr>
      </p:sp>
      <p:sp>
        <p:nvSpPr>
          <p:cNvPr id="34" name="object-34">
            <a:extLst>
              <a:ext uri="{FF2B5EF4-FFF2-40B4-BE49-F238E27FC236}">
                <a16:creationId xmlns:a16="http://schemas.microsoft.com/office/drawing/2014/main" id="{25672BA6-C151-4BE2-889B-235110E4FCBF}"/>
              </a:ext>
            </a:extLst>
          </p:cNvPr>
          <p:cNvSpPr>
            <a:spLocks noGrp="1"/>
          </p:cNvSpPr>
          <p:nvPr/>
        </p:nvSpPr>
        <p:spPr>
          <a:xfrm>
            <a:off x="5805488" y="2857500"/>
            <a:ext cx="104775" cy="547688"/>
          </a:xfrm>
          <a:prstGeom prst="rect">
            <a:avLst/>
          </a:prstGeom>
          <a:solidFill>
            <a:srgbClr val="1D4ED8"/>
          </a:solidFill>
          <a:ln w="13097">
            <a:solidFill>
              <a:srgbClr val="172B4D"/>
            </a:solidFill>
          </a:ln>
        </p:spPr>
      </p:sp>
      <p:sp>
        <p:nvSpPr>
          <p:cNvPr id="35" name="object-35">
            <a:extLst>
              <a:ext uri="{FF2B5EF4-FFF2-40B4-BE49-F238E27FC236}">
                <a16:creationId xmlns:a16="http://schemas.microsoft.com/office/drawing/2014/main" id="{9E126054-3517-4C33-B0B3-49C2CC97BA51}"/>
              </a:ext>
            </a:extLst>
          </p:cNvPr>
          <p:cNvSpPr>
            <a:spLocks noGrp="1"/>
          </p:cNvSpPr>
          <p:nvPr/>
        </p:nvSpPr>
        <p:spPr>
          <a:xfrm>
            <a:off x="5910263" y="2857500"/>
            <a:ext cx="104775" cy="547688"/>
          </a:xfrm>
          <a:prstGeom prst="rect">
            <a:avLst/>
          </a:prstGeom>
          <a:solidFill>
            <a:srgbClr val="1D4ED8"/>
          </a:solidFill>
          <a:ln w="13097">
            <a:solidFill>
              <a:srgbClr val="172B4D"/>
            </a:solidFill>
          </a:ln>
        </p:spPr>
      </p:sp>
      <p:sp>
        <p:nvSpPr>
          <p:cNvPr id="36" name="object-36">
            <a:extLst>
              <a:ext uri="{FF2B5EF4-FFF2-40B4-BE49-F238E27FC236}">
                <a16:creationId xmlns:a16="http://schemas.microsoft.com/office/drawing/2014/main" id="{B81C4F26-1CEC-4559-926D-AA4E5238D120}"/>
              </a:ext>
            </a:extLst>
          </p:cNvPr>
          <p:cNvSpPr>
            <a:spLocks noGrp="1"/>
          </p:cNvSpPr>
          <p:nvPr/>
        </p:nvSpPr>
        <p:spPr>
          <a:xfrm>
            <a:off x="6015038" y="2857500"/>
            <a:ext cx="104775" cy="547688"/>
          </a:xfrm>
          <a:prstGeom prst="rect">
            <a:avLst/>
          </a:prstGeom>
          <a:solidFill>
            <a:srgbClr val="1D4ED8"/>
          </a:solidFill>
          <a:ln w="13097">
            <a:solidFill>
              <a:srgbClr val="172B4D"/>
            </a:solidFill>
          </a:ln>
        </p:spPr>
      </p:sp>
      <p:sp>
        <p:nvSpPr>
          <p:cNvPr id="37" name="object-37">
            <a:extLst>
              <a:ext uri="{FF2B5EF4-FFF2-40B4-BE49-F238E27FC236}">
                <a16:creationId xmlns:a16="http://schemas.microsoft.com/office/drawing/2014/main" id="{E4B3A28A-C555-4FFD-B18C-34699A22BA87}"/>
              </a:ext>
            </a:extLst>
          </p:cNvPr>
          <p:cNvSpPr>
            <a:spLocks noGrp="1"/>
          </p:cNvSpPr>
          <p:nvPr/>
        </p:nvSpPr>
        <p:spPr>
          <a:xfrm>
            <a:off x="6119813" y="2857500"/>
            <a:ext cx="104775" cy="547688"/>
          </a:xfrm>
          <a:prstGeom prst="rect">
            <a:avLst/>
          </a:prstGeom>
          <a:solidFill>
            <a:srgbClr val="1D4ED8"/>
          </a:solidFill>
          <a:ln w="13097">
            <a:solidFill>
              <a:srgbClr val="172B4D"/>
            </a:solidFill>
          </a:ln>
        </p:spPr>
      </p:sp>
      <p:sp>
        <p:nvSpPr>
          <p:cNvPr id="38" name="object-38">
            <a:extLst>
              <a:ext uri="{FF2B5EF4-FFF2-40B4-BE49-F238E27FC236}">
                <a16:creationId xmlns:a16="http://schemas.microsoft.com/office/drawing/2014/main" id="{A19907BF-C9F4-4F7F-92D1-C965EE7E5B30}"/>
              </a:ext>
            </a:extLst>
          </p:cNvPr>
          <p:cNvSpPr>
            <a:spLocks noGrp="1"/>
          </p:cNvSpPr>
          <p:nvPr/>
        </p:nvSpPr>
        <p:spPr>
          <a:xfrm>
            <a:off x="6224588" y="2857500"/>
            <a:ext cx="104775" cy="547688"/>
          </a:xfrm>
          <a:prstGeom prst="rect">
            <a:avLst/>
          </a:prstGeom>
          <a:solidFill>
            <a:srgbClr val="1D4ED8"/>
          </a:solidFill>
          <a:ln w="13097">
            <a:solidFill>
              <a:srgbClr val="172B4D"/>
            </a:solidFill>
          </a:ln>
        </p:spPr>
      </p:sp>
      <p:sp>
        <p:nvSpPr>
          <p:cNvPr id="39" name="object-39">
            <a:extLst>
              <a:ext uri="{FF2B5EF4-FFF2-40B4-BE49-F238E27FC236}">
                <a16:creationId xmlns:a16="http://schemas.microsoft.com/office/drawing/2014/main" id="{5E3263A6-6CF6-426D-847F-41E90ADD61C4}"/>
              </a:ext>
            </a:extLst>
          </p:cNvPr>
          <p:cNvSpPr>
            <a:spLocks noGrp="1"/>
          </p:cNvSpPr>
          <p:nvPr/>
        </p:nvSpPr>
        <p:spPr>
          <a:xfrm>
            <a:off x="6329363" y="2857500"/>
            <a:ext cx="104775" cy="547688"/>
          </a:xfrm>
          <a:prstGeom prst="rect">
            <a:avLst/>
          </a:prstGeom>
          <a:solidFill>
            <a:srgbClr val="1D4ED8"/>
          </a:solidFill>
          <a:ln w="13097">
            <a:solidFill>
              <a:srgbClr val="172B4D"/>
            </a:solidFill>
          </a:ln>
        </p:spPr>
      </p:sp>
      <p:sp>
        <p:nvSpPr>
          <p:cNvPr id="40" name="object-40">
            <a:extLst>
              <a:ext uri="{FF2B5EF4-FFF2-40B4-BE49-F238E27FC236}">
                <a16:creationId xmlns:a16="http://schemas.microsoft.com/office/drawing/2014/main" id="{997D5D6F-DE49-4A26-9040-5638F36ADE6E}"/>
              </a:ext>
            </a:extLst>
          </p:cNvPr>
          <p:cNvSpPr>
            <a:spLocks noGrp="1"/>
          </p:cNvSpPr>
          <p:nvPr/>
        </p:nvSpPr>
        <p:spPr>
          <a:xfrm>
            <a:off x="6434138" y="2857500"/>
            <a:ext cx="104775" cy="547688"/>
          </a:xfrm>
          <a:prstGeom prst="rect">
            <a:avLst/>
          </a:prstGeom>
          <a:solidFill>
            <a:srgbClr val="1D4ED8"/>
          </a:solidFill>
          <a:ln w="13097">
            <a:solidFill>
              <a:srgbClr val="172B4D"/>
            </a:solidFill>
          </a:ln>
        </p:spPr>
      </p:sp>
      <p:sp>
        <p:nvSpPr>
          <p:cNvPr id="41" name="object-41">
            <a:extLst>
              <a:ext uri="{FF2B5EF4-FFF2-40B4-BE49-F238E27FC236}">
                <a16:creationId xmlns:a16="http://schemas.microsoft.com/office/drawing/2014/main" id="{9F1DE842-28A9-470A-AFD7-2AD5790D8F57}"/>
              </a:ext>
            </a:extLst>
          </p:cNvPr>
          <p:cNvSpPr>
            <a:spLocks noGrp="1"/>
          </p:cNvSpPr>
          <p:nvPr/>
        </p:nvSpPr>
        <p:spPr>
          <a:xfrm>
            <a:off x="6538913" y="2857500"/>
            <a:ext cx="104775" cy="547688"/>
          </a:xfrm>
          <a:prstGeom prst="rect">
            <a:avLst/>
          </a:prstGeom>
          <a:solidFill>
            <a:srgbClr val="1D4ED8"/>
          </a:solidFill>
          <a:ln w="13097">
            <a:solidFill>
              <a:srgbClr val="172B4D"/>
            </a:solidFill>
          </a:ln>
        </p:spPr>
      </p:sp>
      <p:sp>
        <p:nvSpPr>
          <p:cNvPr id="42" name="object-42">
            <a:extLst>
              <a:ext uri="{FF2B5EF4-FFF2-40B4-BE49-F238E27FC236}">
                <a16:creationId xmlns:a16="http://schemas.microsoft.com/office/drawing/2014/main" id="{CA14467B-D98E-45A9-82F7-5CC285DAAAD4}"/>
              </a:ext>
            </a:extLst>
          </p:cNvPr>
          <p:cNvSpPr>
            <a:spLocks noGrp="1"/>
          </p:cNvSpPr>
          <p:nvPr/>
        </p:nvSpPr>
        <p:spPr>
          <a:xfrm>
            <a:off x="6643688" y="2857500"/>
            <a:ext cx="104775" cy="547688"/>
          </a:xfrm>
          <a:prstGeom prst="rect">
            <a:avLst/>
          </a:prstGeom>
          <a:solidFill>
            <a:srgbClr val="1D4ED8"/>
          </a:solidFill>
          <a:ln w="13097">
            <a:solidFill>
              <a:srgbClr val="172B4D"/>
            </a:solidFill>
          </a:ln>
        </p:spPr>
      </p:sp>
      <p:sp>
        <p:nvSpPr>
          <p:cNvPr id="43" name="object-43">
            <a:extLst>
              <a:ext uri="{FF2B5EF4-FFF2-40B4-BE49-F238E27FC236}">
                <a16:creationId xmlns:a16="http://schemas.microsoft.com/office/drawing/2014/main" id="{9962A791-9BA7-4772-8118-53BCF0391635}"/>
              </a:ext>
            </a:extLst>
          </p:cNvPr>
          <p:cNvSpPr>
            <a:spLocks noGrp="1"/>
          </p:cNvSpPr>
          <p:nvPr/>
        </p:nvSpPr>
        <p:spPr>
          <a:xfrm>
            <a:off x="6748463" y="2857500"/>
            <a:ext cx="104775" cy="547688"/>
          </a:xfrm>
          <a:prstGeom prst="rect">
            <a:avLst/>
          </a:prstGeom>
          <a:solidFill>
            <a:srgbClr val="1D4ED8"/>
          </a:solidFill>
          <a:ln w="13097">
            <a:solidFill>
              <a:srgbClr val="172B4D"/>
            </a:solidFill>
          </a:ln>
        </p:spPr>
      </p:sp>
      <p:sp>
        <p:nvSpPr>
          <p:cNvPr id="44" name="object-44">
            <a:extLst>
              <a:ext uri="{FF2B5EF4-FFF2-40B4-BE49-F238E27FC236}">
                <a16:creationId xmlns:a16="http://schemas.microsoft.com/office/drawing/2014/main" id="{C72E494C-A82A-4C8F-AB73-7FFBE6EF119F}"/>
              </a:ext>
            </a:extLst>
          </p:cNvPr>
          <p:cNvSpPr>
            <a:spLocks noGrp="1"/>
          </p:cNvSpPr>
          <p:nvPr/>
        </p:nvSpPr>
        <p:spPr>
          <a:xfrm>
            <a:off x="6853238" y="2857500"/>
            <a:ext cx="104775" cy="547688"/>
          </a:xfrm>
          <a:prstGeom prst="rect">
            <a:avLst/>
          </a:prstGeom>
          <a:solidFill>
            <a:srgbClr val="1D4ED8"/>
          </a:solidFill>
          <a:ln w="13097">
            <a:solidFill>
              <a:srgbClr val="172B4D"/>
            </a:solidFill>
          </a:ln>
        </p:spPr>
      </p:sp>
      <p:sp>
        <p:nvSpPr>
          <p:cNvPr id="45" name="object-45">
            <a:extLst>
              <a:ext uri="{FF2B5EF4-FFF2-40B4-BE49-F238E27FC236}">
                <a16:creationId xmlns:a16="http://schemas.microsoft.com/office/drawing/2014/main" id="{685D0625-16C5-44D1-A41F-4C6ECD4FE8D6}"/>
              </a:ext>
            </a:extLst>
          </p:cNvPr>
          <p:cNvSpPr>
            <a:spLocks noGrp="1"/>
          </p:cNvSpPr>
          <p:nvPr/>
        </p:nvSpPr>
        <p:spPr>
          <a:xfrm>
            <a:off x="6958013" y="2857500"/>
            <a:ext cx="104775" cy="547688"/>
          </a:xfrm>
          <a:prstGeom prst="rect">
            <a:avLst/>
          </a:prstGeom>
          <a:solidFill>
            <a:srgbClr val="1D4ED8"/>
          </a:solidFill>
          <a:ln w="13097">
            <a:solidFill>
              <a:srgbClr val="172B4D"/>
            </a:solidFill>
          </a:ln>
        </p:spPr>
      </p:sp>
      <p:sp>
        <p:nvSpPr>
          <p:cNvPr id="46" name="object-46">
            <a:extLst>
              <a:ext uri="{FF2B5EF4-FFF2-40B4-BE49-F238E27FC236}">
                <a16:creationId xmlns:a16="http://schemas.microsoft.com/office/drawing/2014/main" id="{4B8FC76F-4CF3-4FFF-85ED-AF67EBD542BC}"/>
              </a:ext>
            </a:extLst>
          </p:cNvPr>
          <p:cNvSpPr>
            <a:spLocks noGrp="1"/>
          </p:cNvSpPr>
          <p:nvPr/>
        </p:nvSpPr>
        <p:spPr>
          <a:xfrm>
            <a:off x="7062788" y="2857500"/>
            <a:ext cx="104775" cy="547688"/>
          </a:xfrm>
          <a:prstGeom prst="rect">
            <a:avLst/>
          </a:prstGeom>
          <a:solidFill>
            <a:srgbClr val="1D4ED8"/>
          </a:solidFill>
          <a:ln w="13097">
            <a:solidFill>
              <a:srgbClr val="172B4D"/>
            </a:solidFill>
          </a:ln>
        </p:spPr>
      </p:sp>
      <p:sp>
        <p:nvSpPr>
          <p:cNvPr id="47" name="object-47">
            <a:extLst>
              <a:ext uri="{FF2B5EF4-FFF2-40B4-BE49-F238E27FC236}">
                <a16:creationId xmlns:a16="http://schemas.microsoft.com/office/drawing/2014/main" id="{E087AB7D-7325-426F-B2B0-7C18FB63469E}"/>
              </a:ext>
            </a:extLst>
          </p:cNvPr>
          <p:cNvSpPr>
            <a:spLocks noGrp="1"/>
          </p:cNvSpPr>
          <p:nvPr/>
        </p:nvSpPr>
        <p:spPr>
          <a:xfrm>
            <a:off x="7167563" y="2857500"/>
            <a:ext cx="104775" cy="547688"/>
          </a:xfrm>
          <a:prstGeom prst="rect">
            <a:avLst/>
          </a:prstGeom>
          <a:solidFill>
            <a:srgbClr val="1D4ED8"/>
          </a:solidFill>
          <a:ln w="13097">
            <a:solidFill>
              <a:srgbClr val="172B4D"/>
            </a:solidFill>
          </a:ln>
        </p:spPr>
      </p:sp>
      <p:sp>
        <p:nvSpPr>
          <p:cNvPr id="48" name="object-48">
            <a:extLst>
              <a:ext uri="{FF2B5EF4-FFF2-40B4-BE49-F238E27FC236}">
                <a16:creationId xmlns:a16="http://schemas.microsoft.com/office/drawing/2014/main" id="{AE4EFD4F-B65E-45E6-9B44-E888EFECADFE}"/>
              </a:ext>
            </a:extLst>
          </p:cNvPr>
          <p:cNvSpPr>
            <a:spLocks noGrp="1"/>
          </p:cNvSpPr>
          <p:nvPr/>
        </p:nvSpPr>
        <p:spPr>
          <a:xfrm>
            <a:off x="7272338" y="2857500"/>
            <a:ext cx="104775" cy="547688"/>
          </a:xfrm>
          <a:prstGeom prst="rect">
            <a:avLst/>
          </a:prstGeom>
          <a:solidFill>
            <a:srgbClr val="1D4ED8"/>
          </a:solidFill>
          <a:ln w="13097">
            <a:solidFill>
              <a:srgbClr val="172B4D"/>
            </a:solidFill>
          </a:ln>
        </p:spPr>
      </p:sp>
      <p:sp>
        <p:nvSpPr>
          <p:cNvPr id="49" name="object-49">
            <a:extLst>
              <a:ext uri="{FF2B5EF4-FFF2-40B4-BE49-F238E27FC236}">
                <a16:creationId xmlns:a16="http://schemas.microsoft.com/office/drawing/2014/main" id="{3B1CF0F2-FCEC-4894-A9FA-57EB7240F689}"/>
              </a:ext>
            </a:extLst>
          </p:cNvPr>
          <p:cNvSpPr>
            <a:spLocks noGrp="1"/>
          </p:cNvSpPr>
          <p:nvPr/>
        </p:nvSpPr>
        <p:spPr>
          <a:xfrm>
            <a:off x="7377113" y="2857500"/>
            <a:ext cx="104775" cy="547688"/>
          </a:xfrm>
          <a:prstGeom prst="rect">
            <a:avLst/>
          </a:prstGeom>
          <a:solidFill>
            <a:srgbClr val="1D4ED8"/>
          </a:solidFill>
          <a:ln w="13097">
            <a:solidFill>
              <a:srgbClr val="172B4D"/>
            </a:solidFill>
          </a:ln>
        </p:spPr>
      </p:sp>
      <p:sp>
        <p:nvSpPr>
          <p:cNvPr id="50" name="object-50">
            <a:extLst>
              <a:ext uri="{FF2B5EF4-FFF2-40B4-BE49-F238E27FC236}">
                <a16:creationId xmlns:a16="http://schemas.microsoft.com/office/drawing/2014/main" id="{F4C94B0E-3E91-4A7C-BC0F-00C6D8A3ECA8}"/>
              </a:ext>
            </a:extLst>
          </p:cNvPr>
          <p:cNvSpPr>
            <a:spLocks noGrp="1"/>
          </p:cNvSpPr>
          <p:nvPr/>
        </p:nvSpPr>
        <p:spPr>
          <a:xfrm>
            <a:off x="7481888" y="2857500"/>
            <a:ext cx="104775" cy="547688"/>
          </a:xfrm>
          <a:prstGeom prst="rect">
            <a:avLst/>
          </a:prstGeom>
          <a:solidFill>
            <a:srgbClr val="1D4ED8"/>
          </a:solidFill>
          <a:ln w="13097">
            <a:solidFill>
              <a:srgbClr val="172B4D"/>
            </a:solidFill>
          </a:ln>
        </p:spPr>
      </p:sp>
      <p:sp>
        <p:nvSpPr>
          <p:cNvPr id="51" name="object-51">
            <a:extLst>
              <a:ext uri="{FF2B5EF4-FFF2-40B4-BE49-F238E27FC236}">
                <a16:creationId xmlns:a16="http://schemas.microsoft.com/office/drawing/2014/main" id="{3E41DE98-42E9-4520-81BF-47E7E17EC62C}"/>
              </a:ext>
            </a:extLst>
          </p:cNvPr>
          <p:cNvSpPr>
            <a:spLocks noGrp="1"/>
          </p:cNvSpPr>
          <p:nvPr/>
        </p:nvSpPr>
        <p:spPr>
          <a:xfrm>
            <a:off x="7586663" y="2857500"/>
            <a:ext cx="104775" cy="547688"/>
          </a:xfrm>
          <a:prstGeom prst="rect">
            <a:avLst/>
          </a:prstGeom>
          <a:solidFill>
            <a:srgbClr val="1D4ED8"/>
          </a:solidFill>
          <a:ln w="13097">
            <a:solidFill>
              <a:srgbClr val="172B4D"/>
            </a:solidFill>
          </a:ln>
        </p:spPr>
      </p:sp>
      <p:sp>
        <p:nvSpPr>
          <p:cNvPr id="52" name="object-52">
            <a:extLst>
              <a:ext uri="{FF2B5EF4-FFF2-40B4-BE49-F238E27FC236}">
                <a16:creationId xmlns:a16="http://schemas.microsoft.com/office/drawing/2014/main" id="{C2B8B1BF-3422-4FFF-9167-82060F49D7BE}"/>
              </a:ext>
            </a:extLst>
          </p:cNvPr>
          <p:cNvSpPr>
            <a:spLocks noGrp="1"/>
          </p:cNvSpPr>
          <p:nvPr/>
        </p:nvSpPr>
        <p:spPr>
          <a:xfrm>
            <a:off x="7691438" y="2857500"/>
            <a:ext cx="104775" cy="547688"/>
          </a:xfrm>
          <a:prstGeom prst="rect">
            <a:avLst/>
          </a:prstGeom>
          <a:solidFill>
            <a:srgbClr val="1D4ED8"/>
          </a:solidFill>
          <a:ln w="13097">
            <a:solidFill>
              <a:srgbClr val="172B4D"/>
            </a:solidFill>
          </a:ln>
        </p:spPr>
      </p:sp>
      <p:sp>
        <p:nvSpPr>
          <p:cNvPr id="53" name="object-53">
            <a:extLst>
              <a:ext uri="{FF2B5EF4-FFF2-40B4-BE49-F238E27FC236}">
                <a16:creationId xmlns:a16="http://schemas.microsoft.com/office/drawing/2014/main" id="{A8167BEE-8451-49E5-9FF0-77A6399E5D96}"/>
              </a:ext>
            </a:extLst>
          </p:cNvPr>
          <p:cNvSpPr>
            <a:spLocks noGrp="1"/>
          </p:cNvSpPr>
          <p:nvPr/>
        </p:nvSpPr>
        <p:spPr>
          <a:xfrm>
            <a:off x="7796213" y="2857500"/>
            <a:ext cx="104775" cy="547688"/>
          </a:xfrm>
          <a:prstGeom prst="rect">
            <a:avLst/>
          </a:prstGeom>
          <a:solidFill>
            <a:srgbClr val="1D4ED8"/>
          </a:solidFill>
          <a:ln w="13097">
            <a:solidFill>
              <a:srgbClr val="172B4D"/>
            </a:solidFill>
          </a:ln>
        </p:spPr>
      </p:sp>
      <p:sp>
        <p:nvSpPr>
          <p:cNvPr id="54" name="object-54">
            <a:extLst>
              <a:ext uri="{FF2B5EF4-FFF2-40B4-BE49-F238E27FC236}">
                <a16:creationId xmlns:a16="http://schemas.microsoft.com/office/drawing/2014/main" id="{615269AD-9DC4-444F-B6A1-BD1C43395A62}"/>
              </a:ext>
            </a:extLst>
          </p:cNvPr>
          <p:cNvSpPr>
            <a:spLocks noGrp="1"/>
          </p:cNvSpPr>
          <p:nvPr/>
        </p:nvSpPr>
        <p:spPr>
          <a:xfrm>
            <a:off x="7900988" y="2857500"/>
            <a:ext cx="104775" cy="547688"/>
          </a:xfrm>
          <a:prstGeom prst="rect">
            <a:avLst/>
          </a:prstGeom>
          <a:solidFill>
            <a:srgbClr val="1D4ED8"/>
          </a:solidFill>
          <a:ln w="13097">
            <a:solidFill>
              <a:srgbClr val="172B4D"/>
            </a:solidFill>
          </a:ln>
        </p:spPr>
      </p:sp>
      <p:sp>
        <p:nvSpPr>
          <p:cNvPr id="55" name="object-55">
            <a:extLst>
              <a:ext uri="{FF2B5EF4-FFF2-40B4-BE49-F238E27FC236}">
                <a16:creationId xmlns:a16="http://schemas.microsoft.com/office/drawing/2014/main" id="{8A7BB51C-2030-4447-A7D3-A5EEDE2F803E}"/>
              </a:ext>
            </a:extLst>
          </p:cNvPr>
          <p:cNvSpPr>
            <a:spLocks noGrp="1"/>
          </p:cNvSpPr>
          <p:nvPr/>
        </p:nvSpPr>
        <p:spPr>
          <a:xfrm>
            <a:off x="8005763" y="2857500"/>
            <a:ext cx="104775" cy="547688"/>
          </a:xfrm>
          <a:prstGeom prst="rect">
            <a:avLst/>
          </a:prstGeom>
          <a:solidFill>
            <a:srgbClr val="1D4ED8"/>
          </a:solidFill>
          <a:ln w="13097">
            <a:solidFill>
              <a:srgbClr val="172B4D"/>
            </a:solidFill>
          </a:ln>
        </p:spPr>
      </p:sp>
      <p:sp>
        <p:nvSpPr>
          <p:cNvPr id="56" name="object-56">
            <a:extLst>
              <a:ext uri="{FF2B5EF4-FFF2-40B4-BE49-F238E27FC236}">
                <a16:creationId xmlns:a16="http://schemas.microsoft.com/office/drawing/2014/main" id="{61669600-549E-43FD-A758-B0C63C0F6BAE}"/>
              </a:ext>
            </a:extLst>
          </p:cNvPr>
          <p:cNvSpPr>
            <a:spLocks noGrp="1"/>
          </p:cNvSpPr>
          <p:nvPr/>
        </p:nvSpPr>
        <p:spPr>
          <a:xfrm>
            <a:off x="8110538" y="2857500"/>
            <a:ext cx="104775" cy="547688"/>
          </a:xfrm>
          <a:prstGeom prst="rect">
            <a:avLst/>
          </a:prstGeom>
          <a:solidFill>
            <a:srgbClr val="1D4ED8"/>
          </a:solidFill>
          <a:ln w="13097">
            <a:solidFill>
              <a:srgbClr val="172B4D"/>
            </a:solidFill>
          </a:ln>
        </p:spPr>
      </p:sp>
      <p:sp>
        <p:nvSpPr>
          <p:cNvPr id="57" name="object-57">
            <a:extLst>
              <a:ext uri="{FF2B5EF4-FFF2-40B4-BE49-F238E27FC236}">
                <a16:creationId xmlns:a16="http://schemas.microsoft.com/office/drawing/2014/main" id="{D51B112E-0B11-4285-A01F-752E5063BD50}"/>
              </a:ext>
            </a:extLst>
          </p:cNvPr>
          <p:cNvSpPr>
            <a:spLocks noGrp="1"/>
          </p:cNvSpPr>
          <p:nvPr/>
        </p:nvSpPr>
        <p:spPr>
          <a:xfrm>
            <a:off x="8215313" y="2857500"/>
            <a:ext cx="104775" cy="547688"/>
          </a:xfrm>
          <a:prstGeom prst="rect">
            <a:avLst/>
          </a:prstGeom>
          <a:solidFill>
            <a:srgbClr val="1D4ED8"/>
          </a:solidFill>
          <a:ln w="13097">
            <a:solidFill>
              <a:srgbClr val="172B4D"/>
            </a:solidFill>
          </a:ln>
        </p:spPr>
      </p:sp>
      <p:sp>
        <p:nvSpPr>
          <p:cNvPr id="58" name="object-58">
            <a:extLst>
              <a:ext uri="{FF2B5EF4-FFF2-40B4-BE49-F238E27FC236}">
                <a16:creationId xmlns:a16="http://schemas.microsoft.com/office/drawing/2014/main" id="{674514DF-CB8D-4FDA-8650-42394FC32330}"/>
              </a:ext>
            </a:extLst>
          </p:cNvPr>
          <p:cNvSpPr>
            <a:spLocks noGrp="1"/>
          </p:cNvSpPr>
          <p:nvPr/>
        </p:nvSpPr>
        <p:spPr>
          <a:xfrm>
            <a:off x="8320088" y="2857500"/>
            <a:ext cx="104775" cy="547688"/>
          </a:xfrm>
          <a:prstGeom prst="rect">
            <a:avLst/>
          </a:prstGeom>
          <a:solidFill>
            <a:srgbClr val="1D4ED8"/>
          </a:solidFill>
          <a:ln w="13097">
            <a:solidFill>
              <a:srgbClr val="172B4D"/>
            </a:solidFill>
          </a:ln>
        </p:spPr>
      </p:sp>
      <p:sp>
        <p:nvSpPr>
          <p:cNvPr id="59" name="object-59">
            <a:extLst>
              <a:ext uri="{FF2B5EF4-FFF2-40B4-BE49-F238E27FC236}">
                <a16:creationId xmlns:a16="http://schemas.microsoft.com/office/drawing/2014/main" id="{91DD95E8-8E87-447D-A973-ABDF23246401}"/>
              </a:ext>
            </a:extLst>
          </p:cNvPr>
          <p:cNvSpPr>
            <a:spLocks noGrp="1"/>
          </p:cNvSpPr>
          <p:nvPr/>
        </p:nvSpPr>
        <p:spPr>
          <a:xfrm>
            <a:off x="8424863" y="2857500"/>
            <a:ext cx="104775" cy="547688"/>
          </a:xfrm>
          <a:prstGeom prst="rect">
            <a:avLst/>
          </a:prstGeom>
          <a:solidFill>
            <a:srgbClr val="1D4ED8"/>
          </a:solidFill>
          <a:ln w="13097">
            <a:solidFill>
              <a:srgbClr val="172B4D"/>
            </a:solidFill>
          </a:ln>
        </p:spPr>
      </p:sp>
      <p:sp>
        <p:nvSpPr>
          <p:cNvPr id="60" name="object-60">
            <a:extLst>
              <a:ext uri="{FF2B5EF4-FFF2-40B4-BE49-F238E27FC236}">
                <a16:creationId xmlns:a16="http://schemas.microsoft.com/office/drawing/2014/main" id="{CAFAEF0D-8C61-4AED-BBED-46E19E202ABA}"/>
              </a:ext>
            </a:extLst>
          </p:cNvPr>
          <p:cNvSpPr>
            <a:spLocks noGrp="1"/>
          </p:cNvSpPr>
          <p:nvPr/>
        </p:nvSpPr>
        <p:spPr>
          <a:xfrm>
            <a:off x="8529638" y="2857500"/>
            <a:ext cx="104775" cy="547688"/>
          </a:xfrm>
          <a:prstGeom prst="rect">
            <a:avLst/>
          </a:prstGeom>
          <a:solidFill>
            <a:srgbClr val="1D4ED8"/>
          </a:solidFill>
          <a:ln w="13097">
            <a:solidFill>
              <a:srgbClr val="172B4D"/>
            </a:solidFill>
          </a:ln>
        </p:spPr>
      </p:sp>
      <p:sp>
        <p:nvSpPr>
          <p:cNvPr id="61" name="object-61">
            <a:extLst>
              <a:ext uri="{FF2B5EF4-FFF2-40B4-BE49-F238E27FC236}">
                <a16:creationId xmlns:a16="http://schemas.microsoft.com/office/drawing/2014/main" id="{EA8E3137-BABE-41BA-9409-19D8EC73998C}"/>
              </a:ext>
            </a:extLst>
          </p:cNvPr>
          <p:cNvSpPr>
            <a:spLocks noGrp="1"/>
          </p:cNvSpPr>
          <p:nvPr/>
        </p:nvSpPr>
        <p:spPr>
          <a:xfrm>
            <a:off x="8634413" y="2857500"/>
            <a:ext cx="104775" cy="547688"/>
          </a:xfrm>
          <a:prstGeom prst="rect">
            <a:avLst/>
          </a:prstGeom>
          <a:solidFill>
            <a:srgbClr val="1D4ED8"/>
          </a:solidFill>
          <a:ln w="13097">
            <a:solidFill>
              <a:srgbClr val="172B4D"/>
            </a:solidFill>
          </a:ln>
        </p:spPr>
      </p:sp>
      <p:sp>
        <p:nvSpPr>
          <p:cNvPr id="62" name="object-62">
            <a:extLst>
              <a:ext uri="{FF2B5EF4-FFF2-40B4-BE49-F238E27FC236}">
                <a16:creationId xmlns:a16="http://schemas.microsoft.com/office/drawing/2014/main" id="{EFFEDA55-5CB6-457D-9F4A-C77ED1CAA016}"/>
              </a:ext>
            </a:extLst>
          </p:cNvPr>
          <p:cNvSpPr>
            <a:spLocks noGrp="1"/>
          </p:cNvSpPr>
          <p:nvPr/>
        </p:nvSpPr>
        <p:spPr>
          <a:xfrm>
            <a:off x="8739188" y="2857500"/>
            <a:ext cx="104775" cy="547688"/>
          </a:xfrm>
          <a:prstGeom prst="rect">
            <a:avLst/>
          </a:prstGeom>
          <a:solidFill>
            <a:srgbClr val="1D4ED8"/>
          </a:solidFill>
          <a:ln w="13097">
            <a:solidFill>
              <a:srgbClr val="172B4D"/>
            </a:solidFill>
          </a:ln>
        </p:spPr>
      </p:sp>
      <p:sp>
        <p:nvSpPr>
          <p:cNvPr id="63" name="object-63">
            <a:extLst>
              <a:ext uri="{FF2B5EF4-FFF2-40B4-BE49-F238E27FC236}">
                <a16:creationId xmlns:a16="http://schemas.microsoft.com/office/drawing/2014/main" id="{70AA7D17-27C1-438B-9752-2EF136D9CBC7}"/>
              </a:ext>
            </a:extLst>
          </p:cNvPr>
          <p:cNvSpPr>
            <a:spLocks noGrp="1"/>
          </p:cNvSpPr>
          <p:nvPr/>
        </p:nvSpPr>
        <p:spPr>
          <a:xfrm>
            <a:off x="8843963" y="2857500"/>
            <a:ext cx="104775" cy="547688"/>
          </a:xfrm>
          <a:prstGeom prst="rect">
            <a:avLst/>
          </a:prstGeom>
          <a:solidFill>
            <a:srgbClr val="1D4ED8"/>
          </a:solidFill>
          <a:ln w="13097">
            <a:solidFill>
              <a:srgbClr val="172B4D"/>
            </a:solidFill>
          </a:ln>
        </p:spPr>
      </p:sp>
      <p:sp>
        <p:nvSpPr>
          <p:cNvPr id="64" name="object-64">
            <a:extLst>
              <a:ext uri="{FF2B5EF4-FFF2-40B4-BE49-F238E27FC236}">
                <a16:creationId xmlns:a16="http://schemas.microsoft.com/office/drawing/2014/main" id="{5AAE5C4F-BC21-4150-B8E2-D2A94C8B7044}"/>
              </a:ext>
            </a:extLst>
          </p:cNvPr>
          <p:cNvSpPr>
            <a:spLocks noGrp="1"/>
          </p:cNvSpPr>
          <p:nvPr/>
        </p:nvSpPr>
        <p:spPr>
          <a:xfrm>
            <a:off x="8948738" y="2857500"/>
            <a:ext cx="104775" cy="547688"/>
          </a:xfrm>
          <a:prstGeom prst="rect">
            <a:avLst/>
          </a:prstGeom>
          <a:solidFill>
            <a:srgbClr val="1D4ED8"/>
          </a:solidFill>
          <a:ln w="13097">
            <a:solidFill>
              <a:srgbClr val="172B4D"/>
            </a:solidFill>
          </a:ln>
        </p:spPr>
      </p:sp>
      <p:sp>
        <p:nvSpPr>
          <p:cNvPr id="65" name="object-65">
            <a:extLst>
              <a:ext uri="{FF2B5EF4-FFF2-40B4-BE49-F238E27FC236}">
                <a16:creationId xmlns:a16="http://schemas.microsoft.com/office/drawing/2014/main" id="{0165390D-F90C-4E50-ACAF-4758DE98B4AB}"/>
              </a:ext>
            </a:extLst>
          </p:cNvPr>
          <p:cNvSpPr>
            <a:spLocks noGrp="1"/>
          </p:cNvSpPr>
          <p:nvPr/>
        </p:nvSpPr>
        <p:spPr>
          <a:xfrm>
            <a:off x="9053513" y="2857500"/>
            <a:ext cx="104775" cy="547688"/>
          </a:xfrm>
          <a:prstGeom prst="rect">
            <a:avLst/>
          </a:prstGeom>
          <a:solidFill>
            <a:srgbClr val="1D4ED8"/>
          </a:solidFill>
          <a:ln w="13097">
            <a:solidFill>
              <a:srgbClr val="172B4D"/>
            </a:solidFill>
          </a:ln>
        </p:spPr>
      </p:sp>
      <p:sp>
        <p:nvSpPr>
          <p:cNvPr id="66" name="object-66">
            <a:extLst>
              <a:ext uri="{FF2B5EF4-FFF2-40B4-BE49-F238E27FC236}">
                <a16:creationId xmlns:a16="http://schemas.microsoft.com/office/drawing/2014/main" id="{FD7864A9-AED4-4961-B977-F8061ECE95BC}"/>
              </a:ext>
            </a:extLst>
          </p:cNvPr>
          <p:cNvSpPr>
            <a:spLocks noGrp="1"/>
          </p:cNvSpPr>
          <p:nvPr/>
        </p:nvSpPr>
        <p:spPr>
          <a:xfrm>
            <a:off x="9158288" y="2857500"/>
            <a:ext cx="104775" cy="547688"/>
          </a:xfrm>
          <a:prstGeom prst="rect">
            <a:avLst/>
          </a:prstGeom>
          <a:solidFill>
            <a:srgbClr val="1D4ED8"/>
          </a:solidFill>
          <a:ln w="13097">
            <a:solidFill>
              <a:srgbClr val="172B4D"/>
            </a:solidFill>
          </a:ln>
        </p:spPr>
      </p:sp>
      <p:sp>
        <p:nvSpPr>
          <p:cNvPr id="67" name="object-67">
            <a:extLst>
              <a:ext uri="{FF2B5EF4-FFF2-40B4-BE49-F238E27FC236}">
                <a16:creationId xmlns:a16="http://schemas.microsoft.com/office/drawing/2014/main" id="{45359189-00A2-4D4B-8F2D-215C84A7F851}"/>
              </a:ext>
            </a:extLst>
          </p:cNvPr>
          <p:cNvSpPr>
            <a:spLocks noGrp="1"/>
          </p:cNvSpPr>
          <p:nvPr/>
        </p:nvSpPr>
        <p:spPr>
          <a:xfrm>
            <a:off x="9263063" y="2857500"/>
            <a:ext cx="104775" cy="547688"/>
          </a:xfrm>
          <a:prstGeom prst="rect">
            <a:avLst/>
          </a:prstGeom>
          <a:solidFill>
            <a:srgbClr val="FFFFFF"/>
          </a:solidFill>
          <a:ln w="13097">
            <a:solidFill>
              <a:srgbClr val="172B4D"/>
            </a:solidFill>
          </a:ln>
        </p:spPr>
      </p:sp>
      <p:sp>
        <p:nvSpPr>
          <p:cNvPr id="68" name="object-68">
            <a:extLst>
              <a:ext uri="{FF2B5EF4-FFF2-40B4-BE49-F238E27FC236}">
                <a16:creationId xmlns:a16="http://schemas.microsoft.com/office/drawing/2014/main" id="{7395DEED-AE2E-474D-96F5-87E493E9224E}"/>
              </a:ext>
            </a:extLst>
          </p:cNvPr>
          <p:cNvSpPr>
            <a:spLocks noGrp="1"/>
          </p:cNvSpPr>
          <p:nvPr/>
        </p:nvSpPr>
        <p:spPr>
          <a:xfrm>
            <a:off x="9367838" y="2857500"/>
            <a:ext cx="104775" cy="547688"/>
          </a:xfrm>
          <a:prstGeom prst="rect">
            <a:avLst/>
          </a:prstGeom>
          <a:solidFill>
            <a:srgbClr val="FFFFFF"/>
          </a:solidFill>
          <a:ln w="13097">
            <a:solidFill>
              <a:srgbClr val="172B4D"/>
            </a:solidFill>
          </a:ln>
        </p:spPr>
      </p:sp>
      <p:sp>
        <p:nvSpPr>
          <p:cNvPr id="69" name="object-69">
            <a:extLst>
              <a:ext uri="{FF2B5EF4-FFF2-40B4-BE49-F238E27FC236}">
                <a16:creationId xmlns:a16="http://schemas.microsoft.com/office/drawing/2014/main" id="{AD9AAB93-F21E-4DE3-BC7D-2929273E6470}"/>
              </a:ext>
            </a:extLst>
          </p:cNvPr>
          <p:cNvSpPr>
            <a:spLocks noGrp="1"/>
          </p:cNvSpPr>
          <p:nvPr/>
        </p:nvSpPr>
        <p:spPr>
          <a:xfrm>
            <a:off x="9472613" y="2857500"/>
            <a:ext cx="104775" cy="547688"/>
          </a:xfrm>
          <a:prstGeom prst="rect">
            <a:avLst/>
          </a:prstGeom>
          <a:solidFill>
            <a:srgbClr val="FFFFFF"/>
          </a:solidFill>
          <a:ln w="13097">
            <a:solidFill>
              <a:srgbClr val="172B4D"/>
            </a:solidFill>
          </a:ln>
        </p:spPr>
      </p:sp>
      <p:sp>
        <p:nvSpPr>
          <p:cNvPr id="70" name="object-70">
            <a:extLst>
              <a:ext uri="{FF2B5EF4-FFF2-40B4-BE49-F238E27FC236}">
                <a16:creationId xmlns:a16="http://schemas.microsoft.com/office/drawing/2014/main" id="{35BE495A-E630-4726-B73B-AFD1D1794C61}"/>
              </a:ext>
            </a:extLst>
          </p:cNvPr>
          <p:cNvSpPr>
            <a:spLocks noGrp="1"/>
          </p:cNvSpPr>
          <p:nvPr/>
        </p:nvSpPr>
        <p:spPr>
          <a:xfrm>
            <a:off x="9577388" y="2857500"/>
            <a:ext cx="104775" cy="547688"/>
          </a:xfrm>
          <a:prstGeom prst="rect">
            <a:avLst/>
          </a:prstGeom>
          <a:solidFill>
            <a:srgbClr val="FFFFFF"/>
          </a:solidFill>
          <a:ln w="13097">
            <a:solidFill>
              <a:srgbClr val="172B4D"/>
            </a:solidFill>
          </a:ln>
        </p:spPr>
      </p:sp>
      <p:sp>
        <p:nvSpPr>
          <p:cNvPr id="71" name="object-71">
            <a:extLst>
              <a:ext uri="{FF2B5EF4-FFF2-40B4-BE49-F238E27FC236}">
                <a16:creationId xmlns:a16="http://schemas.microsoft.com/office/drawing/2014/main" id="{2CD78C22-FB12-442D-990A-536F462AF712}"/>
              </a:ext>
            </a:extLst>
          </p:cNvPr>
          <p:cNvSpPr>
            <a:spLocks noGrp="1"/>
          </p:cNvSpPr>
          <p:nvPr/>
        </p:nvSpPr>
        <p:spPr>
          <a:xfrm>
            <a:off x="9682163" y="2857500"/>
            <a:ext cx="104775" cy="547688"/>
          </a:xfrm>
          <a:prstGeom prst="rect">
            <a:avLst/>
          </a:prstGeom>
          <a:solidFill>
            <a:srgbClr val="FFFFFF"/>
          </a:solidFill>
          <a:ln w="13097">
            <a:solidFill>
              <a:srgbClr val="172B4D"/>
            </a:solidFill>
          </a:ln>
        </p:spPr>
      </p:sp>
      <p:sp>
        <p:nvSpPr>
          <p:cNvPr id="72" name="object-72">
            <a:extLst>
              <a:ext uri="{FF2B5EF4-FFF2-40B4-BE49-F238E27FC236}">
                <a16:creationId xmlns:a16="http://schemas.microsoft.com/office/drawing/2014/main" id="{A0B99B08-D560-43E4-92C9-FC11A0287E0A}"/>
              </a:ext>
            </a:extLst>
          </p:cNvPr>
          <p:cNvSpPr>
            <a:spLocks noGrp="1"/>
          </p:cNvSpPr>
          <p:nvPr/>
        </p:nvSpPr>
        <p:spPr>
          <a:xfrm>
            <a:off x="9786938" y="2857500"/>
            <a:ext cx="104775" cy="547688"/>
          </a:xfrm>
          <a:prstGeom prst="rect">
            <a:avLst/>
          </a:prstGeom>
          <a:solidFill>
            <a:srgbClr val="FFFFFF"/>
          </a:solidFill>
          <a:ln w="13097">
            <a:solidFill>
              <a:srgbClr val="172B4D"/>
            </a:solidFill>
          </a:ln>
        </p:spPr>
      </p:sp>
      <p:sp>
        <p:nvSpPr>
          <p:cNvPr id="73" name="object-73">
            <a:extLst>
              <a:ext uri="{FF2B5EF4-FFF2-40B4-BE49-F238E27FC236}">
                <a16:creationId xmlns:a16="http://schemas.microsoft.com/office/drawing/2014/main" id="{4641E749-4C5B-4348-AE03-00EB31BC6339}"/>
              </a:ext>
            </a:extLst>
          </p:cNvPr>
          <p:cNvSpPr>
            <a:spLocks noGrp="1"/>
          </p:cNvSpPr>
          <p:nvPr/>
        </p:nvSpPr>
        <p:spPr>
          <a:xfrm>
            <a:off x="9891713" y="2857500"/>
            <a:ext cx="104775" cy="547688"/>
          </a:xfrm>
          <a:prstGeom prst="rect">
            <a:avLst/>
          </a:prstGeom>
          <a:solidFill>
            <a:srgbClr val="FFFFFF"/>
          </a:solidFill>
          <a:ln w="13097">
            <a:solidFill>
              <a:srgbClr val="172B4D"/>
            </a:solidFill>
          </a:ln>
        </p:spPr>
      </p:sp>
      <p:sp>
        <p:nvSpPr>
          <p:cNvPr id="74" name="object-74">
            <a:extLst>
              <a:ext uri="{FF2B5EF4-FFF2-40B4-BE49-F238E27FC236}">
                <a16:creationId xmlns:a16="http://schemas.microsoft.com/office/drawing/2014/main" id="{5E140D8B-875A-4FDB-B9E2-EA1872F53563}"/>
              </a:ext>
            </a:extLst>
          </p:cNvPr>
          <p:cNvSpPr>
            <a:spLocks noGrp="1"/>
          </p:cNvSpPr>
          <p:nvPr/>
        </p:nvSpPr>
        <p:spPr>
          <a:xfrm>
            <a:off x="9996488" y="2857500"/>
            <a:ext cx="104775" cy="547688"/>
          </a:xfrm>
          <a:prstGeom prst="rect">
            <a:avLst/>
          </a:prstGeom>
          <a:solidFill>
            <a:srgbClr val="FFFFFF"/>
          </a:solidFill>
          <a:ln w="13097">
            <a:solidFill>
              <a:srgbClr val="172B4D"/>
            </a:solidFill>
          </a:ln>
        </p:spPr>
      </p:sp>
      <p:sp>
        <p:nvSpPr>
          <p:cNvPr id="75" name="object-75">
            <a:extLst>
              <a:ext uri="{FF2B5EF4-FFF2-40B4-BE49-F238E27FC236}">
                <a16:creationId xmlns:a16="http://schemas.microsoft.com/office/drawing/2014/main" id="{69C6335F-0F7B-4A6C-A9BE-83C62FD867D6}"/>
              </a:ext>
            </a:extLst>
          </p:cNvPr>
          <p:cNvSpPr>
            <a:spLocks noGrp="1"/>
          </p:cNvSpPr>
          <p:nvPr/>
        </p:nvSpPr>
        <p:spPr>
          <a:xfrm>
            <a:off x="10101263" y="2857500"/>
            <a:ext cx="104775" cy="547688"/>
          </a:xfrm>
          <a:prstGeom prst="rect">
            <a:avLst/>
          </a:prstGeom>
          <a:solidFill>
            <a:srgbClr val="FFFFFF"/>
          </a:solidFill>
          <a:ln w="13097">
            <a:solidFill>
              <a:srgbClr val="172B4D"/>
            </a:solidFill>
          </a:ln>
        </p:spPr>
      </p:sp>
      <p:sp>
        <p:nvSpPr>
          <p:cNvPr id="76" name="object-76">
            <a:extLst>
              <a:ext uri="{FF2B5EF4-FFF2-40B4-BE49-F238E27FC236}">
                <a16:creationId xmlns:a16="http://schemas.microsoft.com/office/drawing/2014/main" id="{62C1BACE-1FC2-429C-8AD7-F08F2ACE776B}"/>
              </a:ext>
            </a:extLst>
          </p:cNvPr>
          <p:cNvSpPr>
            <a:spLocks noGrp="1"/>
          </p:cNvSpPr>
          <p:nvPr/>
        </p:nvSpPr>
        <p:spPr>
          <a:xfrm>
            <a:off x="10206038" y="2857500"/>
            <a:ext cx="104775" cy="547688"/>
          </a:xfrm>
          <a:prstGeom prst="rect">
            <a:avLst/>
          </a:prstGeom>
          <a:solidFill>
            <a:srgbClr val="FFFFFF"/>
          </a:solidFill>
          <a:ln w="13097">
            <a:solidFill>
              <a:srgbClr val="172B4D"/>
            </a:solidFill>
          </a:ln>
        </p:spPr>
      </p:sp>
      <p:sp>
        <p:nvSpPr>
          <p:cNvPr id="77" name="object-77">
            <a:extLst>
              <a:ext uri="{FF2B5EF4-FFF2-40B4-BE49-F238E27FC236}">
                <a16:creationId xmlns:a16="http://schemas.microsoft.com/office/drawing/2014/main" id="{131B0DB7-6DE3-4482-AD80-134AB5138D3F}"/>
              </a:ext>
            </a:extLst>
          </p:cNvPr>
          <p:cNvSpPr>
            <a:spLocks noGrp="1"/>
          </p:cNvSpPr>
          <p:nvPr/>
        </p:nvSpPr>
        <p:spPr>
          <a:xfrm>
            <a:off x="10310813" y="2857500"/>
            <a:ext cx="104775" cy="547688"/>
          </a:xfrm>
          <a:prstGeom prst="rect">
            <a:avLst/>
          </a:prstGeom>
          <a:solidFill>
            <a:srgbClr val="FFFFFF"/>
          </a:solidFill>
          <a:ln w="13097">
            <a:solidFill>
              <a:srgbClr val="172B4D"/>
            </a:solidFill>
          </a:ln>
        </p:spPr>
      </p:sp>
      <p:sp>
        <p:nvSpPr>
          <p:cNvPr id="78" name="object-78">
            <a:extLst>
              <a:ext uri="{FF2B5EF4-FFF2-40B4-BE49-F238E27FC236}">
                <a16:creationId xmlns:a16="http://schemas.microsoft.com/office/drawing/2014/main" id="{8B2F00B7-DF73-4D2D-B59A-1410A9348356}"/>
              </a:ext>
            </a:extLst>
          </p:cNvPr>
          <p:cNvSpPr>
            <a:spLocks noGrp="1"/>
          </p:cNvSpPr>
          <p:nvPr/>
        </p:nvSpPr>
        <p:spPr>
          <a:xfrm>
            <a:off x="10415588" y="2857500"/>
            <a:ext cx="104775" cy="547688"/>
          </a:xfrm>
          <a:prstGeom prst="rect">
            <a:avLst/>
          </a:prstGeom>
          <a:solidFill>
            <a:srgbClr val="FFFFFF"/>
          </a:solidFill>
          <a:ln w="13097">
            <a:solidFill>
              <a:srgbClr val="172B4D"/>
            </a:solidFill>
          </a:ln>
        </p:spPr>
      </p:sp>
      <p:sp>
        <p:nvSpPr>
          <p:cNvPr id="79" name="object-79">
            <a:extLst>
              <a:ext uri="{FF2B5EF4-FFF2-40B4-BE49-F238E27FC236}">
                <a16:creationId xmlns:a16="http://schemas.microsoft.com/office/drawing/2014/main" id="{35CACBE8-49F5-4A93-99D6-F6E2CEB59542}"/>
              </a:ext>
            </a:extLst>
          </p:cNvPr>
          <p:cNvSpPr>
            <a:spLocks noGrp="1"/>
          </p:cNvSpPr>
          <p:nvPr/>
        </p:nvSpPr>
        <p:spPr>
          <a:xfrm>
            <a:off x="10520363" y="2857500"/>
            <a:ext cx="104775" cy="547688"/>
          </a:xfrm>
          <a:prstGeom prst="rect">
            <a:avLst/>
          </a:prstGeom>
          <a:solidFill>
            <a:srgbClr val="FFFFFF"/>
          </a:solidFill>
          <a:ln w="13097">
            <a:solidFill>
              <a:srgbClr val="172B4D"/>
            </a:solidFill>
          </a:ln>
        </p:spPr>
      </p:sp>
      <p:sp>
        <p:nvSpPr>
          <p:cNvPr id="80" name="object-80">
            <a:extLst>
              <a:ext uri="{FF2B5EF4-FFF2-40B4-BE49-F238E27FC236}">
                <a16:creationId xmlns:a16="http://schemas.microsoft.com/office/drawing/2014/main" id="{53466705-A1D3-4E60-B17F-BBDBC6401673}"/>
              </a:ext>
            </a:extLst>
          </p:cNvPr>
          <p:cNvSpPr>
            <a:spLocks noGrp="1"/>
          </p:cNvSpPr>
          <p:nvPr/>
        </p:nvSpPr>
        <p:spPr>
          <a:xfrm>
            <a:off x="10625138" y="2857500"/>
            <a:ext cx="104775" cy="547688"/>
          </a:xfrm>
          <a:prstGeom prst="rect">
            <a:avLst/>
          </a:prstGeom>
          <a:solidFill>
            <a:srgbClr val="FFFFFF"/>
          </a:solidFill>
          <a:ln w="13097">
            <a:solidFill>
              <a:srgbClr val="172B4D"/>
            </a:solidFill>
          </a:ln>
        </p:spPr>
      </p:sp>
      <p:sp>
        <p:nvSpPr>
          <p:cNvPr id="81" name="object-81">
            <a:extLst>
              <a:ext uri="{FF2B5EF4-FFF2-40B4-BE49-F238E27FC236}">
                <a16:creationId xmlns:a16="http://schemas.microsoft.com/office/drawing/2014/main" id="{3AC55049-E30C-4BE1-B2A5-82BFB0E9BE0D}"/>
              </a:ext>
            </a:extLst>
          </p:cNvPr>
          <p:cNvSpPr>
            <a:spLocks noGrp="1"/>
          </p:cNvSpPr>
          <p:nvPr/>
        </p:nvSpPr>
        <p:spPr>
          <a:xfrm>
            <a:off x="10729913" y="2857500"/>
            <a:ext cx="104775" cy="547688"/>
          </a:xfrm>
          <a:prstGeom prst="rect">
            <a:avLst/>
          </a:prstGeom>
          <a:solidFill>
            <a:srgbClr val="FFFFFF"/>
          </a:solidFill>
          <a:ln w="13097">
            <a:solidFill>
              <a:srgbClr val="172B4D"/>
            </a:solidFill>
          </a:ln>
        </p:spPr>
      </p:sp>
      <p:sp>
        <p:nvSpPr>
          <p:cNvPr id="82" name="object-82">
            <a:extLst>
              <a:ext uri="{FF2B5EF4-FFF2-40B4-BE49-F238E27FC236}">
                <a16:creationId xmlns:a16="http://schemas.microsoft.com/office/drawing/2014/main" id="{E6EBF348-5645-4500-AAE8-7B7A6DD10F7D}"/>
              </a:ext>
            </a:extLst>
          </p:cNvPr>
          <p:cNvSpPr>
            <a:spLocks noGrp="1"/>
          </p:cNvSpPr>
          <p:nvPr/>
        </p:nvSpPr>
        <p:spPr>
          <a:xfrm>
            <a:off x="10834688" y="2857500"/>
            <a:ext cx="104775" cy="547688"/>
          </a:xfrm>
          <a:prstGeom prst="rect">
            <a:avLst/>
          </a:prstGeom>
          <a:solidFill>
            <a:srgbClr val="FFFFFF"/>
          </a:solidFill>
          <a:ln w="13097">
            <a:solidFill>
              <a:srgbClr val="172B4D"/>
            </a:solidFill>
          </a:ln>
        </p:spPr>
      </p:sp>
      <p:sp>
        <p:nvSpPr>
          <p:cNvPr id="83" name="object-83">
            <a:extLst>
              <a:ext uri="{FF2B5EF4-FFF2-40B4-BE49-F238E27FC236}">
                <a16:creationId xmlns:a16="http://schemas.microsoft.com/office/drawing/2014/main" id="{72C9BCE6-CC8E-4F3E-A0FD-B9FF2B3DFC90}"/>
              </a:ext>
            </a:extLst>
          </p:cNvPr>
          <p:cNvSpPr>
            <a:spLocks noGrp="1"/>
          </p:cNvSpPr>
          <p:nvPr/>
        </p:nvSpPr>
        <p:spPr>
          <a:xfrm>
            <a:off x="10939463" y="2857500"/>
            <a:ext cx="104775" cy="547688"/>
          </a:xfrm>
          <a:prstGeom prst="rect">
            <a:avLst/>
          </a:prstGeom>
          <a:solidFill>
            <a:srgbClr val="FFFFFF"/>
          </a:solidFill>
          <a:ln w="13097">
            <a:solidFill>
              <a:srgbClr val="172B4D"/>
            </a:solidFill>
          </a:ln>
        </p:spPr>
      </p:sp>
      <p:sp>
        <p:nvSpPr>
          <p:cNvPr id="84" name="object-84">
            <a:extLst>
              <a:ext uri="{FF2B5EF4-FFF2-40B4-BE49-F238E27FC236}">
                <a16:creationId xmlns:a16="http://schemas.microsoft.com/office/drawing/2014/main" id="{0830EBCA-EAFC-446E-9CD9-2F32CCBA0E72}"/>
              </a:ext>
            </a:extLst>
          </p:cNvPr>
          <p:cNvSpPr>
            <a:spLocks noGrp="1"/>
          </p:cNvSpPr>
          <p:nvPr/>
        </p:nvSpPr>
        <p:spPr>
          <a:xfrm>
            <a:off x="11044238" y="2857500"/>
            <a:ext cx="104775" cy="547688"/>
          </a:xfrm>
          <a:prstGeom prst="rect">
            <a:avLst/>
          </a:prstGeom>
          <a:solidFill>
            <a:srgbClr val="FFFFFF"/>
          </a:solidFill>
          <a:ln w="13097">
            <a:solidFill>
              <a:srgbClr val="172B4D"/>
            </a:solidFill>
          </a:ln>
        </p:spPr>
      </p:sp>
      <p:sp>
        <p:nvSpPr>
          <p:cNvPr id="85" name="object-85">
            <a:extLst>
              <a:ext uri="{FF2B5EF4-FFF2-40B4-BE49-F238E27FC236}">
                <a16:creationId xmlns:a16="http://schemas.microsoft.com/office/drawing/2014/main" id="{73091483-D584-443F-A71A-1AC2AF6D49C3}"/>
              </a:ext>
            </a:extLst>
          </p:cNvPr>
          <p:cNvSpPr>
            <a:spLocks noGrp="1"/>
          </p:cNvSpPr>
          <p:nvPr/>
        </p:nvSpPr>
        <p:spPr>
          <a:xfrm>
            <a:off x="11149013" y="2857500"/>
            <a:ext cx="104775" cy="547688"/>
          </a:xfrm>
          <a:prstGeom prst="rect">
            <a:avLst/>
          </a:prstGeom>
          <a:solidFill>
            <a:srgbClr val="FFFFFF"/>
          </a:solidFill>
          <a:ln w="13097">
            <a:solidFill>
              <a:srgbClr val="172B4D"/>
            </a:solidFill>
          </a:ln>
        </p:spPr>
      </p:sp>
      <p:sp>
        <p:nvSpPr>
          <p:cNvPr id="86" name="object-86">
            <a:extLst>
              <a:ext uri="{FF2B5EF4-FFF2-40B4-BE49-F238E27FC236}">
                <a16:creationId xmlns:a16="http://schemas.microsoft.com/office/drawing/2014/main" id="{E917A25F-7D40-4C83-9888-D9754CB3E5A1}"/>
              </a:ext>
            </a:extLst>
          </p:cNvPr>
          <p:cNvSpPr>
            <a:spLocks noGrp="1"/>
          </p:cNvSpPr>
          <p:nvPr/>
        </p:nvSpPr>
        <p:spPr>
          <a:xfrm>
            <a:off x="11253788" y="2857500"/>
            <a:ext cx="104775" cy="547688"/>
          </a:xfrm>
          <a:prstGeom prst="rect">
            <a:avLst/>
          </a:prstGeom>
          <a:solidFill>
            <a:srgbClr val="FFFFFF"/>
          </a:solidFill>
          <a:ln w="13097">
            <a:solidFill>
              <a:srgbClr val="172B4D"/>
            </a:solidFill>
          </a:ln>
        </p:spPr>
      </p:sp>
      <p:sp>
        <p:nvSpPr>
          <p:cNvPr id="87" name="object-87">
            <a:extLst>
              <a:ext uri="{FF2B5EF4-FFF2-40B4-BE49-F238E27FC236}">
                <a16:creationId xmlns:a16="http://schemas.microsoft.com/office/drawing/2014/main" id="{C9DFDC22-5604-49B2-AFFE-80161A4E3077}"/>
              </a:ext>
            </a:extLst>
          </p:cNvPr>
          <p:cNvSpPr>
            <a:spLocks noGrp="1"/>
          </p:cNvSpPr>
          <p:nvPr/>
        </p:nvSpPr>
        <p:spPr>
          <a:xfrm>
            <a:off x="11358563" y="2857500"/>
            <a:ext cx="104775" cy="547688"/>
          </a:xfrm>
          <a:prstGeom prst="rect">
            <a:avLst/>
          </a:prstGeom>
          <a:solidFill>
            <a:srgbClr val="FFFFFF"/>
          </a:solidFill>
          <a:ln w="13097">
            <a:solidFill>
              <a:srgbClr val="172B4D"/>
            </a:solidFill>
          </a:ln>
        </p:spPr>
      </p:sp>
      <p:sp>
        <p:nvSpPr>
          <p:cNvPr id="88" name="object-88">
            <a:extLst>
              <a:ext uri="{FF2B5EF4-FFF2-40B4-BE49-F238E27FC236}">
                <a16:creationId xmlns:a16="http://schemas.microsoft.com/office/drawing/2014/main" id="{904283FB-ABD7-47F6-82A6-DC20D5BC72F1}"/>
              </a:ext>
            </a:extLst>
          </p:cNvPr>
          <p:cNvSpPr>
            <a:spLocks noGrp="1"/>
          </p:cNvSpPr>
          <p:nvPr/>
        </p:nvSpPr>
        <p:spPr>
          <a:xfrm>
            <a:off x="11463338" y="2857500"/>
            <a:ext cx="104775" cy="547688"/>
          </a:xfrm>
          <a:prstGeom prst="rect">
            <a:avLst/>
          </a:prstGeom>
          <a:solidFill>
            <a:srgbClr val="FFFFFF"/>
          </a:solidFill>
          <a:ln w="13097">
            <a:solidFill>
              <a:srgbClr val="172B4D"/>
            </a:solidFill>
          </a:ln>
        </p:spPr>
      </p:sp>
      <p:sp>
        <p:nvSpPr>
          <p:cNvPr id="89" name="object-89">
            <a:extLst>
              <a:ext uri="{FF2B5EF4-FFF2-40B4-BE49-F238E27FC236}">
                <a16:creationId xmlns:a16="http://schemas.microsoft.com/office/drawing/2014/main" id="{87430B60-0CE8-4577-8182-7B9B00913E04}"/>
              </a:ext>
            </a:extLst>
          </p:cNvPr>
          <p:cNvSpPr>
            <a:spLocks noGrp="1"/>
          </p:cNvSpPr>
          <p:nvPr/>
        </p:nvSpPr>
        <p:spPr>
          <a:xfrm>
            <a:off x="11568113" y="2857500"/>
            <a:ext cx="104775" cy="547688"/>
          </a:xfrm>
          <a:prstGeom prst="rect">
            <a:avLst/>
          </a:prstGeom>
          <a:solidFill>
            <a:srgbClr val="FFFFFF"/>
          </a:solidFill>
          <a:ln w="13097">
            <a:solidFill>
              <a:srgbClr val="172B4D"/>
            </a:solidFill>
          </a:ln>
        </p:spPr>
      </p:sp>
      <p:sp>
        <p:nvSpPr>
          <p:cNvPr id="90" name="object-90">
            <a:extLst>
              <a:ext uri="{FF2B5EF4-FFF2-40B4-BE49-F238E27FC236}">
                <a16:creationId xmlns:a16="http://schemas.microsoft.com/office/drawing/2014/main" id="{7A4B0334-3186-4F3E-8C4C-856C4E3E7F02}"/>
              </a:ext>
            </a:extLst>
          </p:cNvPr>
          <p:cNvSpPr>
            <a:spLocks noGrp="1"/>
          </p:cNvSpPr>
          <p:nvPr/>
        </p:nvSpPr>
        <p:spPr>
          <a:xfrm>
            <a:off x="11672888" y="2857500"/>
            <a:ext cx="104775" cy="547688"/>
          </a:xfrm>
          <a:prstGeom prst="rect">
            <a:avLst/>
          </a:prstGeom>
          <a:solidFill>
            <a:srgbClr val="FFFFFF"/>
          </a:solidFill>
          <a:ln w="13097">
            <a:solidFill>
              <a:srgbClr val="172B4D"/>
            </a:solidFill>
          </a:ln>
        </p:spPr>
      </p:sp>
      <p:sp>
        <p:nvSpPr>
          <p:cNvPr id="91" name="object-91">
            <a:extLst>
              <a:ext uri="{FF2B5EF4-FFF2-40B4-BE49-F238E27FC236}">
                <a16:creationId xmlns:a16="http://schemas.microsoft.com/office/drawing/2014/main" id="{FA35CDA3-9C20-4C83-AFAE-3E928230F894}"/>
              </a:ext>
            </a:extLst>
          </p:cNvPr>
          <p:cNvSpPr>
            <a:spLocks noGrp="1"/>
          </p:cNvSpPr>
          <p:nvPr/>
        </p:nvSpPr>
        <p:spPr>
          <a:xfrm>
            <a:off x="11777663" y="2857500"/>
            <a:ext cx="104775" cy="547688"/>
          </a:xfrm>
          <a:prstGeom prst="rect">
            <a:avLst/>
          </a:prstGeom>
          <a:solidFill>
            <a:srgbClr val="FFFFFF"/>
          </a:solidFill>
          <a:ln w="13097">
            <a:solidFill>
              <a:srgbClr val="172B4D"/>
            </a:solidFill>
          </a:ln>
        </p:spPr>
      </p:sp>
      <p:sp>
        <p:nvSpPr>
          <p:cNvPr id="92" name="object-92">
            <a:extLst>
              <a:ext uri="{FF2B5EF4-FFF2-40B4-BE49-F238E27FC236}">
                <a16:creationId xmlns:a16="http://schemas.microsoft.com/office/drawing/2014/main" id="{EFC68A89-E061-4718-8794-1F2F33A3F6F8}"/>
              </a:ext>
            </a:extLst>
          </p:cNvPr>
          <p:cNvSpPr>
            <a:spLocks noGrp="1"/>
          </p:cNvSpPr>
          <p:nvPr/>
        </p:nvSpPr>
        <p:spPr>
          <a:xfrm>
            <a:off x="11882438" y="2857500"/>
            <a:ext cx="104775" cy="547688"/>
          </a:xfrm>
          <a:prstGeom prst="rect">
            <a:avLst/>
          </a:prstGeom>
          <a:solidFill>
            <a:srgbClr val="FFFFFF"/>
          </a:solidFill>
          <a:ln w="13097">
            <a:solidFill>
              <a:srgbClr val="172B4D"/>
            </a:solidFill>
          </a:ln>
        </p:spPr>
      </p:sp>
      <p:sp>
        <p:nvSpPr>
          <p:cNvPr id="93" name="object-93">
            <a:extLst>
              <a:ext uri="{FF2B5EF4-FFF2-40B4-BE49-F238E27FC236}">
                <a16:creationId xmlns:a16="http://schemas.microsoft.com/office/drawing/2014/main" id="{C87D0314-28DC-466B-865A-47C710E50605}"/>
              </a:ext>
            </a:extLst>
          </p:cNvPr>
          <p:cNvSpPr>
            <a:spLocks noGrp="1"/>
          </p:cNvSpPr>
          <p:nvPr/>
        </p:nvSpPr>
        <p:spPr>
          <a:xfrm>
            <a:off x="11987213" y="2857500"/>
            <a:ext cx="104775" cy="547688"/>
          </a:xfrm>
          <a:prstGeom prst="rect">
            <a:avLst/>
          </a:prstGeom>
          <a:solidFill>
            <a:srgbClr val="FFFFFF"/>
          </a:solidFill>
          <a:ln w="13097">
            <a:solidFill>
              <a:srgbClr val="172B4D"/>
            </a:solidFill>
          </a:ln>
        </p:spPr>
      </p:sp>
      <p:sp>
        <p:nvSpPr>
          <p:cNvPr id="94" name="object-94">
            <a:extLst>
              <a:ext uri="{FF2B5EF4-FFF2-40B4-BE49-F238E27FC236}">
                <a16:creationId xmlns:a16="http://schemas.microsoft.com/office/drawing/2014/main" id="{589DE718-54F1-4C4B-A201-95ED57140066}"/>
              </a:ext>
            </a:extLst>
          </p:cNvPr>
          <p:cNvSpPr>
            <a:spLocks noGrp="1"/>
          </p:cNvSpPr>
          <p:nvPr/>
        </p:nvSpPr>
        <p:spPr>
          <a:xfrm>
            <a:off x="12091988" y="2857500"/>
            <a:ext cx="104775" cy="547688"/>
          </a:xfrm>
          <a:prstGeom prst="rect">
            <a:avLst/>
          </a:prstGeom>
          <a:solidFill>
            <a:srgbClr val="FFFFFF"/>
          </a:solidFill>
          <a:ln w="13097">
            <a:solidFill>
              <a:srgbClr val="172B4D"/>
            </a:solidFill>
          </a:ln>
        </p:spPr>
      </p:sp>
      <p:sp>
        <p:nvSpPr>
          <p:cNvPr id="95" name="object-95">
            <a:extLst>
              <a:ext uri="{FF2B5EF4-FFF2-40B4-BE49-F238E27FC236}">
                <a16:creationId xmlns:a16="http://schemas.microsoft.com/office/drawing/2014/main" id="{111B40AA-5668-491C-8019-E2F646E20F89}"/>
              </a:ext>
            </a:extLst>
          </p:cNvPr>
          <p:cNvSpPr>
            <a:spLocks noGrp="1"/>
          </p:cNvSpPr>
          <p:nvPr/>
        </p:nvSpPr>
        <p:spPr>
          <a:xfrm>
            <a:off x="12196763" y="2857500"/>
            <a:ext cx="104775" cy="547688"/>
          </a:xfrm>
          <a:prstGeom prst="rect">
            <a:avLst/>
          </a:prstGeom>
          <a:solidFill>
            <a:srgbClr val="FFFFFF"/>
          </a:solidFill>
          <a:ln w="13097">
            <a:solidFill>
              <a:srgbClr val="172B4D"/>
            </a:solidFill>
          </a:ln>
        </p:spPr>
      </p:sp>
      <p:sp>
        <p:nvSpPr>
          <p:cNvPr id="96" name="object-96">
            <a:extLst>
              <a:ext uri="{FF2B5EF4-FFF2-40B4-BE49-F238E27FC236}">
                <a16:creationId xmlns:a16="http://schemas.microsoft.com/office/drawing/2014/main" id="{0E7F5CAD-6261-4FE4-8BAB-CAE59D0CE9F2}"/>
              </a:ext>
            </a:extLst>
          </p:cNvPr>
          <p:cNvSpPr>
            <a:spLocks noGrp="1"/>
          </p:cNvSpPr>
          <p:nvPr/>
        </p:nvSpPr>
        <p:spPr>
          <a:xfrm>
            <a:off x="12301538" y="2857500"/>
            <a:ext cx="104775" cy="547688"/>
          </a:xfrm>
          <a:prstGeom prst="rect">
            <a:avLst/>
          </a:prstGeom>
          <a:solidFill>
            <a:srgbClr val="FFFFFF"/>
          </a:solidFill>
          <a:ln w="13097">
            <a:solidFill>
              <a:srgbClr val="172B4D"/>
            </a:solidFill>
          </a:ln>
        </p:spPr>
      </p:sp>
      <p:sp>
        <p:nvSpPr>
          <p:cNvPr id="97" name="object-97">
            <a:extLst>
              <a:ext uri="{FF2B5EF4-FFF2-40B4-BE49-F238E27FC236}">
                <a16:creationId xmlns:a16="http://schemas.microsoft.com/office/drawing/2014/main" id="{C9D49689-5FF0-44A5-AC99-8E54444D1FB6}"/>
              </a:ext>
            </a:extLst>
          </p:cNvPr>
          <p:cNvSpPr>
            <a:spLocks noGrp="1"/>
          </p:cNvSpPr>
          <p:nvPr/>
        </p:nvSpPr>
        <p:spPr>
          <a:xfrm>
            <a:off x="12406313" y="2857500"/>
            <a:ext cx="104775" cy="547688"/>
          </a:xfrm>
          <a:prstGeom prst="rect">
            <a:avLst/>
          </a:prstGeom>
          <a:solidFill>
            <a:srgbClr val="FFFFFF"/>
          </a:solidFill>
          <a:ln w="13097">
            <a:solidFill>
              <a:srgbClr val="172B4D"/>
            </a:solidFill>
          </a:ln>
        </p:spPr>
      </p:sp>
      <p:sp>
        <p:nvSpPr>
          <p:cNvPr id="98" name="object-98">
            <a:extLst>
              <a:ext uri="{FF2B5EF4-FFF2-40B4-BE49-F238E27FC236}">
                <a16:creationId xmlns:a16="http://schemas.microsoft.com/office/drawing/2014/main" id="{CCEA7F07-17D7-42A2-B13E-33FC329E8DEF}"/>
              </a:ext>
            </a:extLst>
          </p:cNvPr>
          <p:cNvSpPr>
            <a:spLocks noGrp="1"/>
          </p:cNvSpPr>
          <p:nvPr/>
        </p:nvSpPr>
        <p:spPr>
          <a:xfrm>
            <a:off x="12511088" y="2857500"/>
            <a:ext cx="104775" cy="547688"/>
          </a:xfrm>
          <a:prstGeom prst="rect">
            <a:avLst/>
          </a:prstGeom>
          <a:solidFill>
            <a:srgbClr val="FFFFFF"/>
          </a:solidFill>
          <a:ln w="13097">
            <a:solidFill>
              <a:srgbClr val="172B4D"/>
            </a:solidFill>
          </a:ln>
        </p:spPr>
      </p:sp>
      <p:sp>
        <p:nvSpPr>
          <p:cNvPr id="99" name="object-99">
            <a:extLst>
              <a:ext uri="{FF2B5EF4-FFF2-40B4-BE49-F238E27FC236}">
                <a16:creationId xmlns:a16="http://schemas.microsoft.com/office/drawing/2014/main" id="{0D4EB407-187D-431F-8B9C-103E23BF7CB4}"/>
              </a:ext>
            </a:extLst>
          </p:cNvPr>
          <p:cNvSpPr>
            <a:spLocks noGrp="1"/>
          </p:cNvSpPr>
          <p:nvPr/>
        </p:nvSpPr>
        <p:spPr>
          <a:xfrm>
            <a:off x="12615863" y="2857500"/>
            <a:ext cx="104775" cy="547688"/>
          </a:xfrm>
          <a:prstGeom prst="rect">
            <a:avLst/>
          </a:prstGeom>
          <a:solidFill>
            <a:srgbClr val="FFFFFF"/>
          </a:solidFill>
          <a:ln w="13097">
            <a:solidFill>
              <a:srgbClr val="172B4D"/>
            </a:solidFill>
          </a:ln>
        </p:spPr>
      </p:sp>
      <p:sp>
        <p:nvSpPr>
          <p:cNvPr id="100" name="object-100">
            <a:extLst>
              <a:ext uri="{FF2B5EF4-FFF2-40B4-BE49-F238E27FC236}">
                <a16:creationId xmlns:a16="http://schemas.microsoft.com/office/drawing/2014/main" id="{0BC169EF-9F1A-4466-932D-D9F2564572E8}"/>
              </a:ext>
            </a:extLst>
          </p:cNvPr>
          <p:cNvSpPr>
            <a:spLocks noGrp="1"/>
          </p:cNvSpPr>
          <p:nvPr/>
        </p:nvSpPr>
        <p:spPr>
          <a:xfrm>
            <a:off x="12720638" y="2857500"/>
            <a:ext cx="104775" cy="547688"/>
          </a:xfrm>
          <a:prstGeom prst="rect">
            <a:avLst/>
          </a:prstGeom>
          <a:solidFill>
            <a:srgbClr val="FFFFFF"/>
          </a:solidFill>
          <a:ln w="13097">
            <a:solidFill>
              <a:srgbClr val="172B4D"/>
            </a:solidFill>
          </a:ln>
        </p:spPr>
      </p:sp>
      <p:sp>
        <p:nvSpPr>
          <p:cNvPr id="101" name="object-101">
            <a:extLst>
              <a:ext uri="{FF2B5EF4-FFF2-40B4-BE49-F238E27FC236}">
                <a16:creationId xmlns:a16="http://schemas.microsoft.com/office/drawing/2014/main" id="{511032A7-5420-4CAD-A117-A133D9F92FB7}"/>
              </a:ext>
            </a:extLst>
          </p:cNvPr>
          <p:cNvSpPr>
            <a:spLocks noGrp="1"/>
          </p:cNvSpPr>
          <p:nvPr/>
        </p:nvSpPr>
        <p:spPr>
          <a:xfrm>
            <a:off x="12825413" y="2857500"/>
            <a:ext cx="104775" cy="547688"/>
          </a:xfrm>
          <a:prstGeom prst="rect">
            <a:avLst/>
          </a:prstGeom>
          <a:solidFill>
            <a:srgbClr val="FFFFFF"/>
          </a:solidFill>
          <a:ln w="13097">
            <a:solidFill>
              <a:srgbClr val="172B4D"/>
            </a:solidFill>
          </a:ln>
        </p:spPr>
      </p:sp>
      <p:sp>
        <p:nvSpPr>
          <p:cNvPr id="102" name="object-102">
            <a:extLst>
              <a:ext uri="{FF2B5EF4-FFF2-40B4-BE49-F238E27FC236}">
                <a16:creationId xmlns:a16="http://schemas.microsoft.com/office/drawing/2014/main" id="{EE020EB3-CB33-4E86-B819-29F7C772D470}"/>
              </a:ext>
            </a:extLst>
          </p:cNvPr>
          <p:cNvSpPr>
            <a:spLocks noGrp="1"/>
          </p:cNvSpPr>
          <p:nvPr/>
        </p:nvSpPr>
        <p:spPr>
          <a:xfrm>
            <a:off x="12930188" y="2857500"/>
            <a:ext cx="104775" cy="547688"/>
          </a:xfrm>
          <a:prstGeom prst="rect">
            <a:avLst/>
          </a:prstGeom>
          <a:solidFill>
            <a:srgbClr val="FFFFFF"/>
          </a:solidFill>
          <a:ln w="13097">
            <a:solidFill>
              <a:srgbClr val="172B4D"/>
            </a:solidFill>
          </a:ln>
        </p:spPr>
      </p:sp>
      <p:sp>
        <p:nvSpPr>
          <p:cNvPr id="103" name="object-103">
            <a:extLst>
              <a:ext uri="{FF2B5EF4-FFF2-40B4-BE49-F238E27FC236}">
                <a16:creationId xmlns:a16="http://schemas.microsoft.com/office/drawing/2014/main" id="{1BBF4FAC-C476-4953-A1CF-8B223A82F537}"/>
              </a:ext>
            </a:extLst>
          </p:cNvPr>
          <p:cNvSpPr>
            <a:spLocks noGrp="1"/>
          </p:cNvSpPr>
          <p:nvPr/>
        </p:nvSpPr>
        <p:spPr>
          <a:xfrm>
            <a:off x="13034963" y="2857500"/>
            <a:ext cx="104775" cy="547688"/>
          </a:xfrm>
          <a:prstGeom prst="rect">
            <a:avLst/>
          </a:prstGeom>
          <a:solidFill>
            <a:srgbClr val="FFFFFF"/>
          </a:solidFill>
          <a:ln w="13097">
            <a:solidFill>
              <a:srgbClr val="172B4D"/>
            </a:solidFill>
          </a:ln>
        </p:spPr>
      </p:sp>
      <p:sp>
        <p:nvSpPr>
          <p:cNvPr id="104" name="object-104">
            <a:extLst>
              <a:ext uri="{FF2B5EF4-FFF2-40B4-BE49-F238E27FC236}">
                <a16:creationId xmlns:a16="http://schemas.microsoft.com/office/drawing/2014/main" id="{87BBD301-FD06-459A-8697-2958696B71C9}"/>
              </a:ext>
            </a:extLst>
          </p:cNvPr>
          <p:cNvSpPr>
            <a:spLocks noGrp="1"/>
          </p:cNvSpPr>
          <p:nvPr/>
        </p:nvSpPr>
        <p:spPr>
          <a:xfrm>
            <a:off x="13139738" y="2857500"/>
            <a:ext cx="104775" cy="547688"/>
          </a:xfrm>
          <a:prstGeom prst="rect">
            <a:avLst/>
          </a:prstGeom>
          <a:solidFill>
            <a:srgbClr val="FFFFFF"/>
          </a:solidFill>
          <a:ln w="13097">
            <a:solidFill>
              <a:srgbClr val="172B4D"/>
            </a:solidFill>
          </a:ln>
        </p:spPr>
      </p:sp>
      <p:sp>
        <p:nvSpPr>
          <p:cNvPr id="105" name="object-105">
            <a:extLst>
              <a:ext uri="{FF2B5EF4-FFF2-40B4-BE49-F238E27FC236}">
                <a16:creationId xmlns:a16="http://schemas.microsoft.com/office/drawing/2014/main" id="{6C15950C-C7A9-4F66-9B11-5ACF171F8D6D}"/>
              </a:ext>
            </a:extLst>
          </p:cNvPr>
          <p:cNvSpPr>
            <a:spLocks noGrp="1"/>
          </p:cNvSpPr>
          <p:nvPr/>
        </p:nvSpPr>
        <p:spPr>
          <a:xfrm>
            <a:off x="13244513" y="2857500"/>
            <a:ext cx="104775" cy="547688"/>
          </a:xfrm>
          <a:prstGeom prst="rect">
            <a:avLst/>
          </a:prstGeom>
          <a:solidFill>
            <a:srgbClr val="FFFFFF"/>
          </a:solidFill>
          <a:ln w="13097">
            <a:solidFill>
              <a:srgbClr val="172B4D"/>
            </a:solidFill>
          </a:ln>
        </p:spPr>
      </p:sp>
      <p:sp>
        <p:nvSpPr>
          <p:cNvPr id="106" name="object-106">
            <a:extLst>
              <a:ext uri="{FF2B5EF4-FFF2-40B4-BE49-F238E27FC236}">
                <a16:creationId xmlns:a16="http://schemas.microsoft.com/office/drawing/2014/main" id="{316B372E-A728-4404-83B9-6D715044E0C9}"/>
              </a:ext>
            </a:extLst>
          </p:cNvPr>
          <p:cNvSpPr>
            <a:spLocks noGrp="1"/>
          </p:cNvSpPr>
          <p:nvPr/>
        </p:nvSpPr>
        <p:spPr>
          <a:xfrm>
            <a:off x="13349288" y="2857500"/>
            <a:ext cx="104775" cy="547688"/>
          </a:xfrm>
          <a:prstGeom prst="rect">
            <a:avLst/>
          </a:prstGeom>
          <a:solidFill>
            <a:srgbClr val="FFFFFF"/>
          </a:solidFill>
          <a:ln w="13097">
            <a:solidFill>
              <a:srgbClr val="172B4D"/>
            </a:solidFill>
          </a:ln>
        </p:spPr>
      </p:sp>
      <p:sp>
        <p:nvSpPr>
          <p:cNvPr id="107" name="object-107">
            <a:extLst>
              <a:ext uri="{FF2B5EF4-FFF2-40B4-BE49-F238E27FC236}">
                <a16:creationId xmlns:a16="http://schemas.microsoft.com/office/drawing/2014/main" id="{B93B7A54-2618-4A72-8ED2-FEB68090A6E4}"/>
              </a:ext>
            </a:extLst>
          </p:cNvPr>
          <p:cNvSpPr>
            <a:spLocks noGrp="1"/>
          </p:cNvSpPr>
          <p:nvPr/>
        </p:nvSpPr>
        <p:spPr>
          <a:xfrm>
            <a:off x="12263438" y="3417094"/>
            <a:ext cx="1905000" cy="476250"/>
          </a:xfrm>
          <a:prstGeom prst="rect">
            <a:avLst/>
          </a:prstGeom>
          <a:noFill/>
          <a:ln w="0">
            <a:noFill/>
          </a:ln>
        </p:spPr>
        <p:txBody>
          <a:bodyPr anchor="ctr">
            <a:noAutofit/>
          </a:bodyPr>
          <a:lstStyle/>
          <a:p>
            <a:pPr algn="l">
              <a:defRPr sz="2250" b="1">
                <a:solidFill>
                  <a:srgbClr val="9A5800"/>
                </a:solidFill>
                <a:latin typeface="Arial"/>
                <a:ea typeface="Arial"/>
                <a:cs typeface="Arial"/>
              </a:defRPr>
            </a:pPr>
            <a:r>
              <a:rPr sz="2250" b="1">
                <a:solidFill>
                  <a:srgbClr val="9A5800"/>
                </a:solidFill>
                <a:latin typeface="Arial"/>
                <a:ea typeface="Arial"/>
                <a:cs typeface="Arial"/>
              </a:rPr>
              <a:t>60/100</a:t>
            </a:r>
          </a:p>
        </p:txBody>
      </p:sp>
      <p:sp>
        <p:nvSpPr>
          <p:cNvPr id="108" name="object-108">
            <a:extLst>
              <a:ext uri="{FF2B5EF4-FFF2-40B4-BE49-F238E27FC236}">
                <a16:creationId xmlns:a16="http://schemas.microsoft.com/office/drawing/2014/main" id="{68F8C051-3CE4-48E4-A20C-ED96689A7FB2}"/>
              </a:ext>
            </a:extLst>
          </p:cNvPr>
          <p:cNvSpPr>
            <a:spLocks noGrp="1"/>
          </p:cNvSpPr>
          <p:nvPr/>
        </p:nvSpPr>
        <p:spPr>
          <a:xfrm>
            <a:off x="833438" y="4048125"/>
            <a:ext cx="1905000" cy="714375"/>
          </a:xfrm>
          <a:prstGeom prst="rect">
            <a:avLst/>
          </a:prstGeom>
          <a:noFill/>
          <a:ln w="0">
            <a:noFill/>
          </a:ln>
        </p:spPr>
        <p:txBody>
          <a:bodyPr anchor="ctr">
            <a:noAutofit/>
          </a:bodyPr>
          <a:lstStyle/>
          <a:p>
            <a:pPr algn="l">
              <a:defRPr sz="3375" b="1">
                <a:solidFill>
                  <a:srgbClr val="1D4ED8"/>
                </a:solidFill>
                <a:latin typeface="Arial"/>
                <a:ea typeface="Arial"/>
                <a:cs typeface="Arial"/>
              </a:defRPr>
            </a:pPr>
            <a:r>
              <a:rPr sz="3375" b="1">
                <a:solidFill>
                  <a:srgbClr val="1D4ED8"/>
                </a:solidFill>
                <a:latin typeface="Arial"/>
                <a:ea typeface="Arial"/>
                <a:cs typeface="Arial"/>
              </a:rPr>
              <a:t>58/100</a:t>
            </a:r>
          </a:p>
        </p:txBody>
      </p:sp>
      <p:sp>
        <p:nvSpPr>
          <p:cNvPr id="109" name="object-109">
            <a:extLst>
              <a:ext uri="{FF2B5EF4-FFF2-40B4-BE49-F238E27FC236}">
                <a16:creationId xmlns:a16="http://schemas.microsoft.com/office/drawing/2014/main" id="{A8247B7B-BABA-42AC-A13C-1347E2EF2CC2}"/>
              </a:ext>
            </a:extLst>
          </p:cNvPr>
          <p:cNvSpPr>
            <a:spLocks noGrp="1"/>
          </p:cNvSpPr>
          <p:nvPr/>
        </p:nvSpPr>
        <p:spPr>
          <a:xfrm>
            <a:off x="2976563" y="4048125"/>
            <a:ext cx="104775" cy="547688"/>
          </a:xfrm>
          <a:prstGeom prst="rect">
            <a:avLst/>
          </a:prstGeom>
          <a:solidFill>
            <a:srgbClr val="1D4ED8"/>
          </a:solidFill>
          <a:ln w="13097">
            <a:solidFill>
              <a:srgbClr val="172B4D"/>
            </a:solidFill>
          </a:ln>
        </p:spPr>
      </p:sp>
      <p:sp>
        <p:nvSpPr>
          <p:cNvPr id="110" name="object-110">
            <a:extLst>
              <a:ext uri="{FF2B5EF4-FFF2-40B4-BE49-F238E27FC236}">
                <a16:creationId xmlns:a16="http://schemas.microsoft.com/office/drawing/2014/main" id="{C31B15BA-62BF-4EF2-A063-6632C0746F37}"/>
              </a:ext>
            </a:extLst>
          </p:cNvPr>
          <p:cNvSpPr>
            <a:spLocks noGrp="1"/>
          </p:cNvSpPr>
          <p:nvPr/>
        </p:nvSpPr>
        <p:spPr>
          <a:xfrm>
            <a:off x="3081338" y="4048125"/>
            <a:ext cx="104775" cy="547688"/>
          </a:xfrm>
          <a:prstGeom prst="rect">
            <a:avLst/>
          </a:prstGeom>
          <a:solidFill>
            <a:srgbClr val="1D4ED8"/>
          </a:solidFill>
          <a:ln w="13097">
            <a:solidFill>
              <a:srgbClr val="172B4D"/>
            </a:solidFill>
          </a:ln>
        </p:spPr>
      </p:sp>
      <p:sp>
        <p:nvSpPr>
          <p:cNvPr id="111" name="object-111">
            <a:extLst>
              <a:ext uri="{FF2B5EF4-FFF2-40B4-BE49-F238E27FC236}">
                <a16:creationId xmlns:a16="http://schemas.microsoft.com/office/drawing/2014/main" id="{67E5D4D9-312D-428B-88A6-40F33A1170CD}"/>
              </a:ext>
            </a:extLst>
          </p:cNvPr>
          <p:cNvSpPr>
            <a:spLocks noGrp="1"/>
          </p:cNvSpPr>
          <p:nvPr/>
        </p:nvSpPr>
        <p:spPr>
          <a:xfrm>
            <a:off x="3186113" y="4048125"/>
            <a:ext cx="104775" cy="547688"/>
          </a:xfrm>
          <a:prstGeom prst="rect">
            <a:avLst/>
          </a:prstGeom>
          <a:solidFill>
            <a:srgbClr val="1D4ED8"/>
          </a:solidFill>
          <a:ln w="13097">
            <a:solidFill>
              <a:srgbClr val="172B4D"/>
            </a:solidFill>
          </a:ln>
        </p:spPr>
      </p:sp>
      <p:sp>
        <p:nvSpPr>
          <p:cNvPr id="112" name="object-112">
            <a:extLst>
              <a:ext uri="{FF2B5EF4-FFF2-40B4-BE49-F238E27FC236}">
                <a16:creationId xmlns:a16="http://schemas.microsoft.com/office/drawing/2014/main" id="{6D813A8D-7F2D-496D-8E7E-007292777309}"/>
              </a:ext>
            </a:extLst>
          </p:cNvPr>
          <p:cNvSpPr>
            <a:spLocks noGrp="1"/>
          </p:cNvSpPr>
          <p:nvPr/>
        </p:nvSpPr>
        <p:spPr>
          <a:xfrm>
            <a:off x="3290888" y="4048125"/>
            <a:ext cx="104775" cy="547688"/>
          </a:xfrm>
          <a:prstGeom prst="rect">
            <a:avLst/>
          </a:prstGeom>
          <a:solidFill>
            <a:srgbClr val="1D4ED8"/>
          </a:solidFill>
          <a:ln w="13097">
            <a:solidFill>
              <a:srgbClr val="172B4D"/>
            </a:solidFill>
          </a:ln>
        </p:spPr>
      </p:sp>
      <p:sp>
        <p:nvSpPr>
          <p:cNvPr id="113" name="object-113">
            <a:extLst>
              <a:ext uri="{FF2B5EF4-FFF2-40B4-BE49-F238E27FC236}">
                <a16:creationId xmlns:a16="http://schemas.microsoft.com/office/drawing/2014/main" id="{2547EA8D-1EFF-412B-8A7E-B7186E2517A8}"/>
              </a:ext>
            </a:extLst>
          </p:cNvPr>
          <p:cNvSpPr>
            <a:spLocks noGrp="1"/>
          </p:cNvSpPr>
          <p:nvPr/>
        </p:nvSpPr>
        <p:spPr>
          <a:xfrm>
            <a:off x="3395663" y="4048125"/>
            <a:ext cx="104775" cy="547688"/>
          </a:xfrm>
          <a:prstGeom prst="rect">
            <a:avLst/>
          </a:prstGeom>
          <a:solidFill>
            <a:srgbClr val="1D4ED8"/>
          </a:solidFill>
          <a:ln w="13097">
            <a:solidFill>
              <a:srgbClr val="172B4D"/>
            </a:solidFill>
          </a:ln>
        </p:spPr>
      </p:sp>
      <p:sp>
        <p:nvSpPr>
          <p:cNvPr id="114" name="object-114">
            <a:extLst>
              <a:ext uri="{FF2B5EF4-FFF2-40B4-BE49-F238E27FC236}">
                <a16:creationId xmlns:a16="http://schemas.microsoft.com/office/drawing/2014/main" id="{C485D0CC-2878-4AD1-9673-FA89D75F96F0}"/>
              </a:ext>
            </a:extLst>
          </p:cNvPr>
          <p:cNvSpPr>
            <a:spLocks noGrp="1"/>
          </p:cNvSpPr>
          <p:nvPr/>
        </p:nvSpPr>
        <p:spPr>
          <a:xfrm>
            <a:off x="3500438" y="4048125"/>
            <a:ext cx="104775" cy="547688"/>
          </a:xfrm>
          <a:prstGeom prst="rect">
            <a:avLst/>
          </a:prstGeom>
          <a:solidFill>
            <a:srgbClr val="1D4ED8"/>
          </a:solidFill>
          <a:ln w="13097">
            <a:solidFill>
              <a:srgbClr val="172B4D"/>
            </a:solidFill>
          </a:ln>
        </p:spPr>
      </p:sp>
      <p:sp>
        <p:nvSpPr>
          <p:cNvPr id="115" name="object-115">
            <a:extLst>
              <a:ext uri="{FF2B5EF4-FFF2-40B4-BE49-F238E27FC236}">
                <a16:creationId xmlns:a16="http://schemas.microsoft.com/office/drawing/2014/main" id="{C187A1B2-E51A-4E22-8990-2692D1C349A8}"/>
              </a:ext>
            </a:extLst>
          </p:cNvPr>
          <p:cNvSpPr>
            <a:spLocks noGrp="1"/>
          </p:cNvSpPr>
          <p:nvPr/>
        </p:nvSpPr>
        <p:spPr>
          <a:xfrm>
            <a:off x="3605213" y="4048125"/>
            <a:ext cx="104775" cy="547688"/>
          </a:xfrm>
          <a:prstGeom prst="rect">
            <a:avLst/>
          </a:prstGeom>
          <a:solidFill>
            <a:srgbClr val="1D4ED8"/>
          </a:solidFill>
          <a:ln w="13097">
            <a:solidFill>
              <a:srgbClr val="172B4D"/>
            </a:solidFill>
          </a:ln>
        </p:spPr>
      </p:sp>
      <p:sp>
        <p:nvSpPr>
          <p:cNvPr id="116" name="object-116">
            <a:extLst>
              <a:ext uri="{FF2B5EF4-FFF2-40B4-BE49-F238E27FC236}">
                <a16:creationId xmlns:a16="http://schemas.microsoft.com/office/drawing/2014/main" id="{D05F021A-D7C6-40CF-BE30-E556D9402A96}"/>
              </a:ext>
            </a:extLst>
          </p:cNvPr>
          <p:cNvSpPr>
            <a:spLocks noGrp="1"/>
          </p:cNvSpPr>
          <p:nvPr/>
        </p:nvSpPr>
        <p:spPr>
          <a:xfrm>
            <a:off x="3709988" y="4048125"/>
            <a:ext cx="104775" cy="547688"/>
          </a:xfrm>
          <a:prstGeom prst="rect">
            <a:avLst/>
          </a:prstGeom>
          <a:solidFill>
            <a:srgbClr val="1D4ED8"/>
          </a:solidFill>
          <a:ln w="13097">
            <a:solidFill>
              <a:srgbClr val="172B4D"/>
            </a:solidFill>
          </a:ln>
        </p:spPr>
      </p:sp>
      <p:sp>
        <p:nvSpPr>
          <p:cNvPr id="117" name="object-117">
            <a:extLst>
              <a:ext uri="{FF2B5EF4-FFF2-40B4-BE49-F238E27FC236}">
                <a16:creationId xmlns:a16="http://schemas.microsoft.com/office/drawing/2014/main" id="{01F15ABC-C367-4788-9885-B1C8EA47C77F}"/>
              </a:ext>
            </a:extLst>
          </p:cNvPr>
          <p:cNvSpPr>
            <a:spLocks noGrp="1"/>
          </p:cNvSpPr>
          <p:nvPr/>
        </p:nvSpPr>
        <p:spPr>
          <a:xfrm>
            <a:off x="3814763" y="4048125"/>
            <a:ext cx="104775" cy="547688"/>
          </a:xfrm>
          <a:prstGeom prst="rect">
            <a:avLst/>
          </a:prstGeom>
          <a:solidFill>
            <a:srgbClr val="1D4ED8"/>
          </a:solidFill>
          <a:ln w="13097">
            <a:solidFill>
              <a:srgbClr val="172B4D"/>
            </a:solidFill>
          </a:ln>
        </p:spPr>
      </p:sp>
      <p:sp>
        <p:nvSpPr>
          <p:cNvPr id="118" name="object-118">
            <a:extLst>
              <a:ext uri="{FF2B5EF4-FFF2-40B4-BE49-F238E27FC236}">
                <a16:creationId xmlns:a16="http://schemas.microsoft.com/office/drawing/2014/main" id="{346CAC67-E8EC-4B73-9F0D-CDA361F0C68F}"/>
              </a:ext>
            </a:extLst>
          </p:cNvPr>
          <p:cNvSpPr>
            <a:spLocks noGrp="1"/>
          </p:cNvSpPr>
          <p:nvPr/>
        </p:nvSpPr>
        <p:spPr>
          <a:xfrm>
            <a:off x="3919538" y="4048125"/>
            <a:ext cx="104775" cy="547688"/>
          </a:xfrm>
          <a:prstGeom prst="rect">
            <a:avLst/>
          </a:prstGeom>
          <a:solidFill>
            <a:srgbClr val="1D4ED8"/>
          </a:solidFill>
          <a:ln w="13097">
            <a:solidFill>
              <a:srgbClr val="172B4D"/>
            </a:solidFill>
          </a:ln>
        </p:spPr>
      </p:sp>
      <p:sp>
        <p:nvSpPr>
          <p:cNvPr id="119" name="object-119">
            <a:extLst>
              <a:ext uri="{FF2B5EF4-FFF2-40B4-BE49-F238E27FC236}">
                <a16:creationId xmlns:a16="http://schemas.microsoft.com/office/drawing/2014/main" id="{42D725EF-2451-486B-BCE0-2CD298A99A76}"/>
              </a:ext>
            </a:extLst>
          </p:cNvPr>
          <p:cNvSpPr>
            <a:spLocks noGrp="1"/>
          </p:cNvSpPr>
          <p:nvPr/>
        </p:nvSpPr>
        <p:spPr>
          <a:xfrm>
            <a:off x="4024313" y="4048125"/>
            <a:ext cx="104775" cy="547688"/>
          </a:xfrm>
          <a:prstGeom prst="rect">
            <a:avLst/>
          </a:prstGeom>
          <a:solidFill>
            <a:srgbClr val="1D4ED8"/>
          </a:solidFill>
          <a:ln w="13097">
            <a:solidFill>
              <a:srgbClr val="172B4D"/>
            </a:solidFill>
          </a:ln>
        </p:spPr>
      </p:sp>
      <p:sp>
        <p:nvSpPr>
          <p:cNvPr id="120" name="object-120">
            <a:extLst>
              <a:ext uri="{FF2B5EF4-FFF2-40B4-BE49-F238E27FC236}">
                <a16:creationId xmlns:a16="http://schemas.microsoft.com/office/drawing/2014/main" id="{69CE0610-3831-4BA6-B515-7D92551248B6}"/>
              </a:ext>
            </a:extLst>
          </p:cNvPr>
          <p:cNvSpPr>
            <a:spLocks noGrp="1"/>
          </p:cNvSpPr>
          <p:nvPr/>
        </p:nvSpPr>
        <p:spPr>
          <a:xfrm>
            <a:off x="4129088" y="4048125"/>
            <a:ext cx="104775" cy="547688"/>
          </a:xfrm>
          <a:prstGeom prst="rect">
            <a:avLst/>
          </a:prstGeom>
          <a:solidFill>
            <a:srgbClr val="1D4ED8"/>
          </a:solidFill>
          <a:ln w="13097">
            <a:solidFill>
              <a:srgbClr val="172B4D"/>
            </a:solidFill>
          </a:ln>
        </p:spPr>
      </p:sp>
      <p:sp>
        <p:nvSpPr>
          <p:cNvPr id="121" name="object-121">
            <a:extLst>
              <a:ext uri="{FF2B5EF4-FFF2-40B4-BE49-F238E27FC236}">
                <a16:creationId xmlns:a16="http://schemas.microsoft.com/office/drawing/2014/main" id="{56EBD51B-91DD-4B28-9107-EAA2B296FC06}"/>
              </a:ext>
            </a:extLst>
          </p:cNvPr>
          <p:cNvSpPr>
            <a:spLocks noGrp="1"/>
          </p:cNvSpPr>
          <p:nvPr/>
        </p:nvSpPr>
        <p:spPr>
          <a:xfrm>
            <a:off x="4233863" y="4048125"/>
            <a:ext cx="104775" cy="547688"/>
          </a:xfrm>
          <a:prstGeom prst="rect">
            <a:avLst/>
          </a:prstGeom>
          <a:solidFill>
            <a:srgbClr val="1D4ED8"/>
          </a:solidFill>
          <a:ln w="13097">
            <a:solidFill>
              <a:srgbClr val="172B4D"/>
            </a:solidFill>
          </a:ln>
        </p:spPr>
      </p:sp>
      <p:sp>
        <p:nvSpPr>
          <p:cNvPr id="122" name="object-122">
            <a:extLst>
              <a:ext uri="{FF2B5EF4-FFF2-40B4-BE49-F238E27FC236}">
                <a16:creationId xmlns:a16="http://schemas.microsoft.com/office/drawing/2014/main" id="{F8415E03-DA73-477D-B535-7B413038DF17}"/>
              </a:ext>
            </a:extLst>
          </p:cNvPr>
          <p:cNvSpPr>
            <a:spLocks noGrp="1"/>
          </p:cNvSpPr>
          <p:nvPr/>
        </p:nvSpPr>
        <p:spPr>
          <a:xfrm>
            <a:off x="4338638" y="4048125"/>
            <a:ext cx="104775" cy="547688"/>
          </a:xfrm>
          <a:prstGeom prst="rect">
            <a:avLst/>
          </a:prstGeom>
          <a:solidFill>
            <a:srgbClr val="1D4ED8"/>
          </a:solidFill>
          <a:ln w="13097">
            <a:solidFill>
              <a:srgbClr val="172B4D"/>
            </a:solidFill>
          </a:ln>
        </p:spPr>
      </p:sp>
      <p:sp>
        <p:nvSpPr>
          <p:cNvPr id="123" name="object-123">
            <a:extLst>
              <a:ext uri="{FF2B5EF4-FFF2-40B4-BE49-F238E27FC236}">
                <a16:creationId xmlns:a16="http://schemas.microsoft.com/office/drawing/2014/main" id="{5683D09A-CB5C-4B0A-8AA6-CAF2A68BDF43}"/>
              </a:ext>
            </a:extLst>
          </p:cNvPr>
          <p:cNvSpPr>
            <a:spLocks noGrp="1"/>
          </p:cNvSpPr>
          <p:nvPr/>
        </p:nvSpPr>
        <p:spPr>
          <a:xfrm>
            <a:off x="4443413" y="4048125"/>
            <a:ext cx="104775" cy="547688"/>
          </a:xfrm>
          <a:prstGeom prst="rect">
            <a:avLst/>
          </a:prstGeom>
          <a:solidFill>
            <a:srgbClr val="1D4ED8"/>
          </a:solidFill>
          <a:ln w="13097">
            <a:solidFill>
              <a:srgbClr val="172B4D"/>
            </a:solidFill>
          </a:ln>
        </p:spPr>
      </p:sp>
      <p:sp>
        <p:nvSpPr>
          <p:cNvPr id="124" name="object-124">
            <a:extLst>
              <a:ext uri="{FF2B5EF4-FFF2-40B4-BE49-F238E27FC236}">
                <a16:creationId xmlns:a16="http://schemas.microsoft.com/office/drawing/2014/main" id="{01F10825-57D1-416A-B07B-404683BD4650}"/>
              </a:ext>
            </a:extLst>
          </p:cNvPr>
          <p:cNvSpPr>
            <a:spLocks noGrp="1"/>
          </p:cNvSpPr>
          <p:nvPr/>
        </p:nvSpPr>
        <p:spPr>
          <a:xfrm>
            <a:off x="4548188" y="4048125"/>
            <a:ext cx="104775" cy="547688"/>
          </a:xfrm>
          <a:prstGeom prst="rect">
            <a:avLst/>
          </a:prstGeom>
          <a:solidFill>
            <a:srgbClr val="1D4ED8"/>
          </a:solidFill>
          <a:ln w="13097">
            <a:solidFill>
              <a:srgbClr val="172B4D"/>
            </a:solidFill>
          </a:ln>
        </p:spPr>
      </p:sp>
      <p:sp>
        <p:nvSpPr>
          <p:cNvPr id="125" name="object-125">
            <a:extLst>
              <a:ext uri="{FF2B5EF4-FFF2-40B4-BE49-F238E27FC236}">
                <a16:creationId xmlns:a16="http://schemas.microsoft.com/office/drawing/2014/main" id="{1E6D7D64-8C76-4C5A-BAAF-31EFFD6609BF}"/>
              </a:ext>
            </a:extLst>
          </p:cNvPr>
          <p:cNvSpPr>
            <a:spLocks noGrp="1"/>
          </p:cNvSpPr>
          <p:nvPr/>
        </p:nvSpPr>
        <p:spPr>
          <a:xfrm>
            <a:off x="4652963" y="4048125"/>
            <a:ext cx="104775" cy="547688"/>
          </a:xfrm>
          <a:prstGeom prst="rect">
            <a:avLst/>
          </a:prstGeom>
          <a:solidFill>
            <a:srgbClr val="1D4ED8"/>
          </a:solidFill>
          <a:ln w="13097">
            <a:solidFill>
              <a:srgbClr val="172B4D"/>
            </a:solidFill>
          </a:ln>
        </p:spPr>
      </p:sp>
      <p:sp>
        <p:nvSpPr>
          <p:cNvPr id="126" name="object-126">
            <a:extLst>
              <a:ext uri="{FF2B5EF4-FFF2-40B4-BE49-F238E27FC236}">
                <a16:creationId xmlns:a16="http://schemas.microsoft.com/office/drawing/2014/main" id="{8192C36E-FAF7-4C5E-8BC0-15585B2EA8C8}"/>
              </a:ext>
            </a:extLst>
          </p:cNvPr>
          <p:cNvSpPr>
            <a:spLocks noGrp="1"/>
          </p:cNvSpPr>
          <p:nvPr/>
        </p:nvSpPr>
        <p:spPr>
          <a:xfrm>
            <a:off x="4757738" y="4048125"/>
            <a:ext cx="104775" cy="547688"/>
          </a:xfrm>
          <a:prstGeom prst="rect">
            <a:avLst/>
          </a:prstGeom>
          <a:solidFill>
            <a:srgbClr val="1D4ED8"/>
          </a:solidFill>
          <a:ln w="13097">
            <a:solidFill>
              <a:srgbClr val="172B4D"/>
            </a:solidFill>
          </a:ln>
        </p:spPr>
      </p:sp>
      <p:sp>
        <p:nvSpPr>
          <p:cNvPr id="127" name="object-127">
            <a:extLst>
              <a:ext uri="{FF2B5EF4-FFF2-40B4-BE49-F238E27FC236}">
                <a16:creationId xmlns:a16="http://schemas.microsoft.com/office/drawing/2014/main" id="{0952DCC2-FADB-4AFE-8BC4-AD7C93CF97B7}"/>
              </a:ext>
            </a:extLst>
          </p:cNvPr>
          <p:cNvSpPr>
            <a:spLocks noGrp="1"/>
          </p:cNvSpPr>
          <p:nvPr/>
        </p:nvSpPr>
        <p:spPr>
          <a:xfrm>
            <a:off x="4862513" y="4048125"/>
            <a:ext cx="104775" cy="547688"/>
          </a:xfrm>
          <a:prstGeom prst="rect">
            <a:avLst/>
          </a:prstGeom>
          <a:solidFill>
            <a:srgbClr val="1D4ED8"/>
          </a:solidFill>
          <a:ln w="13097">
            <a:solidFill>
              <a:srgbClr val="172B4D"/>
            </a:solidFill>
          </a:ln>
        </p:spPr>
      </p:sp>
      <p:sp>
        <p:nvSpPr>
          <p:cNvPr id="128" name="object-128">
            <a:extLst>
              <a:ext uri="{FF2B5EF4-FFF2-40B4-BE49-F238E27FC236}">
                <a16:creationId xmlns:a16="http://schemas.microsoft.com/office/drawing/2014/main" id="{4E17AA3F-89AE-4FB9-B855-AB37455FF80F}"/>
              </a:ext>
            </a:extLst>
          </p:cNvPr>
          <p:cNvSpPr>
            <a:spLocks noGrp="1"/>
          </p:cNvSpPr>
          <p:nvPr/>
        </p:nvSpPr>
        <p:spPr>
          <a:xfrm>
            <a:off x="4967288" y="4048125"/>
            <a:ext cx="104775" cy="547688"/>
          </a:xfrm>
          <a:prstGeom prst="rect">
            <a:avLst/>
          </a:prstGeom>
          <a:solidFill>
            <a:srgbClr val="1D4ED8"/>
          </a:solidFill>
          <a:ln w="13097">
            <a:solidFill>
              <a:srgbClr val="172B4D"/>
            </a:solidFill>
          </a:ln>
        </p:spPr>
      </p:sp>
      <p:sp>
        <p:nvSpPr>
          <p:cNvPr id="129" name="object-129">
            <a:extLst>
              <a:ext uri="{FF2B5EF4-FFF2-40B4-BE49-F238E27FC236}">
                <a16:creationId xmlns:a16="http://schemas.microsoft.com/office/drawing/2014/main" id="{98CF1FE2-9DF4-4215-80AE-B1E914FFDA4A}"/>
              </a:ext>
            </a:extLst>
          </p:cNvPr>
          <p:cNvSpPr>
            <a:spLocks noGrp="1"/>
          </p:cNvSpPr>
          <p:nvPr/>
        </p:nvSpPr>
        <p:spPr>
          <a:xfrm>
            <a:off x="5072063" y="4048125"/>
            <a:ext cx="104775" cy="547688"/>
          </a:xfrm>
          <a:prstGeom prst="rect">
            <a:avLst/>
          </a:prstGeom>
          <a:solidFill>
            <a:srgbClr val="1D4ED8"/>
          </a:solidFill>
          <a:ln w="13097">
            <a:solidFill>
              <a:srgbClr val="172B4D"/>
            </a:solidFill>
          </a:ln>
        </p:spPr>
      </p:sp>
      <p:sp>
        <p:nvSpPr>
          <p:cNvPr id="130" name="object-130">
            <a:extLst>
              <a:ext uri="{FF2B5EF4-FFF2-40B4-BE49-F238E27FC236}">
                <a16:creationId xmlns:a16="http://schemas.microsoft.com/office/drawing/2014/main" id="{558C9962-A6DD-4D5B-9AFB-0EA66EBA78CD}"/>
              </a:ext>
            </a:extLst>
          </p:cNvPr>
          <p:cNvSpPr>
            <a:spLocks noGrp="1"/>
          </p:cNvSpPr>
          <p:nvPr/>
        </p:nvSpPr>
        <p:spPr>
          <a:xfrm>
            <a:off x="5176838" y="4048125"/>
            <a:ext cx="104775" cy="547688"/>
          </a:xfrm>
          <a:prstGeom prst="rect">
            <a:avLst/>
          </a:prstGeom>
          <a:solidFill>
            <a:srgbClr val="1D4ED8"/>
          </a:solidFill>
          <a:ln w="13097">
            <a:solidFill>
              <a:srgbClr val="172B4D"/>
            </a:solidFill>
          </a:ln>
        </p:spPr>
      </p:sp>
      <p:sp>
        <p:nvSpPr>
          <p:cNvPr id="131" name="object-131">
            <a:extLst>
              <a:ext uri="{FF2B5EF4-FFF2-40B4-BE49-F238E27FC236}">
                <a16:creationId xmlns:a16="http://schemas.microsoft.com/office/drawing/2014/main" id="{4ECC44F6-6E8E-4FD2-9CB0-28873CC8A97A}"/>
              </a:ext>
            </a:extLst>
          </p:cNvPr>
          <p:cNvSpPr>
            <a:spLocks noGrp="1"/>
          </p:cNvSpPr>
          <p:nvPr/>
        </p:nvSpPr>
        <p:spPr>
          <a:xfrm>
            <a:off x="5281613" y="4048125"/>
            <a:ext cx="104775" cy="547688"/>
          </a:xfrm>
          <a:prstGeom prst="rect">
            <a:avLst/>
          </a:prstGeom>
          <a:solidFill>
            <a:srgbClr val="1D4ED8"/>
          </a:solidFill>
          <a:ln w="13097">
            <a:solidFill>
              <a:srgbClr val="172B4D"/>
            </a:solidFill>
          </a:ln>
        </p:spPr>
      </p:sp>
      <p:sp>
        <p:nvSpPr>
          <p:cNvPr id="132" name="object-132">
            <a:extLst>
              <a:ext uri="{FF2B5EF4-FFF2-40B4-BE49-F238E27FC236}">
                <a16:creationId xmlns:a16="http://schemas.microsoft.com/office/drawing/2014/main" id="{48EE316A-F1CF-4FB5-B295-081D045C2809}"/>
              </a:ext>
            </a:extLst>
          </p:cNvPr>
          <p:cNvSpPr>
            <a:spLocks noGrp="1"/>
          </p:cNvSpPr>
          <p:nvPr/>
        </p:nvSpPr>
        <p:spPr>
          <a:xfrm>
            <a:off x="5386388" y="4048125"/>
            <a:ext cx="104775" cy="547688"/>
          </a:xfrm>
          <a:prstGeom prst="rect">
            <a:avLst/>
          </a:prstGeom>
          <a:solidFill>
            <a:srgbClr val="1D4ED8"/>
          </a:solidFill>
          <a:ln w="13097">
            <a:solidFill>
              <a:srgbClr val="172B4D"/>
            </a:solidFill>
          </a:ln>
        </p:spPr>
      </p:sp>
      <p:sp>
        <p:nvSpPr>
          <p:cNvPr id="133" name="object-133">
            <a:extLst>
              <a:ext uri="{FF2B5EF4-FFF2-40B4-BE49-F238E27FC236}">
                <a16:creationId xmlns:a16="http://schemas.microsoft.com/office/drawing/2014/main" id="{511155C1-FFAA-4B7A-ADED-F3D0E54DB414}"/>
              </a:ext>
            </a:extLst>
          </p:cNvPr>
          <p:cNvSpPr>
            <a:spLocks noGrp="1"/>
          </p:cNvSpPr>
          <p:nvPr/>
        </p:nvSpPr>
        <p:spPr>
          <a:xfrm>
            <a:off x="5491163" y="4048125"/>
            <a:ext cx="104775" cy="547688"/>
          </a:xfrm>
          <a:prstGeom prst="rect">
            <a:avLst/>
          </a:prstGeom>
          <a:solidFill>
            <a:srgbClr val="1D4ED8"/>
          </a:solidFill>
          <a:ln w="13097">
            <a:solidFill>
              <a:srgbClr val="172B4D"/>
            </a:solidFill>
          </a:ln>
        </p:spPr>
      </p:sp>
      <p:sp>
        <p:nvSpPr>
          <p:cNvPr id="134" name="object-134">
            <a:extLst>
              <a:ext uri="{FF2B5EF4-FFF2-40B4-BE49-F238E27FC236}">
                <a16:creationId xmlns:a16="http://schemas.microsoft.com/office/drawing/2014/main" id="{F912B3B2-B9E6-4B12-A5B3-F2727ECB5860}"/>
              </a:ext>
            </a:extLst>
          </p:cNvPr>
          <p:cNvSpPr>
            <a:spLocks noGrp="1"/>
          </p:cNvSpPr>
          <p:nvPr/>
        </p:nvSpPr>
        <p:spPr>
          <a:xfrm>
            <a:off x="5595938" y="4048125"/>
            <a:ext cx="104775" cy="547688"/>
          </a:xfrm>
          <a:prstGeom prst="rect">
            <a:avLst/>
          </a:prstGeom>
          <a:solidFill>
            <a:srgbClr val="1D4ED8"/>
          </a:solidFill>
          <a:ln w="13097">
            <a:solidFill>
              <a:srgbClr val="172B4D"/>
            </a:solidFill>
          </a:ln>
        </p:spPr>
      </p:sp>
      <p:sp>
        <p:nvSpPr>
          <p:cNvPr id="135" name="object-135">
            <a:extLst>
              <a:ext uri="{FF2B5EF4-FFF2-40B4-BE49-F238E27FC236}">
                <a16:creationId xmlns:a16="http://schemas.microsoft.com/office/drawing/2014/main" id="{5EA022FE-3D59-483F-BA24-13CC4045F3E8}"/>
              </a:ext>
            </a:extLst>
          </p:cNvPr>
          <p:cNvSpPr>
            <a:spLocks noGrp="1"/>
          </p:cNvSpPr>
          <p:nvPr/>
        </p:nvSpPr>
        <p:spPr>
          <a:xfrm>
            <a:off x="5700713" y="4048125"/>
            <a:ext cx="104775" cy="547688"/>
          </a:xfrm>
          <a:prstGeom prst="rect">
            <a:avLst/>
          </a:prstGeom>
          <a:solidFill>
            <a:srgbClr val="1D4ED8"/>
          </a:solidFill>
          <a:ln w="13097">
            <a:solidFill>
              <a:srgbClr val="172B4D"/>
            </a:solidFill>
          </a:ln>
        </p:spPr>
      </p:sp>
      <p:sp>
        <p:nvSpPr>
          <p:cNvPr id="136" name="object-136">
            <a:extLst>
              <a:ext uri="{FF2B5EF4-FFF2-40B4-BE49-F238E27FC236}">
                <a16:creationId xmlns:a16="http://schemas.microsoft.com/office/drawing/2014/main" id="{B07DB16F-478E-4205-9104-BAEDC133DA88}"/>
              </a:ext>
            </a:extLst>
          </p:cNvPr>
          <p:cNvSpPr>
            <a:spLocks noGrp="1"/>
          </p:cNvSpPr>
          <p:nvPr/>
        </p:nvSpPr>
        <p:spPr>
          <a:xfrm>
            <a:off x="5805488" y="4048125"/>
            <a:ext cx="104775" cy="547688"/>
          </a:xfrm>
          <a:prstGeom prst="rect">
            <a:avLst/>
          </a:prstGeom>
          <a:solidFill>
            <a:srgbClr val="1D4ED8"/>
          </a:solidFill>
          <a:ln w="13097">
            <a:solidFill>
              <a:srgbClr val="172B4D"/>
            </a:solidFill>
          </a:ln>
        </p:spPr>
      </p:sp>
      <p:sp>
        <p:nvSpPr>
          <p:cNvPr id="137" name="object-137">
            <a:extLst>
              <a:ext uri="{FF2B5EF4-FFF2-40B4-BE49-F238E27FC236}">
                <a16:creationId xmlns:a16="http://schemas.microsoft.com/office/drawing/2014/main" id="{58CB9593-F3DF-4F0C-9D90-E618B5C3456A}"/>
              </a:ext>
            </a:extLst>
          </p:cNvPr>
          <p:cNvSpPr>
            <a:spLocks noGrp="1"/>
          </p:cNvSpPr>
          <p:nvPr/>
        </p:nvSpPr>
        <p:spPr>
          <a:xfrm>
            <a:off x="5910263" y="4048125"/>
            <a:ext cx="104775" cy="547688"/>
          </a:xfrm>
          <a:prstGeom prst="rect">
            <a:avLst/>
          </a:prstGeom>
          <a:solidFill>
            <a:srgbClr val="1D4ED8"/>
          </a:solidFill>
          <a:ln w="13097">
            <a:solidFill>
              <a:srgbClr val="172B4D"/>
            </a:solidFill>
          </a:ln>
        </p:spPr>
      </p:sp>
      <p:sp>
        <p:nvSpPr>
          <p:cNvPr id="138" name="object-138">
            <a:extLst>
              <a:ext uri="{FF2B5EF4-FFF2-40B4-BE49-F238E27FC236}">
                <a16:creationId xmlns:a16="http://schemas.microsoft.com/office/drawing/2014/main" id="{25D12C8D-CD47-4AC5-8881-D864D5620FF0}"/>
              </a:ext>
            </a:extLst>
          </p:cNvPr>
          <p:cNvSpPr>
            <a:spLocks noGrp="1"/>
          </p:cNvSpPr>
          <p:nvPr/>
        </p:nvSpPr>
        <p:spPr>
          <a:xfrm>
            <a:off x="6015038" y="4048125"/>
            <a:ext cx="104775" cy="547688"/>
          </a:xfrm>
          <a:prstGeom prst="rect">
            <a:avLst/>
          </a:prstGeom>
          <a:solidFill>
            <a:srgbClr val="1D4ED8"/>
          </a:solidFill>
          <a:ln w="13097">
            <a:solidFill>
              <a:srgbClr val="172B4D"/>
            </a:solidFill>
          </a:ln>
        </p:spPr>
      </p:sp>
      <p:sp>
        <p:nvSpPr>
          <p:cNvPr id="139" name="object-139">
            <a:extLst>
              <a:ext uri="{FF2B5EF4-FFF2-40B4-BE49-F238E27FC236}">
                <a16:creationId xmlns:a16="http://schemas.microsoft.com/office/drawing/2014/main" id="{8EBFBB1F-99E1-462A-8498-A6C53714E4BA}"/>
              </a:ext>
            </a:extLst>
          </p:cNvPr>
          <p:cNvSpPr>
            <a:spLocks noGrp="1"/>
          </p:cNvSpPr>
          <p:nvPr/>
        </p:nvSpPr>
        <p:spPr>
          <a:xfrm>
            <a:off x="6119813" y="4048125"/>
            <a:ext cx="104775" cy="547688"/>
          </a:xfrm>
          <a:prstGeom prst="rect">
            <a:avLst/>
          </a:prstGeom>
          <a:solidFill>
            <a:srgbClr val="1D4ED8"/>
          </a:solidFill>
          <a:ln w="13097">
            <a:solidFill>
              <a:srgbClr val="172B4D"/>
            </a:solidFill>
          </a:ln>
        </p:spPr>
      </p:sp>
      <p:sp>
        <p:nvSpPr>
          <p:cNvPr id="140" name="object-140">
            <a:extLst>
              <a:ext uri="{FF2B5EF4-FFF2-40B4-BE49-F238E27FC236}">
                <a16:creationId xmlns:a16="http://schemas.microsoft.com/office/drawing/2014/main" id="{3487AE0B-152E-4070-8C33-4354FDF583B4}"/>
              </a:ext>
            </a:extLst>
          </p:cNvPr>
          <p:cNvSpPr>
            <a:spLocks noGrp="1"/>
          </p:cNvSpPr>
          <p:nvPr/>
        </p:nvSpPr>
        <p:spPr>
          <a:xfrm>
            <a:off x="6224588" y="4048125"/>
            <a:ext cx="104775" cy="547688"/>
          </a:xfrm>
          <a:prstGeom prst="rect">
            <a:avLst/>
          </a:prstGeom>
          <a:solidFill>
            <a:srgbClr val="1D4ED8"/>
          </a:solidFill>
          <a:ln w="13097">
            <a:solidFill>
              <a:srgbClr val="172B4D"/>
            </a:solidFill>
          </a:ln>
        </p:spPr>
      </p:sp>
      <p:sp>
        <p:nvSpPr>
          <p:cNvPr id="141" name="object-141">
            <a:extLst>
              <a:ext uri="{FF2B5EF4-FFF2-40B4-BE49-F238E27FC236}">
                <a16:creationId xmlns:a16="http://schemas.microsoft.com/office/drawing/2014/main" id="{477FCFA2-3951-4D63-BB98-AB3483D66EFF}"/>
              </a:ext>
            </a:extLst>
          </p:cNvPr>
          <p:cNvSpPr>
            <a:spLocks noGrp="1"/>
          </p:cNvSpPr>
          <p:nvPr/>
        </p:nvSpPr>
        <p:spPr>
          <a:xfrm>
            <a:off x="6329363" y="4048125"/>
            <a:ext cx="104775" cy="547688"/>
          </a:xfrm>
          <a:prstGeom prst="rect">
            <a:avLst/>
          </a:prstGeom>
          <a:solidFill>
            <a:srgbClr val="1D4ED8"/>
          </a:solidFill>
          <a:ln w="13097">
            <a:solidFill>
              <a:srgbClr val="172B4D"/>
            </a:solidFill>
          </a:ln>
        </p:spPr>
      </p:sp>
      <p:sp>
        <p:nvSpPr>
          <p:cNvPr id="142" name="object-142">
            <a:extLst>
              <a:ext uri="{FF2B5EF4-FFF2-40B4-BE49-F238E27FC236}">
                <a16:creationId xmlns:a16="http://schemas.microsoft.com/office/drawing/2014/main" id="{05421CC1-795C-485C-B170-1570F45CCFFD}"/>
              </a:ext>
            </a:extLst>
          </p:cNvPr>
          <p:cNvSpPr>
            <a:spLocks noGrp="1"/>
          </p:cNvSpPr>
          <p:nvPr/>
        </p:nvSpPr>
        <p:spPr>
          <a:xfrm>
            <a:off x="6434138" y="4048125"/>
            <a:ext cx="104775" cy="547688"/>
          </a:xfrm>
          <a:prstGeom prst="rect">
            <a:avLst/>
          </a:prstGeom>
          <a:solidFill>
            <a:srgbClr val="1D4ED8"/>
          </a:solidFill>
          <a:ln w="13097">
            <a:solidFill>
              <a:srgbClr val="172B4D"/>
            </a:solidFill>
          </a:ln>
        </p:spPr>
      </p:sp>
      <p:sp>
        <p:nvSpPr>
          <p:cNvPr id="143" name="object-143">
            <a:extLst>
              <a:ext uri="{FF2B5EF4-FFF2-40B4-BE49-F238E27FC236}">
                <a16:creationId xmlns:a16="http://schemas.microsoft.com/office/drawing/2014/main" id="{ED9E7FBE-EC04-4CE4-A908-9E1554F5C9C1}"/>
              </a:ext>
            </a:extLst>
          </p:cNvPr>
          <p:cNvSpPr>
            <a:spLocks noGrp="1"/>
          </p:cNvSpPr>
          <p:nvPr/>
        </p:nvSpPr>
        <p:spPr>
          <a:xfrm>
            <a:off x="6538913" y="4048125"/>
            <a:ext cx="104775" cy="547688"/>
          </a:xfrm>
          <a:prstGeom prst="rect">
            <a:avLst/>
          </a:prstGeom>
          <a:solidFill>
            <a:srgbClr val="1D4ED8"/>
          </a:solidFill>
          <a:ln w="13097">
            <a:solidFill>
              <a:srgbClr val="172B4D"/>
            </a:solidFill>
          </a:ln>
        </p:spPr>
      </p:sp>
      <p:sp>
        <p:nvSpPr>
          <p:cNvPr id="144" name="object-144">
            <a:extLst>
              <a:ext uri="{FF2B5EF4-FFF2-40B4-BE49-F238E27FC236}">
                <a16:creationId xmlns:a16="http://schemas.microsoft.com/office/drawing/2014/main" id="{6C3D3668-A171-44E0-927D-4453C9833C52}"/>
              </a:ext>
            </a:extLst>
          </p:cNvPr>
          <p:cNvSpPr>
            <a:spLocks noGrp="1"/>
          </p:cNvSpPr>
          <p:nvPr/>
        </p:nvSpPr>
        <p:spPr>
          <a:xfrm>
            <a:off x="6643688" y="4048125"/>
            <a:ext cx="104775" cy="547688"/>
          </a:xfrm>
          <a:prstGeom prst="rect">
            <a:avLst/>
          </a:prstGeom>
          <a:solidFill>
            <a:srgbClr val="1D4ED8"/>
          </a:solidFill>
          <a:ln w="13097">
            <a:solidFill>
              <a:srgbClr val="172B4D"/>
            </a:solidFill>
          </a:ln>
        </p:spPr>
      </p:sp>
      <p:sp>
        <p:nvSpPr>
          <p:cNvPr id="145" name="object-145">
            <a:extLst>
              <a:ext uri="{FF2B5EF4-FFF2-40B4-BE49-F238E27FC236}">
                <a16:creationId xmlns:a16="http://schemas.microsoft.com/office/drawing/2014/main" id="{C05FB47B-B9B1-4BE7-9F1F-251438A90F9D}"/>
              </a:ext>
            </a:extLst>
          </p:cNvPr>
          <p:cNvSpPr>
            <a:spLocks noGrp="1"/>
          </p:cNvSpPr>
          <p:nvPr/>
        </p:nvSpPr>
        <p:spPr>
          <a:xfrm>
            <a:off x="6748463" y="4048125"/>
            <a:ext cx="104775" cy="547688"/>
          </a:xfrm>
          <a:prstGeom prst="rect">
            <a:avLst/>
          </a:prstGeom>
          <a:solidFill>
            <a:srgbClr val="1D4ED8"/>
          </a:solidFill>
          <a:ln w="13097">
            <a:solidFill>
              <a:srgbClr val="172B4D"/>
            </a:solidFill>
          </a:ln>
        </p:spPr>
      </p:sp>
      <p:sp>
        <p:nvSpPr>
          <p:cNvPr id="146" name="object-146">
            <a:extLst>
              <a:ext uri="{FF2B5EF4-FFF2-40B4-BE49-F238E27FC236}">
                <a16:creationId xmlns:a16="http://schemas.microsoft.com/office/drawing/2014/main" id="{9E497D35-E9C0-46AB-950B-E4E5A2C9C1B4}"/>
              </a:ext>
            </a:extLst>
          </p:cNvPr>
          <p:cNvSpPr>
            <a:spLocks noGrp="1"/>
          </p:cNvSpPr>
          <p:nvPr/>
        </p:nvSpPr>
        <p:spPr>
          <a:xfrm>
            <a:off x="6853238" y="4048125"/>
            <a:ext cx="104775" cy="547688"/>
          </a:xfrm>
          <a:prstGeom prst="rect">
            <a:avLst/>
          </a:prstGeom>
          <a:solidFill>
            <a:srgbClr val="1D4ED8"/>
          </a:solidFill>
          <a:ln w="13097">
            <a:solidFill>
              <a:srgbClr val="172B4D"/>
            </a:solidFill>
          </a:ln>
        </p:spPr>
      </p:sp>
      <p:sp>
        <p:nvSpPr>
          <p:cNvPr id="147" name="object-147">
            <a:extLst>
              <a:ext uri="{FF2B5EF4-FFF2-40B4-BE49-F238E27FC236}">
                <a16:creationId xmlns:a16="http://schemas.microsoft.com/office/drawing/2014/main" id="{05125624-4749-4A57-ABDD-A6C168CA78C2}"/>
              </a:ext>
            </a:extLst>
          </p:cNvPr>
          <p:cNvSpPr>
            <a:spLocks noGrp="1"/>
          </p:cNvSpPr>
          <p:nvPr/>
        </p:nvSpPr>
        <p:spPr>
          <a:xfrm>
            <a:off x="6958013" y="4048125"/>
            <a:ext cx="104775" cy="547688"/>
          </a:xfrm>
          <a:prstGeom prst="rect">
            <a:avLst/>
          </a:prstGeom>
          <a:solidFill>
            <a:srgbClr val="1D4ED8"/>
          </a:solidFill>
          <a:ln w="13097">
            <a:solidFill>
              <a:srgbClr val="172B4D"/>
            </a:solidFill>
          </a:ln>
        </p:spPr>
      </p:sp>
      <p:sp>
        <p:nvSpPr>
          <p:cNvPr id="148" name="object-148">
            <a:extLst>
              <a:ext uri="{FF2B5EF4-FFF2-40B4-BE49-F238E27FC236}">
                <a16:creationId xmlns:a16="http://schemas.microsoft.com/office/drawing/2014/main" id="{3E57A0E6-9063-4FC9-98F9-9AF1EEEDF575}"/>
              </a:ext>
            </a:extLst>
          </p:cNvPr>
          <p:cNvSpPr>
            <a:spLocks noGrp="1"/>
          </p:cNvSpPr>
          <p:nvPr/>
        </p:nvSpPr>
        <p:spPr>
          <a:xfrm>
            <a:off x="7062788" y="4048125"/>
            <a:ext cx="104775" cy="547688"/>
          </a:xfrm>
          <a:prstGeom prst="rect">
            <a:avLst/>
          </a:prstGeom>
          <a:solidFill>
            <a:srgbClr val="1D4ED8"/>
          </a:solidFill>
          <a:ln w="13097">
            <a:solidFill>
              <a:srgbClr val="172B4D"/>
            </a:solidFill>
          </a:ln>
        </p:spPr>
      </p:sp>
      <p:sp>
        <p:nvSpPr>
          <p:cNvPr id="149" name="object-149">
            <a:extLst>
              <a:ext uri="{FF2B5EF4-FFF2-40B4-BE49-F238E27FC236}">
                <a16:creationId xmlns:a16="http://schemas.microsoft.com/office/drawing/2014/main" id="{44BC45D0-CA1A-4B82-9881-88A43B9E4298}"/>
              </a:ext>
            </a:extLst>
          </p:cNvPr>
          <p:cNvSpPr>
            <a:spLocks noGrp="1"/>
          </p:cNvSpPr>
          <p:nvPr/>
        </p:nvSpPr>
        <p:spPr>
          <a:xfrm>
            <a:off x="7167563" y="4048125"/>
            <a:ext cx="104775" cy="547688"/>
          </a:xfrm>
          <a:prstGeom prst="rect">
            <a:avLst/>
          </a:prstGeom>
          <a:solidFill>
            <a:srgbClr val="1D4ED8"/>
          </a:solidFill>
          <a:ln w="13097">
            <a:solidFill>
              <a:srgbClr val="172B4D"/>
            </a:solidFill>
          </a:ln>
        </p:spPr>
      </p:sp>
      <p:sp>
        <p:nvSpPr>
          <p:cNvPr id="150" name="object-150">
            <a:extLst>
              <a:ext uri="{FF2B5EF4-FFF2-40B4-BE49-F238E27FC236}">
                <a16:creationId xmlns:a16="http://schemas.microsoft.com/office/drawing/2014/main" id="{34CCDBD7-FAC5-4B0C-AB85-C7FDFE0F765E}"/>
              </a:ext>
            </a:extLst>
          </p:cNvPr>
          <p:cNvSpPr>
            <a:spLocks noGrp="1"/>
          </p:cNvSpPr>
          <p:nvPr/>
        </p:nvSpPr>
        <p:spPr>
          <a:xfrm>
            <a:off x="7272338" y="4048125"/>
            <a:ext cx="104775" cy="547688"/>
          </a:xfrm>
          <a:prstGeom prst="rect">
            <a:avLst/>
          </a:prstGeom>
          <a:solidFill>
            <a:srgbClr val="1D4ED8"/>
          </a:solidFill>
          <a:ln w="13097">
            <a:solidFill>
              <a:srgbClr val="172B4D"/>
            </a:solidFill>
          </a:ln>
        </p:spPr>
      </p:sp>
      <p:sp>
        <p:nvSpPr>
          <p:cNvPr id="151" name="object-151">
            <a:extLst>
              <a:ext uri="{FF2B5EF4-FFF2-40B4-BE49-F238E27FC236}">
                <a16:creationId xmlns:a16="http://schemas.microsoft.com/office/drawing/2014/main" id="{1F77C608-1D10-44D7-9F23-DE486CECEC61}"/>
              </a:ext>
            </a:extLst>
          </p:cNvPr>
          <p:cNvSpPr>
            <a:spLocks noGrp="1"/>
          </p:cNvSpPr>
          <p:nvPr/>
        </p:nvSpPr>
        <p:spPr>
          <a:xfrm>
            <a:off x="7377113" y="4048125"/>
            <a:ext cx="104775" cy="547688"/>
          </a:xfrm>
          <a:prstGeom prst="rect">
            <a:avLst/>
          </a:prstGeom>
          <a:solidFill>
            <a:srgbClr val="1D4ED8"/>
          </a:solidFill>
          <a:ln w="13097">
            <a:solidFill>
              <a:srgbClr val="172B4D"/>
            </a:solidFill>
          </a:ln>
        </p:spPr>
      </p:sp>
      <p:sp>
        <p:nvSpPr>
          <p:cNvPr id="152" name="object-152">
            <a:extLst>
              <a:ext uri="{FF2B5EF4-FFF2-40B4-BE49-F238E27FC236}">
                <a16:creationId xmlns:a16="http://schemas.microsoft.com/office/drawing/2014/main" id="{24858CC7-772F-4EC2-9B84-597C3D370097}"/>
              </a:ext>
            </a:extLst>
          </p:cNvPr>
          <p:cNvSpPr>
            <a:spLocks noGrp="1"/>
          </p:cNvSpPr>
          <p:nvPr/>
        </p:nvSpPr>
        <p:spPr>
          <a:xfrm>
            <a:off x="7481888" y="4048125"/>
            <a:ext cx="104775" cy="547688"/>
          </a:xfrm>
          <a:prstGeom prst="rect">
            <a:avLst/>
          </a:prstGeom>
          <a:solidFill>
            <a:srgbClr val="1D4ED8"/>
          </a:solidFill>
          <a:ln w="13097">
            <a:solidFill>
              <a:srgbClr val="172B4D"/>
            </a:solidFill>
          </a:ln>
        </p:spPr>
      </p:sp>
      <p:sp>
        <p:nvSpPr>
          <p:cNvPr id="153" name="object-153">
            <a:extLst>
              <a:ext uri="{FF2B5EF4-FFF2-40B4-BE49-F238E27FC236}">
                <a16:creationId xmlns:a16="http://schemas.microsoft.com/office/drawing/2014/main" id="{2DF1BBEE-4458-4CCD-B999-589549B2ACAD}"/>
              </a:ext>
            </a:extLst>
          </p:cNvPr>
          <p:cNvSpPr>
            <a:spLocks noGrp="1"/>
          </p:cNvSpPr>
          <p:nvPr/>
        </p:nvSpPr>
        <p:spPr>
          <a:xfrm>
            <a:off x="7586663" y="4048125"/>
            <a:ext cx="104775" cy="547688"/>
          </a:xfrm>
          <a:prstGeom prst="rect">
            <a:avLst/>
          </a:prstGeom>
          <a:solidFill>
            <a:srgbClr val="1D4ED8"/>
          </a:solidFill>
          <a:ln w="13097">
            <a:solidFill>
              <a:srgbClr val="172B4D"/>
            </a:solidFill>
          </a:ln>
        </p:spPr>
      </p:sp>
      <p:sp>
        <p:nvSpPr>
          <p:cNvPr id="154" name="object-154">
            <a:extLst>
              <a:ext uri="{FF2B5EF4-FFF2-40B4-BE49-F238E27FC236}">
                <a16:creationId xmlns:a16="http://schemas.microsoft.com/office/drawing/2014/main" id="{6DF5044A-6B7B-4F78-A740-0B11A6960228}"/>
              </a:ext>
            </a:extLst>
          </p:cNvPr>
          <p:cNvSpPr>
            <a:spLocks noGrp="1"/>
          </p:cNvSpPr>
          <p:nvPr/>
        </p:nvSpPr>
        <p:spPr>
          <a:xfrm>
            <a:off x="7691438" y="4048125"/>
            <a:ext cx="104775" cy="547688"/>
          </a:xfrm>
          <a:prstGeom prst="rect">
            <a:avLst/>
          </a:prstGeom>
          <a:solidFill>
            <a:srgbClr val="1D4ED8"/>
          </a:solidFill>
          <a:ln w="13097">
            <a:solidFill>
              <a:srgbClr val="172B4D"/>
            </a:solidFill>
          </a:ln>
        </p:spPr>
      </p:sp>
      <p:sp>
        <p:nvSpPr>
          <p:cNvPr id="155" name="object-155">
            <a:extLst>
              <a:ext uri="{FF2B5EF4-FFF2-40B4-BE49-F238E27FC236}">
                <a16:creationId xmlns:a16="http://schemas.microsoft.com/office/drawing/2014/main" id="{8DF09CE8-9E71-4071-B583-1CACC78E443F}"/>
              </a:ext>
            </a:extLst>
          </p:cNvPr>
          <p:cNvSpPr>
            <a:spLocks noGrp="1"/>
          </p:cNvSpPr>
          <p:nvPr/>
        </p:nvSpPr>
        <p:spPr>
          <a:xfrm>
            <a:off x="7796213" y="4048125"/>
            <a:ext cx="104775" cy="547688"/>
          </a:xfrm>
          <a:prstGeom prst="rect">
            <a:avLst/>
          </a:prstGeom>
          <a:solidFill>
            <a:srgbClr val="1D4ED8"/>
          </a:solidFill>
          <a:ln w="13097">
            <a:solidFill>
              <a:srgbClr val="172B4D"/>
            </a:solidFill>
          </a:ln>
        </p:spPr>
      </p:sp>
      <p:sp>
        <p:nvSpPr>
          <p:cNvPr id="156" name="object-156">
            <a:extLst>
              <a:ext uri="{FF2B5EF4-FFF2-40B4-BE49-F238E27FC236}">
                <a16:creationId xmlns:a16="http://schemas.microsoft.com/office/drawing/2014/main" id="{99529789-B5F7-460F-8010-53174EF605B8}"/>
              </a:ext>
            </a:extLst>
          </p:cNvPr>
          <p:cNvSpPr>
            <a:spLocks noGrp="1"/>
          </p:cNvSpPr>
          <p:nvPr/>
        </p:nvSpPr>
        <p:spPr>
          <a:xfrm>
            <a:off x="7900988" y="4048125"/>
            <a:ext cx="104775" cy="547688"/>
          </a:xfrm>
          <a:prstGeom prst="rect">
            <a:avLst/>
          </a:prstGeom>
          <a:solidFill>
            <a:srgbClr val="1D4ED8"/>
          </a:solidFill>
          <a:ln w="13097">
            <a:solidFill>
              <a:srgbClr val="172B4D"/>
            </a:solidFill>
          </a:ln>
        </p:spPr>
      </p:sp>
      <p:sp>
        <p:nvSpPr>
          <p:cNvPr id="157" name="object-157">
            <a:extLst>
              <a:ext uri="{FF2B5EF4-FFF2-40B4-BE49-F238E27FC236}">
                <a16:creationId xmlns:a16="http://schemas.microsoft.com/office/drawing/2014/main" id="{CDD61E94-41F4-452A-B507-2CB7AF921A2C}"/>
              </a:ext>
            </a:extLst>
          </p:cNvPr>
          <p:cNvSpPr>
            <a:spLocks noGrp="1"/>
          </p:cNvSpPr>
          <p:nvPr/>
        </p:nvSpPr>
        <p:spPr>
          <a:xfrm>
            <a:off x="8005763" y="4048125"/>
            <a:ext cx="104775" cy="547688"/>
          </a:xfrm>
          <a:prstGeom prst="rect">
            <a:avLst/>
          </a:prstGeom>
          <a:solidFill>
            <a:srgbClr val="1D4ED8"/>
          </a:solidFill>
          <a:ln w="13097">
            <a:solidFill>
              <a:srgbClr val="172B4D"/>
            </a:solidFill>
          </a:ln>
        </p:spPr>
      </p:sp>
      <p:sp>
        <p:nvSpPr>
          <p:cNvPr id="158" name="object-158">
            <a:extLst>
              <a:ext uri="{FF2B5EF4-FFF2-40B4-BE49-F238E27FC236}">
                <a16:creationId xmlns:a16="http://schemas.microsoft.com/office/drawing/2014/main" id="{8F0226A9-8702-49F8-85E0-E997E7017B4F}"/>
              </a:ext>
            </a:extLst>
          </p:cNvPr>
          <p:cNvSpPr>
            <a:spLocks noGrp="1"/>
          </p:cNvSpPr>
          <p:nvPr/>
        </p:nvSpPr>
        <p:spPr>
          <a:xfrm>
            <a:off x="8110538" y="4048125"/>
            <a:ext cx="104775" cy="547688"/>
          </a:xfrm>
          <a:prstGeom prst="rect">
            <a:avLst/>
          </a:prstGeom>
          <a:solidFill>
            <a:srgbClr val="1D4ED8"/>
          </a:solidFill>
          <a:ln w="13097">
            <a:solidFill>
              <a:srgbClr val="172B4D"/>
            </a:solidFill>
          </a:ln>
        </p:spPr>
      </p:sp>
      <p:sp>
        <p:nvSpPr>
          <p:cNvPr id="159" name="object-159">
            <a:extLst>
              <a:ext uri="{FF2B5EF4-FFF2-40B4-BE49-F238E27FC236}">
                <a16:creationId xmlns:a16="http://schemas.microsoft.com/office/drawing/2014/main" id="{54FD021D-8CEC-4F3B-A445-A4E140B27A5F}"/>
              </a:ext>
            </a:extLst>
          </p:cNvPr>
          <p:cNvSpPr>
            <a:spLocks noGrp="1"/>
          </p:cNvSpPr>
          <p:nvPr/>
        </p:nvSpPr>
        <p:spPr>
          <a:xfrm>
            <a:off x="8215313" y="4048125"/>
            <a:ext cx="104775" cy="547688"/>
          </a:xfrm>
          <a:prstGeom prst="rect">
            <a:avLst/>
          </a:prstGeom>
          <a:solidFill>
            <a:srgbClr val="1D4ED8"/>
          </a:solidFill>
          <a:ln w="13097">
            <a:solidFill>
              <a:srgbClr val="172B4D"/>
            </a:solidFill>
          </a:ln>
        </p:spPr>
      </p:sp>
      <p:sp>
        <p:nvSpPr>
          <p:cNvPr id="160" name="object-160">
            <a:extLst>
              <a:ext uri="{FF2B5EF4-FFF2-40B4-BE49-F238E27FC236}">
                <a16:creationId xmlns:a16="http://schemas.microsoft.com/office/drawing/2014/main" id="{1550E0D2-52D6-4087-8C0F-2A8F15BA872A}"/>
              </a:ext>
            </a:extLst>
          </p:cNvPr>
          <p:cNvSpPr>
            <a:spLocks noGrp="1"/>
          </p:cNvSpPr>
          <p:nvPr/>
        </p:nvSpPr>
        <p:spPr>
          <a:xfrm>
            <a:off x="8320088" y="4048125"/>
            <a:ext cx="104775" cy="547688"/>
          </a:xfrm>
          <a:prstGeom prst="rect">
            <a:avLst/>
          </a:prstGeom>
          <a:solidFill>
            <a:srgbClr val="1D4ED8"/>
          </a:solidFill>
          <a:ln w="13097">
            <a:solidFill>
              <a:srgbClr val="172B4D"/>
            </a:solidFill>
          </a:ln>
        </p:spPr>
      </p:sp>
      <p:sp>
        <p:nvSpPr>
          <p:cNvPr id="161" name="object-161">
            <a:extLst>
              <a:ext uri="{FF2B5EF4-FFF2-40B4-BE49-F238E27FC236}">
                <a16:creationId xmlns:a16="http://schemas.microsoft.com/office/drawing/2014/main" id="{87E96F7B-82EF-4A9B-9584-7D00774F0E37}"/>
              </a:ext>
            </a:extLst>
          </p:cNvPr>
          <p:cNvSpPr>
            <a:spLocks noGrp="1"/>
          </p:cNvSpPr>
          <p:nvPr/>
        </p:nvSpPr>
        <p:spPr>
          <a:xfrm>
            <a:off x="8424863" y="4048125"/>
            <a:ext cx="104775" cy="547688"/>
          </a:xfrm>
          <a:prstGeom prst="rect">
            <a:avLst/>
          </a:prstGeom>
          <a:solidFill>
            <a:srgbClr val="1D4ED8"/>
          </a:solidFill>
          <a:ln w="13097">
            <a:solidFill>
              <a:srgbClr val="172B4D"/>
            </a:solidFill>
          </a:ln>
        </p:spPr>
      </p:sp>
      <p:sp>
        <p:nvSpPr>
          <p:cNvPr id="162" name="object-162">
            <a:extLst>
              <a:ext uri="{FF2B5EF4-FFF2-40B4-BE49-F238E27FC236}">
                <a16:creationId xmlns:a16="http://schemas.microsoft.com/office/drawing/2014/main" id="{913A836E-79D1-428A-8FB3-E03C0EE02D88}"/>
              </a:ext>
            </a:extLst>
          </p:cNvPr>
          <p:cNvSpPr>
            <a:spLocks noGrp="1"/>
          </p:cNvSpPr>
          <p:nvPr/>
        </p:nvSpPr>
        <p:spPr>
          <a:xfrm>
            <a:off x="8529638" y="4048125"/>
            <a:ext cx="104775" cy="547688"/>
          </a:xfrm>
          <a:prstGeom prst="rect">
            <a:avLst/>
          </a:prstGeom>
          <a:solidFill>
            <a:srgbClr val="1D4ED8"/>
          </a:solidFill>
          <a:ln w="13097">
            <a:solidFill>
              <a:srgbClr val="172B4D"/>
            </a:solidFill>
          </a:ln>
        </p:spPr>
      </p:sp>
      <p:sp>
        <p:nvSpPr>
          <p:cNvPr id="163" name="object-163">
            <a:extLst>
              <a:ext uri="{FF2B5EF4-FFF2-40B4-BE49-F238E27FC236}">
                <a16:creationId xmlns:a16="http://schemas.microsoft.com/office/drawing/2014/main" id="{D9D89FE3-8572-4849-BBAB-28F293E63B3E}"/>
              </a:ext>
            </a:extLst>
          </p:cNvPr>
          <p:cNvSpPr>
            <a:spLocks noGrp="1"/>
          </p:cNvSpPr>
          <p:nvPr/>
        </p:nvSpPr>
        <p:spPr>
          <a:xfrm>
            <a:off x="8634413" y="4048125"/>
            <a:ext cx="104775" cy="547688"/>
          </a:xfrm>
          <a:prstGeom prst="rect">
            <a:avLst/>
          </a:prstGeom>
          <a:solidFill>
            <a:srgbClr val="1D4ED8"/>
          </a:solidFill>
          <a:ln w="13097">
            <a:solidFill>
              <a:srgbClr val="172B4D"/>
            </a:solidFill>
          </a:ln>
        </p:spPr>
      </p:sp>
      <p:sp>
        <p:nvSpPr>
          <p:cNvPr id="164" name="object-164">
            <a:extLst>
              <a:ext uri="{FF2B5EF4-FFF2-40B4-BE49-F238E27FC236}">
                <a16:creationId xmlns:a16="http://schemas.microsoft.com/office/drawing/2014/main" id="{BDAC109B-EDAD-41A9-9B9B-1818653E4E87}"/>
              </a:ext>
            </a:extLst>
          </p:cNvPr>
          <p:cNvSpPr>
            <a:spLocks noGrp="1"/>
          </p:cNvSpPr>
          <p:nvPr/>
        </p:nvSpPr>
        <p:spPr>
          <a:xfrm>
            <a:off x="8739188" y="4048125"/>
            <a:ext cx="104775" cy="547688"/>
          </a:xfrm>
          <a:prstGeom prst="rect">
            <a:avLst/>
          </a:prstGeom>
          <a:solidFill>
            <a:srgbClr val="1D4ED8"/>
          </a:solidFill>
          <a:ln w="13097">
            <a:solidFill>
              <a:srgbClr val="172B4D"/>
            </a:solidFill>
          </a:ln>
        </p:spPr>
      </p:sp>
      <p:sp>
        <p:nvSpPr>
          <p:cNvPr id="165" name="object-165">
            <a:extLst>
              <a:ext uri="{FF2B5EF4-FFF2-40B4-BE49-F238E27FC236}">
                <a16:creationId xmlns:a16="http://schemas.microsoft.com/office/drawing/2014/main" id="{E3D6B2FE-05A9-4F5C-BE58-D8AEDC14C101}"/>
              </a:ext>
            </a:extLst>
          </p:cNvPr>
          <p:cNvSpPr>
            <a:spLocks noGrp="1"/>
          </p:cNvSpPr>
          <p:nvPr/>
        </p:nvSpPr>
        <p:spPr>
          <a:xfrm>
            <a:off x="8843963" y="4048125"/>
            <a:ext cx="104775" cy="547688"/>
          </a:xfrm>
          <a:prstGeom prst="rect">
            <a:avLst/>
          </a:prstGeom>
          <a:solidFill>
            <a:srgbClr val="1D4ED8"/>
          </a:solidFill>
          <a:ln w="13097">
            <a:solidFill>
              <a:srgbClr val="172B4D"/>
            </a:solidFill>
          </a:ln>
        </p:spPr>
      </p:sp>
      <p:sp>
        <p:nvSpPr>
          <p:cNvPr id="166" name="object-166">
            <a:extLst>
              <a:ext uri="{FF2B5EF4-FFF2-40B4-BE49-F238E27FC236}">
                <a16:creationId xmlns:a16="http://schemas.microsoft.com/office/drawing/2014/main" id="{4CBB18D4-2FBF-458C-8660-6A7BDD6FA5A4}"/>
              </a:ext>
            </a:extLst>
          </p:cNvPr>
          <p:cNvSpPr>
            <a:spLocks noGrp="1"/>
          </p:cNvSpPr>
          <p:nvPr/>
        </p:nvSpPr>
        <p:spPr>
          <a:xfrm>
            <a:off x="8948738" y="4048125"/>
            <a:ext cx="104775" cy="547688"/>
          </a:xfrm>
          <a:prstGeom prst="rect">
            <a:avLst/>
          </a:prstGeom>
          <a:solidFill>
            <a:srgbClr val="1D4ED8"/>
          </a:solidFill>
          <a:ln w="13097">
            <a:solidFill>
              <a:srgbClr val="172B4D"/>
            </a:solidFill>
          </a:ln>
        </p:spPr>
      </p:sp>
      <p:sp>
        <p:nvSpPr>
          <p:cNvPr id="167" name="object-167">
            <a:extLst>
              <a:ext uri="{FF2B5EF4-FFF2-40B4-BE49-F238E27FC236}">
                <a16:creationId xmlns:a16="http://schemas.microsoft.com/office/drawing/2014/main" id="{2A0D888C-1A78-4D06-8FD2-E56D2C013059}"/>
              </a:ext>
            </a:extLst>
          </p:cNvPr>
          <p:cNvSpPr>
            <a:spLocks noGrp="1"/>
          </p:cNvSpPr>
          <p:nvPr/>
        </p:nvSpPr>
        <p:spPr>
          <a:xfrm>
            <a:off x="9053513" y="4048125"/>
            <a:ext cx="104775" cy="547688"/>
          </a:xfrm>
          <a:prstGeom prst="rect">
            <a:avLst/>
          </a:prstGeom>
          <a:solidFill>
            <a:srgbClr val="FFFFFF"/>
          </a:solidFill>
          <a:ln w="13097">
            <a:solidFill>
              <a:srgbClr val="172B4D"/>
            </a:solidFill>
          </a:ln>
        </p:spPr>
      </p:sp>
      <p:sp>
        <p:nvSpPr>
          <p:cNvPr id="168" name="object-168">
            <a:extLst>
              <a:ext uri="{FF2B5EF4-FFF2-40B4-BE49-F238E27FC236}">
                <a16:creationId xmlns:a16="http://schemas.microsoft.com/office/drawing/2014/main" id="{618F0A04-CE81-4150-8387-85337596C1B8}"/>
              </a:ext>
            </a:extLst>
          </p:cNvPr>
          <p:cNvSpPr>
            <a:spLocks noGrp="1"/>
          </p:cNvSpPr>
          <p:nvPr/>
        </p:nvSpPr>
        <p:spPr>
          <a:xfrm>
            <a:off x="9158288" y="4048125"/>
            <a:ext cx="104775" cy="547688"/>
          </a:xfrm>
          <a:prstGeom prst="rect">
            <a:avLst/>
          </a:prstGeom>
          <a:solidFill>
            <a:srgbClr val="FFFFFF"/>
          </a:solidFill>
          <a:ln w="13097">
            <a:solidFill>
              <a:srgbClr val="172B4D"/>
            </a:solidFill>
          </a:ln>
        </p:spPr>
      </p:sp>
      <p:sp>
        <p:nvSpPr>
          <p:cNvPr id="169" name="object-169">
            <a:extLst>
              <a:ext uri="{FF2B5EF4-FFF2-40B4-BE49-F238E27FC236}">
                <a16:creationId xmlns:a16="http://schemas.microsoft.com/office/drawing/2014/main" id="{D8018764-1D36-4913-A679-91AA8C0F4922}"/>
              </a:ext>
            </a:extLst>
          </p:cNvPr>
          <p:cNvSpPr>
            <a:spLocks noGrp="1"/>
          </p:cNvSpPr>
          <p:nvPr/>
        </p:nvSpPr>
        <p:spPr>
          <a:xfrm>
            <a:off x="9263063" y="4048125"/>
            <a:ext cx="104775" cy="547688"/>
          </a:xfrm>
          <a:prstGeom prst="rect">
            <a:avLst/>
          </a:prstGeom>
          <a:solidFill>
            <a:srgbClr val="FFFFFF"/>
          </a:solidFill>
          <a:ln w="13097">
            <a:solidFill>
              <a:srgbClr val="172B4D"/>
            </a:solidFill>
          </a:ln>
        </p:spPr>
      </p:sp>
      <p:sp>
        <p:nvSpPr>
          <p:cNvPr id="170" name="object-170">
            <a:extLst>
              <a:ext uri="{FF2B5EF4-FFF2-40B4-BE49-F238E27FC236}">
                <a16:creationId xmlns:a16="http://schemas.microsoft.com/office/drawing/2014/main" id="{A7D11781-966C-40DC-9531-17AA3A13ED34}"/>
              </a:ext>
            </a:extLst>
          </p:cNvPr>
          <p:cNvSpPr>
            <a:spLocks noGrp="1"/>
          </p:cNvSpPr>
          <p:nvPr/>
        </p:nvSpPr>
        <p:spPr>
          <a:xfrm>
            <a:off x="9367838" y="4048125"/>
            <a:ext cx="104775" cy="547688"/>
          </a:xfrm>
          <a:prstGeom prst="rect">
            <a:avLst/>
          </a:prstGeom>
          <a:solidFill>
            <a:srgbClr val="FFFFFF"/>
          </a:solidFill>
          <a:ln w="13097">
            <a:solidFill>
              <a:srgbClr val="172B4D"/>
            </a:solidFill>
          </a:ln>
        </p:spPr>
      </p:sp>
      <p:sp>
        <p:nvSpPr>
          <p:cNvPr id="171" name="object-171">
            <a:extLst>
              <a:ext uri="{FF2B5EF4-FFF2-40B4-BE49-F238E27FC236}">
                <a16:creationId xmlns:a16="http://schemas.microsoft.com/office/drawing/2014/main" id="{EE78D919-030C-437C-A958-E4FF88A8D18C}"/>
              </a:ext>
            </a:extLst>
          </p:cNvPr>
          <p:cNvSpPr>
            <a:spLocks noGrp="1"/>
          </p:cNvSpPr>
          <p:nvPr/>
        </p:nvSpPr>
        <p:spPr>
          <a:xfrm>
            <a:off x="9472613" y="4048125"/>
            <a:ext cx="104775" cy="547688"/>
          </a:xfrm>
          <a:prstGeom prst="rect">
            <a:avLst/>
          </a:prstGeom>
          <a:solidFill>
            <a:srgbClr val="FFFFFF"/>
          </a:solidFill>
          <a:ln w="13097">
            <a:solidFill>
              <a:srgbClr val="172B4D"/>
            </a:solidFill>
          </a:ln>
        </p:spPr>
      </p:sp>
      <p:sp>
        <p:nvSpPr>
          <p:cNvPr id="172" name="object-172">
            <a:extLst>
              <a:ext uri="{FF2B5EF4-FFF2-40B4-BE49-F238E27FC236}">
                <a16:creationId xmlns:a16="http://schemas.microsoft.com/office/drawing/2014/main" id="{9D48AA72-5BD0-4A97-BCE6-F39CB818496A}"/>
              </a:ext>
            </a:extLst>
          </p:cNvPr>
          <p:cNvSpPr>
            <a:spLocks noGrp="1"/>
          </p:cNvSpPr>
          <p:nvPr/>
        </p:nvSpPr>
        <p:spPr>
          <a:xfrm>
            <a:off x="9577388" y="4048125"/>
            <a:ext cx="104775" cy="547688"/>
          </a:xfrm>
          <a:prstGeom prst="rect">
            <a:avLst/>
          </a:prstGeom>
          <a:solidFill>
            <a:srgbClr val="FFFFFF"/>
          </a:solidFill>
          <a:ln w="13097">
            <a:solidFill>
              <a:srgbClr val="172B4D"/>
            </a:solidFill>
          </a:ln>
        </p:spPr>
      </p:sp>
      <p:sp>
        <p:nvSpPr>
          <p:cNvPr id="173" name="object-173">
            <a:extLst>
              <a:ext uri="{FF2B5EF4-FFF2-40B4-BE49-F238E27FC236}">
                <a16:creationId xmlns:a16="http://schemas.microsoft.com/office/drawing/2014/main" id="{BA384512-5602-443F-A200-4D025F196DA7}"/>
              </a:ext>
            </a:extLst>
          </p:cNvPr>
          <p:cNvSpPr>
            <a:spLocks noGrp="1"/>
          </p:cNvSpPr>
          <p:nvPr/>
        </p:nvSpPr>
        <p:spPr>
          <a:xfrm>
            <a:off x="9682163" y="4048125"/>
            <a:ext cx="104775" cy="547688"/>
          </a:xfrm>
          <a:prstGeom prst="rect">
            <a:avLst/>
          </a:prstGeom>
          <a:solidFill>
            <a:srgbClr val="FFFFFF"/>
          </a:solidFill>
          <a:ln w="13097">
            <a:solidFill>
              <a:srgbClr val="172B4D"/>
            </a:solidFill>
          </a:ln>
        </p:spPr>
      </p:sp>
      <p:sp>
        <p:nvSpPr>
          <p:cNvPr id="174" name="object-174">
            <a:extLst>
              <a:ext uri="{FF2B5EF4-FFF2-40B4-BE49-F238E27FC236}">
                <a16:creationId xmlns:a16="http://schemas.microsoft.com/office/drawing/2014/main" id="{4860B81E-7B0F-4619-8307-A1C85F2BF688}"/>
              </a:ext>
            </a:extLst>
          </p:cNvPr>
          <p:cNvSpPr>
            <a:spLocks noGrp="1"/>
          </p:cNvSpPr>
          <p:nvPr/>
        </p:nvSpPr>
        <p:spPr>
          <a:xfrm>
            <a:off x="9786938" y="4048125"/>
            <a:ext cx="104775" cy="547688"/>
          </a:xfrm>
          <a:prstGeom prst="rect">
            <a:avLst/>
          </a:prstGeom>
          <a:solidFill>
            <a:srgbClr val="FFFFFF"/>
          </a:solidFill>
          <a:ln w="13097">
            <a:solidFill>
              <a:srgbClr val="172B4D"/>
            </a:solidFill>
          </a:ln>
        </p:spPr>
      </p:sp>
      <p:sp>
        <p:nvSpPr>
          <p:cNvPr id="175" name="object-175">
            <a:extLst>
              <a:ext uri="{FF2B5EF4-FFF2-40B4-BE49-F238E27FC236}">
                <a16:creationId xmlns:a16="http://schemas.microsoft.com/office/drawing/2014/main" id="{46C75999-E70A-4724-A0AB-BB0BB69E441B}"/>
              </a:ext>
            </a:extLst>
          </p:cNvPr>
          <p:cNvSpPr>
            <a:spLocks noGrp="1"/>
          </p:cNvSpPr>
          <p:nvPr/>
        </p:nvSpPr>
        <p:spPr>
          <a:xfrm>
            <a:off x="9891713" y="4048125"/>
            <a:ext cx="104775" cy="547688"/>
          </a:xfrm>
          <a:prstGeom prst="rect">
            <a:avLst/>
          </a:prstGeom>
          <a:solidFill>
            <a:srgbClr val="FFFFFF"/>
          </a:solidFill>
          <a:ln w="13097">
            <a:solidFill>
              <a:srgbClr val="172B4D"/>
            </a:solidFill>
          </a:ln>
        </p:spPr>
      </p:sp>
      <p:sp>
        <p:nvSpPr>
          <p:cNvPr id="176" name="object-176">
            <a:extLst>
              <a:ext uri="{FF2B5EF4-FFF2-40B4-BE49-F238E27FC236}">
                <a16:creationId xmlns:a16="http://schemas.microsoft.com/office/drawing/2014/main" id="{075EBF75-2A6C-47D8-B2CD-0B3CAB5E582C}"/>
              </a:ext>
            </a:extLst>
          </p:cNvPr>
          <p:cNvSpPr>
            <a:spLocks noGrp="1"/>
          </p:cNvSpPr>
          <p:nvPr/>
        </p:nvSpPr>
        <p:spPr>
          <a:xfrm>
            <a:off x="9996488" y="4048125"/>
            <a:ext cx="104775" cy="547688"/>
          </a:xfrm>
          <a:prstGeom prst="rect">
            <a:avLst/>
          </a:prstGeom>
          <a:solidFill>
            <a:srgbClr val="FFFFFF"/>
          </a:solidFill>
          <a:ln w="13097">
            <a:solidFill>
              <a:srgbClr val="172B4D"/>
            </a:solidFill>
          </a:ln>
        </p:spPr>
      </p:sp>
      <p:sp>
        <p:nvSpPr>
          <p:cNvPr id="177" name="object-177">
            <a:extLst>
              <a:ext uri="{FF2B5EF4-FFF2-40B4-BE49-F238E27FC236}">
                <a16:creationId xmlns:a16="http://schemas.microsoft.com/office/drawing/2014/main" id="{1FAFC8A7-CD23-4F85-859F-1FE3F470EDF7}"/>
              </a:ext>
            </a:extLst>
          </p:cNvPr>
          <p:cNvSpPr>
            <a:spLocks noGrp="1"/>
          </p:cNvSpPr>
          <p:nvPr/>
        </p:nvSpPr>
        <p:spPr>
          <a:xfrm>
            <a:off x="10101263" y="4048125"/>
            <a:ext cx="104775" cy="547688"/>
          </a:xfrm>
          <a:prstGeom prst="rect">
            <a:avLst/>
          </a:prstGeom>
          <a:solidFill>
            <a:srgbClr val="FFFFFF"/>
          </a:solidFill>
          <a:ln w="13097">
            <a:solidFill>
              <a:srgbClr val="172B4D"/>
            </a:solidFill>
          </a:ln>
        </p:spPr>
      </p:sp>
      <p:sp>
        <p:nvSpPr>
          <p:cNvPr id="178" name="object-178">
            <a:extLst>
              <a:ext uri="{FF2B5EF4-FFF2-40B4-BE49-F238E27FC236}">
                <a16:creationId xmlns:a16="http://schemas.microsoft.com/office/drawing/2014/main" id="{FCE606DF-F698-41E1-89ED-5444C0492BF1}"/>
              </a:ext>
            </a:extLst>
          </p:cNvPr>
          <p:cNvSpPr>
            <a:spLocks noGrp="1"/>
          </p:cNvSpPr>
          <p:nvPr/>
        </p:nvSpPr>
        <p:spPr>
          <a:xfrm>
            <a:off x="10206038" y="4048125"/>
            <a:ext cx="104775" cy="547688"/>
          </a:xfrm>
          <a:prstGeom prst="rect">
            <a:avLst/>
          </a:prstGeom>
          <a:solidFill>
            <a:srgbClr val="FFFFFF"/>
          </a:solidFill>
          <a:ln w="13097">
            <a:solidFill>
              <a:srgbClr val="172B4D"/>
            </a:solidFill>
          </a:ln>
        </p:spPr>
      </p:sp>
      <p:sp>
        <p:nvSpPr>
          <p:cNvPr id="179" name="object-179">
            <a:extLst>
              <a:ext uri="{FF2B5EF4-FFF2-40B4-BE49-F238E27FC236}">
                <a16:creationId xmlns:a16="http://schemas.microsoft.com/office/drawing/2014/main" id="{55526E2E-4ADD-4483-A0B7-6A02C38F956A}"/>
              </a:ext>
            </a:extLst>
          </p:cNvPr>
          <p:cNvSpPr>
            <a:spLocks noGrp="1"/>
          </p:cNvSpPr>
          <p:nvPr/>
        </p:nvSpPr>
        <p:spPr>
          <a:xfrm>
            <a:off x="10310813" y="4048125"/>
            <a:ext cx="104775" cy="547688"/>
          </a:xfrm>
          <a:prstGeom prst="rect">
            <a:avLst/>
          </a:prstGeom>
          <a:solidFill>
            <a:srgbClr val="FFFFFF"/>
          </a:solidFill>
          <a:ln w="13097">
            <a:solidFill>
              <a:srgbClr val="172B4D"/>
            </a:solidFill>
          </a:ln>
        </p:spPr>
      </p:sp>
      <p:sp>
        <p:nvSpPr>
          <p:cNvPr id="180" name="object-180">
            <a:extLst>
              <a:ext uri="{FF2B5EF4-FFF2-40B4-BE49-F238E27FC236}">
                <a16:creationId xmlns:a16="http://schemas.microsoft.com/office/drawing/2014/main" id="{8662FEBA-560B-48DF-9BAC-A109A1B4822E}"/>
              </a:ext>
            </a:extLst>
          </p:cNvPr>
          <p:cNvSpPr>
            <a:spLocks noGrp="1"/>
          </p:cNvSpPr>
          <p:nvPr/>
        </p:nvSpPr>
        <p:spPr>
          <a:xfrm>
            <a:off x="10415588" y="4048125"/>
            <a:ext cx="104775" cy="547688"/>
          </a:xfrm>
          <a:prstGeom prst="rect">
            <a:avLst/>
          </a:prstGeom>
          <a:solidFill>
            <a:srgbClr val="FFFFFF"/>
          </a:solidFill>
          <a:ln w="13097">
            <a:solidFill>
              <a:srgbClr val="172B4D"/>
            </a:solidFill>
          </a:ln>
        </p:spPr>
      </p:sp>
      <p:sp>
        <p:nvSpPr>
          <p:cNvPr id="181" name="object-181">
            <a:extLst>
              <a:ext uri="{FF2B5EF4-FFF2-40B4-BE49-F238E27FC236}">
                <a16:creationId xmlns:a16="http://schemas.microsoft.com/office/drawing/2014/main" id="{327427C7-B206-4D2A-8017-EF9899BC2820}"/>
              </a:ext>
            </a:extLst>
          </p:cNvPr>
          <p:cNvSpPr>
            <a:spLocks noGrp="1"/>
          </p:cNvSpPr>
          <p:nvPr/>
        </p:nvSpPr>
        <p:spPr>
          <a:xfrm>
            <a:off x="10520363" y="4048125"/>
            <a:ext cx="104775" cy="547688"/>
          </a:xfrm>
          <a:prstGeom prst="rect">
            <a:avLst/>
          </a:prstGeom>
          <a:solidFill>
            <a:srgbClr val="FFFFFF"/>
          </a:solidFill>
          <a:ln w="13097">
            <a:solidFill>
              <a:srgbClr val="172B4D"/>
            </a:solidFill>
          </a:ln>
        </p:spPr>
      </p:sp>
      <p:sp>
        <p:nvSpPr>
          <p:cNvPr id="182" name="object-182">
            <a:extLst>
              <a:ext uri="{FF2B5EF4-FFF2-40B4-BE49-F238E27FC236}">
                <a16:creationId xmlns:a16="http://schemas.microsoft.com/office/drawing/2014/main" id="{8E2B9272-9952-4D28-BC04-CFD724611BF4}"/>
              </a:ext>
            </a:extLst>
          </p:cNvPr>
          <p:cNvSpPr>
            <a:spLocks noGrp="1"/>
          </p:cNvSpPr>
          <p:nvPr/>
        </p:nvSpPr>
        <p:spPr>
          <a:xfrm>
            <a:off x="10625138" y="4048125"/>
            <a:ext cx="104775" cy="547688"/>
          </a:xfrm>
          <a:prstGeom prst="rect">
            <a:avLst/>
          </a:prstGeom>
          <a:solidFill>
            <a:srgbClr val="FFFFFF"/>
          </a:solidFill>
          <a:ln w="13097">
            <a:solidFill>
              <a:srgbClr val="172B4D"/>
            </a:solidFill>
          </a:ln>
        </p:spPr>
      </p:sp>
      <p:sp>
        <p:nvSpPr>
          <p:cNvPr id="183" name="object-183">
            <a:extLst>
              <a:ext uri="{FF2B5EF4-FFF2-40B4-BE49-F238E27FC236}">
                <a16:creationId xmlns:a16="http://schemas.microsoft.com/office/drawing/2014/main" id="{64EC415D-7457-4F0F-8E9C-3A80765EF6E4}"/>
              </a:ext>
            </a:extLst>
          </p:cNvPr>
          <p:cNvSpPr>
            <a:spLocks noGrp="1"/>
          </p:cNvSpPr>
          <p:nvPr/>
        </p:nvSpPr>
        <p:spPr>
          <a:xfrm>
            <a:off x="10729913" y="4048125"/>
            <a:ext cx="104775" cy="547688"/>
          </a:xfrm>
          <a:prstGeom prst="rect">
            <a:avLst/>
          </a:prstGeom>
          <a:solidFill>
            <a:srgbClr val="FFFFFF"/>
          </a:solidFill>
          <a:ln w="13097">
            <a:solidFill>
              <a:srgbClr val="172B4D"/>
            </a:solidFill>
          </a:ln>
        </p:spPr>
      </p:sp>
      <p:sp>
        <p:nvSpPr>
          <p:cNvPr id="184" name="object-184">
            <a:extLst>
              <a:ext uri="{FF2B5EF4-FFF2-40B4-BE49-F238E27FC236}">
                <a16:creationId xmlns:a16="http://schemas.microsoft.com/office/drawing/2014/main" id="{0A07676C-5042-4DCD-8587-BC7FA8247136}"/>
              </a:ext>
            </a:extLst>
          </p:cNvPr>
          <p:cNvSpPr>
            <a:spLocks noGrp="1"/>
          </p:cNvSpPr>
          <p:nvPr/>
        </p:nvSpPr>
        <p:spPr>
          <a:xfrm>
            <a:off x="10834688" y="4048125"/>
            <a:ext cx="104775" cy="547688"/>
          </a:xfrm>
          <a:prstGeom prst="rect">
            <a:avLst/>
          </a:prstGeom>
          <a:solidFill>
            <a:srgbClr val="FFFFFF"/>
          </a:solidFill>
          <a:ln w="13097">
            <a:solidFill>
              <a:srgbClr val="172B4D"/>
            </a:solidFill>
          </a:ln>
        </p:spPr>
      </p:sp>
      <p:sp>
        <p:nvSpPr>
          <p:cNvPr id="185" name="object-185">
            <a:extLst>
              <a:ext uri="{FF2B5EF4-FFF2-40B4-BE49-F238E27FC236}">
                <a16:creationId xmlns:a16="http://schemas.microsoft.com/office/drawing/2014/main" id="{4559C15D-C587-4DD5-979B-F7F17A7FADF2}"/>
              </a:ext>
            </a:extLst>
          </p:cNvPr>
          <p:cNvSpPr>
            <a:spLocks noGrp="1"/>
          </p:cNvSpPr>
          <p:nvPr/>
        </p:nvSpPr>
        <p:spPr>
          <a:xfrm>
            <a:off x="10939463" y="4048125"/>
            <a:ext cx="104775" cy="547688"/>
          </a:xfrm>
          <a:prstGeom prst="rect">
            <a:avLst/>
          </a:prstGeom>
          <a:solidFill>
            <a:srgbClr val="FFFFFF"/>
          </a:solidFill>
          <a:ln w="13097">
            <a:solidFill>
              <a:srgbClr val="172B4D"/>
            </a:solidFill>
          </a:ln>
        </p:spPr>
      </p:sp>
      <p:sp>
        <p:nvSpPr>
          <p:cNvPr id="186" name="object-186">
            <a:extLst>
              <a:ext uri="{FF2B5EF4-FFF2-40B4-BE49-F238E27FC236}">
                <a16:creationId xmlns:a16="http://schemas.microsoft.com/office/drawing/2014/main" id="{71822092-0438-4A13-A565-C844603177D2}"/>
              </a:ext>
            </a:extLst>
          </p:cNvPr>
          <p:cNvSpPr>
            <a:spLocks noGrp="1"/>
          </p:cNvSpPr>
          <p:nvPr/>
        </p:nvSpPr>
        <p:spPr>
          <a:xfrm>
            <a:off x="11044238" y="4048125"/>
            <a:ext cx="104775" cy="547688"/>
          </a:xfrm>
          <a:prstGeom prst="rect">
            <a:avLst/>
          </a:prstGeom>
          <a:solidFill>
            <a:srgbClr val="FFFFFF"/>
          </a:solidFill>
          <a:ln w="13097">
            <a:solidFill>
              <a:srgbClr val="172B4D"/>
            </a:solidFill>
          </a:ln>
        </p:spPr>
      </p:sp>
      <p:sp>
        <p:nvSpPr>
          <p:cNvPr id="187" name="object-187">
            <a:extLst>
              <a:ext uri="{FF2B5EF4-FFF2-40B4-BE49-F238E27FC236}">
                <a16:creationId xmlns:a16="http://schemas.microsoft.com/office/drawing/2014/main" id="{311BF88D-4554-4551-B6CA-F9C37F90FEF9}"/>
              </a:ext>
            </a:extLst>
          </p:cNvPr>
          <p:cNvSpPr>
            <a:spLocks noGrp="1"/>
          </p:cNvSpPr>
          <p:nvPr/>
        </p:nvSpPr>
        <p:spPr>
          <a:xfrm>
            <a:off x="11149013" y="4048125"/>
            <a:ext cx="104775" cy="547688"/>
          </a:xfrm>
          <a:prstGeom prst="rect">
            <a:avLst/>
          </a:prstGeom>
          <a:solidFill>
            <a:srgbClr val="FFFFFF"/>
          </a:solidFill>
          <a:ln w="13097">
            <a:solidFill>
              <a:srgbClr val="172B4D"/>
            </a:solidFill>
          </a:ln>
        </p:spPr>
      </p:sp>
      <p:sp>
        <p:nvSpPr>
          <p:cNvPr id="188" name="object-188">
            <a:extLst>
              <a:ext uri="{FF2B5EF4-FFF2-40B4-BE49-F238E27FC236}">
                <a16:creationId xmlns:a16="http://schemas.microsoft.com/office/drawing/2014/main" id="{735FACEE-9BBA-42F7-8938-956273D4A8DC}"/>
              </a:ext>
            </a:extLst>
          </p:cNvPr>
          <p:cNvSpPr>
            <a:spLocks noGrp="1"/>
          </p:cNvSpPr>
          <p:nvPr/>
        </p:nvSpPr>
        <p:spPr>
          <a:xfrm>
            <a:off x="11253788" y="4048125"/>
            <a:ext cx="104775" cy="547688"/>
          </a:xfrm>
          <a:prstGeom prst="rect">
            <a:avLst/>
          </a:prstGeom>
          <a:solidFill>
            <a:srgbClr val="FFFFFF"/>
          </a:solidFill>
          <a:ln w="13097">
            <a:solidFill>
              <a:srgbClr val="172B4D"/>
            </a:solidFill>
          </a:ln>
        </p:spPr>
      </p:sp>
      <p:sp>
        <p:nvSpPr>
          <p:cNvPr id="189" name="object-189">
            <a:extLst>
              <a:ext uri="{FF2B5EF4-FFF2-40B4-BE49-F238E27FC236}">
                <a16:creationId xmlns:a16="http://schemas.microsoft.com/office/drawing/2014/main" id="{40D887BB-27BE-4DBB-928A-8B0112297267}"/>
              </a:ext>
            </a:extLst>
          </p:cNvPr>
          <p:cNvSpPr>
            <a:spLocks noGrp="1"/>
          </p:cNvSpPr>
          <p:nvPr/>
        </p:nvSpPr>
        <p:spPr>
          <a:xfrm>
            <a:off x="11358563" y="4048125"/>
            <a:ext cx="104775" cy="547688"/>
          </a:xfrm>
          <a:prstGeom prst="rect">
            <a:avLst/>
          </a:prstGeom>
          <a:solidFill>
            <a:srgbClr val="FFFFFF"/>
          </a:solidFill>
          <a:ln w="13097">
            <a:solidFill>
              <a:srgbClr val="172B4D"/>
            </a:solidFill>
          </a:ln>
        </p:spPr>
      </p:sp>
      <p:sp>
        <p:nvSpPr>
          <p:cNvPr id="190" name="object-190">
            <a:extLst>
              <a:ext uri="{FF2B5EF4-FFF2-40B4-BE49-F238E27FC236}">
                <a16:creationId xmlns:a16="http://schemas.microsoft.com/office/drawing/2014/main" id="{1F1589F1-6987-4683-BD5A-5F41639A7F90}"/>
              </a:ext>
            </a:extLst>
          </p:cNvPr>
          <p:cNvSpPr>
            <a:spLocks noGrp="1"/>
          </p:cNvSpPr>
          <p:nvPr/>
        </p:nvSpPr>
        <p:spPr>
          <a:xfrm>
            <a:off x="11463338" y="4048125"/>
            <a:ext cx="104775" cy="547688"/>
          </a:xfrm>
          <a:prstGeom prst="rect">
            <a:avLst/>
          </a:prstGeom>
          <a:solidFill>
            <a:srgbClr val="FFFFFF"/>
          </a:solidFill>
          <a:ln w="13097">
            <a:solidFill>
              <a:srgbClr val="172B4D"/>
            </a:solidFill>
          </a:ln>
        </p:spPr>
      </p:sp>
      <p:sp>
        <p:nvSpPr>
          <p:cNvPr id="191" name="object-191">
            <a:extLst>
              <a:ext uri="{FF2B5EF4-FFF2-40B4-BE49-F238E27FC236}">
                <a16:creationId xmlns:a16="http://schemas.microsoft.com/office/drawing/2014/main" id="{198A9165-8080-41F8-B196-37415A64C7BF}"/>
              </a:ext>
            </a:extLst>
          </p:cNvPr>
          <p:cNvSpPr>
            <a:spLocks noGrp="1"/>
          </p:cNvSpPr>
          <p:nvPr/>
        </p:nvSpPr>
        <p:spPr>
          <a:xfrm>
            <a:off x="11568113" y="4048125"/>
            <a:ext cx="104775" cy="547688"/>
          </a:xfrm>
          <a:prstGeom prst="rect">
            <a:avLst/>
          </a:prstGeom>
          <a:solidFill>
            <a:srgbClr val="FFFFFF"/>
          </a:solidFill>
          <a:ln w="13097">
            <a:solidFill>
              <a:srgbClr val="172B4D"/>
            </a:solidFill>
          </a:ln>
        </p:spPr>
      </p:sp>
      <p:sp>
        <p:nvSpPr>
          <p:cNvPr id="192" name="object-192">
            <a:extLst>
              <a:ext uri="{FF2B5EF4-FFF2-40B4-BE49-F238E27FC236}">
                <a16:creationId xmlns:a16="http://schemas.microsoft.com/office/drawing/2014/main" id="{A07B457A-8F58-471C-99EB-5E34D3F44A99}"/>
              </a:ext>
            </a:extLst>
          </p:cNvPr>
          <p:cNvSpPr>
            <a:spLocks noGrp="1"/>
          </p:cNvSpPr>
          <p:nvPr/>
        </p:nvSpPr>
        <p:spPr>
          <a:xfrm>
            <a:off x="11672888" y="4048125"/>
            <a:ext cx="104775" cy="547688"/>
          </a:xfrm>
          <a:prstGeom prst="rect">
            <a:avLst/>
          </a:prstGeom>
          <a:solidFill>
            <a:srgbClr val="FFFFFF"/>
          </a:solidFill>
          <a:ln w="13097">
            <a:solidFill>
              <a:srgbClr val="172B4D"/>
            </a:solidFill>
          </a:ln>
        </p:spPr>
      </p:sp>
      <p:sp>
        <p:nvSpPr>
          <p:cNvPr id="193" name="object-193">
            <a:extLst>
              <a:ext uri="{FF2B5EF4-FFF2-40B4-BE49-F238E27FC236}">
                <a16:creationId xmlns:a16="http://schemas.microsoft.com/office/drawing/2014/main" id="{0E7CD600-C30B-4234-83E6-720B0DC56CC3}"/>
              </a:ext>
            </a:extLst>
          </p:cNvPr>
          <p:cNvSpPr>
            <a:spLocks noGrp="1"/>
          </p:cNvSpPr>
          <p:nvPr/>
        </p:nvSpPr>
        <p:spPr>
          <a:xfrm>
            <a:off x="11777663" y="4048125"/>
            <a:ext cx="104775" cy="547688"/>
          </a:xfrm>
          <a:prstGeom prst="rect">
            <a:avLst/>
          </a:prstGeom>
          <a:solidFill>
            <a:srgbClr val="FFFFFF"/>
          </a:solidFill>
          <a:ln w="13097">
            <a:solidFill>
              <a:srgbClr val="172B4D"/>
            </a:solidFill>
          </a:ln>
        </p:spPr>
      </p:sp>
      <p:sp>
        <p:nvSpPr>
          <p:cNvPr id="194" name="object-194">
            <a:extLst>
              <a:ext uri="{FF2B5EF4-FFF2-40B4-BE49-F238E27FC236}">
                <a16:creationId xmlns:a16="http://schemas.microsoft.com/office/drawing/2014/main" id="{971099BA-24EB-42C5-A211-48B000D21B82}"/>
              </a:ext>
            </a:extLst>
          </p:cNvPr>
          <p:cNvSpPr>
            <a:spLocks noGrp="1"/>
          </p:cNvSpPr>
          <p:nvPr/>
        </p:nvSpPr>
        <p:spPr>
          <a:xfrm>
            <a:off x="11882438" y="4048125"/>
            <a:ext cx="104775" cy="547688"/>
          </a:xfrm>
          <a:prstGeom prst="rect">
            <a:avLst/>
          </a:prstGeom>
          <a:solidFill>
            <a:srgbClr val="FFFFFF"/>
          </a:solidFill>
          <a:ln w="13097">
            <a:solidFill>
              <a:srgbClr val="172B4D"/>
            </a:solidFill>
          </a:ln>
        </p:spPr>
      </p:sp>
      <p:sp>
        <p:nvSpPr>
          <p:cNvPr id="195" name="object-195">
            <a:extLst>
              <a:ext uri="{FF2B5EF4-FFF2-40B4-BE49-F238E27FC236}">
                <a16:creationId xmlns:a16="http://schemas.microsoft.com/office/drawing/2014/main" id="{F2762593-3D11-4605-8C82-7DD2ACD558A6}"/>
              </a:ext>
            </a:extLst>
          </p:cNvPr>
          <p:cNvSpPr>
            <a:spLocks noGrp="1"/>
          </p:cNvSpPr>
          <p:nvPr/>
        </p:nvSpPr>
        <p:spPr>
          <a:xfrm>
            <a:off x="11987213" y="4048125"/>
            <a:ext cx="104775" cy="547688"/>
          </a:xfrm>
          <a:prstGeom prst="rect">
            <a:avLst/>
          </a:prstGeom>
          <a:solidFill>
            <a:srgbClr val="FFFFFF"/>
          </a:solidFill>
          <a:ln w="13097">
            <a:solidFill>
              <a:srgbClr val="172B4D"/>
            </a:solidFill>
          </a:ln>
        </p:spPr>
      </p:sp>
      <p:sp>
        <p:nvSpPr>
          <p:cNvPr id="196" name="object-196">
            <a:extLst>
              <a:ext uri="{FF2B5EF4-FFF2-40B4-BE49-F238E27FC236}">
                <a16:creationId xmlns:a16="http://schemas.microsoft.com/office/drawing/2014/main" id="{2EFAEA27-CF69-4AFE-9E18-80A0BB7B55B5}"/>
              </a:ext>
            </a:extLst>
          </p:cNvPr>
          <p:cNvSpPr>
            <a:spLocks noGrp="1"/>
          </p:cNvSpPr>
          <p:nvPr/>
        </p:nvSpPr>
        <p:spPr>
          <a:xfrm>
            <a:off x="12091988" y="4048125"/>
            <a:ext cx="104775" cy="547688"/>
          </a:xfrm>
          <a:prstGeom prst="rect">
            <a:avLst/>
          </a:prstGeom>
          <a:solidFill>
            <a:srgbClr val="FFFFFF"/>
          </a:solidFill>
          <a:ln w="13097">
            <a:solidFill>
              <a:srgbClr val="172B4D"/>
            </a:solidFill>
          </a:ln>
        </p:spPr>
      </p:sp>
      <p:sp>
        <p:nvSpPr>
          <p:cNvPr id="197" name="object-197">
            <a:extLst>
              <a:ext uri="{FF2B5EF4-FFF2-40B4-BE49-F238E27FC236}">
                <a16:creationId xmlns:a16="http://schemas.microsoft.com/office/drawing/2014/main" id="{70149ECA-9232-4864-B196-279B729D9534}"/>
              </a:ext>
            </a:extLst>
          </p:cNvPr>
          <p:cNvSpPr>
            <a:spLocks noGrp="1"/>
          </p:cNvSpPr>
          <p:nvPr/>
        </p:nvSpPr>
        <p:spPr>
          <a:xfrm>
            <a:off x="12196763" y="4048125"/>
            <a:ext cx="104775" cy="547688"/>
          </a:xfrm>
          <a:prstGeom prst="rect">
            <a:avLst/>
          </a:prstGeom>
          <a:solidFill>
            <a:srgbClr val="FFFFFF"/>
          </a:solidFill>
          <a:ln w="13097">
            <a:solidFill>
              <a:srgbClr val="172B4D"/>
            </a:solidFill>
          </a:ln>
        </p:spPr>
      </p:sp>
      <p:sp>
        <p:nvSpPr>
          <p:cNvPr id="198" name="object-198">
            <a:extLst>
              <a:ext uri="{FF2B5EF4-FFF2-40B4-BE49-F238E27FC236}">
                <a16:creationId xmlns:a16="http://schemas.microsoft.com/office/drawing/2014/main" id="{800B4F32-627F-4E17-9B8D-5C8024580274}"/>
              </a:ext>
            </a:extLst>
          </p:cNvPr>
          <p:cNvSpPr>
            <a:spLocks noGrp="1"/>
          </p:cNvSpPr>
          <p:nvPr/>
        </p:nvSpPr>
        <p:spPr>
          <a:xfrm>
            <a:off x="12301538" y="4048125"/>
            <a:ext cx="104775" cy="547688"/>
          </a:xfrm>
          <a:prstGeom prst="rect">
            <a:avLst/>
          </a:prstGeom>
          <a:solidFill>
            <a:srgbClr val="FFFFFF"/>
          </a:solidFill>
          <a:ln w="13097">
            <a:solidFill>
              <a:srgbClr val="172B4D"/>
            </a:solidFill>
          </a:ln>
        </p:spPr>
      </p:sp>
      <p:sp>
        <p:nvSpPr>
          <p:cNvPr id="199" name="object-199">
            <a:extLst>
              <a:ext uri="{FF2B5EF4-FFF2-40B4-BE49-F238E27FC236}">
                <a16:creationId xmlns:a16="http://schemas.microsoft.com/office/drawing/2014/main" id="{00D2F0AD-FA65-4874-824A-653F398B01B5}"/>
              </a:ext>
            </a:extLst>
          </p:cNvPr>
          <p:cNvSpPr>
            <a:spLocks noGrp="1"/>
          </p:cNvSpPr>
          <p:nvPr/>
        </p:nvSpPr>
        <p:spPr>
          <a:xfrm>
            <a:off x="12406313" y="4048125"/>
            <a:ext cx="104775" cy="547688"/>
          </a:xfrm>
          <a:prstGeom prst="rect">
            <a:avLst/>
          </a:prstGeom>
          <a:solidFill>
            <a:srgbClr val="FFFFFF"/>
          </a:solidFill>
          <a:ln w="13097">
            <a:solidFill>
              <a:srgbClr val="172B4D"/>
            </a:solidFill>
          </a:ln>
        </p:spPr>
      </p:sp>
      <p:sp>
        <p:nvSpPr>
          <p:cNvPr id="200" name="object-200">
            <a:extLst>
              <a:ext uri="{FF2B5EF4-FFF2-40B4-BE49-F238E27FC236}">
                <a16:creationId xmlns:a16="http://schemas.microsoft.com/office/drawing/2014/main" id="{D8A8847A-B821-48DA-88BA-897C0502E7D9}"/>
              </a:ext>
            </a:extLst>
          </p:cNvPr>
          <p:cNvSpPr>
            <a:spLocks noGrp="1"/>
          </p:cNvSpPr>
          <p:nvPr/>
        </p:nvSpPr>
        <p:spPr>
          <a:xfrm>
            <a:off x="12511088" y="4048125"/>
            <a:ext cx="104775" cy="547688"/>
          </a:xfrm>
          <a:prstGeom prst="rect">
            <a:avLst/>
          </a:prstGeom>
          <a:solidFill>
            <a:srgbClr val="FFFFFF"/>
          </a:solidFill>
          <a:ln w="13097">
            <a:solidFill>
              <a:srgbClr val="172B4D"/>
            </a:solidFill>
          </a:ln>
        </p:spPr>
      </p:sp>
      <p:sp>
        <p:nvSpPr>
          <p:cNvPr id="201" name="object-201">
            <a:extLst>
              <a:ext uri="{FF2B5EF4-FFF2-40B4-BE49-F238E27FC236}">
                <a16:creationId xmlns:a16="http://schemas.microsoft.com/office/drawing/2014/main" id="{EC61312E-2D5E-44CF-A6D4-87FF870DFC14}"/>
              </a:ext>
            </a:extLst>
          </p:cNvPr>
          <p:cNvSpPr>
            <a:spLocks noGrp="1"/>
          </p:cNvSpPr>
          <p:nvPr/>
        </p:nvSpPr>
        <p:spPr>
          <a:xfrm>
            <a:off x="12615863" y="4048125"/>
            <a:ext cx="104775" cy="547688"/>
          </a:xfrm>
          <a:prstGeom prst="rect">
            <a:avLst/>
          </a:prstGeom>
          <a:solidFill>
            <a:srgbClr val="FFFFFF"/>
          </a:solidFill>
          <a:ln w="13097">
            <a:solidFill>
              <a:srgbClr val="172B4D"/>
            </a:solidFill>
          </a:ln>
        </p:spPr>
      </p:sp>
      <p:sp>
        <p:nvSpPr>
          <p:cNvPr id="202" name="object-202">
            <a:extLst>
              <a:ext uri="{FF2B5EF4-FFF2-40B4-BE49-F238E27FC236}">
                <a16:creationId xmlns:a16="http://schemas.microsoft.com/office/drawing/2014/main" id="{1E1B61F2-372B-4F2B-87D9-FE4A5EE1B63A}"/>
              </a:ext>
            </a:extLst>
          </p:cNvPr>
          <p:cNvSpPr>
            <a:spLocks noGrp="1"/>
          </p:cNvSpPr>
          <p:nvPr/>
        </p:nvSpPr>
        <p:spPr>
          <a:xfrm>
            <a:off x="12720638" y="4048125"/>
            <a:ext cx="104775" cy="547688"/>
          </a:xfrm>
          <a:prstGeom prst="rect">
            <a:avLst/>
          </a:prstGeom>
          <a:solidFill>
            <a:srgbClr val="FFFFFF"/>
          </a:solidFill>
          <a:ln w="13097">
            <a:solidFill>
              <a:srgbClr val="172B4D"/>
            </a:solidFill>
          </a:ln>
        </p:spPr>
      </p:sp>
      <p:sp>
        <p:nvSpPr>
          <p:cNvPr id="203" name="object-203">
            <a:extLst>
              <a:ext uri="{FF2B5EF4-FFF2-40B4-BE49-F238E27FC236}">
                <a16:creationId xmlns:a16="http://schemas.microsoft.com/office/drawing/2014/main" id="{16529FE2-CFE3-4B80-BADD-48A3BE9A7BC3}"/>
              </a:ext>
            </a:extLst>
          </p:cNvPr>
          <p:cNvSpPr>
            <a:spLocks noGrp="1"/>
          </p:cNvSpPr>
          <p:nvPr/>
        </p:nvSpPr>
        <p:spPr>
          <a:xfrm>
            <a:off x="12825413" y="4048125"/>
            <a:ext cx="104775" cy="547688"/>
          </a:xfrm>
          <a:prstGeom prst="rect">
            <a:avLst/>
          </a:prstGeom>
          <a:solidFill>
            <a:srgbClr val="FFFFFF"/>
          </a:solidFill>
          <a:ln w="13097">
            <a:solidFill>
              <a:srgbClr val="172B4D"/>
            </a:solidFill>
          </a:ln>
        </p:spPr>
      </p:sp>
      <p:sp>
        <p:nvSpPr>
          <p:cNvPr id="204" name="object-204">
            <a:extLst>
              <a:ext uri="{FF2B5EF4-FFF2-40B4-BE49-F238E27FC236}">
                <a16:creationId xmlns:a16="http://schemas.microsoft.com/office/drawing/2014/main" id="{26F85678-ED9A-40F8-881A-8D355AF3489B}"/>
              </a:ext>
            </a:extLst>
          </p:cNvPr>
          <p:cNvSpPr>
            <a:spLocks noGrp="1"/>
          </p:cNvSpPr>
          <p:nvPr/>
        </p:nvSpPr>
        <p:spPr>
          <a:xfrm>
            <a:off x="12930188" y="4048125"/>
            <a:ext cx="104775" cy="547688"/>
          </a:xfrm>
          <a:prstGeom prst="rect">
            <a:avLst/>
          </a:prstGeom>
          <a:solidFill>
            <a:srgbClr val="FFFFFF"/>
          </a:solidFill>
          <a:ln w="13097">
            <a:solidFill>
              <a:srgbClr val="172B4D"/>
            </a:solidFill>
          </a:ln>
        </p:spPr>
      </p:sp>
      <p:sp>
        <p:nvSpPr>
          <p:cNvPr id="205" name="object-205">
            <a:extLst>
              <a:ext uri="{FF2B5EF4-FFF2-40B4-BE49-F238E27FC236}">
                <a16:creationId xmlns:a16="http://schemas.microsoft.com/office/drawing/2014/main" id="{7875ABD2-CD3D-4A5B-B180-C8F9A44FA283}"/>
              </a:ext>
            </a:extLst>
          </p:cNvPr>
          <p:cNvSpPr>
            <a:spLocks noGrp="1"/>
          </p:cNvSpPr>
          <p:nvPr/>
        </p:nvSpPr>
        <p:spPr>
          <a:xfrm>
            <a:off x="13034963" y="4048125"/>
            <a:ext cx="104775" cy="547688"/>
          </a:xfrm>
          <a:prstGeom prst="rect">
            <a:avLst/>
          </a:prstGeom>
          <a:solidFill>
            <a:srgbClr val="FFFFFF"/>
          </a:solidFill>
          <a:ln w="13097">
            <a:solidFill>
              <a:srgbClr val="172B4D"/>
            </a:solidFill>
          </a:ln>
        </p:spPr>
      </p:sp>
      <p:sp>
        <p:nvSpPr>
          <p:cNvPr id="206" name="object-206">
            <a:extLst>
              <a:ext uri="{FF2B5EF4-FFF2-40B4-BE49-F238E27FC236}">
                <a16:creationId xmlns:a16="http://schemas.microsoft.com/office/drawing/2014/main" id="{D03F46D6-73F1-45B5-A7DB-B8EF41A06183}"/>
              </a:ext>
            </a:extLst>
          </p:cNvPr>
          <p:cNvSpPr>
            <a:spLocks noGrp="1"/>
          </p:cNvSpPr>
          <p:nvPr/>
        </p:nvSpPr>
        <p:spPr>
          <a:xfrm>
            <a:off x="13139738" y="4048125"/>
            <a:ext cx="104775" cy="547688"/>
          </a:xfrm>
          <a:prstGeom prst="rect">
            <a:avLst/>
          </a:prstGeom>
          <a:solidFill>
            <a:srgbClr val="FFFFFF"/>
          </a:solidFill>
          <a:ln w="13097">
            <a:solidFill>
              <a:srgbClr val="172B4D"/>
            </a:solidFill>
          </a:ln>
        </p:spPr>
      </p:sp>
      <p:sp>
        <p:nvSpPr>
          <p:cNvPr id="207" name="object-207">
            <a:extLst>
              <a:ext uri="{FF2B5EF4-FFF2-40B4-BE49-F238E27FC236}">
                <a16:creationId xmlns:a16="http://schemas.microsoft.com/office/drawing/2014/main" id="{911B11F4-7C4D-4EB0-86B6-5E5D8B6FF846}"/>
              </a:ext>
            </a:extLst>
          </p:cNvPr>
          <p:cNvSpPr>
            <a:spLocks noGrp="1"/>
          </p:cNvSpPr>
          <p:nvPr/>
        </p:nvSpPr>
        <p:spPr>
          <a:xfrm>
            <a:off x="13244513" y="4048125"/>
            <a:ext cx="104775" cy="547688"/>
          </a:xfrm>
          <a:prstGeom prst="rect">
            <a:avLst/>
          </a:prstGeom>
          <a:solidFill>
            <a:srgbClr val="FFFFFF"/>
          </a:solidFill>
          <a:ln w="13097">
            <a:solidFill>
              <a:srgbClr val="172B4D"/>
            </a:solidFill>
          </a:ln>
        </p:spPr>
      </p:sp>
      <p:sp>
        <p:nvSpPr>
          <p:cNvPr id="208" name="object-208">
            <a:extLst>
              <a:ext uri="{FF2B5EF4-FFF2-40B4-BE49-F238E27FC236}">
                <a16:creationId xmlns:a16="http://schemas.microsoft.com/office/drawing/2014/main" id="{B06AF2DB-0786-45F6-9C85-1C2474351721}"/>
              </a:ext>
            </a:extLst>
          </p:cNvPr>
          <p:cNvSpPr>
            <a:spLocks noGrp="1"/>
          </p:cNvSpPr>
          <p:nvPr/>
        </p:nvSpPr>
        <p:spPr>
          <a:xfrm>
            <a:off x="13349288" y="4048125"/>
            <a:ext cx="104775" cy="547688"/>
          </a:xfrm>
          <a:prstGeom prst="rect">
            <a:avLst/>
          </a:prstGeom>
          <a:solidFill>
            <a:srgbClr val="FFFFFF"/>
          </a:solidFill>
          <a:ln w="13097">
            <a:solidFill>
              <a:srgbClr val="172B4D"/>
            </a:solidFill>
          </a:ln>
        </p:spPr>
      </p:sp>
      <p:sp>
        <p:nvSpPr>
          <p:cNvPr id="209" name="object-209">
            <a:extLst>
              <a:ext uri="{FF2B5EF4-FFF2-40B4-BE49-F238E27FC236}">
                <a16:creationId xmlns:a16="http://schemas.microsoft.com/office/drawing/2014/main" id="{22C2BA50-3618-4B77-8C01-D5BFB4115D60}"/>
              </a:ext>
            </a:extLst>
          </p:cNvPr>
          <p:cNvSpPr>
            <a:spLocks noGrp="1"/>
          </p:cNvSpPr>
          <p:nvPr/>
        </p:nvSpPr>
        <p:spPr>
          <a:xfrm>
            <a:off x="12263438" y="4607719"/>
            <a:ext cx="1905000" cy="476250"/>
          </a:xfrm>
          <a:prstGeom prst="rect">
            <a:avLst/>
          </a:prstGeom>
          <a:noFill/>
          <a:ln w="0">
            <a:noFill/>
          </a:ln>
        </p:spPr>
        <p:txBody>
          <a:bodyPr anchor="ctr">
            <a:noAutofit/>
          </a:bodyPr>
          <a:lstStyle/>
          <a:p>
            <a:pPr algn="l">
              <a:defRPr sz="2250" b="1">
                <a:solidFill>
                  <a:srgbClr val="9A5800"/>
                </a:solidFill>
                <a:latin typeface="Arial"/>
                <a:ea typeface="Arial"/>
                <a:cs typeface="Arial"/>
              </a:defRPr>
            </a:pPr>
            <a:r>
              <a:rPr sz="2250" b="1">
                <a:solidFill>
                  <a:srgbClr val="9A5800"/>
                </a:solidFill>
                <a:latin typeface="Arial"/>
                <a:ea typeface="Arial"/>
                <a:cs typeface="Arial"/>
              </a:rPr>
              <a:t>58/100</a:t>
            </a:r>
          </a:p>
        </p:txBody>
      </p:sp>
      <p:sp>
        <p:nvSpPr>
          <p:cNvPr id="210" name="object-210">
            <a:extLst>
              <a:ext uri="{FF2B5EF4-FFF2-40B4-BE49-F238E27FC236}">
                <a16:creationId xmlns:a16="http://schemas.microsoft.com/office/drawing/2014/main" id="{EADA46B1-16A4-4E0D-840F-ABC6A783D7A3}"/>
              </a:ext>
            </a:extLst>
          </p:cNvPr>
          <p:cNvSpPr>
            <a:spLocks noGrp="1"/>
          </p:cNvSpPr>
          <p:nvPr/>
        </p:nvSpPr>
        <p:spPr>
          <a:xfrm>
            <a:off x="833438" y="5238750"/>
            <a:ext cx="1905000" cy="714375"/>
          </a:xfrm>
          <a:prstGeom prst="rect">
            <a:avLst/>
          </a:prstGeom>
          <a:noFill/>
          <a:ln w="0">
            <a:noFill/>
          </a:ln>
        </p:spPr>
        <p:txBody>
          <a:bodyPr anchor="ctr">
            <a:noAutofit/>
          </a:bodyPr>
          <a:lstStyle/>
          <a:p>
            <a:pPr algn="l">
              <a:defRPr sz="3375" b="1">
                <a:solidFill>
                  <a:srgbClr val="1D4ED8"/>
                </a:solidFill>
                <a:latin typeface="Arial"/>
                <a:ea typeface="Arial"/>
                <a:cs typeface="Arial"/>
              </a:defRPr>
            </a:pPr>
            <a:r>
              <a:rPr sz="3375" b="1">
                <a:solidFill>
                  <a:srgbClr val="1D4ED8"/>
                </a:solidFill>
                <a:latin typeface="Arial"/>
                <a:ea typeface="Arial"/>
                <a:cs typeface="Arial"/>
              </a:rPr>
              <a:t>62%</a:t>
            </a:r>
          </a:p>
        </p:txBody>
      </p:sp>
      <p:sp>
        <p:nvSpPr>
          <p:cNvPr id="211" name="object-211">
            <a:extLst>
              <a:ext uri="{FF2B5EF4-FFF2-40B4-BE49-F238E27FC236}">
                <a16:creationId xmlns:a16="http://schemas.microsoft.com/office/drawing/2014/main" id="{FB6F9B2B-A4A6-4E29-B220-356B84D2ED33}"/>
              </a:ext>
            </a:extLst>
          </p:cNvPr>
          <p:cNvSpPr>
            <a:spLocks noGrp="1"/>
          </p:cNvSpPr>
          <p:nvPr/>
        </p:nvSpPr>
        <p:spPr>
          <a:xfrm>
            <a:off x="2976563" y="5238750"/>
            <a:ext cx="104775" cy="547688"/>
          </a:xfrm>
          <a:prstGeom prst="rect">
            <a:avLst/>
          </a:prstGeom>
          <a:solidFill>
            <a:srgbClr val="1D4ED8"/>
          </a:solidFill>
          <a:ln w="13097">
            <a:solidFill>
              <a:srgbClr val="172B4D"/>
            </a:solidFill>
          </a:ln>
        </p:spPr>
      </p:sp>
      <p:sp>
        <p:nvSpPr>
          <p:cNvPr id="212" name="object-212">
            <a:extLst>
              <a:ext uri="{FF2B5EF4-FFF2-40B4-BE49-F238E27FC236}">
                <a16:creationId xmlns:a16="http://schemas.microsoft.com/office/drawing/2014/main" id="{6DFCD8FF-A82C-435B-8F15-9A346540E1C1}"/>
              </a:ext>
            </a:extLst>
          </p:cNvPr>
          <p:cNvSpPr>
            <a:spLocks noGrp="1"/>
          </p:cNvSpPr>
          <p:nvPr/>
        </p:nvSpPr>
        <p:spPr>
          <a:xfrm>
            <a:off x="3081338" y="5238750"/>
            <a:ext cx="104775" cy="547688"/>
          </a:xfrm>
          <a:prstGeom prst="rect">
            <a:avLst/>
          </a:prstGeom>
          <a:solidFill>
            <a:srgbClr val="1D4ED8"/>
          </a:solidFill>
          <a:ln w="13097">
            <a:solidFill>
              <a:srgbClr val="172B4D"/>
            </a:solidFill>
          </a:ln>
        </p:spPr>
      </p:sp>
      <p:sp>
        <p:nvSpPr>
          <p:cNvPr id="213" name="object-213">
            <a:extLst>
              <a:ext uri="{FF2B5EF4-FFF2-40B4-BE49-F238E27FC236}">
                <a16:creationId xmlns:a16="http://schemas.microsoft.com/office/drawing/2014/main" id="{B7F8B81A-F5A7-4C84-B1AE-4966DB327E40}"/>
              </a:ext>
            </a:extLst>
          </p:cNvPr>
          <p:cNvSpPr>
            <a:spLocks noGrp="1"/>
          </p:cNvSpPr>
          <p:nvPr/>
        </p:nvSpPr>
        <p:spPr>
          <a:xfrm>
            <a:off x="3186113" y="5238750"/>
            <a:ext cx="104775" cy="547688"/>
          </a:xfrm>
          <a:prstGeom prst="rect">
            <a:avLst/>
          </a:prstGeom>
          <a:solidFill>
            <a:srgbClr val="1D4ED8"/>
          </a:solidFill>
          <a:ln w="13097">
            <a:solidFill>
              <a:srgbClr val="172B4D"/>
            </a:solidFill>
          </a:ln>
        </p:spPr>
      </p:sp>
      <p:sp>
        <p:nvSpPr>
          <p:cNvPr id="214" name="object-214">
            <a:extLst>
              <a:ext uri="{FF2B5EF4-FFF2-40B4-BE49-F238E27FC236}">
                <a16:creationId xmlns:a16="http://schemas.microsoft.com/office/drawing/2014/main" id="{6F862D09-0321-4196-9D37-9F86BA8BF11B}"/>
              </a:ext>
            </a:extLst>
          </p:cNvPr>
          <p:cNvSpPr>
            <a:spLocks noGrp="1"/>
          </p:cNvSpPr>
          <p:nvPr/>
        </p:nvSpPr>
        <p:spPr>
          <a:xfrm>
            <a:off x="3290888" y="5238750"/>
            <a:ext cx="104775" cy="547688"/>
          </a:xfrm>
          <a:prstGeom prst="rect">
            <a:avLst/>
          </a:prstGeom>
          <a:solidFill>
            <a:srgbClr val="1D4ED8"/>
          </a:solidFill>
          <a:ln w="13097">
            <a:solidFill>
              <a:srgbClr val="172B4D"/>
            </a:solidFill>
          </a:ln>
        </p:spPr>
      </p:sp>
      <p:sp>
        <p:nvSpPr>
          <p:cNvPr id="215" name="object-215">
            <a:extLst>
              <a:ext uri="{FF2B5EF4-FFF2-40B4-BE49-F238E27FC236}">
                <a16:creationId xmlns:a16="http://schemas.microsoft.com/office/drawing/2014/main" id="{B5D1A9DE-8EBA-4D71-BEE9-81610D976075}"/>
              </a:ext>
            </a:extLst>
          </p:cNvPr>
          <p:cNvSpPr>
            <a:spLocks noGrp="1"/>
          </p:cNvSpPr>
          <p:nvPr/>
        </p:nvSpPr>
        <p:spPr>
          <a:xfrm>
            <a:off x="3395663" y="5238750"/>
            <a:ext cx="104775" cy="547688"/>
          </a:xfrm>
          <a:prstGeom prst="rect">
            <a:avLst/>
          </a:prstGeom>
          <a:solidFill>
            <a:srgbClr val="1D4ED8"/>
          </a:solidFill>
          <a:ln w="13097">
            <a:solidFill>
              <a:srgbClr val="172B4D"/>
            </a:solidFill>
          </a:ln>
        </p:spPr>
      </p:sp>
      <p:sp>
        <p:nvSpPr>
          <p:cNvPr id="216" name="object-216">
            <a:extLst>
              <a:ext uri="{FF2B5EF4-FFF2-40B4-BE49-F238E27FC236}">
                <a16:creationId xmlns:a16="http://schemas.microsoft.com/office/drawing/2014/main" id="{E3E87FC1-9E84-4402-9A7B-041446F0FE06}"/>
              </a:ext>
            </a:extLst>
          </p:cNvPr>
          <p:cNvSpPr>
            <a:spLocks noGrp="1"/>
          </p:cNvSpPr>
          <p:nvPr/>
        </p:nvSpPr>
        <p:spPr>
          <a:xfrm>
            <a:off x="3500438" y="5238750"/>
            <a:ext cx="104775" cy="547688"/>
          </a:xfrm>
          <a:prstGeom prst="rect">
            <a:avLst/>
          </a:prstGeom>
          <a:solidFill>
            <a:srgbClr val="1D4ED8"/>
          </a:solidFill>
          <a:ln w="13097">
            <a:solidFill>
              <a:srgbClr val="172B4D"/>
            </a:solidFill>
          </a:ln>
        </p:spPr>
      </p:sp>
      <p:sp>
        <p:nvSpPr>
          <p:cNvPr id="217" name="object-217">
            <a:extLst>
              <a:ext uri="{FF2B5EF4-FFF2-40B4-BE49-F238E27FC236}">
                <a16:creationId xmlns:a16="http://schemas.microsoft.com/office/drawing/2014/main" id="{6781C57A-41FF-47A6-933D-40214BE06E52}"/>
              </a:ext>
            </a:extLst>
          </p:cNvPr>
          <p:cNvSpPr>
            <a:spLocks noGrp="1"/>
          </p:cNvSpPr>
          <p:nvPr/>
        </p:nvSpPr>
        <p:spPr>
          <a:xfrm>
            <a:off x="3605213" y="5238750"/>
            <a:ext cx="104775" cy="547688"/>
          </a:xfrm>
          <a:prstGeom prst="rect">
            <a:avLst/>
          </a:prstGeom>
          <a:solidFill>
            <a:srgbClr val="1D4ED8"/>
          </a:solidFill>
          <a:ln w="13097">
            <a:solidFill>
              <a:srgbClr val="172B4D"/>
            </a:solidFill>
          </a:ln>
        </p:spPr>
      </p:sp>
      <p:sp>
        <p:nvSpPr>
          <p:cNvPr id="218" name="object-218">
            <a:extLst>
              <a:ext uri="{FF2B5EF4-FFF2-40B4-BE49-F238E27FC236}">
                <a16:creationId xmlns:a16="http://schemas.microsoft.com/office/drawing/2014/main" id="{41EB0D00-44D7-46DC-99E0-FBBD7B4F6491}"/>
              </a:ext>
            </a:extLst>
          </p:cNvPr>
          <p:cNvSpPr>
            <a:spLocks noGrp="1"/>
          </p:cNvSpPr>
          <p:nvPr/>
        </p:nvSpPr>
        <p:spPr>
          <a:xfrm>
            <a:off x="3709988" y="5238750"/>
            <a:ext cx="104775" cy="547688"/>
          </a:xfrm>
          <a:prstGeom prst="rect">
            <a:avLst/>
          </a:prstGeom>
          <a:solidFill>
            <a:srgbClr val="1D4ED8"/>
          </a:solidFill>
          <a:ln w="13097">
            <a:solidFill>
              <a:srgbClr val="172B4D"/>
            </a:solidFill>
          </a:ln>
        </p:spPr>
      </p:sp>
      <p:sp>
        <p:nvSpPr>
          <p:cNvPr id="219" name="object-219">
            <a:extLst>
              <a:ext uri="{FF2B5EF4-FFF2-40B4-BE49-F238E27FC236}">
                <a16:creationId xmlns:a16="http://schemas.microsoft.com/office/drawing/2014/main" id="{ACCD29EE-3503-4EC4-9B6B-DF6B1CAAF11A}"/>
              </a:ext>
            </a:extLst>
          </p:cNvPr>
          <p:cNvSpPr>
            <a:spLocks noGrp="1"/>
          </p:cNvSpPr>
          <p:nvPr/>
        </p:nvSpPr>
        <p:spPr>
          <a:xfrm>
            <a:off x="3814763" y="5238750"/>
            <a:ext cx="104775" cy="547688"/>
          </a:xfrm>
          <a:prstGeom prst="rect">
            <a:avLst/>
          </a:prstGeom>
          <a:solidFill>
            <a:srgbClr val="1D4ED8"/>
          </a:solidFill>
          <a:ln w="13097">
            <a:solidFill>
              <a:srgbClr val="172B4D"/>
            </a:solidFill>
          </a:ln>
        </p:spPr>
      </p:sp>
      <p:sp>
        <p:nvSpPr>
          <p:cNvPr id="220" name="object-220">
            <a:extLst>
              <a:ext uri="{FF2B5EF4-FFF2-40B4-BE49-F238E27FC236}">
                <a16:creationId xmlns:a16="http://schemas.microsoft.com/office/drawing/2014/main" id="{E56D6F2A-5C47-46F2-B809-AD9C702A8657}"/>
              </a:ext>
            </a:extLst>
          </p:cNvPr>
          <p:cNvSpPr>
            <a:spLocks noGrp="1"/>
          </p:cNvSpPr>
          <p:nvPr/>
        </p:nvSpPr>
        <p:spPr>
          <a:xfrm>
            <a:off x="3919538" y="5238750"/>
            <a:ext cx="104775" cy="547688"/>
          </a:xfrm>
          <a:prstGeom prst="rect">
            <a:avLst/>
          </a:prstGeom>
          <a:solidFill>
            <a:srgbClr val="1D4ED8"/>
          </a:solidFill>
          <a:ln w="13097">
            <a:solidFill>
              <a:srgbClr val="172B4D"/>
            </a:solidFill>
          </a:ln>
        </p:spPr>
      </p:sp>
      <p:sp>
        <p:nvSpPr>
          <p:cNvPr id="221" name="object-221">
            <a:extLst>
              <a:ext uri="{FF2B5EF4-FFF2-40B4-BE49-F238E27FC236}">
                <a16:creationId xmlns:a16="http://schemas.microsoft.com/office/drawing/2014/main" id="{B1493C92-5FF2-4208-8652-539B8037A0C0}"/>
              </a:ext>
            </a:extLst>
          </p:cNvPr>
          <p:cNvSpPr>
            <a:spLocks noGrp="1"/>
          </p:cNvSpPr>
          <p:nvPr/>
        </p:nvSpPr>
        <p:spPr>
          <a:xfrm>
            <a:off x="4024313" y="5238750"/>
            <a:ext cx="104775" cy="547688"/>
          </a:xfrm>
          <a:prstGeom prst="rect">
            <a:avLst/>
          </a:prstGeom>
          <a:solidFill>
            <a:srgbClr val="1D4ED8"/>
          </a:solidFill>
          <a:ln w="13097">
            <a:solidFill>
              <a:srgbClr val="172B4D"/>
            </a:solidFill>
          </a:ln>
        </p:spPr>
      </p:sp>
      <p:sp>
        <p:nvSpPr>
          <p:cNvPr id="222" name="object-222">
            <a:extLst>
              <a:ext uri="{FF2B5EF4-FFF2-40B4-BE49-F238E27FC236}">
                <a16:creationId xmlns:a16="http://schemas.microsoft.com/office/drawing/2014/main" id="{05079238-D41C-495B-816C-6F27A77F02FC}"/>
              </a:ext>
            </a:extLst>
          </p:cNvPr>
          <p:cNvSpPr>
            <a:spLocks noGrp="1"/>
          </p:cNvSpPr>
          <p:nvPr/>
        </p:nvSpPr>
        <p:spPr>
          <a:xfrm>
            <a:off x="4129088" y="5238750"/>
            <a:ext cx="104775" cy="547688"/>
          </a:xfrm>
          <a:prstGeom prst="rect">
            <a:avLst/>
          </a:prstGeom>
          <a:solidFill>
            <a:srgbClr val="1D4ED8"/>
          </a:solidFill>
          <a:ln w="13097">
            <a:solidFill>
              <a:srgbClr val="172B4D"/>
            </a:solidFill>
          </a:ln>
        </p:spPr>
      </p:sp>
      <p:sp>
        <p:nvSpPr>
          <p:cNvPr id="223" name="object-223">
            <a:extLst>
              <a:ext uri="{FF2B5EF4-FFF2-40B4-BE49-F238E27FC236}">
                <a16:creationId xmlns:a16="http://schemas.microsoft.com/office/drawing/2014/main" id="{DB0803AA-511D-46BC-870D-67FC9523C8B8}"/>
              </a:ext>
            </a:extLst>
          </p:cNvPr>
          <p:cNvSpPr>
            <a:spLocks noGrp="1"/>
          </p:cNvSpPr>
          <p:nvPr/>
        </p:nvSpPr>
        <p:spPr>
          <a:xfrm>
            <a:off x="4233863" y="5238750"/>
            <a:ext cx="104775" cy="547688"/>
          </a:xfrm>
          <a:prstGeom prst="rect">
            <a:avLst/>
          </a:prstGeom>
          <a:solidFill>
            <a:srgbClr val="1D4ED8"/>
          </a:solidFill>
          <a:ln w="13097">
            <a:solidFill>
              <a:srgbClr val="172B4D"/>
            </a:solidFill>
          </a:ln>
        </p:spPr>
      </p:sp>
      <p:sp>
        <p:nvSpPr>
          <p:cNvPr id="224" name="object-224">
            <a:extLst>
              <a:ext uri="{FF2B5EF4-FFF2-40B4-BE49-F238E27FC236}">
                <a16:creationId xmlns:a16="http://schemas.microsoft.com/office/drawing/2014/main" id="{58FA13BA-3A06-4F45-AEBB-193704483BAA}"/>
              </a:ext>
            </a:extLst>
          </p:cNvPr>
          <p:cNvSpPr>
            <a:spLocks noGrp="1"/>
          </p:cNvSpPr>
          <p:nvPr/>
        </p:nvSpPr>
        <p:spPr>
          <a:xfrm>
            <a:off x="4338638" y="5238750"/>
            <a:ext cx="104775" cy="547688"/>
          </a:xfrm>
          <a:prstGeom prst="rect">
            <a:avLst/>
          </a:prstGeom>
          <a:solidFill>
            <a:srgbClr val="1D4ED8"/>
          </a:solidFill>
          <a:ln w="13097">
            <a:solidFill>
              <a:srgbClr val="172B4D"/>
            </a:solidFill>
          </a:ln>
        </p:spPr>
      </p:sp>
      <p:sp>
        <p:nvSpPr>
          <p:cNvPr id="225" name="object-225">
            <a:extLst>
              <a:ext uri="{FF2B5EF4-FFF2-40B4-BE49-F238E27FC236}">
                <a16:creationId xmlns:a16="http://schemas.microsoft.com/office/drawing/2014/main" id="{E18279B0-DF9C-4694-8A8F-2D3CD21D6EC2}"/>
              </a:ext>
            </a:extLst>
          </p:cNvPr>
          <p:cNvSpPr>
            <a:spLocks noGrp="1"/>
          </p:cNvSpPr>
          <p:nvPr/>
        </p:nvSpPr>
        <p:spPr>
          <a:xfrm>
            <a:off x="4443413" y="5238750"/>
            <a:ext cx="104775" cy="547688"/>
          </a:xfrm>
          <a:prstGeom prst="rect">
            <a:avLst/>
          </a:prstGeom>
          <a:solidFill>
            <a:srgbClr val="1D4ED8"/>
          </a:solidFill>
          <a:ln w="13097">
            <a:solidFill>
              <a:srgbClr val="172B4D"/>
            </a:solidFill>
          </a:ln>
        </p:spPr>
      </p:sp>
      <p:sp>
        <p:nvSpPr>
          <p:cNvPr id="226" name="object-226">
            <a:extLst>
              <a:ext uri="{FF2B5EF4-FFF2-40B4-BE49-F238E27FC236}">
                <a16:creationId xmlns:a16="http://schemas.microsoft.com/office/drawing/2014/main" id="{92B991EF-9D19-4E19-9FF0-E764ADC8D1E4}"/>
              </a:ext>
            </a:extLst>
          </p:cNvPr>
          <p:cNvSpPr>
            <a:spLocks noGrp="1"/>
          </p:cNvSpPr>
          <p:nvPr/>
        </p:nvSpPr>
        <p:spPr>
          <a:xfrm>
            <a:off x="4548188" y="5238750"/>
            <a:ext cx="104775" cy="547688"/>
          </a:xfrm>
          <a:prstGeom prst="rect">
            <a:avLst/>
          </a:prstGeom>
          <a:solidFill>
            <a:srgbClr val="1D4ED8"/>
          </a:solidFill>
          <a:ln w="13097">
            <a:solidFill>
              <a:srgbClr val="172B4D"/>
            </a:solidFill>
          </a:ln>
        </p:spPr>
      </p:sp>
      <p:sp>
        <p:nvSpPr>
          <p:cNvPr id="227" name="object-227">
            <a:extLst>
              <a:ext uri="{FF2B5EF4-FFF2-40B4-BE49-F238E27FC236}">
                <a16:creationId xmlns:a16="http://schemas.microsoft.com/office/drawing/2014/main" id="{231F8579-586C-4875-A552-3B6C4C72F6CB}"/>
              </a:ext>
            </a:extLst>
          </p:cNvPr>
          <p:cNvSpPr>
            <a:spLocks noGrp="1"/>
          </p:cNvSpPr>
          <p:nvPr/>
        </p:nvSpPr>
        <p:spPr>
          <a:xfrm>
            <a:off x="4652963" y="5238750"/>
            <a:ext cx="104775" cy="547688"/>
          </a:xfrm>
          <a:prstGeom prst="rect">
            <a:avLst/>
          </a:prstGeom>
          <a:solidFill>
            <a:srgbClr val="1D4ED8"/>
          </a:solidFill>
          <a:ln w="13097">
            <a:solidFill>
              <a:srgbClr val="172B4D"/>
            </a:solidFill>
          </a:ln>
        </p:spPr>
      </p:sp>
      <p:sp>
        <p:nvSpPr>
          <p:cNvPr id="228" name="object-228">
            <a:extLst>
              <a:ext uri="{FF2B5EF4-FFF2-40B4-BE49-F238E27FC236}">
                <a16:creationId xmlns:a16="http://schemas.microsoft.com/office/drawing/2014/main" id="{028E3A38-74C4-4E8A-917E-6F37E440BC68}"/>
              </a:ext>
            </a:extLst>
          </p:cNvPr>
          <p:cNvSpPr>
            <a:spLocks noGrp="1"/>
          </p:cNvSpPr>
          <p:nvPr/>
        </p:nvSpPr>
        <p:spPr>
          <a:xfrm>
            <a:off x="4757738" y="5238750"/>
            <a:ext cx="104775" cy="547688"/>
          </a:xfrm>
          <a:prstGeom prst="rect">
            <a:avLst/>
          </a:prstGeom>
          <a:solidFill>
            <a:srgbClr val="1D4ED8"/>
          </a:solidFill>
          <a:ln w="13097">
            <a:solidFill>
              <a:srgbClr val="172B4D"/>
            </a:solidFill>
          </a:ln>
        </p:spPr>
      </p:sp>
      <p:sp>
        <p:nvSpPr>
          <p:cNvPr id="229" name="object-229">
            <a:extLst>
              <a:ext uri="{FF2B5EF4-FFF2-40B4-BE49-F238E27FC236}">
                <a16:creationId xmlns:a16="http://schemas.microsoft.com/office/drawing/2014/main" id="{E69E7822-46C7-4272-9587-FD82BAE31BBF}"/>
              </a:ext>
            </a:extLst>
          </p:cNvPr>
          <p:cNvSpPr>
            <a:spLocks noGrp="1"/>
          </p:cNvSpPr>
          <p:nvPr/>
        </p:nvSpPr>
        <p:spPr>
          <a:xfrm>
            <a:off x="4862513" y="5238750"/>
            <a:ext cx="104775" cy="547688"/>
          </a:xfrm>
          <a:prstGeom prst="rect">
            <a:avLst/>
          </a:prstGeom>
          <a:solidFill>
            <a:srgbClr val="1D4ED8"/>
          </a:solidFill>
          <a:ln w="13097">
            <a:solidFill>
              <a:srgbClr val="172B4D"/>
            </a:solidFill>
          </a:ln>
        </p:spPr>
      </p:sp>
      <p:sp>
        <p:nvSpPr>
          <p:cNvPr id="230" name="object-230">
            <a:extLst>
              <a:ext uri="{FF2B5EF4-FFF2-40B4-BE49-F238E27FC236}">
                <a16:creationId xmlns:a16="http://schemas.microsoft.com/office/drawing/2014/main" id="{7E5C665D-EA55-4031-8B55-A00FB33B6795}"/>
              </a:ext>
            </a:extLst>
          </p:cNvPr>
          <p:cNvSpPr>
            <a:spLocks noGrp="1"/>
          </p:cNvSpPr>
          <p:nvPr/>
        </p:nvSpPr>
        <p:spPr>
          <a:xfrm>
            <a:off x="4967288" y="5238750"/>
            <a:ext cx="104775" cy="547688"/>
          </a:xfrm>
          <a:prstGeom prst="rect">
            <a:avLst/>
          </a:prstGeom>
          <a:solidFill>
            <a:srgbClr val="1D4ED8"/>
          </a:solidFill>
          <a:ln w="13097">
            <a:solidFill>
              <a:srgbClr val="172B4D"/>
            </a:solidFill>
          </a:ln>
        </p:spPr>
      </p:sp>
      <p:sp>
        <p:nvSpPr>
          <p:cNvPr id="231" name="object-231">
            <a:extLst>
              <a:ext uri="{FF2B5EF4-FFF2-40B4-BE49-F238E27FC236}">
                <a16:creationId xmlns:a16="http://schemas.microsoft.com/office/drawing/2014/main" id="{15A832DD-4EFD-4598-8FC7-775A5B6D682B}"/>
              </a:ext>
            </a:extLst>
          </p:cNvPr>
          <p:cNvSpPr>
            <a:spLocks noGrp="1"/>
          </p:cNvSpPr>
          <p:nvPr/>
        </p:nvSpPr>
        <p:spPr>
          <a:xfrm>
            <a:off x="5072063" y="5238750"/>
            <a:ext cx="104775" cy="547688"/>
          </a:xfrm>
          <a:prstGeom prst="rect">
            <a:avLst/>
          </a:prstGeom>
          <a:solidFill>
            <a:srgbClr val="1D4ED8"/>
          </a:solidFill>
          <a:ln w="13097">
            <a:solidFill>
              <a:srgbClr val="172B4D"/>
            </a:solidFill>
          </a:ln>
        </p:spPr>
      </p:sp>
      <p:sp>
        <p:nvSpPr>
          <p:cNvPr id="232" name="object-232">
            <a:extLst>
              <a:ext uri="{FF2B5EF4-FFF2-40B4-BE49-F238E27FC236}">
                <a16:creationId xmlns:a16="http://schemas.microsoft.com/office/drawing/2014/main" id="{8D431ABF-1805-43DE-8D98-04CAA1753BC6}"/>
              </a:ext>
            </a:extLst>
          </p:cNvPr>
          <p:cNvSpPr>
            <a:spLocks noGrp="1"/>
          </p:cNvSpPr>
          <p:nvPr/>
        </p:nvSpPr>
        <p:spPr>
          <a:xfrm>
            <a:off x="5176838" y="5238750"/>
            <a:ext cx="104775" cy="547688"/>
          </a:xfrm>
          <a:prstGeom prst="rect">
            <a:avLst/>
          </a:prstGeom>
          <a:solidFill>
            <a:srgbClr val="1D4ED8"/>
          </a:solidFill>
          <a:ln w="13097">
            <a:solidFill>
              <a:srgbClr val="172B4D"/>
            </a:solidFill>
          </a:ln>
        </p:spPr>
      </p:sp>
      <p:sp>
        <p:nvSpPr>
          <p:cNvPr id="233" name="object-233">
            <a:extLst>
              <a:ext uri="{FF2B5EF4-FFF2-40B4-BE49-F238E27FC236}">
                <a16:creationId xmlns:a16="http://schemas.microsoft.com/office/drawing/2014/main" id="{B4D81C52-5168-440E-A24F-20F1B6391642}"/>
              </a:ext>
            </a:extLst>
          </p:cNvPr>
          <p:cNvSpPr>
            <a:spLocks noGrp="1"/>
          </p:cNvSpPr>
          <p:nvPr/>
        </p:nvSpPr>
        <p:spPr>
          <a:xfrm>
            <a:off x="5281613" y="5238750"/>
            <a:ext cx="104775" cy="547688"/>
          </a:xfrm>
          <a:prstGeom prst="rect">
            <a:avLst/>
          </a:prstGeom>
          <a:solidFill>
            <a:srgbClr val="1D4ED8"/>
          </a:solidFill>
          <a:ln w="13097">
            <a:solidFill>
              <a:srgbClr val="172B4D"/>
            </a:solidFill>
          </a:ln>
        </p:spPr>
      </p:sp>
      <p:sp>
        <p:nvSpPr>
          <p:cNvPr id="234" name="object-234">
            <a:extLst>
              <a:ext uri="{FF2B5EF4-FFF2-40B4-BE49-F238E27FC236}">
                <a16:creationId xmlns:a16="http://schemas.microsoft.com/office/drawing/2014/main" id="{44F2EC1A-518A-419A-B8DA-74D1D442A204}"/>
              </a:ext>
            </a:extLst>
          </p:cNvPr>
          <p:cNvSpPr>
            <a:spLocks noGrp="1"/>
          </p:cNvSpPr>
          <p:nvPr/>
        </p:nvSpPr>
        <p:spPr>
          <a:xfrm>
            <a:off x="5386388" y="5238750"/>
            <a:ext cx="104775" cy="547688"/>
          </a:xfrm>
          <a:prstGeom prst="rect">
            <a:avLst/>
          </a:prstGeom>
          <a:solidFill>
            <a:srgbClr val="1D4ED8"/>
          </a:solidFill>
          <a:ln w="13097">
            <a:solidFill>
              <a:srgbClr val="172B4D"/>
            </a:solidFill>
          </a:ln>
        </p:spPr>
      </p:sp>
      <p:sp>
        <p:nvSpPr>
          <p:cNvPr id="235" name="object-235">
            <a:extLst>
              <a:ext uri="{FF2B5EF4-FFF2-40B4-BE49-F238E27FC236}">
                <a16:creationId xmlns:a16="http://schemas.microsoft.com/office/drawing/2014/main" id="{4860B21C-5423-4A71-B48B-53007F151E2D}"/>
              </a:ext>
            </a:extLst>
          </p:cNvPr>
          <p:cNvSpPr>
            <a:spLocks noGrp="1"/>
          </p:cNvSpPr>
          <p:nvPr/>
        </p:nvSpPr>
        <p:spPr>
          <a:xfrm>
            <a:off x="5491163" y="5238750"/>
            <a:ext cx="104775" cy="547688"/>
          </a:xfrm>
          <a:prstGeom prst="rect">
            <a:avLst/>
          </a:prstGeom>
          <a:solidFill>
            <a:srgbClr val="1D4ED8"/>
          </a:solidFill>
          <a:ln w="13097">
            <a:solidFill>
              <a:srgbClr val="172B4D"/>
            </a:solidFill>
          </a:ln>
        </p:spPr>
      </p:sp>
      <p:sp>
        <p:nvSpPr>
          <p:cNvPr id="236" name="object-236">
            <a:extLst>
              <a:ext uri="{FF2B5EF4-FFF2-40B4-BE49-F238E27FC236}">
                <a16:creationId xmlns:a16="http://schemas.microsoft.com/office/drawing/2014/main" id="{920AD0AD-6866-43EB-8D82-9D39EBE20CB7}"/>
              </a:ext>
            </a:extLst>
          </p:cNvPr>
          <p:cNvSpPr>
            <a:spLocks noGrp="1"/>
          </p:cNvSpPr>
          <p:nvPr/>
        </p:nvSpPr>
        <p:spPr>
          <a:xfrm>
            <a:off x="5595938" y="5238750"/>
            <a:ext cx="104775" cy="547688"/>
          </a:xfrm>
          <a:prstGeom prst="rect">
            <a:avLst/>
          </a:prstGeom>
          <a:solidFill>
            <a:srgbClr val="1D4ED8"/>
          </a:solidFill>
          <a:ln w="13097">
            <a:solidFill>
              <a:srgbClr val="172B4D"/>
            </a:solidFill>
          </a:ln>
        </p:spPr>
      </p:sp>
      <p:sp>
        <p:nvSpPr>
          <p:cNvPr id="237" name="object-237">
            <a:extLst>
              <a:ext uri="{FF2B5EF4-FFF2-40B4-BE49-F238E27FC236}">
                <a16:creationId xmlns:a16="http://schemas.microsoft.com/office/drawing/2014/main" id="{362DF1E2-E8E9-42D3-8339-7D29B0CDC056}"/>
              </a:ext>
            </a:extLst>
          </p:cNvPr>
          <p:cNvSpPr>
            <a:spLocks noGrp="1"/>
          </p:cNvSpPr>
          <p:nvPr/>
        </p:nvSpPr>
        <p:spPr>
          <a:xfrm>
            <a:off x="5700713" y="5238750"/>
            <a:ext cx="104775" cy="547688"/>
          </a:xfrm>
          <a:prstGeom prst="rect">
            <a:avLst/>
          </a:prstGeom>
          <a:solidFill>
            <a:srgbClr val="1D4ED8"/>
          </a:solidFill>
          <a:ln w="13097">
            <a:solidFill>
              <a:srgbClr val="172B4D"/>
            </a:solidFill>
          </a:ln>
        </p:spPr>
      </p:sp>
      <p:sp>
        <p:nvSpPr>
          <p:cNvPr id="238" name="object-238">
            <a:extLst>
              <a:ext uri="{FF2B5EF4-FFF2-40B4-BE49-F238E27FC236}">
                <a16:creationId xmlns:a16="http://schemas.microsoft.com/office/drawing/2014/main" id="{468FEE51-AC54-4273-A536-CE6FC57B7B48}"/>
              </a:ext>
            </a:extLst>
          </p:cNvPr>
          <p:cNvSpPr>
            <a:spLocks noGrp="1"/>
          </p:cNvSpPr>
          <p:nvPr/>
        </p:nvSpPr>
        <p:spPr>
          <a:xfrm>
            <a:off x="5805488" y="5238750"/>
            <a:ext cx="104775" cy="547688"/>
          </a:xfrm>
          <a:prstGeom prst="rect">
            <a:avLst/>
          </a:prstGeom>
          <a:solidFill>
            <a:srgbClr val="1D4ED8"/>
          </a:solidFill>
          <a:ln w="13097">
            <a:solidFill>
              <a:srgbClr val="172B4D"/>
            </a:solidFill>
          </a:ln>
        </p:spPr>
      </p:sp>
      <p:sp>
        <p:nvSpPr>
          <p:cNvPr id="239" name="object-239">
            <a:extLst>
              <a:ext uri="{FF2B5EF4-FFF2-40B4-BE49-F238E27FC236}">
                <a16:creationId xmlns:a16="http://schemas.microsoft.com/office/drawing/2014/main" id="{4C464C69-0861-4EF8-BAD4-C8792F51AEBD}"/>
              </a:ext>
            </a:extLst>
          </p:cNvPr>
          <p:cNvSpPr>
            <a:spLocks noGrp="1"/>
          </p:cNvSpPr>
          <p:nvPr/>
        </p:nvSpPr>
        <p:spPr>
          <a:xfrm>
            <a:off x="5910263" y="5238750"/>
            <a:ext cx="104775" cy="547688"/>
          </a:xfrm>
          <a:prstGeom prst="rect">
            <a:avLst/>
          </a:prstGeom>
          <a:solidFill>
            <a:srgbClr val="1D4ED8"/>
          </a:solidFill>
          <a:ln w="13097">
            <a:solidFill>
              <a:srgbClr val="172B4D"/>
            </a:solidFill>
          </a:ln>
        </p:spPr>
      </p:sp>
      <p:sp>
        <p:nvSpPr>
          <p:cNvPr id="240" name="object-240">
            <a:extLst>
              <a:ext uri="{FF2B5EF4-FFF2-40B4-BE49-F238E27FC236}">
                <a16:creationId xmlns:a16="http://schemas.microsoft.com/office/drawing/2014/main" id="{B9168055-A13E-493E-AC16-3A5AB9FEB41B}"/>
              </a:ext>
            </a:extLst>
          </p:cNvPr>
          <p:cNvSpPr>
            <a:spLocks noGrp="1"/>
          </p:cNvSpPr>
          <p:nvPr/>
        </p:nvSpPr>
        <p:spPr>
          <a:xfrm>
            <a:off x="6015038" y="5238750"/>
            <a:ext cx="104775" cy="547688"/>
          </a:xfrm>
          <a:prstGeom prst="rect">
            <a:avLst/>
          </a:prstGeom>
          <a:solidFill>
            <a:srgbClr val="1D4ED8"/>
          </a:solidFill>
          <a:ln w="13097">
            <a:solidFill>
              <a:srgbClr val="172B4D"/>
            </a:solidFill>
          </a:ln>
        </p:spPr>
      </p:sp>
      <p:sp>
        <p:nvSpPr>
          <p:cNvPr id="241" name="object-241">
            <a:extLst>
              <a:ext uri="{FF2B5EF4-FFF2-40B4-BE49-F238E27FC236}">
                <a16:creationId xmlns:a16="http://schemas.microsoft.com/office/drawing/2014/main" id="{441E4826-531B-412D-AE6F-713445CD3DCC}"/>
              </a:ext>
            </a:extLst>
          </p:cNvPr>
          <p:cNvSpPr>
            <a:spLocks noGrp="1"/>
          </p:cNvSpPr>
          <p:nvPr/>
        </p:nvSpPr>
        <p:spPr>
          <a:xfrm>
            <a:off x="6119813" y="5238750"/>
            <a:ext cx="104775" cy="547688"/>
          </a:xfrm>
          <a:prstGeom prst="rect">
            <a:avLst/>
          </a:prstGeom>
          <a:solidFill>
            <a:srgbClr val="1D4ED8"/>
          </a:solidFill>
          <a:ln w="13097">
            <a:solidFill>
              <a:srgbClr val="172B4D"/>
            </a:solidFill>
          </a:ln>
        </p:spPr>
      </p:sp>
      <p:sp>
        <p:nvSpPr>
          <p:cNvPr id="242" name="object-242">
            <a:extLst>
              <a:ext uri="{FF2B5EF4-FFF2-40B4-BE49-F238E27FC236}">
                <a16:creationId xmlns:a16="http://schemas.microsoft.com/office/drawing/2014/main" id="{B6A140C7-28CE-49AC-8C5A-29B81F37E909}"/>
              </a:ext>
            </a:extLst>
          </p:cNvPr>
          <p:cNvSpPr>
            <a:spLocks noGrp="1"/>
          </p:cNvSpPr>
          <p:nvPr/>
        </p:nvSpPr>
        <p:spPr>
          <a:xfrm>
            <a:off x="6224588" y="5238750"/>
            <a:ext cx="104775" cy="547688"/>
          </a:xfrm>
          <a:prstGeom prst="rect">
            <a:avLst/>
          </a:prstGeom>
          <a:solidFill>
            <a:srgbClr val="1D4ED8"/>
          </a:solidFill>
          <a:ln w="13097">
            <a:solidFill>
              <a:srgbClr val="172B4D"/>
            </a:solidFill>
          </a:ln>
        </p:spPr>
      </p:sp>
      <p:sp>
        <p:nvSpPr>
          <p:cNvPr id="243" name="object-243">
            <a:extLst>
              <a:ext uri="{FF2B5EF4-FFF2-40B4-BE49-F238E27FC236}">
                <a16:creationId xmlns:a16="http://schemas.microsoft.com/office/drawing/2014/main" id="{C84E564D-B14B-465B-91EA-4C4D4E5A8805}"/>
              </a:ext>
            </a:extLst>
          </p:cNvPr>
          <p:cNvSpPr>
            <a:spLocks noGrp="1"/>
          </p:cNvSpPr>
          <p:nvPr/>
        </p:nvSpPr>
        <p:spPr>
          <a:xfrm>
            <a:off x="6329363" y="5238750"/>
            <a:ext cx="104775" cy="547688"/>
          </a:xfrm>
          <a:prstGeom prst="rect">
            <a:avLst/>
          </a:prstGeom>
          <a:solidFill>
            <a:srgbClr val="1D4ED8"/>
          </a:solidFill>
          <a:ln w="13097">
            <a:solidFill>
              <a:srgbClr val="172B4D"/>
            </a:solidFill>
          </a:ln>
        </p:spPr>
      </p:sp>
      <p:sp>
        <p:nvSpPr>
          <p:cNvPr id="244" name="object-244">
            <a:extLst>
              <a:ext uri="{FF2B5EF4-FFF2-40B4-BE49-F238E27FC236}">
                <a16:creationId xmlns:a16="http://schemas.microsoft.com/office/drawing/2014/main" id="{CA8F0F8A-7F71-48BE-8525-A89E6A9DAF23}"/>
              </a:ext>
            </a:extLst>
          </p:cNvPr>
          <p:cNvSpPr>
            <a:spLocks noGrp="1"/>
          </p:cNvSpPr>
          <p:nvPr/>
        </p:nvSpPr>
        <p:spPr>
          <a:xfrm>
            <a:off x="6434138" y="5238750"/>
            <a:ext cx="104775" cy="547688"/>
          </a:xfrm>
          <a:prstGeom prst="rect">
            <a:avLst/>
          </a:prstGeom>
          <a:solidFill>
            <a:srgbClr val="1D4ED8"/>
          </a:solidFill>
          <a:ln w="13097">
            <a:solidFill>
              <a:srgbClr val="172B4D"/>
            </a:solidFill>
          </a:ln>
        </p:spPr>
      </p:sp>
      <p:sp>
        <p:nvSpPr>
          <p:cNvPr id="245" name="object-245">
            <a:extLst>
              <a:ext uri="{FF2B5EF4-FFF2-40B4-BE49-F238E27FC236}">
                <a16:creationId xmlns:a16="http://schemas.microsoft.com/office/drawing/2014/main" id="{29725F20-569A-497A-AF83-0DEA34298D99}"/>
              </a:ext>
            </a:extLst>
          </p:cNvPr>
          <p:cNvSpPr>
            <a:spLocks noGrp="1"/>
          </p:cNvSpPr>
          <p:nvPr/>
        </p:nvSpPr>
        <p:spPr>
          <a:xfrm>
            <a:off x="6538913" y="5238750"/>
            <a:ext cx="104775" cy="547688"/>
          </a:xfrm>
          <a:prstGeom prst="rect">
            <a:avLst/>
          </a:prstGeom>
          <a:solidFill>
            <a:srgbClr val="1D4ED8"/>
          </a:solidFill>
          <a:ln w="13097">
            <a:solidFill>
              <a:srgbClr val="172B4D"/>
            </a:solidFill>
          </a:ln>
        </p:spPr>
      </p:sp>
      <p:sp>
        <p:nvSpPr>
          <p:cNvPr id="246" name="object-246">
            <a:extLst>
              <a:ext uri="{FF2B5EF4-FFF2-40B4-BE49-F238E27FC236}">
                <a16:creationId xmlns:a16="http://schemas.microsoft.com/office/drawing/2014/main" id="{D4E02C83-3982-45EF-BF8D-5E663DDB358D}"/>
              </a:ext>
            </a:extLst>
          </p:cNvPr>
          <p:cNvSpPr>
            <a:spLocks noGrp="1"/>
          </p:cNvSpPr>
          <p:nvPr/>
        </p:nvSpPr>
        <p:spPr>
          <a:xfrm>
            <a:off x="6643688" y="5238750"/>
            <a:ext cx="104775" cy="547688"/>
          </a:xfrm>
          <a:prstGeom prst="rect">
            <a:avLst/>
          </a:prstGeom>
          <a:solidFill>
            <a:srgbClr val="1D4ED8"/>
          </a:solidFill>
          <a:ln w="13097">
            <a:solidFill>
              <a:srgbClr val="172B4D"/>
            </a:solidFill>
          </a:ln>
        </p:spPr>
      </p:sp>
      <p:sp>
        <p:nvSpPr>
          <p:cNvPr id="247" name="object-247">
            <a:extLst>
              <a:ext uri="{FF2B5EF4-FFF2-40B4-BE49-F238E27FC236}">
                <a16:creationId xmlns:a16="http://schemas.microsoft.com/office/drawing/2014/main" id="{6FCCC0D2-984B-479D-A99A-60A6BF900E7F}"/>
              </a:ext>
            </a:extLst>
          </p:cNvPr>
          <p:cNvSpPr>
            <a:spLocks noGrp="1"/>
          </p:cNvSpPr>
          <p:nvPr/>
        </p:nvSpPr>
        <p:spPr>
          <a:xfrm>
            <a:off x="6748463" y="5238750"/>
            <a:ext cx="104775" cy="547688"/>
          </a:xfrm>
          <a:prstGeom prst="rect">
            <a:avLst/>
          </a:prstGeom>
          <a:solidFill>
            <a:srgbClr val="1D4ED8"/>
          </a:solidFill>
          <a:ln w="13097">
            <a:solidFill>
              <a:srgbClr val="172B4D"/>
            </a:solidFill>
          </a:ln>
        </p:spPr>
      </p:sp>
      <p:sp>
        <p:nvSpPr>
          <p:cNvPr id="248" name="object-248">
            <a:extLst>
              <a:ext uri="{FF2B5EF4-FFF2-40B4-BE49-F238E27FC236}">
                <a16:creationId xmlns:a16="http://schemas.microsoft.com/office/drawing/2014/main" id="{8FE24A1A-4469-4FCD-BE22-7EAE371E0DA1}"/>
              </a:ext>
            </a:extLst>
          </p:cNvPr>
          <p:cNvSpPr>
            <a:spLocks noGrp="1"/>
          </p:cNvSpPr>
          <p:nvPr/>
        </p:nvSpPr>
        <p:spPr>
          <a:xfrm>
            <a:off x="6853238" y="5238750"/>
            <a:ext cx="104775" cy="547688"/>
          </a:xfrm>
          <a:prstGeom prst="rect">
            <a:avLst/>
          </a:prstGeom>
          <a:solidFill>
            <a:srgbClr val="1D4ED8"/>
          </a:solidFill>
          <a:ln w="13097">
            <a:solidFill>
              <a:srgbClr val="172B4D"/>
            </a:solidFill>
          </a:ln>
        </p:spPr>
      </p:sp>
      <p:sp>
        <p:nvSpPr>
          <p:cNvPr id="249" name="object-249">
            <a:extLst>
              <a:ext uri="{FF2B5EF4-FFF2-40B4-BE49-F238E27FC236}">
                <a16:creationId xmlns:a16="http://schemas.microsoft.com/office/drawing/2014/main" id="{9D67163F-AA8F-4C2F-A160-6296C90A42DF}"/>
              </a:ext>
            </a:extLst>
          </p:cNvPr>
          <p:cNvSpPr>
            <a:spLocks noGrp="1"/>
          </p:cNvSpPr>
          <p:nvPr/>
        </p:nvSpPr>
        <p:spPr>
          <a:xfrm>
            <a:off x="6958013" y="5238750"/>
            <a:ext cx="104775" cy="547688"/>
          </a:xfrm>
          <a:prstGeom prst="rect">
            <a:avLst/>
          </a:prstGeom>
          <a:solidFill>
            <a:srgbClr val="1D4ED8"/>
          </a:solidFill>
          <a:ln w="13097">
            <a:solidFill>
              <a:srgbClr val="172B4D"/>
            </a:solidFill>
          </a:ln>
        </p:spPr>
      </p:sp>
      <p:sp>
        <p:nvSpPr>
          <p:cNvPr id="250" name="object-250">
            <a:extLst>
              <a:ext uri="{FF2B5EF4-FFF2-40B4-BE49-F238E27FC236}">
                <a16:creationId xmlns:a16="http://schemas.microsoft.com/office/drawing/2014/main" id="{45170DF1-72F5-4D67-A253-A838F308CE55}"/>
              </a:ext>
            </a:extLst>
          </p:cNvPr>
          <p:cNvSpPr>
            <a:spLocks noGrp="1"/>
          </p:cNvSpPr>
          <p:nvPr/>
        </p:nvSpPr>
        <p:spPr>
          <a:xfrm>
            <a:off x="7062788" y="5238750"/>
            <a:ext cx="104775" cy="547688"/>
          </a:xfrm>
          <a:prstGeom prst="rect">
            <a:avLst/>
          </a:prstGeom>
          <a:solidFill>
            <a:srgbClr val="1D4ED8"/>
          </a:solidFill>
          <a:ln w="13097">
            <a:solidFill>
              <a:srgbClr val="172B4D"/>
            </a:solidFill>
          </a:ln>
        </p:spPr>
      </p:sp>
      <p:sp>
        <p:nvSpPr>
          <p:cNvPr id="251" name="object-251">
            <a:extLst>
              <a:ext uri="{FF2B5EF4-FFF2-40B4-BE49-F238E27FC236}">
                <a16:creationId xmlns:a16="http://schemas.microsoft.com/office/drawing/2014/main" id="{5A8AD743-723E-4675-9061-49192B23C717}"/>
              </a:ext>
            </a:extLst>
          </p:cNvPr>
          <p:cNvSpPr>
            <a:spLocks noGrp="1"/>
          </p:cNvSpPr>
          <p:nvPr/>
        </p:nvSpPr>
        <p:spPr>
          <a:xfrm>
            <a:off x="7167563" y="5238750"/>
            <a:ext cx="104775" cy="547688"/>
          </a:xfrm>
          <a:prstGeom prst="rect">
            <a:avLst/>
          </a:prstGeom>
          <a:solidFill>
            <a:srgbClr val="1D4ED8"/>
          </a:solidFill>
          <a:ln w="13097">
            <a:solidFill>
              <a:srgbClr val="172B4D"/>
            </a:solidFill>
          </a:ln>
        </p:spPr>
      </p:sp>
      <p:sp>
        <p:nvSpPr>
          <p:cNvPr id="252" name="object-252">
            <a:extLst>
              <a:ext uri="{FF2B5EF4-FFF2-40B4-BE49-F238E27FC236}">
                <a16:creationId xmlns:a16="http://schemas.microsoft.com/office/drawing/2014/main" id="{7776A389-2C38-4767-9FC5-3E48646ACECE}"/>
              </a:ext>
            </a:extLst>
          </p:cNvPr>
          <p:cNvSpPr>
            <a:spLocks noGrp="1"/>
          </p:cNvSpPr>
          <p:nvPr/>
        </p:nvSpPr>
        <p:spPr>
          <a:xfrm>
            <a:off x="7272338" y="5238750"/>
            <a:ext cx="104775" cy="547688"/>
          </a:xfrm>
          <a:prstGeom prst="rect">
            <a:avLst/>
          </a:prstGeom>
          <a:solidFill>
            <a:srgbClr val="1D4ED8"/>
          </a:solidFill>
          <a:ln w="13097">
            <a:solidFill>
              <a:srgbClr val="172B4D"/>
            </a:solidFill>
          </a:ln>
        </p:spPr>
      </p:sp>
      <p:sp>
        <p:nvSpPr>
          <p:cNvPr id="253" name="object-253">
            <a:extLst>
              <a:ext uri="{FF2B5EF4-FFF2-40B4-BE49-F238E27FC236}">
                <a16:creationId xmlns:a16="http://schemas.microsoft.com/office/drawing/2014/main" id="{7608584D-1D18-461E-9316-FAC5B2356D16}"/>
              </a:ext>
            </a:extLst>
          </p:cNvPr>
          <p:cNvSpPr>
            <a:spLocks noGrp="1"/>
          </p:cNvSpPr>
          <p:nvPr/>
        </p:nvSpPr>
        <p:spPr>
          <a:xfrm>
            <a:off x="7377113" y="5238750"/>
            <a:ext cx="104775" cy="547688"/>
          </a:xfrm>
          <a:prstGeom prst="rect">
            <a:avLst/>
          </a:prstGeom>
          <a:solidFill>
            <a:srgbClr val="1D4ED8"/>
          </a:solidFill>
          <a:ln w="13097">
            <a:solidFill>
              <a:srgbClr val="172B4D"/>
            </a:solidFill>
          </a:ln>
        </p:spPr>
      </p:sp>
      <p:sp>
        <p:nvSpPr>
          <p:cNvPr id="254" name="object-254">
            <a:extLst>
              <a:ext uri="{FF2B5EF4-FFF2-40B4-BE49-F238E27FC236}">
                <a16:creationId xmlns:a16="http://schemas.microsoft.com/office/drawing/2014/main" id="{C4CC8A01-088A-405D-A4BB-807FCFD37250}"/>
              </a:ext>
            </a:extLst>
          </p:cNvPr>
          <p:cNvSpPr>
            <a:spLocks noGrp="1"/>
          </p:cNvSpPr>
          <p:nvPr/>
        </p:nvSpPr>
        <p:spPr>
          <a:xfrm>
            <a:off x="7481888" y="5238750"/>
            <a:ext cx="104775" cy="547688"/>
          </a:xfrm>
          <a:prstGeom prst="rect">
            <a:avLst/>
          </a:prstGeom>
          <a:solidFill>
            <a:srgbClr val="1D4ED8"/>
          </a:solidFill>
          <a:ln w="13097">
            <a:solidFill>
              <a:srgbClr val="172B4D"/>
            </a:solidFill>
          </a:ln>
        </p:spPr>
      </p:sp>
      <p:sp>
        <p:nvSpPr>
          <p:cNvPr id="255" name="object-255">
            <a:extLst>
              <a:ext uri="{FF2B5EF4-FFF2-40B4-BE49-F238E27FC236}">
                <a16:creationId xmlns:a16="http://schemas.microsoft.com/office/drawing/2014/main" id="{AD072CC2-A6CB-4430-BF1A-E375BACF6DE9}"/>
              </a:ext>
            </a:extLst>
          </p:cNvPr>
          <p:cNvSpPr>
            <a:spLocks noGrp="1"/>
          </p:cNvSpPr>
          <p:nvPr/>
        </p:nvSpPr>
        <p:spPr>
          <a:xfrm>
            <a:off x="7586663" y="5238750"/>
            <a:ext cx="104775" cy="547688"/>
          </a:xfrm>
          <a:prstGeom prst="rect">
            <a:avLst/>
          </a:prstGeom>
          <a:solidFill>
            <a:srgbClr val="1D4ED8"/>
          </a:solidFill>
          <a:ln w="13097">
            <a:solidFill>
              <a:srgbClr val="172B4D"/>
            </a:solidFill>
          </a:ln>
        </p:spPr>
      </p:sp>
      <p:sp>
        <p:nvSpPr>
          <p:cNvPr id="256" name="object-256">
            <a:extLst>
              <a:ext uri="{FF2B5EF4-FFF2-40B4-BE49-F238E27FC236}">
                <a16:creationId xmlns:a16="http://schemas.microsoft.com/office/drawing/2014/main" id="{91CE8AF1-31F7-49A2-A124-AC90EBF65B22}"/>
              </a:ext>
            </a:extLst>
          </p:cNvPr>
          <p:cNvSpPr>
            <a:spLocks noGrp="1"/>
          </p:cNvSpPr>
          <p:nvPr/>
        </p:nvSpPr>
        <p:spPr>
          <a:xfrm>
            <a:off x="7691438" y="5238750"/>
            <a:ext cx="104775" cy="547688"/>
          </a:xfrm>
          <a:prstGeom prst="rect">
            <a:avLst/>
          </a:prstGeom>
          <a:solidFill>
            <a:srgbClr val="1D4ED8"/>
          </a:solidFill>
          <a:ln w="13097">
            <a:solidFill>
              <a:srgbClr val="172B4D"/>
            </a:solidFill>
          </a:ln>
        </p:spPr>
      </p:sp>
      <p:sp>
        <p:nvSpPr>
          <p:cNvPr id="257" name="object-257">
            <a:extLst>
              <a:ext uri="{FF2B5EF4-FFF2-40B4-BE49-F238E27FC236}">
                <a16:creationId xmlns:a16="http://schemas.microsoft.com/office/drawing/2014/main" id="{04F11CE2-9A48-408C-8451-71BC4EF618F4}"/>
              </a:ext>
            </a:extLst>
          </p:cNvPr>
          <p:cNvSpPr>
            <a:spLocks noGrp="1"/>
          </p:cNvSpPr>
          <p:nvPr/>
        </p:nvSpPr>
        <p:spPr>
          <a:xfrm>
            <a:off x="7796213" y="5238750"/>
            <a:ext cx="104775" cy="547688"/>
          </a:xfrm>
          <a:prstGeom prst="rect">
            <a:avLst/>
          </a:prstGeom>
          <a:solidFill>
            <a:srgbClr val="1D4ED8"/>
          </a:solidFill>
          <a:ln w="13097">
            <a:solidFill>
              <a:srgbClr val="172B4D"/>
            </a:solidFill>
          </a:ln>
        </p:spPr>
      </p:sp>
      <p:sp>
        <p:nvSpPr>
          <p:cNvPr id="258" name="object-258">
            <a:extLst>
              <a:ext uri="{FF2B5EF4-FFF2-40B4-BE49-F238E27FC236}">
                <a16:creationId xmlns:a16="http://schemas.microsoft.com/office/drawing/2014/main" id="{5FA59122-F46D-4001-8607-089C00578E49}"/>
              </a:ext>
            </a:extLst>
          </p:cNvPr>
          <p:cNvSpPr>
            <a:spLocks noGrp="1"/>
          </p:cNvSpPr>
          <p:nvPr/>
        </p:nvSpPr>
        <p:spPr>
          <a:xfrm>
            <a:off x="7900988" y="5238750"/>
            <a:ext cx="104775" cy="547688"/>
          </a:xfrm>
          <a:prstGeom prst="rect">
            <a:avLst/>
          </a:prstGeom>
          <a:solidFill>
            <a:srgbClr val="1D4ED8"/>
          </a:solidFill>
          <a:ln w="13097">
            <a:solidFill>
              <a:srgbClr val="172B4D"/>
            </a:solidFill>
          </a:ln>
        </p:spPr>
      </p:sp>
      <p:sp>
        <p:nvSpPr>
          <p:cNvPr id="259" name="object-259">
            <a:extLst>
              <a:ext uri="{FF2B5EF4-FFF2-40B4-BE49-F238E27FC236}">
                <a16:creationId xmlns:a16="http://schemas.microsoft.com/office/drawing/2014/main" id="{212B28A8-88BC-479F-8114-E12007FC0385}"/>
              </a:ext>
            </a:extLst>
          </p:cNvPr>
          <p:cNvSpPr>
            <a:spLocks noGrp="1"/>
          </p:cNvSpPr>
          <p:nvPr/>
        </p:nvSpPr>
        <p:spPr>
          <a:xfrm>
            <a:off x="8005763" y="5238750"/>
            <a:ext cx="104775" cy="547688"/>
          </a:xfrm>
          <a:prstGeom prst="rect">
            <a:avLst/>
          </a:prstGeom>
          <a:solidFill>
            <a:srgbClr val="1D4ED8"/>
          </a:solidFill>
          <a:ln w="13097">
            <a:solidFill>
              <a:srgbClr val="172B4D"/>
            </a:solidFill>
          </a:ln>
        </p:spPr>
      </p:sp>
      <p:sp>
        <p:nvSpPr>
          <p:cNvPr id="260" name="object-260">
            <a:extLst>
              <a:ext uri="{FF2B5EF4-FFF2-40B4-BE49-F238E27FC236}">
                <a16:creationId xmlns:a16="http://schemas.microsoft.com/office/drawing/2014/main" id="{F4040398-5CD2-4CAD-9618-56D698EE2239}"/>
              </a:ext>
            </a:extLst>
          </p:cNvPr>
          <p:cNvSpPr>
            <a:spLocks noGrp="1"/>
          </p:cNvSpPr>
          <p:nvPr/>
        </p:nvSpPr>
        <p:spPr>
          <a:xfrm>
            <a:off x="8110538" y="5238750"/>
            <a:ext cx="104775" cy="547688"/>
          </a:xfrm>
          <a:prstGeom prst="rect">
            <a:avLst/>
          </a:prstGeom>
          <a:solidFill>
            <a:srgbClr val="1D4ED8"/>
          </a:solidFill>
          <a:ln w="13097">
            <a:solidFill>
              <a:srgbClr val="172B4D"/>
            </a:solidFill>
          </a:ln>
        </p:spPr>
      </p:sp>
      <p:sp>
        <p:nvSpPr>
          <p:cNvPr id="261" name="object-261">
            <a:extLst>
              <a:ext uri="{FF2B5EF4-FFF2-40B4-BE49-F238E27FC236}">
                <a16:creationId xmlns:a16="http://schemas.microsoft.com/office/drawing/2014/main" id="{3DAF5F1C-21ED-4760-AF77-AE846572B203}"/>
              </a:ext>
            </a:extLst>
          </p:cNvPr>
          <p:cNvSpPr>
            <a:spLocks noGrp="1"/>
          </p:cNvSpPr>
          <p:nvPr/>
        </p:nvSpPr>
        <p:spPr>
          <a:xfrm>
            <a:off x="8215313" y="5238750"/>
            <a:ext cx="104775" cy="547688"/>
          </a:xfrm>
          <a:prstGeom prst="rect">
            <a:avLst/>
          </a:prstGeom>
          <a:solidFill>
            <a:srgbClr val="1D4ED8"/>
          </a:solidFill>
          <a:ln w="13097">
            <a:solidFill>
              <a:srgbClr val="172B4D"/>
            </a:solidFill>
          </a:ln>
        </p:spPr>
      </p:sp>
      <p:sp>
        <p:nvSpPr>
          <p:cNvPr id="262" name="object-262">
            <a:extLst>
              <a:ext uri="{FF2B5EF4-FFF2-40B4-BE49-F238E27FC236}">
                <a16:creationId xmlns:a16="http://schemas.microsoft.com/office/drawing/2014/main" id="{8DEF449B-46C2-4FA4-ABDD-A88169AB233C}"/>
              </a:ext>
            </a:extLst>
          </p:cNvPr>
          <p:cNvSpPr>
            <a:spLocks noGrp="1"/>
          </p:cNvSpPr>
          <p:nvPr/>
        </p:nvSpPr>
        <p:spPr>
          <a:xfrm>
            <a:off x="8320088" y="5238750"/>
            <a:ext cx="104775" cy="547688"/>
          </a:xfrm>
          <a:prstGeom prst="rect">
            <a:avLst/>
          </a:prstGeom>
          <a:solidFill>
            <a:srgbClr val="1D4ED8"/>
          </a:solidFill>
          <a:ln w="13097">
            <a:solidFill>
              <a:srgbClr val="172B4D"/>
            </a:solidFill>
          </a:ln>
        </p:spPr>
      </p:sp>
      <p:sp>
        <p:nvSpPr>
          <p:cNvPr id="263" name="object-263">
            <a:extLst>
              <a:ext uri="{FF2B5EF4-FFF2-40B4-BE49-F238E27FC236}">
                <a16:creationId xmlns:a16="http://schemas.microsoft.com/office/drawing/2014/main" id="{6F8CD139-1E5F-42C1-B728-AFCD9EAA5339}"/>
              </a:ext>
            </a:extLst>
          </p:cNvPr>
          <p:cNvSpPr>
            <a:spLocks noGrp="1"/>
          </p:cNvSpPr>
          <p:nvPr/>
        </p:nvSpPr>
        <p:spPr>
          <a:xfrm>
            <a:off x="8424863" y="5238750"/>
            <a:ext cx="104775" cy="547688"/>
          </a:xfrm>
          <a:prstGeom prst="rect">
            <a:avLst/>
          </a:prstGeom>
          <a:solidFill>
            <a:srgbClr val="1D4ED8"/>
          </a:solidFill>
          <a:ln w="13097">
            <a:solidFill>
              <a:srgbClr val="172B4D"/>
            </a:solidFill>
          </a:ln>
        </p:spPr>
      </p:sp>
      <p:sp>
        <p:nvSpPr>
          <p:cNvPr id="264" name="object-264">
            <a:extLst>
              <a:ext uri="{FF2B5EF4-FFF2-40B4-BE49-F238E27FC236}">
                <a16:creationId xmlns:a16="http://schemas.microsoft.com/office/drawing/2014/main" id="{3ED9D894-3784-442A-B10F-F8B06440D5BA}"/>
              </a:ext>
            </a:extLst>
          </p:cNvPr>
          <p:cNvSpPr>
            <a:spLocks noGrp="1"/>
          </p:cNvSpPr>
          <p:nvPr/>
        </p:nvSpPr>
        <p:spPr>
          <a:xfrm>
            <a:off x="8529638" y="5238750"/>
            <a:ext cx="104775" cy="547688"/>
          </a:xfrm>
          <a:prstGeom prst="rect">
            <a:avLst/>
          </a:prstGeom>
          <a:solidFill>
            <a:srgbClr val="1D4ED8"/>
          </a:solidFill>
          <a:ln w="13097">
            <a:solidFill>
              <a:srgbClr val="172B4D"/>
            </a:solidFill>
          </a:ln>
        </p:spPr>
      </p:sp>
      <p:sp>
        <p:nvSpPr>
          <p:cNvPr id="265" name="object-265">
            <a:extLst>
              <a:ext uri="{FF2B5EF4-FFF2-40B4-BE49-F238E27FC236}">
                <a16:creationId xmlns:a16="http://schemas.microsoft.com/office/drawing/2014/main" id="{18806925-7AE5-40CE-8813-45E3DBD98826}"/>
              </a:ext>
            </a:extLst>
          </p:cNvPr>
          <p:cNvSpPr>
            <a:spLocks noGrp="1"/>
          </p:cNvSpPr>
          <p:nvPr/>
        </p:nvSpPr>
        <p:spPr>
          <a:xfrm>
            <a:off x="8634413" y="5238750"/>
            <a:ext cx="104775" cy="547688"/>
          </a:xfrm>
          <a:prstGeom prst="rect">
            <a:avLst/>
          </a:prstGeom>
          <a:solidFill>
            <a:srgbClr val="1D4ED8"/>
          </a:solidFill>
          <a:ln w="13097">
            <a:solidFill>
              <a:srgbClr val="172B4D"/>
            </a:solidFill>
          </a:ln>
        </p:spPr>
      </p:sp>
      <p:sp>
        <p:nvSpPr>
          <p:cNvPr id="266" name="object-266">
            <a:extLst>
              <a:ext uri="{FF2B5EF4-FFF2-40B4-BE49-F238E27FC236}">
                <a16:creationId xmlns:a16="http://schemas.microsoft.com/office/drawing/2014/main" id="{D2E8B5F3-374B-4399-A462-0A5A8E66DECA}"/>
              </a:ext>
            </a:extLst>
          </p:cNvPr>
          <p:cNvSpPr>
            <a:spLocks noGrp="1"/>
          </p:cNvSpPr>
          <p:nvPr/>
        </p:nvSpPr>
        <p:spPr>
          <a:xfrm>
            <a:off x="8739188" y="5238750"/>
            <a:ext cx="104775" cy="547688"/>
          </a:xfrm>
          <a:prstGeom prst="rect">
            <a:avLst/>
          </a:prstGeom>
          <a:solidFill>
            <a:srgbClr val="1D4ED8"/>
          </a:solidFill>
          <a:ln w="13097">
            <a:solidFill>
              <a:srgbClr val="172B4D"/>
            </a:solidFill>
          </a:ln>
        </p:spPr>
      </p:sp>
      <p:sp>
        <p:nvSpPr>
          <p:cNvPr id="267" name="object-267">
            <a:extLst>
              <a:ext uri="{FF2B5EF4-FFF2-40B4-BE49-F238E27FC236}">
                <a16:creationId xmlns:a16="http://schemas.microsoft.com/office/drawing/2014/main" id="{CE777D3F-4A80-4942-97DF-2A6F29B45D5B}"/>
              </a:ext>
            </a:extLst>
          </p:cNvPr>
          <p:cNvSpPr>
            <a:spLocks noGrp="1"/>
          </p:cNvSpPr>
          <p:nvPr/>
        </p:nvSpPr>
        <p:spPr>
          <a:xfrm>
            <a:off x="8843963" y="5238750"/>
            <a:ext cx="104775" cy="547688"/>
          </a:xfrm>
          <a:prstGeom prst="rect">
            <a:avLst/>
          </a:prstGeom>
          <a:solidFill>
            <a:srgbClr val="1D4ED8"/>
          </a:solidFill>
          <a:ln w="13097">
            <a:solidFill>
              <a:srgbClr val="172B4D"/>
            </a:solidFill>
          </a:ln>
        </p:spPr>
      </p:sp>
      <p:sp>
        <p:nvSpPr>
          <p:cNvPr id="268" name="object-268">
            <a:extLst>
              <a:ext uri="{FF2B5EF4-FFF2-40B4-BE49-F238E27FC236}">
                <a16:creationId xmlns:a16="http://schemas.microsoft.com/office/drawing/2014/main" id="{187B70C1-0615-48B9-AB8A-781D40E69EF0}"/>
              </a:ext>
            </a:extLst>
          </p:cNvPr>
          <p:cNvSpPr>
            <a:spLocks noGrp="1"/>
          </p:cNvSpPr>
          <p:nvPr/>
        </p:nvSpPr>
        <p:spPr>
          <a:xfrm>
            <a:off x="8948738" y="5238750"/>
            <a:ext cx="104775" cy="547688"/>
          </a:xfrm>
          <a:prstGeom prst="rect">
            <a:avLst/>
          </a:prstGeom>
          <a:solidFill>
            <a:srgbClr val="1D4ED8"/>
          </a:solidFill>
          <a:ln w="13097">
            <a:solidFill>
              <a:srgbClr val="172B4D"/>
            </a:solidFill>
          </a:ln>
        </p:spPr>
      </p:sp>
      <p:sp>
        <p:nvSpPr>
          <p:cNvPr id="269" name="object-269">
            <a:extLst>
              <a:ext uri="{FF2B5EF4-FFF2-40B4-BE49-F238E27FC236}">
                <a16:creationId xmlns:a16="http://schemas.microsoft.com/office/drawing/2014/main" id="{6CEC2596-5735-477B-B33D-B59381182F33}"/>
              </a:ext>
            </a:extLst>
          </p:cNvPr>
          <p:cNvSpPr>
            <a:spLocks noGrp="1"/>
          </p:cNvSpPr>
          <p:nvPr/>
        </p:nvSpPr>
        <p:spPr>
          <a:xfrm>
            <a:off x="9053513" y="5238750"/>
            <a:ext cx="104775" cy="547688"/>
          </a:xfrm>
          <a:prstGeom prst="rect">
            <a:avLst/>
          </a:prstGeom>
          <a:solidFill>
            <a:srgbClr val="1D4ED8"/>
          </a:solidFill>
          <a:ln w="13097">
            <a:solidFill>
              <a:srgbClr val="172B4D"/>
            </a:solidFill>
          </a:ln>
        </p:spPr>
      </p:sp>
      <p:sp>
        <p:nvSpPr>
          <p:cNvPr id="270" name="object-270">
            <a:extLst>
              <a:ext uri="{FF2B5EF4-FFF2-40B4-BE49-F238E27FC236}">
                <a16:creationId xmlns:a16="http://schemas.microsoft.com/office/drawing/2014/main" id="{94F02A00-F702-4A81-8C2C-3EF9B4CCC24F}"/>
              </a:ext>
            </a:extLst>
          </p:cNvPr>
          <p:cNvSpPr>
            <a:spLocks noGrp="1"/>
          </p:cNvSpPr>
          <p:nvPr/>
        </p:nvSpPr>
        <p:spPr>
          <a:xfrm>
            <a:off x="9158288" y="5238750"/>
            <a:ext cx="104775" cy="547688"/>
          </a:xfrm>
          <a:prstGeom prst="rect">
            <a:avLst/>
          </a:prstGeom>
          <a:solidFill>
            <a:srgbClr val="1D4ED8"/>
          </a:solidFill>
          <a:ln w="13097">
            <a:solidFill>
              <a:srgbClr val="172B4D"/>
            </a:solidFill>
          </a:ln>
        </p:spPr>
      </p:sp>
      <p:sp>
        <p:nvSpPr>
          <p:cNvPr id="271" name="object-271">
            <a:extLst>
              <a:ext uri="{FF2B5EF4-FFF2-40B4-BE49-F238E27FC236}">
                <a16:creationId xmlns:a16="http://schemas.microsoft.com/office/drawing/2014/main" id="{ECEF34FE-5F40-44B0-8CC7-E9A0C297AB2D}"/>
              </a:ext>
            </a:extLst>
          </p:cNvPr>
          <p:cNvSpPr>
            <a:spLocks noGrp="1"/>
          </p:cNvSpPr>
          <p:nvPr/>
        </p:nvSpPr>
        <p:spPr>
          <a:xfrm>
            <a:off x="9263063" y="5238750"/>
            <a:ext cx="104775" cy="547688"/>
          </a:xfrm>
          <a:prstGeom prst="rect">
            <a:avLst/>
          </a:prstGeom>
          <a:solidFill>
            <a:srgbClr val="1D4ED8"/>
          </a:solidFill>
          <a:ln w="13097">
            <a:solidFill>
              <a:srgbClr val="172B4D"/>
            </a:solidFill>
          </a:ln>
        </p:spPr>
      </p:sp>
      <p:sp>
        <p:nvSpPr>
          <p:cNvPr id="272" name="object-272">
            <a:extLst>
              <a:ext uri="{FF2B5EF4-FFF2-40B4-BE49-F238E27FC236}">
                <a16:creationId xmlns:a16="http://schemas.microsoft.com/office/drawing/2014/main" id="{0503622E-7AC0-434E-84BE-70483FB978CE}"/>
              </a:ext>
            </a:extLst>
          </p:cNvPr>
          <p:cNvSpPr>
            <a:spLocks noGrp="1"/>
          </p:cNvSpPr>
          <p:nvPr/>
        </p:nvSpPr>
        <p:spPr>
          <a:xfrm>
            <a:off x="9367838" y="5238750"/>
            <a:ext cx="104775" cy="547688"/>
          </a:xfrm>
          <a:prstGeom prst="rect">
            <a:avLst/>
          </a:prstGeom>
          <a:solidFill>
            <a:srgbClr val="1D4ED8"/>
          </a:solidFill>
          <a:ln w="13097">
            <a:solidFill>
              <a:srgbClr val="172B4D"/>
            </a:solidFill>
          </a:ln>
        </p:spPr>
      </p:sp>
      <p:sp>
        <p:nvSpPr>
          <p:cNvPr id="273" name="object-273">
            <a:extLst>
              <a:ext uri="{FF2B5EF4-FFF2-40B4-BE49-F238E27FC236}">
                <a16:creationId xmlns:a16="http://schemas.microsoft.com/office/drawing/2014/main" id="{A51DD786-6293-4B5B-B3D2-75542F787856}"/>
              </a:ext>
            </a:extLst>
          </p:cNvPr>
          <p:cNvSpPr>
            <a:spLocks noGrp="1"/>
          </p:cNvSpPr>
          <p:nvPr/>
        </p:nvSpPr>
        <p:spPr>
          <a:xfrm>
            <a:off x="9472613" y="5238750"/>
            <a:ext cx="104775" cy="547688"/>
          </a:xfrm>
          <a:prstGeom prst="rect">
            <a:avLst/>
          </a:prstGeom>
          <a:solidFill>
            <a:srgbClr val="FFFFFF"/>
          </a:solidFill>
          <a:ln w="13097">
            <a:solidFill>
              <a:srgbClr val="172B4D"/>
            </a:solidFill>
          </a:ln>
        </p:spPr>
      </p:sp>
      <p:sp>
        <p:nvSpPr>
          <p:cNvPr id="274" name="object-274">
            <a:extLst>
              <a:ext uri="{FF2B5EF4-FFF2-40B4-BE49-F238E27FC236}">
                <a16:creationId xmlns:a16="http://schemas.microsoft.com/office/drawing/2014/main" id="{D2EABC94-CE56-4C42-BF50-EB7F324990AD}"/>
              </a:ext>
            </a:extLst>
          </p:cNvPr>
          <p:cNvSpPr>
            <a:spLocks noGrp="1"/>
          </p:cNvSpPr>
          <p:nvPr/>
        </p:nvSpPr>
        <p:spPr>
          <a:xfrm>
            <a:off x="9577388" y="5238750"/>
            <a:ext cx="104775" cy="547688"/>
          </a:xfrm>
          <a:prstGeom prst="rect">
            <a:avLst/>
          </a:prstGeom>
          <a:solidFill>
            <a:srgbClr val="FFFFFF"/>
          </a:solidFill>
          <a:ln w="13097">
            <a:solidFill>
              <a:srgbClr val="172B4D"/>
            </a:solidFill>
          </a:ln>
        </p:spPr>
      </p:sp>
      <p:sp>
        <p:nvSpPr>
          <p:cNvPr id="275" name="object-275">
            <a:extLst>
              <a:ext uri="{FF2B5EF4-FFF2-40B4-BE49-F238E27FC236}">
                <a16:creationId xmlns:a16="http://schemas.microsoft.com/office/drawing/2014/main" id="{FBF43CDB-C409-45D6-9326-0F34AE55740E}"/>
              </a:ext>
            </a:extLst>
          </p:cNvPr>
          <p:cNvSpPr>
            <a:spLocks noGrp="1"/>
          </p:cNvSpPr>
          <p:nvPr/>
        </p:nvSpPr>
        <p:spPr>
          <a:xfrm>
            <a:off x="9682163" y="5238750"/>
            <a:ext cx="104775" cy="547688"/>
          </a:xfrm>
          <a:prstGeom prst="rect">
            <a:avLst/>
          </a:prstGeom>
          <a:solidFill>
            <a:srgbClr val="FFFFFF"/>
          </a:solidFill>
          <a:ln w="13097">
            <a:solidFill>
              <a:srgbClr val="172B4D"/>
            </a:solidFill>
          </a:ln>
        </p:spPr>
      </p:sp>
      <p:sp>
        <p:nvSpPr>
          <p:cNvPr id="276" name="object-276">
            <a:extLst>
              <a:ext uri="{FF2B5EF4-FFF2-40B4-BE49-F238E27FC236}">
                <a16:creationId xmlns:a16="http://schemas.microsoft.com/office/drawing/2014/main" id="{F1799831-F785-44F0-85CC-9A610B9EF831}"/>
              </a:ext>
            </a:extLst>
          </p:cNvPr>
          <p:cNvSpPr>
            <a:spLocks noGrp="1"/>
          </p:cNvSpPr>
          <p:nvPr/>
        </p:nvSpPr>
        <p:spPr>
          <a:xfrm>
            <a:off x="9786938" y="5238750"/>
            <a:ext cx="104775" cy="547688"/>
          </a:xfrm>
          <a:prstGeom prst="rect">
            <a:avLst/>
          </a:prstGeom>
          <a:solidFill>
            <a:srgbClr val="FFFFFF"/>
          </a:solidFill>
          <a:ln w="13097">
            <a:solidFill>
              <a:srgbClr val="172B4D"/>
            </a:solidFill>
          </a:ln>
        </p:spPr>
      </p:sp>
      <p:sp>
        <p:nvSpPr>
          <p:cNvPr id="277" name="object-277">
            <a:extLst>
              <a:ext uri="{FF2B5EF4-FFF2-40B4-BE49-F238E27FC236}">
                <a16:creationId xmlns:a16="http://schemas.microsoft.com/office/drawing/2014/main" id="{7D841AEB-F9B5-4DFA-846B-A28FF81A2FF8}"/>
              </a:ext>
            </a:extLst>
          </p:cNvPr>
          <p:cNvSpPr>
            <a:spLocks noGrp="1"/>
          </p:cNvSpPr>
          <p:nvPr/>
        </p:nvSpPr>
        <p:spPr>
          <a:xfrm>
            <a:off x="9891713" y="5238750"/>
            <a:ext cx="104775" cy="547688"/>
          </a:xfrm>
          <a:prstGeom prst="rect">
            <a:avLst/>
          </a:prstGeom>
          <a:solidFill>
            <a:srgbClr val="FFFFFF"/>
          </a:solidFill>
          <a:ln w="13097">
            <a:solidFill>
              <a:srgbClr val="172B4D"/>
            </a:solidFill>
          </a:ln>
        </p:spPr>
      </p:sp>
      <p:sp>
        <p:nvSpPr>
          <p:cNvPr id="278" name="object-278">
            <a:extLst>
              <a:ext uri="{FF2B5EF4-FFF2-40B4-BE49-F238E27FC236}">
                <a16:creationId xmlns:a16="http://schemas.microsoft.com/office/drawing/2014/main" id="{68A5AB8D-9AC9-46A6-8FA9-C32A5929D88C}"/>
              </a:ext>
            </a:extLst>
          </p:cNvPr>
          <p:cNvSpPr>
            <a:spLocks noGrp="1"/>
          </p:cNvSpPr>
          <p:nvPr/>
        </p:nvSpPr>
        <p:spPr>
          <a:xfrm>
            <a:off x="9996488" y="5238750"/>
            <a:ext cx="104775" cy="547688"/>
          </a:xfrm>
          <a:prstGeom prst="rect">
            <a:avLst/>
          </a:prstGeom>
          <a:solidFill>
            <a:srgbClr val="FFFFFF"/>
          </a:solidFill>
          <a:ln w="13097">
            <a:solidFill>
              <a:srgbClr val="172B4D"/>
            </a:solidFill>
          </a:ln>
        </p:spPr>
      </p:sp>
      <p:sp>
        <p:nvSpPr>
          <p:cNvPr id="279" name="object-279">
            <a:extLst>
              <a:ext uri="{FF2B5EF4-FFF2-40B4-BE49-F238E27FC236}">
                <a16:creationId xmlns:a16="http://schemas.microsoft.com/office/drawing/2014/main" id="{97385A11-2FA7-4771-A7A9-8EA2B419AE86}"/>
              </a:ext>
            </a:extLst>
          </p:cNvPr>
          <p:cNvSpPr>
            <a:spLocks noGrp="1"/>
          </p:cNvSpPr>
          <p:nvPr/>
        </p:nvSpPr>
        <p:spPr>
          <a:xfrm>
            <a:off x="10101263" y="5238750"/>
            <a:ext cx="104775" cy="547688"/>
          </a:xfrm>
          <a:prstGeom prst="rect">
            <a:avLst/>
          </a:prstGeom>
          <a:solidFill>
            <a:srgbClr val="FFFFFF"/>
          </a:solidFill>
          <a:ln w="13097">
            <a:solidFill>
              <a:srgbClr val="172B4D"/>
            </a:solidFill>
          </a:ln>
        </p:spPr>
      </p:sp>
      <p:sp>
        <p:nvSpPr>
          <p:cNvPr id="280" name="object-280">
            <a:extLst>
              <a:ext uri="{FF2B5EF4-FFF2-40B4-BE49-F238E27FC236}">
                <a16:creationId xmlns:a16="http://schemas.microsoft.com/office/drawing/2014/main" id="{84467081-7F28-4E70-BCA4-F7394DABDAA5}"/>
              </a:ext>
            </a:extLst>
          </p:cNvPr>
          <p:cNvSpPr>
            <a:spLocks noGrp="1"/>
          </p:cNvSpPr>
          <p:nvPr/>
        </p:nvSpPr>
        <p:spPr>
          <a:xfrm>
            <a:off x="10206038" y="5238750"/>
            <a:ext cx="104775" cy="547688"/>
          </a:xfrm>
          <a:prstGeom prst="rect">
            <a:avLst/>
          </a:prstGeom>
          <a:solidFill>
            <a:srgbClr val="FFFFFF"/>
          </a:solidFill>
          <a:ln w="13097">
            <a:solidFill>
              <a:srgbClr val="172B4D"/>
            </a:solidFill>
          </a:ln>
        </p:spPr>
      </p:sp>
      <p:sp>
        <p:nvSpPr>
          <p:cNvPr id="281" name="object-281">
            <a:extLst>
              <a:ext uri="{FF2B5EF4-FFF2-40B4-BE49-F238E27FC236}">
                <a16:creationId xmlns:a16="http://schemas.microsoft.com/office/drawing/2014/main" id="{5C47C070-4793-474C-94F3-F7BF5ABE6CE2}"/>
              </a:ext>
            </a:extLst>
          </p:cNvPr>
          <p:cNvSpPr>
            <a:spLocks noGrp="1"/>
          </p:cNvSpPr>
          <p:nvPr/>
        </p:nvSpPr>
        <p:spPr>
          <a:xfrm>
            <a:off x="10310813" y="5238750"/>
            <a:ext cx="104775" cy="547688"/>
          </a:xfrm>
          <a:prstGeom prst="rect">
            <a:avLst/>
          </a:prstGeom>
          <a:solidFill>
            <a:srgbClr val="FFFFFF"/>
          </a:solidFill>
          <a:ln w="13097">
            <a:solidFill>
              <a:srgbClr val="172B4D"/>
            </a:solidFill>
          </a:ln>
        </p:spPr>
      </p:sp>
      <p:sp>
        <p:nvSpPr>
          <p:cNvPr id="282" name="object-282">
            <a:extLst>
              <a:ext uri="{FF2B5EF4-FFF2-40B4-BE49-F238E27FC236}">
                <a16:creationId xmlns:a16="http://schemas.microsoft.com/office/drawing/2014/main" id="{BCDBFA75-F3FE-4F47-9451-76B800479606}"/>
              </a:ext>
            </a:extLst>
          </p:cNvPr>
          <p:cNvSpPr>
            <a:spLocks noGrp="1"/>
          </p:cNvSpPr>
          <p:nvPr/>
        </p:nvSpPr>
        <p:spPr>
          <a:xfrm>
            <a:off x="10415588" y="5238750"/>
            <a:ext cx="104775" cy="547688"/>
          </a:xfrm>
          <a:prstGeom prst="rect">
            <a:avLst/>
          </a:prstGeom>
          <a:solidFill>
            <a:srgbClr val="FFFFFF"/>
          </a:solidFill>
          <a:ln w="13097">
            <a:solidFill>
              <a:srgbClr val="172B4D"/>
            </a:solidFill>
          </a:ln>
        </p:spPr>
      </p:sp>
      <p:sp>
        <p:nvSpPr>
          <p:cNvPr id="283" name="object-283">
            <a:extLst>
              <a:ext uri="{FF2B5EF4-FFF2-40B4-BE49-F238E27FC236}">
                <a16:creationId xmlns:a16="http://schemas.microsoft.com/office/drawing/2014/main" id="{6D07A802-56D5-47F8-B4F5-C7688C5CB1AA}"/>
              </a:ext>
            </a:extLst>
          </p:cNvPr>
          <p:cNvSpPr>
            <a:spLocks noGrp="1"/>
          </p:cNvSpPr>
          <p:nvPr/>
        </p:nvSpPr>
        <p:spPr>
          <a:xfrm>
            <a:off x="10520363" y="5238750"/>
            <a:ext cx="104775" cy="547688"/>
          </a:xfrm>
          <a:prstGeom prst="rect">
            <a:avLst/>
          </a:prstGeom>
          <a:solidFill>
            <a:srgbClr val="FFFFFF"/>
          </a:solidFill>
          <a:ln w="13097">
            <a:solidFill>
              <a:srgbClr val="172B4D"/>
            </a:solidFill>
          </a:ln>
        </p:spPr>
      </p:sp>
      <p:sp>
        <p:nvSpPr>
          <p:cNvPr id="284" name="object-284">
            <a:extLst>
              <a:ext uri="{FF2B5EF4-FFF2-40B4-BE49-F238E27FC236}">
                <a16:creationId xmlns:a16="http://schemas.microsoft.com/office/drawing/2014/main" id="{06EDDC2C-968C-435A-9BC0-83B4D131CEC2}"/>
              </a:ext>
            </a:extLst>
          </p:cNvPr>
          <p:cNvSpPr>
            <a:spLocks noGrp="1"/>
          </p:cNvSpPr>
          <p:nvPr/>
        </p:nvSpPr>
        <p:spPr>
          <a:xfrm>
            <a:off x="10625138" y="5238750"/>
            <a:ext cx="104775" cy="547688"/>
          </a:xfrm>
          <a:prstGeom prst="rect">
            <a:avLst/>
          </a:prstGeom>
          <a:solidFill>
            <a:srgbClr val="FFFFFF"/>
          </a:solidFill>
          <a:ln w="13097">
            <a:solidFill>
              <a:srgbClr val="172B4D"/>
            </a:solidFill>
          </a:ln>
        </p:spPr>
      </p:sp>
      <p:sp>
        <p:nvSpPr>
          <p:cNvPr id="285" name="object-285">
            <a:extLst>
              <a:ext uri="{FF2B5EF4-FFF2-40B4-BE49-F238E27FC236}">
                <a16:creationId xmlns:a16="http://schemas.microsoft.com/office/drawing/2014/main" id="{3F532C0B-DA4F-49C2-87E0-BFD4AC29868C}"/>
              </a:ext>
            </a:extLst>
          </p:cNvPr>
          <p:cNvSpPr>
            <a:spLocks noGrp="1"/>
          </p:cNvSpPr>
          <p:nvPr/>
        </p:nvSpPr>
        <p:spPr>
          <a:xfrm>
            <a:off x="10729913" y="5238750"/>
            <a:ext cx="104775" cy="547688"/>
          </a:xfrm>
          <a:prstGeom prst="rect">
            <a:avLst/>
          </a:prstGeom>
          <a:solidFill>
            <a:srgbClr val="FFFFFF"/>
          </a:solidFill>
          <a:ln w="13097">
            <a:solidFill>
              <a:srgbClr val="172B4D"/>
            </a:solidFill>
          </a:ln>
        </p:spPr>
      </p:sp>
      <p:sp>
        <p:nvSpPr>
          <p:cNvPr id="286" name="object-286">
            <a:extLst>
              <a:ext uri="{FF2B5EF4-FFF2-40B4-BE49-F238E27FC236}">
                <a16:creationId xmlns:a16="http://schemas.microsoft.com/office/drawing/2014/main" id="{BF5AF970-4CDD-45E1-8333-97D7BF51CE2F}"/>
              </a:ext>
            </a:extLst>
          </p:cNvPr>
          <p:cNvSpPr>
            <a:spLocks noGrp="1"/>
          </p:cNvSpPr>
          <p:nvPr/>
        </p:nvSpPr>
        <p:spPr>
          <a:xfrm>
            <a:off x="10834688" y="5238750"/>
            <a:ext cx="104775" cy="547688"/>
          </a:xfrm>
          <a:prstGeom prst="rect">
            <a:avLst/>
          </a:prstGeom>
          <a:solidFill>
            <a:srgbClr val="FFFFFF"/>
          </a:solidFill>
          <a:ln w="13097">
            <a:solidFill>
              <a:srgbClr val="172B4D"/>
            </a:solidFill>
          </a:ln>
        </p:spPr>
      </p:sp>
      <p:sp>
        <p:nvSpPr>
          <p:cNvPr id="287" name="object-287">
            <a:extLst>
              <a:ext uri="{FF2B5EF4-FFF2-40B4-BE49-F238E27FC236}">
                <a16:creationId xmlns:a16="http://schemas.microsoft.com/office/drawing/2014/main" id="{1498A78C-D983-4B68-ADBE-5A78CB048174}"/>
              </a:ext>
            </a:extLst>
          </p:cNvPr>
          <p:cNvSpPr>
            <a:spLocks noGrp="1"/>
          </p:cNvSpPr>
          <p:nvPr/>
        </p:nvSpPr>
        <p:spPr>
          <a:xfrm>
            <a:off x="10939463" y="5238750"/>
            <a:ext cx="104775" cy="547688"/>
          </a:xfrm>
          <a:prstGeom prst="rect">
            <a:avLst/>
          </a:prstGeom>
          <a:solidFill>
            <a:srgbClr val="FFFFFF"/>
          </a:solidFill>
          <a:ln w="13097">
            <a:solidFill>
              <a:srgbClr val="172B4D"/>
            </a:solidFill>
          </a:ln>
        </p:spPr>
      </p:sp>
      <p:sp>
        <p:nvSpPr>
          <p:cNvPr id="288" name="object-288">
            <a:extLst>
              <a:ext uri="{FF2B5EF4-FFF2-40B4-BE49-F238E27FC236}">
                <a16:creationId xmlns:a16="http://schemas.microsoft.com/office/drawing/2014/main" id="{43D99DEC-D9A8-44B1-9AA6-9E6567E03B73}"/>
              </a:ext>
            </a:extLst>
          </p:cNvPr>
          <p:cNvSpPr>
            <a:spLocks noGrp="1"/>
          </p:cNvSpPr>
          <p:nvPr/>
        </p:nvSpPr>
        <p:spPr>
          <a:xfrm>
            <a:off x="11044238" y="5238750"/>
            <a:ext cx="104775" cy="547688"/>
          </a:xfrm>
          <a:prstGeom prst="rect">
            <a:avLst/>
          </a:prstGeom>
          <a:solidFill>
            <a:srgbClr val="FFFFFF"/>
          </a:solidFill>
          <a:ln w="13097">
            <a:solidFill>
              <a:srgbClr val="172B4D"/>
            </a:solidFill>
          </a:ln>
        </p:spPr>
      </p:sp>
      <p:sp>
        <p:nvSpPr>
          <p:cNvPr id="289" name="object-289">
            <a:extLst>
              <a:ext uri="{FF2B5EF4-FFF2-40B4-BE49-F238E27FC236}">
                <a16:creationId xmlns:a16="http://schemas.microsoft.com/office/drawing/2014/main" id="{7336E541-7BB3-4F5D-BA35-8E97BCE7C3E0}"/>
              </a:ext>
            </a:extLst>
          </p:cNvPr>
          <p:cNvSpPr>
            <a:spLocks noGrp="1"/>
          </p:cNvSpPr>
          <p:nvPr/>
        </p:nvSpPr>
        <p:spPr>
          <a:xfrm>
            <a:off x="11149013" y="5238750"/>
            <a:ext cx="104775" cy="547688"/>
          </a:xfrm>
          <a:prstGeom prst="rect">
            <a:avLst/>
          </a:prstGeom>
          <a:solidFill>
            <a:srgbClr val="FFFFFF"/>
          </a:solidFill>
          <a:ln w="13097">
            <a:solidFill>
              <a:srgbClr val="172B4D"/>
            </a:solidFill>
          </a:ln>
        </p:spPr>
      </p:sp>
      <p:sp>
        <p:nvSpPr>
          <p:cNvPr id="290" name="object-290">
            <a:extLst>
              <a:ext uri="{FF2B5EF4-FFF2-40B4-BE49-F238E27FC236}">
                <a16:creationId xmlns:a16="http://schemas.microsoft.com/office/drawing/2014/main" id="{C17D1E18-6968-4700-B041-8BF169EB9802}"/>
              </a:ext>
            </a:extLst>
          </p:cNvPr>
          <p:cNvSpPr>
            <a:spLocks noGrp="1"/>
          </p:cNvSpPr>
          <p:nvPr/>
        </p:nvSpPr>
        <p:spPr>
          <a:xfrm>
            <a:off x="11253788" y="5238750"/>
            <a:ext cx="104775" cy="547688"/>
          </a:xfrm>
          <a:prstGeom prst="rect">
            <a:avLst/>
          </a:prstGeom>
          <a:solidFill>
            <a:srgbClr val="FFFFFF"/>
          </a:solidFill>
          <a:ln w="13097">
            <a:solidFill>
              <a:srgbClr val="172B4D"/>
            </a:solidFill>
          </a:ln>
        </p:spPr>
      </p:sp>
      <p:sp>
        <p:nvSpPr>
          <p:cNvPr id="291" name="object-291">
            <a:extLst>
              <a:ext uri="{FF2B5EF4-FFF2-40B4-BE49-F238E27FC236}">
                <a16:creationId xmlns:a16="http://schemas.microsoft.com/office/drawing/2014/main" id="{493014AA-0153-4509-BFA3-0A412B92EB9D}"/>
              </a:ext>
            </a:extLst>
          </p:cNvPr>
          <p:cNvSpPr>
            <a:spLocks noGrp="1"/>
          </p:cNvSpPr>
          <p:nvPr/>
        </p:nvSpPr>
        <p:spPr>
          <a:xfrm>
            <a:off x="11358563" y="5238750"/>
            <a:ext cx="104775" cy="547688"/>
          </a:xfrm>
          <a:prstGeom prst="rect">
            <a:avLst/>
          </a:prstGeom>
          <a:solidFill>
            <a:srgbClr val="FFFFFF"/>
          </a:solidFill>
          <a:ln w="13097">
            <a:solidFill>
              <a:srgbClr val="172B4D"/>
            </a:solidFill>
          </a:ln>
        </p:spPr>
      </p:sp>
      <p:sp>
        <p:nvSpPr>
          <p:cNvPr id="292" name="object-292">
            <a:extLst>
              <a:ext uri="{FF2B5EF4-FFF2-40B4-BE49-F238E27FC236}">
                <a16:creationId xmlns:a16="http://schemas.microsoft.com/office/drawing/2014/main" id="{67DBA8C3-6585-409B-B48A-E9A530EE0788}"/>
              </a:ext>
            </a:extLst>
          </p:cNvPr>
          <p:cNvSpPr>
            <a:spLocks noGrp="1"/>
          </p:cNvSpPr>
          <p:nvPr/>
        </p:nvSpPr>
        <p:spPr>
          <a:xfrm>
            <a:off x="11463338" y="5238750"/>
            <a:ext cx="104775" cy="547688"/>
          </a:xfrm>
          <a:prstGeom prst="rect">
            <a:avLst/>
          </a:prstGeom>
          <a:solidFill>
            <a:srgbClr val="FFFFFF"/>
          </a:solidFill>
          <a:ln w="13097">
            <a:solidFill>
              <a:srgbClr val="172B4D"/>
            </a:solidFill>
          </a:ln>
        </p:spPr>
      </p:sp>
      <p:sp>
        <p:nvSpPr>
          <p:cNvPr id="293" name="object-293">
            <a:extLst>
              <a:ext uri="{FF2B5EF4-FFF2-40B4-BE49-F238E27FC236}">
                <a16:creationId xmlns:a16="http://schemas.microsoft.com/office/drawing/2014/main" id="{982E2470-E47B-44EC-A7EE-31BBA054C589}"/>
              </a:ext>
            </a:extLst>
          </p:cNvPr>
          <p:cNvSpPr>
            <a:spLocks noGrp="1"/>
          </p:cNvSpPr>
          <p:nvPr/>
        </p:nvSpPr>
        <p:spPr>
          <a:xfrm>
            <a:off x="11568113" y="5238750"/>
            <a:ext cx="104775" cy="547688"/>
          </a:xfrm>
          <a:prstGeom prst="rect">
            <a:avLst/>
          </a:prstGeom>
          <a:solidFill>
            <a:srgbClr val="FFFFFF"/>
          </a:solidFill>
          <a:ln w="13097">
            <a:solidFill>
              <a:srgbClr val="172B4D"/>
            </a:solidFill>
          </a:ln>
        </p:spPr>
      </p:sp>
      <p:sp>
        <p:nvSpPr>
          <p:cNvPr id="294" name="object-294">
            <a:extLst>
              <a:ext uri="{FF2B5EF4-FFF2-40B4-BE49-F238E27FC236}">
                <a16:creationId xmlns:a16="http://schemas.microsoft.com/office/drawing/2014/main" id="{9D5BF366-1CC1-4318-9AAC-C971B7A7E9B4}"/>
              </a:ext>
            </a:extLst>
          </p:cNvPr>
          <p:cNvSpPr>
            <a:spLocks noGrp="1"/>
          </p:cNvSpPr>
          <p:nvPr/>
        </p:nvSpPr>
        <p:spPr>
          <a:xfrm>
            <a:off x="11672888" y="5238750"/>
            <a:ext cx="104775" cy="547688"/>
          </a:xfrm>
          <a:prstGeom prst="rect">
            <a:avLst/>
          </a:prstGeom>
          <a:solidFill>
            <a:srgbClr val="FFFFFF"/>
          </a:solidFill>
          <a:ln w="13097">
            <a:solidFill>
              <a:srgbClr val="172B4D"/>
            </a:solidFill>
          </a:ln>
        </p:spPr>
      </p:sp>
      <p:sp>
        <p:nvSpPr>
          <p:cNvPr id="295" name="object-295">
            <a:extLst>
              <a:ext uri="{FF2B5EF4-FFF2-40B4-BE49-F238E27FC236}">
                <a16:creationId xmlns:a16="http://schemas.microsoft.com/office/drawing/2014/main" id="{DF526464-84F5-463D-A76E-B907D2119287}"/>
              </a:ext>
            </a:extLst>
          </p:cNvPr>
          <p:cNvSpPr>
            <a:spLocks noGrp="1"/>
          </p:cNvSpPr>
          <p:nvPr/>
        </p:nvSpPr>
        <p:spPr>
          <a:xfrm>
            <a:off x="11777663" y="5238750"/>
            <a:ext cx="104775" cy="547688"/>
          </a:xfrm>
          <a:prstGeom prst="rect">
            <a:avLst/>
          </a:prstGeom>
          <a:solidFill>
            <a:srgbClr val="FFFFFF"/>
          </a:solidFill>
          <a:ln w="13097">
            <a:solidFill>
              <a:srgbClr val="172B4D"/>
            </a:solidFill>
          </a:ln>
        </p:spPr>
      </p:sp>
      <p:sp>
        <p:nvSpPr>
          <p:cNvPr id="296" name="object-296">
            <a:extLst>
              <a:ext uri="{FF2B5EF4-FFF2-40B4-BE49-F238E27FC236}">
                <a16:creationId xmlns:a16="http://schemas.microsoft.com/office/drawing/2014/main" id="{6258864A-7F75-44AB-90A1-EC4DE7CA9D10}"/>
              </a:ext>
            </a:extLst>
          </p:cNvPr>
          <p:cNvSpPr>
            <a:spLocks noGrp="1"/>
          </p:cNvSpPr>
          <p:nvPr/>
        </p:nvSpPr>
        <p:spPr>
          <a:xfrm>
            <a:off x="11882438" y="5238750"/>
            <a:ext cx="104775" cy="547688"/>
          </a:xfrm>
          <a:prstGeom prst="rect">
            <a:avLst/>
          </a:prstGeom>
          <a:solidFill>
            <a:srgbClr val="FFFFFF"/>
          </a:solidFill>
          <a:ln w="13097">
            <a:solidFill>
              <a:srgbClr val="172B4D"/>
            </a:solidFill>
          </a:ln>
        </p:spPr>
      </p:sp>
      <p:sp>
        <p:nvSpPr>
          <p:cNvPr id="297" name="object-297">
            <a:extLst>
              <a:ext uri="{FF2B5EF4-FFF2-40B4-BE49-F238E27FC236}">
                <a16:creationId xmlns:a16="http://schemas.microsoft.com/office/drawing/2014/main" id="{9C591158-0213-4DDC-A522-38B62A9CD6EB}"/>
              </a:ext>
            </a:extLst>
          </p:cNvPr>
          <p:cNvSpPr>
            <a:spLocks noGrp="1"/>
          </p:cNvSpPr>
          <p:nvPr/>
        </p:nvSpPr>
        <p:spPr>
          <a:xfrm>
            <a:off x="11987213" y="5238750"/>
            <a:ext cx="104775" cy="547688"/>
          </a:xfrm>
          <a:prstGeom prst="rect">
            <a:avLst/>
          </a:prstGeom>
          <a:solidFill>
            <a:srgbClr val="FFFFFF"/>
          </a:solidFill>
          <a:ln w="13097">
            <a:solidFill>
              <a:srgbClr val="172B4D"/>
            </a:solidFill>
          </a:ln>
        </p:spPr>
      </p:sp>
      <p:sp>
        <p:nvSpPr>
          <p:cNvPr id="298" name="object-298">
            <a:extLst>
              <a:ext uri="{FF2B5EF4-FFF2-40B4-BE49-F238E27FC236}">
                <a16:creationId xmlns:a16="http://schemas.microsoft.com/office/drawing/2014/main" id="{42555779-8FDB-4A0C-A10B-2809F326CA69}"/>
              </a:ext>
            </a:extLst>
          </p:cNvPr>
          <p:cNvSpPr>
            <a:spLocks noGrp="1"/>
          </p:cNvSpPr>
          <p:nvPr/>
        </p:nvSpPr>
        <p:spPr>
          <a:xfrm>
            <a:off x="12091988" y="5238750"/>
            <a:ext cx="104775" cy="547688"/>
          </a:xfrm>
          <a:prstGeom prst="rect">
            <a:avLst/>
          </a:prstGeom>
          <a:solidFill>
            <a:srgbClr val="FFFFFF"/>
          </a:solidFill>
          <a:ln w="13097">
            <a:solidFill>
              <a:srgbClr val="172B4D"/>
            </a:solidFill>
          </a:ln>
        </p:spPr>
      </p:sp>
      <p:sp>
        <p:nvSpPr>
          <p:cNvPr id="299" name="object-299">
            <a:extLst>
              <a:ext uri="{FF2B5EF4-FFF2-40B4-BE49-F238E27FC236}">
                <a16:creationId xmlns:a16="http://schemas.microsoft.com/office/drawing/2014/main" id="{56463E14-7021-4F82-9FD6-C49366AAE163}"/>
              </a:ext>
            </a:extLst>
          </p:cNvPr>
          <p:cNvSpPr>
            <a:spLocks noGrp="1"/>
          </p:cNvSpPr>
          <p:nvPr/>
        </p:nvSpPr>
        <p:spPr>
          <a:xfrm>
            <a:off x="12196763" y="5238750"/>
            <a:ext cx="104775" cy="547688"/>
          </a:xfrm>
          <a:prstGeom prst="rect">
            <a:avLst/>
          </a:prstGeom>
          <a:solidFill>
            <a:srgbClr val="FFFFFF"/>
          </a:solidFill>
          <a:ln w="13097">
            <a:solidFill>
              <a:srgbClr val="172B4D"/>
            </a:solidFill>
          </a:ln>
        </p:spPr>
      </p:sp>
      <p:sp>
        <p:nvSpPr>
          <p:cNvPr id="300" name="object-300">
            <a:extLst>
              <a:ext uri="{FF2B5EF4-FFF2-40B4-BE49-F238E27FC236}">
                <a16:creationId xmlns:a16="http://schemas.microsoft.com/office/drawing/2014/main" id="{2980CE4F-DA0B-437D-8698-88B0DCD0532D}"/>
              </a:ext>
            </a:extLst>
          </p:cNvPr>
          <p:cNvSpPr>
            <a:spLocks noGrp="1"/>
          </p:cNvSpPr>
          <p:nvPr/>
        </p:nvSpPr>
        <p:spPr>
          <a:xfrm>
            <a:off x="12301538" y="5238750"/>
            <a:ext cx="104775" cy="547688"/>
          </a:xfrm>
          <a:prstGeom prst="rect">
            <a:avLst/>
          </a:prstGeom>
          <a:solidFill>
            <a:srgbClr val="FFFFFF"/>
          </a:solidFill>
          <a:ln w="13097">
            <a:solidFill>
              <a:srgbClr val="172B4D"/>
            </a:solidFill>
          </a:ln>
        </p:spPr>
      </p:sp>
      <p:sp>
        <p:nvSpPr>
          <p:cNvPr id="301" name="object-301">
            <a:extLst>
              <a:ext uri="{FF2B5EF4-FFF2-40B4-BE49-F238E27FC236}">
                <a16:creationId xmlns:a16="http://schemas.microsoft.com/office/drawing/2014/main" id="{713F7238-2BA7-41FD-B8B7-C51AE881A7A9}"/>
              </a:ext>
            </a:extLst>
          </p:cNvPr>
          <p:cNvSpPr>
            <a:spLocks noGrp="1"/>
          </p:cNvSpPr>
          <p:nvPr/>
        </p:nvSpPr>
        <p:spPr>
          <a:xfrm>
            <a:off x="12406313" y="5238750"/>
            <a:ext cx="104775" cy="547688"/>
          </a:xfrm>
          <a:prstGeom prst="rect">
            <a:avLst/>
          </a:prstGeom>
          <a:solidFill>
            <a:srgbClr val="FFFFFF"/>
          </a:solidFill>
          <a:ln w="13097">
            <a:solidFill>
              <a:srgbClr val="172B4D"/>
            </a:solidFill>
          </a:ln>
        </p:spPr>
      </p:sp>
      <p:sp>
        <p:nvSpPr>
          <p:cNvPr id="302" name="object-302">
            <a:extLst>
              <a:ext uri="{FF2B5EF4-FFF2-40B4-BE49-F238E27FC236}">
                <a16:creationId xmlns:a16="http://schemas.microsoft.com/office/drawing/2014/main" id="{ED537E2D-F089-4B3D-A7EF-FD678BFBE8F9}"/>
              </a:ext>
            </a:extLst>
          </p:cNvPr>
          <p:cNvSpPr>
            <a:spLocks noGrp="1"/>
          </p:cNvSpPr>
          <p:nvPr/>
        </p:nvSpPr>
        <p:spPr>
          <a:xfrm>
            <a:off x="12511088" y="5238750"/>
            <a:ext cx="104775" cy="547688"/>
          </a:xfrm>
          <a:prstGeom prst="rect">
            <a:avLst/>
          </a:prstGeom>
          <a:solidFill>
            <a:srgbClr val="FFFFFF"/>
          </a:solidFill>
          <a:ln w="13097">
            <a:solidFill>
              <a:srgbClr val="172B4D"/>
            </a:solidFill>
          </a:ln>
        </p:spPr>
      </p:sp>
      <p:sp>
        <p:nvSpPr>
          <p:cNvPr id="303" name="object-303">
            <a:extLst>
              <a:ext uri="{FF2B5EF4-FFF2-40B4-BE49-F238E27FC236}">
                <a16:creationId xmlns:a16="http://schemas.microsoft.com/office/drawing/2014/main" id="{48BA2569-6B0E-4E9B-953C-60A76336584E}"/>
              </a:ext>
            </a:extLst>
          </p:cNvPr>
          <p:cNvSpPr>
            <a:spLocks noGrp="1"/>
          </p:cNvSpPr>
          <p:nvPr/>
        </p:nvSpPr>
        <p:spPr>
          <a:xfrm>
            <a:off x="12615863" y="5238750"/>
            <a:ext cx="104775" cy="547688"/>
          </a:xfrm>
          <a:prstGeom prst="rect">
            <a:avLst/>
          </a:prstGeom>
          <a:solidFill>
            <a:srgbClr val="FFFFFF"/>
          </a:solidFill>
          <a:ln w="13097">
            <a:solidFill>
              <a:srgbClr val="172B4D"/>
            </a:solidFill>
          </a:ln>
        </p:spPr>
      </p:sp>
      <p:sp>
        <p:nvSpPr>
          <p:cNvPr id="304" name="object-304">
            <a:extLst>
              <a:ext uri="{FF2B5EF4-FFF2-40B4-BE49-F238E27FC236}">
                <a16:creationId xmlns:a16="http://schemas.microsoft.com/office/drawing/2014/main" id="{9D2144DE-3499-4ACC-80F2-67B23DE44FE8}"/>
              </a:ext>
            </a:extLst>
          </p:cNvPr>
          <p:cNvSpPr>
            <a:spLocks noGrp="1"/>
          </p:cNvSpPr>
          <p:nvPr/>
        </p:nvSpPr>
        <p:spPr>
          <a:xfrm>
            <a:off x="12720638" y="5238750"/>
            <a:ext cx="104775" cy="547688"/>
          </a:xfrm>
          <a:prstGeom prst="rect">
            <a:avLst/>
          </a:prstGeom>
          <a:solidFill>
            <a:srgbClr val="FFFFFF"/>
          </a:solidFill>
          <a:ln w="13097">
            <a:solidFill>
              <a:srgbClr val="172B4D"/>
            </a:solidFill>
          </a:ln>
        </p:spPr>
      </p:sp>
      <p:sp>
        <p:nvSpPr>
          <p:cNvPr id="305" name="object-305">
            <a:extLst>
              <a:ext uri="{FF2B5EF4-FFF2-40B4-BE49-F238E27FC236}">
                <a16:creationId xmlns:a16="http://schemas.microsoft.com/office/drawing/2014/main" id="{674B7FD1-09E5-4EA6-B2AD-8F80AE09C997}"/>
              </a:ext>
            </a:extLst>
          </p:cNvPr>
          <p:cNvSpPr>
            <a:spLocks noGrp="1"/>
          </p:cNvSpPr>
          <p:nvPr/>
        </p:nvSpPr>
        <p:spPr>
          <a:xfrm>
            <a:off x="12825413" y="5238750"/>
            <a:ext cx="104775" cy="547688"/>
          </a:xfrm>
          <a:prstGeom prst="rect">
            <a:avLst/>
          </a:prstGeom>
          <a:solidFill>
            <a:srgbClr val="FFFFFF"/>
          </a:solidFill>
          <a:ln w="13097">
            <a:solidFill>
              <a:srgbClr val="172B4D"/>
            </a:solidFill>
          </a:ln>
        </p:spPr>
      </p:sp>
      <p:sp>
        <p:nvSpPr>
          <p:cNvPr id="306" name="object-306">
            <a:extLst>
              <a:ext uri="{FF2B5EF4-FFF2-40B4-BE49-F238E27FC236}">
                <a16:creationId xmlns:a16="http://schemas.microsoft.com/office/drawing/2014/main" id="{86CF179B-5972-4475-AC3A-9515D908ABBD}"/>
              </a:ext>
            </a:extLst>
          </p:cNvPr>
          <p:cNvSpPr>
            <a:spLocks noGrp="1"/>
          </p:cNvSpPr>
          <p:nvPr/>
        </p:nvSpPr>
        <p:spPr>
          <a:xfrm>
            <a:off x="12930188" y="5238750"/>
            <a:ext cx="104775" cy="547688"/>
          </a:xfrm>
          <a:prstGeom prst="rect">
            <a:avLst/>
          </a:prstGeom>
          <a:solidFill>
            <a:srgbClr val="FFFFFF"/>
          </a:solidFill>
          <a:ln w="13097">
            <a:solidFill>
              <a:srgbClr val="172B4D"/>
            </a:solidFill>
          </a:ln>
        </p:spPr>
      </p:sp>
      <p:sp>
        <p:nvSpPr>
          <p:cNvPr id="307" name="object-307">
            <a:extLst>
              <a:ext uri="{FF2B5EF4-FFF2-40B4-BE49-F238E27FC236}">
                <a16:creationId xmlns:a16="http://schemas.microsoft.com/office/drawing/2014/main" id="{F293F296-69DF-497C-99E2-C5F0F3789505}"/>
              </a:ext>
            </a:extLst>
          </p:cNvPr>
          <p:cNvSpPr>
            <a:spLocks noGrp="1"/>
          </p:cNvSpPr>
          <p:nvPr/>
        </p:nvSpPr>
        <p:spPr>
          <a:xfrm>
            <a:off x="13034963" y="5238750"/>
            <a:ext cx="104775" cy="547688"/>
          </a:xfrm>
          <a:prstGeom prst="rect">
            <a:avLst/>
          </a:prstGeom>
          <a:solidFill>
            <a:srgbClr val="FFFFFF"/>
          </a:solidFill>
          <a:ln w="13097">
            <a:solidFill>
              <a:srgbClr val="172B4D"/>
            </a:solidFill>
          </a:ln>
        </p:spPr>
      </p:sp>
      <p:sp>
        <p:nvSpPr>
          <p:cNvPr id="308" name="object-308">
            <a:extLst>
              <a:ext uri="{FF2B5EF4-FFF2-40B4-BE49-F238E27FC236}">
                <a16:creationId xmlns:a16="http://schemas.microsoft.com/office/drawing/2014/main" id="{DE059CF4-13B3-4248-B60A-87354319EE27}"/>
              </a:ext>
            </a:extLst>
          </p:cNvPr>
          <p:cNvSpPr>
            <a:spLocks noGrp="1"/>
          </p:cNvSpPr>
          <p:nvPr/>
        </p:nvSpPr>
        <p:spPr>
          <a:xfrm>
            <a:off x="13139738" y="5238750"/>
            <a:ext cx="104775" cy="547688"/>
          </a:xfrm>
          <a:prstGeom prst="rect">
            <a:avLst/>
          </a:prstGeom>
          <a:solidFill>
            <a:srgbClr val="FFFFFF"/>
          </a:solidFill>
          <a:ln w="13097">
            <a:solidFill>
              <a:srgbClr val="172B4D"/>
            </a:solidFill>
          </a:ln>
        </p:spPr>
      </p:sp>
      <p:sp>
        <p:nvSpPr>
          <p:cNvPr id="309" name="object-309">
            <a:extLst>
              <a:ext uri="{FF2B5EF4-FFF2-40B4-BE49-F238E27FC236}">
                <a16:creationId xmlns:a16="http://schemas.microsoft.com/office/drawing/2014/main" id="{930D4ABD-62FB-4F81-BECA-5A8474B499AF}"/>
              </a:ext>
            </a:extLst>
          </p:cNvPr>
          <p:cNvSpPr>
            <a:spLocks noGrp="1"/>
          </p:cNvSpPr>
          <p:nvPr/>
        </p:nvSpPr>
        <p:spPr>
          <a:xfrm>
            <a:off x="13244513" y="5238750"/>
            <a:ext cx="104775" cy="547688"/>
          </a:xfrm>
          <a:prstGeom prst="rect">
            <a:avLst/>
          </a:prstGeom>
          <a:solidFill>
            <a:srgbClr val="FFFFFF"/>
          </a:solidFill>
          <a:ln w="13097">
            <a:solidFill>
              <a:srgbClr val="172B4D"/>
            </a:solidFill>
          </a:ln>
        </p:spPr>
      </p:sp>
      <p:sp>
        <p:nvSpPr>
          <p:cNvPr id="310" name="object-310">
            <a:extLst>
              <a:ext uri="{FF2B5EF4-FFF2-40B4-BE49-F238E27FC236}">
                <a16:creationId xmlns:a16="http://schemas.microsoft.com/office/drawing/2014/main" id="{D4EF24D4-352E-4B08-87CE-B7021FB70BCC}"/>
              </a:ext>
            </a:extLst>
          </p:cNvPr>
          <p:cNvSpPr>
            <a:spLocks noGrp="1"/>
          </p:cNvSpPr>
          <p:nvPr/>
        </p:nvSpPr>
        <p:spPr>
          <a:xfrm>
            <a:off x="13349288" y="5238750"/>
            <a:ext cx="104775" cy="547688"/>
          </a:xfrm>
          <a:prstGeom prst="rect">
            <a:avLst/>
          </a:prstGeom>
          <a:solidFill>
            <a:srgbClr val="FFFFFF"/>
          </a:solidFill>
          <a:ln w="13097">
            <a:solidFill>
              <a:srgbClr val="172B4D"/>
            </a:solidFill>
          </a:ln>
        </p:spPr>
      </p:sp>
      <p:sp>
        <p:nvSpPr>
          <p:cNvPr id="311" name="object-311">
            <a:extLst>
              <a:ext uri="{FF2B5EF4-FFF2-40B4-BE49-F238E27FC236}">
                <a16:creationId xmlns:a16="http://schemas.microsoft.com/office/drawing/2014/main" id="{9B5BDE20-318F-42E4-9B88-246E7294F1F1}"/>
              </a:ext>
            </a:extLst>
          </p:cNvPr>
          <p:cNvSpPr>
            <a:spLocks noGrp="1"/>
          </p:cNvSpPr>
          <p:nvPr/>
        </p:nvSpPr>
        <p:spPr>
          <a:xfrm>
            <a:off x="12263438" y="5798344"/>
            <a:ext cx="1905000" cy="476250"/>
          </a:xfrm>
          <a:prstGeom prst="rect">
            <a:avLst/>
          </a:prstGeom>
          <a:noFill/>
          <a:ln w="0">
            <a:noFill/>
          </a:ln>
        </p:spPr>
        <p:txBody>
          <a:bodyPr anchor="ctr">
            <a:noAutofit/>
          </a:bodyPr>
          <a:lstStyle/>
          <a:p>
            <a:pPr algn="l">
              <a:defRPr sz="2250" b="1">
                <a:solidFill>
                  <a:srgbClr val="9A5800"/>
                </a:solidFill>
                <a:latin typeface="Arial"/>
                <a:ea typeface="Arial"/>
                <a:cs typeface="Arial"/>
              </a:defRPr>
            </a:pPr>
            <a:r>
              <a:rPr sz="2250" b="1">
                <a:solidFill>
                  <a:srgbClr val="9A5800"/>
                </a:solidFill>
                <a:latin typeface="Arial"/>
                <a:ea typeface="Arial"/>
                <a:cs typeface="Arial"/>
              </a:rPr>
              <a:t>62/100</a:t>
            </a:r>
          </a:p>
        </p:txBody>
      </p:sp>
      <p:sp>
        <p:nvSpPr>
          <p:cNvPr id="312" name="object-312">
            <a:extLst>
              <a:ext uri="{FF2B5EF4-FFF2-40B4-BE49-F238E27FC236}">
                <a16:creationId xmlns:a16="http://schemas.microsoft.com/office/drawing/2014/main" id="{06EB8410-AEF0-4F6B-8F8C-1E5A1CE76BEC}"/>
              </a:ext>
            </a:extLst>
          </p:cNvPr>
          <p:cNvSpPr>
            <a:spLocks noGrp="1"/>
          </p:cNvSpPr>
          <p:nvPr/>
        </p:nvSpPr>
        <p:spPr>
          <a:xfrm>
            <a:off x="892969" y="6965156"/>
            <a:ext cx="13454063" cy="738188"/>
          </a:xfrm>
          <a:prstGeom prst="rect">
            <a:avLst/>
          </a:prstGeom>
          <a:noFill/>
          <a:ln w="0">
            <a:noFill/>
          </a:ln>
        </p:spPr>
        <p:txBody>
          <a:bodyPr anchor="ctr">
            <a:noAutofit/>
          </a:bodyPr>
          <a:lstStyle/>
          <a:p>
            <a:pPr algn="ctr">
              <a:defRPr sz="2813" b="1">
                <a:solidFill>
                  <a:srgbClr val="11745A"/>
                </a:solidFill>
                <a:latin typeface="Arial"/>
                <a:ea typeface="Arial"/>
                <a:cs typeface="Arial"/>
              </a:defRPr>
            </a:pPr>
            <a:r>
              <a:rPr sz="2813" b="1">
                <a:solidFill>
                  <a:srgbClr val="11745A"/>
                </a:solidFill>
                <a:latin typeface="Arial"/>
                <a:ea typeface="Arial"/>
                <a:cs typeface="Arial"/>
              </a:rPr>
              <a:t>58/100 &lt; 0.6 &lt; 62%</a:t>
            </a:r>
          </a:p>
        </p:txBody>
      </p:sp>
    </p:spTree>
    <p:extLst>
      <p:ext uri="{BB962C8B-B14F-4D97-AF65-F5344CB8AC3E}">
        <p14:creationId xmlns:p14="http://schemas.microsoft.com/office/powerpoint/2010/main" val="9188424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8"/>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0"/>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1"/>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2"/>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3"/>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4"/>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5"/>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26"/>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27"/>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28"/>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29"/>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30"/>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31"/>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32"/>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33"/>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34"/>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35"/>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36"/>
                                        </p:tgtEl>
                                        <p:attrNameLst>
                                          <p:attrName>style.visibility</p:attrName>
                                        </p:attrNameLst>
                                      </p:cBhvr>
                                      <p:to>
                                        <p:strVal val="visible"/>
                                      </p:to>
                                    </p:set>
                                  </p:childTnLst>
                                </p:cTn>
                              </p:par>
                              <p:par>
                                <p:cTn id="65" presetID="1" presetClass="entr" presetSubtype="0" fill="hold" nodeType="withEffect">
                                  <p:stCondLst>
                                    <p:cond delay="0"/>
                                  </p:stCondLst>
                                  <p:childTnLst>
                                    <p:set>
                                      <p:cBhvr>
                                        <p:cTn id="66" dur="1" fill="hold">
                                          <p:stCondLst>
                                            <p:cond delay="0"/>
                                          </p:stCondLst>
                                        </p:cTn>
                                        <p:tgtEl>
                                          <p:spTgt spid="37"/>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38"/>
                                        </p:tgtEl>
                                        <p:attrNameLst>
                                          <p:attrName>style.visibility</p:attrName>
                                        </p:attrNameLst>
                                      </p:cBhvr>
                                      <p:to>
                                        <p:strVal val="visible"/>
                                      </p:to>
                                    </p:set>
                                  </p:childTnLst>
                                </p:cTn>
                              </p:par>
                              <p:par>
                                <p:cTn id="69" presetID="1" presetClass="entr" presetSubtype="0" fill="hold" nodeType="withEffect">
                                  <p:stCondLst>
                                    <p:cond delay="0"/>
                                  </p:stCondLst>
                                  <p:childTnLst>
                                    <p:set>
                                      <p:cBhvr>
                                        <p:cTn id="70" dur="1" fill="hold">
                                          <p:stCondLst>
                                            <p:cond delay="0"/>
                                          </p:stCondLst>
                                        </p:cTn>
                                        <p:tgtEl>
                                          <p:spTgt spid="39"/>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40"/>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41"/>
                                        </p:tgtEl>
                                        <p:attrNameLst>
                                          <p:attrName>style.visibility</p:attrName>
                                        </p:attrNameLst>
                                      </p:cBhvr>
                                      <p:to>
                                        <p:strVal val="visible"/>
                                      </p:to>
                                    </p:set>
                                  </p:childTnLst>
                                </p:cTn>
                              </p:par>
                              <p:par>
                                <p:cTn id="75" presetID="1" presetClass="entr" presetSubtype="0" fill="hold" nodeType="withEffect">
                                  <p:stCondLst>
                                    <p:cond delay="0"/>
                                  </p:stCondLst>
                                  <p:childTnLst>
                                    <p:set>
                                      <p:cBhvr>
                                        <p:cTn id="76" dur="1" fill="hold">
                                          <p:stCondLst>
                                            <p:cond delay="0"/>
                                          </p:stCondLst>
                                        </p:cTn>
                                        <p:tgtEl>
                                          <p:spTgt spid="42"/>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43"/>
                                        </p:tgtEl>
                                        <p:attrNameLst>
                                          <p:attrName>style.visibility</p:attrName>
                                        </p:attrNameLst>
                                      </p:cBhvr>
                                      <p:to>
                                        <p:strVal val="visible"/>
                                      </p:to>
                                    </p:set>
                                  </p:childTnLst>
                                </p:cTn>
                              </p:par>
                              <p:par>
                                <p:cTn id="79" presetID="1" presetClass="entr" presetSubtype="0" fill="hold" nodeType="withEffect">
                                  <p:stCondLst>
                                    <p:cond delay="0"/>
                                  </p:stCondLst>
                                  <p:childTnLst>
                                    <p:set>
                                      <p:cBhvr>
                                        <p:cTn id="80" dur="1" fill="hold">
                                          <p:stCondLst>
                                            <p:cond delay="0"/>
                                          </p:stCondLst>
                                        </p:cTn>
                                        <p:tgtEl>
                                          <p:spTgt spid="44"/>
                                        </p:tgtEl>
                                        <p:attrNameLst>
                                          <p:attrName>style.visibility</p:attrName>
                                        </p:attrNameLst>
                                      </p:cBhvr>
                                      <p:to>
                                        <p:strVal val="visible"/>
                                      </p:to>
                                    </p:set>
                                  </p:childTnLst>
                                </p:cTn>
                              </p:par>
                              <p:par>
                                <p:cTn id="81" presetID="1" presetClass="entr" presetSubtype="0" fill="hold" nodeType="withEffect">
                                  <p:stCondLst>
                                    <p:cond delay="0"/>
                                  </p:stCondLst>
                                  <p:childTnLst>
                                    <p:set>
                                      <p:cBhvr>
                                        <p:cTn id="82" dur="1" fill="hold">
                                          <p:stCondLst>
                                            <p:cond delay="0"/>
                                          </p:stCondLst>
                                        </p:cTn>
                                        <p:tgtEl>
                                          <p:spTgt spid="45"/>
                                        </p:tgtEl>
                                        <p:attrNameLst>
                                          <p:attrName>style.visibility</p:attrName>
                                        </p:attrNameLst>
                                      </p:cBhvr>
                                      <p:to>
                                        <p:strVal val="visible"/>
                                      </p:to>
                                    </p:set>
                                  </p:childTnLst>
                                </p:cTn>
                              </p:par>
                              <p:par>
                                <p:cTn id="83" presetID="1" presetClass="entr" presetSubtype="0" fill="hold" nodeType="withEffect">
                                  <p:stCondLst>
                                    <p:cond delay="0"/>
                                  </p:stCondLst>
                                  <p:childTnLst>
                                    <p:set>
                                      <p:cBhvr>
                                        <p:cTn id="84" dur="1" fill="hold">
                                          <p:stCondLst>
                                            <p:cond delay="0"/>
                                          </p:stCondLst>
                                        </p:cTn>
                                        <p:tgtEl>
                                          <p:spTgt spid="46"/>
                                        </p:tgtEl>
                                        <p:attrNameLst>
                                          <p:attrName>style.visibility</p:attrName>
                                        </p:attrNameLst>
                                      </p:cBhvr>
                                      <p:to>
                                        <p:strVal val="visible"/>
                                      </p:to>
                                    </p:set>
                                  </p:childTnLst>
                                </p:cTn>
                              </p:par>
                              <p:par>
                                <p:cTn id="85" presetID="1" presetClass="entr" presetSubtype="0" fill="hold" nodeType="withEffect">
                                  <p:stCondLst>
                                    <p:cond delay="0"/>
                                  </p:stCondLst>
                                  <p:childTnLst>
                                    <p:set>
                                      <p:cBhvr>
                                        <p:cTn id="86" dur="1" fill="hold">
                                          <p:stCondLst>
                                            <p:cond delay="0"/>
                                          </p:stCondLst>
                                        </p:cTn>
                                        <p:tgtEl>
                                          <p:spTgt spid="47"/>
                                        </p:tgtEl>
                                        <p:attrNameLst>
                                          <p:attrName>style.visibility</p:attrName>
                                        </p:attrNameLst>
                                      </p:cBhvr>
                                      <p:to>
                                        <p:strVal val="visible"/>
                                      </p:to>
                                    </p:set>
                                  </p:childTnLst>
                                </p:cTn>
                              </p:par>
                              <p:par>
                                <p:cTn id="87" presetID="1" presetClass="entr" presetSubtype="0" fill="hold" nodeType="withEffect">
                                  <p:stCondLst>
                                    <p:cond delay="0"/>
                                  </p:stCondLst>
                                  <p:childTnLst>
                                    <p:set>
                                      <p:cBhvr>
                                        <p:cTn id="88" dur="1" fill="hold">
                                          <p:stCondLst>
                                            <p:cond delay="0"/>
                                          </p:stCondLst>
                                        </p:cTn>
                                        <p:tgtEl>
                                          <p:spTgt spid="48"/>
                                        </p:tgtEl>
                                        <p:attrNameLst>
                                          <p:attrName>style.visibility</p:attrName>
                                        </p:attrNameLst>
                                      </p:cBhvr>
                                      <p:to>
                                        <p:strVal val="visible"/>
                                      </p:to>
                                    </p:set>
                                  </p:childTnLst>
                                </p:cTn>
                              </p:par>
                              <p:par>
                                <p:cTn id="89" presetID="1" presetClass="entr" presetSubtype="0" fill="hold" nodeType="withEffect">
                                  <p:stCondLst>
                                    <p:cond delay="0"/>
                                  </p:stCondLst>
                                  <p:childTnLst>
                                    <p:set>
                                      <p:cBhvr>
                                        <p:cTn id="90" dur="1" fill="hold">
                                          <p:stCondLst>
                                            <p:cond delay="0"/>
                                          </p:stCondLst>
                                        </p:cTn>
                                        <p:tgtEl>
                                          <p:spTgt spid="49"/>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50"/>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51"/>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52"/>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53"/>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54"/>
                                        </p:tgtEl>
                                        <p:attrNameLst>
                                          <p:attrName>style.visibility</p:attrName>
                                        </p:attrNameLst>
                                      </p:cBhvr>
                                      <p:to>
                                        <p:strVal val="visible"/>
                                      </p:to>
                                    </p:set>
                                  </p:childTnLst>
                                </p:cTn>
                              </p:par>
                              <p:par>
                                <p:cTn id="101" presetID="1" presetClass="entr" presetSubtype="0" fill="hold" nodeType="withEffect">
                                  <p:stCondLst>
                                    <p:cond delay="0"/>
                                  </p:stCondLst>
                                  <p:childTnLst>
                                    <p:set>
                                      <p:cBhvr>
                                        <p:cTn id="102" dur="1" fill="hold">
                                          <p:stCondLst>
                                            <p:cond delay="0"/>
                                          </p:stCondLst>
                                        </p:cTn>
                                        <p:tgtEl>
                                          <p:spTgt spid="55"/>
                                        </p:tgtEl>
                                        <p:attrNameLst>
                                          <p:attrName>style.visibility</p:attrName>
                                        </p:attrNameLst>
                                      </p:cBhvr>
                                      <p:to>
                                        <p:strVal val="visible"/>
                                      </p:to>
                                    </p:set>
                                  </p:childTnLst>
                                </p:cTn>
                              </p:par>
                              <p:par>
                                <p:cTn id="103" presetID="1" presetClass="entr" presetSubtype="0" fill="hold" nodeType="withEffect">
                                  <p:stCondLst>
                                    <p:cond delay="0"/>
                                  </p:stCondLst>
                                  <p:childTnLst>
                                    <p:set>
                                      <p:cBhvr>
                                        <p:cTn id="104" dur="1" fill="hold">
                                          <p:stCondLst>
                                            <p:cond delay="0"/>
                                          </p:stCondLst>
                                        </p:cTn>
                                        <p:tgtEl>
                                          <p:spTgt spid="56"/>
                                        </p:tgtEl>
                                        <p:attrNameLst>
                                          <p:attrName>style.visibility</p:attrName>
                                        </p:attrNameLst>
                                      </p:cBhvr>
                                      <p:to>
                                        <p:strVal val="visible"/>
                                      </p:to>
                                    </p:set>
                                  </p:childTnLst>
                                </p:cTn>
                              </p:par>
                              <p:par>
                                <p:cTn id="105" presetID="1" presetClass="entr" presetSubtype="0" fill="hold" nodeType="withEffect">
                                  <p:stCondLst>
                                    <p:cond delay="0"/>
                                  </p:stCondLst>
                                  <p:childTnLst>
                                    <p:set>
                                      <p:cBhvr>
                                        <p:cTn id="106" dur="1" fill="hold">
                                          <p:stCondLst>
                                            <p:cond delay="0"/>
                                          </p:stCondLst>
                                        </p:cTn>
                                        <p:tgtEl>
                                          <p:spTgt spid="57"/>
                                        </p:tgtEl>
                                        <p:attrNameLst>
                                          <p:attrName>style.visibility</p:attrName>
                                        </p:attrNameLst>
                                      </p:cBhvr>
                                      <p:to>
                                        <p:strVal val="visible"/>
                                      </p:to>
                                    </p:set>
                                  </p:childTnLst>
                                </p:cTn>
                              </p:par>
                              <p:par>
                                <p:cTn id="107" presetID="1" presetClass="entr" presetSubtype="0" fill="hold" nodeType="withEffect">
                                  <p:stCondLst>
                                    <p:cond delay="0"/>
                                  </p:stCondLst>
                                  <p:childTnLst>
                                    <p:set>
                                      <p:cBhvr>
                                        <p:cTn id="108" dur="1" fill="hold">
                                          <p:stCondLst>
                                            <p:cond delay="0"/>
                                          </p:stCondLst>
                                        </p:cTn>
                                        <p:tgtEl>
                                          <p:spTgt spid="58"/>
                                        </p:tgtEl>
                                        <p:attrNameLst>
                                          <p:attrName>style.visibility</p:attrName>
                                        </p:attrNameLst>
                                      </p:cBhvr>
                                      <p:to>
                                        <p:strVal val="visible"/>
                                      </p:to>
                                    </p:set>
                                  </p:childTnLst>
                                </p:cTn>
                              </p:par>
                              <p:par>
                                <p:cTn id="109" presetID="1" presetClass="entr" presetSubtype="0" fill="hold" nodeType="withEffect">
                                  <p:stCondLst>
                                    <p:cond delay="0"/>
                                  </p:stCondLst>
                                  <p:childTnLst>
                                    <p:set>
                                      <p:cBhvr>
                                        <p:cTn id="110" dur="1" fill="hold">
                                          <p:stCondLst>
                                            <p:cond delay="0"/>
                                          </p:stCondLst>
                                        </p:cTn>
                                        <p:tgtEl>
                                          <p:spTgt spid="59"/>
                                        </p:tgtEl>
                                        <p:attrNameLst>
                                          <p:attrName>style.visibility</p:attrName>
                                        </p:attrNameLst>
                                      </p:cBhvr>
                                      <p:to>
                                        <p:strVal val="visible"/>
                                      </p:to>
                                    </p:set>
                                  </p:childTnLst>
                                </p:cTn>
                              </p:par>
                              <p:par>
                                <p:cTn id="111" presetID="1" presetClass="entr" presetSubtype="0" fill="hold" nodeType="withEffect">
                                  <p:stCondLst>
                                    <p:cond delay="0"/>
                                  </p:stCondLst>
                                  <p:childTnLst>
                                    <p:set>
                                      <p:cBhvr>
                                        <p:cTn id="112" dur="1" fill="hold">
                                          <p:stCondLst>
                                            <p:cond delay="0"/>
                                          </p:stCondLst>
                                        </p:cTn>
                                        <p:tgtEl>
                                          <p:spTgt spid="60"/>
                                        </p:tgtEl>
                                        <p:attrNameLst>
                                          <p:attrName>style.visibility</p:attrName>
                                        </p:attrNameLst>
                                      </p:cBhvr>
                                      <p:to>
                                        <p:strVal val="visible"/>
                                      </p:to>
                                    </p:set>
                                  </p:childTnLst>
                                </p:cTn>
                              </p:par>
                              <p:par>
                                <p:cTn id="113" presetID="1" presetClass="entr" presetSubtype="0" fill="hold" nodeType="withEffect">
                                  <p:stCondLst>
                                    <p:cond delay="0"/>
                                  </p:stCondLst>
                                  <p:childTnLst>
                                    <p:set>
                                      <p:cBhvr>
                                        <p:cTn id="114" dur="1" fill="hold">
                                          <p:stCondLst>
                                            <p:cond delay="0"/>
                                          </p:stCondLst>
                                        </p:cTn>
                                        <p:tgtEl>
                                          <p:spTgt spid="61"/>
                                        </p:tgtEl>
                                        <p:attrNameLst>
                                          <p:attrName>style.visibility</p:attrName>
                                        </p:attrNameLst>
                                      </p:cBhvr>
                                      <p:to>
                                        <p:strVal val="visible"/>
                                      </p:to>
                                    </p:set>
                                  </p:childTnLst>
                                </p:cTn>
                              </p:par>
                              <p:par>
                                <p:cTn id="115" presetID="1" presetClass="entr" presetSubtype="0" fill="hold" nodeType="withEffect">
                                  <p:stCondLst>
                                    <p:cond delay="0"/>
                                  </p:stCondLst>
                                  <p:childTnLst>
                                    <p:set>
                                      <p:cBhvr>
                                        <p:cTn id="116" dur="1" fill="hold">
                                          <p:stCondLst>
                                            <p:cond delay="0"/>
                                          </p:stCondLst>
                                        </p:cTn>
                                        <p:tgtEl>
                                          <p:spTgt spid="62"/>
                                        </p:tgtEl>
                                        <p:attrNameLst>
                                          <p:attrName>style.visibility</p:attrName>
                                        </p:attrNameLst>
                                      </p:cBhvr>
                                      <p:to>
                                        <p:strVal val="visible"/>
                                      </p:to>
                                    </p:set>
                                  </p:childTnLst>
                                </p:cTn>
                              </p:par>
                              <p:par>
                                <p:cTn id="117" presetID="1" presetClass="entr" presetSubtype="0" fill="hold" nodeType="withEffect">
                                  <p:stCondLst>
                                    <p:cond delay="0"/>
                                  </p:stCondLst>
                                  <p:childTnLst>
                                    <p:set>
                                      <p:cBhvr>
                                        <p:cTn id="118" dur="1" fill="hold">
                                          <p:stCondLst>
                                            <p:cond delay="0"/>
                                          </p:stCondLst>
                                        </p:cTn>
                                        <p:tgtEl>
                                          <p:spTgt spid="63"/>
                                        </p:tgtEl>
                                        <p:attrNameLst>
                                          <p:attrName>style.visibility</p:attrName>
                                        </p:attrNameLst>
                                      </p:cBhvr>
                                      <p:to>
                                        <p:strVal val="visible"/>
                                      </p:to>
                                    </p:set>
                                  </p:childTnLst>
                                </p:cTn>
                              </p:par>
                              <p:par>
                                <p:cTn id="119" presetID="1" presetClass="entr" presetSubtype="0" fill="hold" nodeType="withEffect">
                                  <p:stCondLst>
                                    <p:cond delay="0"/>
                                  </p:stCondLst>
                                  <p:childTnLst>
                                    <p:set>
                                      <p:cBhvr>
                                        <p:cTn id="120" dur="1" fill="hold">
                                          <p:stCondLst>
                                            <p:cond delay="0"/>
                                          </p:stCondLst>
                                        </p:cTn>
                                        <p:tgtEl>
                                          <p:spTgt spid="64"/>
                                        </p:tgtEl>
                                        <p:attrNameLst>
                                          <p:attrName>style.visibility</p:attrName>
                                        </p:attrNameLst>
                                      </p:cBhvr>
                                      <p:to>
                                        <p:strVal val="visible"/>
                                      </p:to>
                                    </p:set>
                                  </p:childTnLst>
                                </p:cTn>
                              </p:par>
                              <p:par>
                                <p:cTn id="121" presetID="1" presetClass="entr" presetSubtype="0" fill="hold" nodeType="withEffect">
                                  <p:stCondLst>
                                    <p:cond delay="0"/>
                                  </p:stCondLst>
                                  <p:childTnLst>
                                    <p:set>
                                      <p:cBhvr>
                                        <p:cTn id="122" dur="1" fill="hold">
                                          <p:stCondLst>
                                            <p:cond delay="0"/>
                                          </p:stCondLst>
                                        </p:cTn>
                                        <p:tgtEl>
                                          <p:spTgt spid="65"/>
                                        </p:tgtEl>
                                        <p:attrNameLst>
                                          <p:attrName>style.visibility</p:attrName>
                                        </p:attrNameLst>
                                      </p:cBhvr>
                                      <p:to>
                                        <p:strVal val="visible"/>
                                      </p:to>
                                    </p:set>
                                  </p:childTnLst>
                                </p:cTn>
                              </p:par>
                              <p:par>
                                <p:cTn id="123" presetID="1" presetClass="entr" presetSubtype="0" fill="hold" nodeType="withEffect">
                                  <p:stCondLst>
                                    <p:cond delay="0"/>
                                  </p:stCondLst>
                                  <p:childTnLst>
                                    <p:set>
                                      <p:cBhvr>
                                        <p:cTn id="124" dur="1" fill="hold">
                                          <p:stCondLst>
                                            <p:cond delay="0"/>
                                          </p:stCondLst>
                                        </p:cTn>
                                        <p:tgtEl>
                                          <p:spTgt spid="66"/>
                                        </p:tgtEl>
                                        <p:attrNameLst>
                                          <p:attrName>style.visibility</p:attrName>
                                        </p:attrNameLst>
                                      </p:cBhvr>
                                      <p:to>
                                        <p:strVal val="visible"/>
                                      </p:to>
                                    </p:set>
                                  </p:childTnLst>
                                </p:cTn>
                              </p:par>
                              <p:par>
                                <p:cTn id="125" presetID="1" presetClass="entr" presetSubtype="0" fill="hold" nodeType="withEffect">
                                  <p:stCondLst>
                                    <p:cond delay="0"/>
                                  </p:stCondLst>
                                  <p:childTnLst>
                                    <p:set>
                                      <p:cBhvr>
                                        <p:cTn id="126" dur="1" fill="hold">
                                          <p:stCondLst>
                                            <p:cond delay="0"/>
                                          </p:stCondLst>
                                        </p:cTn>
                                        <p:tgtEl>
                                          <p:spTgt spid="67"/>
                                        </p:tgtEl>
                                        <p:attrNameLst>
                                          <p:attrName>style.visibility</p:attrName>
                                        </p:attrNameLst>
                                      </p:cBhvr>
                                      <p:to>
                                        <p:strVal val="visible"/>
                                      </p:to>
                                    </p:set>
                                  </p:childTnLst>
                                </p:cTn>
                              </p:par>
                              <p:par>
                                <p:cTn id="127" presetID="1" presetClass="entr" presetSubtype="0" fill="hold" nodeType="withEffect">
                                  <p:stCondLst>
                                    <p:cond delay="0"/>
                                  </p:stCondLst>
                                  <p:childTnLst>
                                    <p:set>
                                      <p:cBhvr>
                                        <p:cTn id="128" dur="1" fill="hold">
                                          <p:stCondLst>
                                            <p:cond delay="0"/>
                                          </p:stCondLst>
                                        </p:cTn>
                                        <p:tgtEl>
                                          <p:spTgt spid="68"/>
                                        </p:tgtEl>
                                        <p:attrNameLst>
                                          <p:attrName>style.visibility</p:attrName>
                                        </p:attrNameLst>
                                      </p:cBhvr>
                                      <p:to>
                                        <p:strVal val="visible"/>
                                      </p:to>
                                    </p:set>
                                  </p:childTnLst>
                                </p:cTn>
                              </p:par>
                              <p:par>
                                <p:cTn id="129" presetID="1" presetClass="entr" presetSubtype="0" fill="hold" nodeType="withEffect">
                                  <p:stCondLst>
                                    <p:cond delay="0"/>
                                  </p:stCondLst>
                                  <p:childTnLst>
                                    <p:set>
                                      <p:cBhvr>
                                        <p:cTn id="130" dur="1" fill="hold">
                                          <p:stCondLst>
                                            <p:cond delay="0"/>
                                          </p:stCondLst>
                                        </p:cTn>
                                        <p:tgtEl>
                                          <p:spTgt spid="69"/>
                                        </p:tgtEl>
                                        <p:attrNameLst>
                                          <p:attrName>style.visibility</p:attrName>
                                        </p:attrNameLst>
                                      </p:cBhvr>
                                      <p:to>
                                        <p:strVal val="visible"/>
                                      </p:to>
                                    </p:set>
                                  </p:childTnLst>
                                </p:cTn>
                              </p:par>
                              <p:par>
                                <p:cTn id="131" presetID="1" presetClass="entr" presetSubtype="0" fill="hold" nodeType="withEffect">
                                  <p:stCondLst>
                                    <p:cond delay="0"/>
                                  </p:stCondLst>
                                  <p:childTnLst>
                                    <p:set>
                                      <p:cBhvr>
                                        <p:cTn id="132" dur="1" fill="hold">
                                          <p:stCondLst>
                                            <p:cond delay="0"/>
                                          </p:stCondLst>
                                        </p:cTn>
                                        <p:tgtEl>
                                          <p:spTgt spid="70"/>
                                        </p:tgtEl>
                                        <p:attrNameLst>
                                          <p:attrName>style.visibility</p:attrName>
                                        </p:attrNameLst>
                                      </p:cBhvr>
                                      <p:to>
                                        <p:strVal val="visible"/>
                                      </p:to>
                                    </p:set>
                                  </p:childTnLst>
                                </p:cTn>
                              </p:par>
                              <p:par>
                                <p:cTn id="133" presetID="1" presetClass="entr" presetSubtype="0" fill="hold" nodeType="withEffect">
                                  <p:stCondLst>
                                    <p:cond delay="0"/>
                                  </p:stCondLst>
                                  <p:childTnLst>
                                    <p:set>
                                      <p:cBhvr>
                                        <p:cTn id="134" dur="1" fill="hold">
                                          <p:stCondLst>
                                            <p:cond delay="0"/>
                                          </p:stCondLst>
                                        </p:cTn>
                                        <p:tgtEl>
                                          <p:spTgt spid="71"/>
                                        </p:tgtEl>
                                        <p:attrNameLst>
                                          <p:attrName>style.visibility</p:attrName>
                                        </p:attrNameLst>
                                      </p:cBhvr>
                                      <p:to>
                                        <p:strVal val="visible"/>
                                      </p:to>
                                    </p:set>
                                  </p:childTnLst>
                                </p:cTn>
                              </p:par>
                              <p:par>
                                <p:cTn id="135" presetID="1" presetClass="entr" presetSubtype="0" fill="hold" nodeType="withEffect">
                                  <p:stCondLst>
                                    <p:cond delay="0"/>
                                  </p:stCondLst>
                                  <p:childTnLst>
                                    <p:set>
                                      <p:cBhvr>
                                        <p:cTn id="136" dur="1" fill="hold">
                                          <p:stCondLst>
                                            <p:cond delay="0"/>
                                          </p:stCondLst>
                                        </p:cTn>
                                        <p:tgtEl>
                                          <p:spTgt spid="72"/>
                                        </p:tgtEl>
                                        <p:attrNameLst>
                                          <p:attrName>style.visibility</p:attrName>
                                        </p:attrNameLst>
                                      </p:cBhvr>
                                      <p:to>
                                        <p:strVal val="visible"/>
                                      </p:to>
                                    </p:set>
                                  </p:childTnLst>
                                </p:cTn>
                              </p:par>
                              <p:par>
                                <p:cTn id="137" presetID="1" presetClass="entr" presetSubtype="0" fill="hold" nodeType="withEffect">
                                  <p:stCondLst>
                                    <p:cond delay="0"/>
                                  </p:stCondLst>
                                  <p:childTnLst>
                                    <p:set>
                                      <p:cBhvr>
                                        <p:cTn id="138" dur="1" fill="hold">
                                          <p:stCondLst>
                                            <p:cond delay="0"/>
                                          </p:stCondLst>
                                        </p:cTn>
                                        <p:tgtEl>
                                          <p:spTgt spid="73"/>
                                        </p:tgtEl>
                                        <p:attrNameLst>
                                          <p:attrName>style.visibility</p:attrName>
                                        </p:attrNameLst>
                                      </p:cBhvr>
                                      <p:to>
                                        <p:strVal val="visible"/>
                                      </p:to>
                                    </p:set>
                                  </p:childTnLst>
                                </p:cTn>
                              </p:par>
                              <p:par>
                                <p:cTn id="139" presetID="1" presetClass="entr" presetSubtype="0" fill="hold" nodeType="withEffect">
                                  <p:stCondLst>
                                    <p:cond delay="0"/>
                                  </p:stCondLst>
                                  <p:childTnLst>
                                    <p:set>
                                      <p:cBhvr>
                                        <p:cTn id="140" dur="1" fill="hold">
                                          <p:stCondLst>
                                            <p:cond delay="0"/>
                                          </p:stCondLst>
                                        </p:cTn>
                                        <p:tgtEl>
                                          <p:spTgt spid="74"/>
                                        </p:tgtEl>
                                        <p:attrNameLst>
                                          <p:attrName>style.visibility</p:attrName>
                                        </p:attrNameLst>
                                      </p:cBhvr>
                                      <p:to>
                                        <p:strVal val="visible"/>
                                      </p:to>
                                    </p:set>
                                  </p:childTnLst>
                                </p:cTn>
                              </p:par>
                              <p:par>
                                <p:cTn id="141" presetID="1" presetClass="entr" presetSubtype="0" fill="hold" nodeType="withEffect">
                                  <p:stCondLst>
                                    <p:cond delay="0"/>
                                  </p:stCondLst>
                                  <p:childTnLst>
                                    <p:set>
                                      <p:cBhvr>
                                        <p:cTn id="142" dur="1" fill="hold">
                                          <p:stCondLst>
                                            <p:cond delay="0"/>
                                          </p:stCondLst>
                                        </p:cTn>
                                        <p:tgtEl>
                                          <p:spTgt spid="75"/>
                                        </p:tgtEl>
                                        <p:attrNameLst>
                                          <p:attrName>style.visibility</p:attrName>
                                        </p:attrNameLst>
                                      </p:cBhvr>
                                      <p:to>
                                        <p:strVal val="visible"/>
                                      </p:to>
                                    </p:set>
                                  </p:childTnLst>
                                </p:cTn>
                              </p:par>
                              <p:par>
                                <p:cTn id="143" presetID="1" presetClass="entr" presetSubtype="0" fill="hold" nodeType="withEffect">
                                  <p:stCondLst>
                                    <p:cond delay="0"/>
                                  </p:stCondLst>
                                  <p:childTnLst>
                                    <p:set>
                                      <p:cBhvr>
                                        <p:cTn id="144" dur="1" fill="hold">
                                          <p:stCondLst>
                                            <p:cond delay="0"/>
                                          </p:stCondLst>
                                        </p:cTn>
                                        <p:tgtEl>
                                          <p:spTgt spid="76"/>
                                        </p:tgtEl>
                                        <p:attrNameLst>
                                          <p:attrName>style.visibility</p:attrName>
                                        </p:attrNameLst>
                                      </p:cBhvr>
                                      <p:to>
                                        <p:strVal val="visible"/>
                                      </p:to>
                                    </p:set>
                                  </p:childTnLst>
                                </p:cTn>
                              </p:par>
                              <p:par>
                                <p:cTn id="145" presetID="1" presetClass="entr" presetSubtype="0" fill="hold" nodeType="withEffect">
                                  <p:stCondLst>
                                    <p:cond delay="0"/>
                                  </p:stCondLst>
                                  <p:childTnLst>
                                    <p:set>
                                      <p:cBhvr>
                                        <p:cTn id="146" dur="1" fill="hold">
                                          <p:stCondLst>
                                            <p:cond delay="0"/>
                                          </p:stCondLst>
                                        </p:cTn>
                                        <p:tgtEl>
                                          <p:spTgt spid="77"/>
                                        </p:tgtEl>
                                        <p:attrNameLst>
                                          <p:attrName>style.visibility</p:attrName>
                                        </p:attrNameLst>
                                      </p:cBhvr>
                                      <p:to>
                                        <p:strVal val="visible"/>
                                      </p:to>
                                    </p:set>
                                  </p:childTnLst>
                                </p:cTn>
                              </p:par>
                              <p:par>
                                <p:cTn id="147" presetID="1" presetClass="entr" presetSubtype="0" fill="hold" nodeType="withEffect">
                                  <p:stCondLst>
                                    <p:cond delay="0"/>
                                  </p:stCondLst>
                                  <p:childTnLst>
                                    <p:set>
                                      <p:cBhvr>
                                        <p:cTn id="148" dur="1" fill="hold">
                                          <p:stCondLst>
                                            <p:cond delay="0"/>
                                          </p:stCondLst>
                                        </p:cTn>
                                        <p:tgtEl>
                                          <p:spTgt spid="78"/>
                                        </p:tgtEl>
                                        <p:attrNameLst>
                                          <p:attrName>style.visibility</p:attrName>
                                        </p:attrNameLst>
                                      </p:cBhvr>
                                      <p:to>
                                        <p:strVal val="visible"/>
                                      </p:to>
                                    </p:set>
                                  </p:childTnLst>
                                </p:cTn>
                              </p:par>
                              <p:par>
                                <p:cTn id="149" presetID="1" presetClass="entr" presetSubtype="0" fill="hold" nodeType="withEffect">
                                  <p:stCondLst>
                                    <p:cond delay="0"/>
                                  </p:stCondLst>
                                  <p:childTnLst>
                                    <p:set>
                                      <p:cBhvr>
                                        <p:cTn id="150" dur="1" fill="hold">
                                          <p:stCondLst>
                                            <p:cond delay="0"/>
                                          </p:stCondLst>
                                        </p:cTn>
                                        <p:tgtEl>
                                          <p:spTgt spid="79"/>
                                        </p:tgtEl>
                                        <p:attrNameLst>
                                          <p:attrName>style.visibility</p:attrName>
                                        </p:attrNameLst>
                                      </p:cBhvr>
                                      <p:to>
                                        <p:strVal val="visible"/>
                                      </p:to>
                                    </p:set>
                                  </p:childTnLst>
                                </p:cTn>
                              </p:par>
                              <p:par>
                                <p:cTn id="151" presetID="1" presetClass="entr" presetSubtype="0" fill="hold" nodeType="withEffect">
                                  <p:stCondLst>
                                    <p:cond delay="0"/>
                                  </p:stCondLst>
                                  <p:childTnLst>
                                    <p:set>
                                      <p:cBhvr>
                                        <p:cTn id="152" dur="1" fill="hold">
                                          <p:stCondLst>
                                            <p:cond delay="0"/>
                                          </p:stCondLst>
                                        </p:cTn>
                                        <p:tgtEl>
                                          <p:spTgt spid="80"/>
                                        </p:tgtEl>
                                        <p:attrNameLst>
                                          <p:attrName>style.visibility</p:attrName>
                                        </p:attrNameLst>
                                      </p:cBhvr>
                                      <p:to>
                                        <p:strVal val="visible"/>
                                      </p:to>
                                    </p:set>
                                  </p:childTnLst>
                                </p:cTn>
                              </p:par>
                              <p:par>
                                <p:cTn id="153" presetID="1" presetClass="entr" presetSubtype="0" fill="hold" nodeType="withEffect">
                                  <p:stCondLst>
                                    <p:cond delay="0"/>
                                  </p:stCondLst>
                                  <p:childTnLst>
                                    <p:set>
                                      <p:cBhvr>
                                        <p:cTn id="154" dur="1" fill="hold">
                                          <p:stCondLst>
                                            <p:cond delay="0"/>
                                          </p:stCondLst>
                                        </p:cTn>
                                        <p:tgtEl>
                                          <p:spTgt spid="81"/>
                                        </p:tgtEl>
                                        <p:attrNameLst>
                                          <p:attrName>style.visibility</p:attrName>
                                        </p:attrNameLst>
                                      </p:cBhvr>
                                      <p:to>
                                        <p:strVal val="visible"/>
                                      </p:to>
                                    </p:set>
                                  </p:childTnLst>
                                </p:cTn>
                              </p:par>
                              <p:par>
                                <p:cTn id="155" presetID="1" presetClass="entr" presetSubtype="0" fill="hold" nodeType="withEffect">
                                  <p:stCondLst>
                                    <p:cond delay="0"/>
                                  </p:stCondLst>
                                  <p:childTnLst>
                                    <p:set>
                                      <p:cBhvr>
                                        <p:cTn id="156" dur="1" fill="hold">
                                          <p:stCondLst>
                                            <p:cond delay="0"/>
                                          </p:stCondLst>
                                        </p:cTn>
                                        <p:tgtEl>
                                          <p:spTgt spid="82"/>
                                        </p:tgtEl>
                                        <p:attrNameLst>
                                          <p:attrName>style.visibility</p:attrName>
                                        </p:attrNameLst>
                                      </p:cBhvr>
                                      <p:to>
                                        <p:strVal val="visible"/>
                                      </p:to>
                                    </p:set>
                                  </p:childTnLst>
                                </p:cTn>
                              </p:par>
                              <p:par>
                                <p:cTn id="157" presetID="1" presetClass="entr" presetSubtype="0" fill="hold" nodeType="withEffect">
                                  <p:stCondLst>
                                    <p:cond delay="0"/>
                                  </p:stCondLst>
                                  <p:childTnLst>
                                    <p:set>
                                      <p:cBhvr>
                                        <p:cTn id="158" dur="1" fill="hold">
                                          <p:stCondLst>
                                            <p:cond delay="0"/>
                                          </p:stCondLst>
                                        </p:cTn>
                                        <p:tgtEl>
                                          <p:spTgt spid="83"/>
                                        </p:tgtEl>
                                        <p:attrNameLst>
                                          <p:attrName>style.visibility</p:attrName>
                                        </p:attrNameLst>
                                      </p:cBhvr>
                                      <p:to>
                                        <p:strVal val="visible"/>
                                      </p:to>
                                    </p:set>
                                  </p:childTnLst>
                                </p:cTn>
                              </p:par>
                              <p:par>
                                <p:cTn id="159" presetID="1" presetClass="entr" presetSubtype="0" fill="hold" nodeType="withEffect">
                                  <p:stCondLst>
                                    <p:cond delay="0"/>
                                  </p:stCondLst>
                                  <p:childTnLst>
                                    <p:set>
                                      <p:cBhvr>
                                        <p:cTn id="160" dur="1" fill="hold">
                                          <p:stCondLst>
                                            <p:cond delay="0"/>
                                          </p:stCondLst>
                                        </p:cTn>
                                        <p:tgtEl>
                                          <p:spTgt spid="84"/>
                                        </p:tgtEl>
                                        <p:attrNameLst>
                                          <p:attrName>style.visibility</p:attrName>
                                        </p:attrNameLst>
                                      </p:cBhvr>
                                      <p:to>
                                        <p:strVal val="visible"/>
                                      </p:to>
                                    </p:set>
                                  </p:childTnLst>
                                </p:cTn>
                              </p:par>
                              <p:par>
                                <p:cTn id="161" presetID="1" presetClass="entr" presetSubtype="0" fill="hold" nodeType="withEffect">
                                  <p:stCondLst>
                                    <p:cond delay="0"/>
                                  </p:stCondLst>
                                  <p:childTnLst>
                                    <p:set>
                                      <p:cBhvr>
                                        <p:cTn id="162" dur="1" fill="hold">
                                          <p:stCondLst>
                                            <p:cond delay="0"/>
                                          </p:stCondLst>
                                        </p:cTn>
                                        <p:tgtEl>
                                          <p:spTgt spid="85"/>
                                        </p:tgtEl>
                                        <p:attrNameLst>
                                          <p:attrName>style.visibility</p:attrName>
                                        </p:attrNameLst>
                                      </p:cBhvr>
                                      <p:to>
                                        <p:strVal val="visible"/>
                                      </p:to>
                                    </p:set>
                                  </p:childTnLst>
                                </p:cTn>
                              </p:par>
                              <p:par>
                                <p:cTn id="163" presetID="1" presetClass="entr" presetSubtype="0" fill="hold" nodeType="withEffect">
                                  <p:stCondLst>
                                    <p:cond delay="0"/>
                                  </p:stCondLst>
                                  <p:childTnLst>
                                    <p:set>
                                      <p:cBhvr>
                                        <p:cTn id="164" dur="1" fill="hold">
                                          <p:stCondLst>
                                            <p:cond delay="0"/>
                                          </p:stCondLst>
                                        </p:cTn>
                                        <p:tgtEl>
                                          <p:spTgt spid="86"/>
                                        </p:tgtEl>
                                        <p:attrNameLst>
                                          <p:attrName>style.visibility</p:attrName>
                                        </p:attrNameLst>
                                      </p:cBhvr>
                                      <p:to>
                                        <p:strVal val="visible"/>
                                      </p:to>
                                    </p:set>
                                  </p:childTnLst>
                                </p:cTn>
                              </p:par>
                              <p:par>
                                <p:cTn id="165" presetID="1" presetClass="entr" presetSubtype="0" fill="hold" nodeType="withEffect">
                                  <p:stCondLst>
                                    <p:cond delay="0"/>
                                  </p:stCondLst>
                                  <p:childTnLst>
                                    <p:set>
                                      <p:cBhvr>
                                        <p:cTn id="166" dur="1" fill="hold">
                                          <p:stCondLst>
                                            <p:cond delay="0"/>
                                          </p:stCondLst>
                                        </p:cTn>
                                        <p:tgtEl>
                                          <p:spTgt spid="87"/>
                                        </p:tgtEl>
                                        <p:attrNameLst>
                                          <p:attrName>style.visibility</p:attrName>
                                        </p:attrNameLst>
                                      </p:cBhvr>
                                      <p:to>
                                        <p:strVal val="visible"/>
                                      </p:to>
                                    </p:set>
                                  </p:childTnLst>
                                </p:cTn>
                              </p:par>
                              <p:par>
                                <p:cTn id="167" presetID="1" presetClass="entr" presetSubtype="0" fill="hold" nodeType="withEffect">
                                  <p:stCondLst>
                                    <p:cond delay="0"/>
                                  </p:stCondLst>
                                  <p:childTnLst>
                                    <p:set>
                                      <p:cBhvr>
                                        <p:cTn id="168" dur="1" fill="hold">
                                          <p:stCondLst>
                                            <p:cond delay="0"/>
                                          </p:stCondLst>
                                        </p:cTn>
                                        <p:tgtEl>
                                          <p:spTgt spid="88"/>
                                        </p:tgtEl>
                                        <p:attrNameLst>
                                          <p:attrName>style.visibility</p:attrName>
                                        </p:attrNameLst>
                                      </p:cBhvr>
                                      <p:to>
                                        <p:strVal val="visible"/>
                                      </p:to>
                                    </p:set>
                                  </p:childTnLst>
                                </p:cTn>
                              </p:par>
                              <p:par>
                                <p:cTn id="169" presetID="1" presetClass="entr" presetSubtype="0" fill="hold" nodeType="withEffect">
                                  <p:stCondLst>
                                    <p:cond delay="0"/>
                                  </p:stCondLst>
                                  <p:childTnLst>
                                    <p:set>
                                      <p:cBhvr>
                                        <p:cTn id="170" dur="1" fill="hold">
                                          <p:stCondLst>
                                            <p:cond delay="0"/>
                                          </p:stCondLst>
                                        </p:cTn>
                                        <p:tgtEl>
                                          <p:spTgt spid="89"/>
                                        </p:tgtEl>
                                        <p:attrNameLst>
                                          <p:attrName>style.visibility</p:attrName>
                                        </p:attrNameLst>
                                      </p:cBhvr>
                                      <p:to>
                                        <p:strVal val="visible"/>
                                      </p:to>
                                    </p:set>
                                  </p:childTnLst>
                                </p:cTn>
                              </p:par>
                              <p:par>
                                <p:cTn id="171" presetID="1" presetClass="entr" presetSubtype="0" fill="hold" nodeType="withEffect">
                                  <p:stCondLst>
                                    <p:cond delay="0"/>
                                  </p:stCondLst>
                                  <p:childTnLst>
                                    <p:set>
                                      <p:cBhvr>
                                        <p:cTn id="172" dur="1" fill="hold">
                                          <p:stCondLst>
                                            <p:cond delay="0"/>
                                          </p:stCondLst>
                                        </p:cTn>
                                        <p:tgtEl>
                                          <p:spTgt spid="90"/>
                                        </p:tgtEl>
                                        <p:attrNameLst>
                                          <p:attrName>style.visibility</p:attrName>
                                        </p:attrNameLst>
                                      </p:cBhvr>
                                      <p:to>
                                        <p:strVal val="visible"/>
                                      </p:to>
                                    </p:set>
                                  </p:childTnLst>
                                </p:cTn>
                              </p:par>
                              <p:par>
                                <p:cTn id="173" presetID="1" presetClass="entr" presetSubtype="0" fill="hold" nodeType="withEffect">
                                  <p:stCondLst>
                                    <p:cond delay="0"/>
                                  </p:stCondLst>
                                  <p:childTnLst>
                                    <p:set>
                                      <p:cBhvr>
                                        <p:cTn id="174" dur="1" fill="hold">
                                          <p:stCondLst>
                                            <p:cond delay="0"/>
                                          </p:stCondLst>
                                        </p:cTn>
                                        <p:tgtEl>
                                          <p:spTgt spid="91"/>
                                        </p:tgtEl>
                                        <p:attrNameLst>
                                          <p:attrName>style.visibility</p:attrName>
                                        </p:attrNameLst>
                                      </p:cBhvr>
                                      <p:to>
                                        <p:strVal val="visible"/>
                                      </p:to>
                                    </p:set>
                                  </p:childTnLst>
                                </p:cTn>
                              </p:par>
                              <p:par>
                                <p:cTn id="175" presetID="1" presetClass="entr" presetSubtype="0" fill="hold" nodeType="withEffect">
                                  <p:stCondLst>
                                    <p:cond delay="0"/>
                                  </p:stCondLst>
                                  <p:childTnLst>
                                    <p:set>
                                      <p:cBhvr>
                                        <p:cTn id="176" dur="1" fill="hold">
                                          <p:stCondLst>
                                            <p:cond delay="0"/>
                                          </p:stCondLst>
                                        </p:cTn>
                                        <p:tgtEl>
                                          <p:spTgt spid="92"/>
                                        </p:tgtEl>
                                        <p:attrNameLst>
                                          <p:attrName>style.visibility</p:attrName>
                                        </p:attrNameLst>
                                      </p:cBhvr>
                                      <p:to>
                                        <p:strVal val="visible"/>
                                      </p:to>
                                    </p:set>
                                  </p:childTnLst>
                                </p:cTn>
                              </p:par>
                              <p:par>
                                <p:cTn id="177" presetID="1" presetClass="entr" presetSubtype="0" fill="hold" nodeType="withEffect">
                                  <p:stCondLst>
                                    <p:cond delay="0"/>
                                  </p:stCondLst>
                                  <p:childTnLst>
                                    <p:set>
                                      <p:cBhvr>
                                        <p:cTn id="178" dur="1" fill="hold">
                                          <p:stCondLst>
                                            <p:cond delay="0"/>
                                          </p:stCondLst>
                                        </p:cTn>
                                        <p:tgtEl>
                                          <p:spTgt spid="93"/>
                                        </p:tgtEl>
                                        <p:attrNameLst>
                                          <p:attrName>style.visibility</p:attrName>
                                        </p:attrNameLst>
                                      </p:cBhvr>
                                      <p:to>
                                        <p:strVal val="visible"/>
                                      </p:to>
                                    </p:set>
                                  </p:childTnLst>
                                </p:cTn>
                              </p:par>
                              <p:par>
                                <p:cTn id="179" presetID="1" presetClass="entr" presetSubtype="0" fill="hold" nodeType="withEffect">
                                  <p:stCondLst>
                                    <p:cond delay="0"/>
                                  </p:stCondLst>
                                  <p:childTnLst>
                                    <p:set>
                                      <p:cBhvr>
                                        <p:cTn id="180" dur="1" fill="hold">
                                          <p:stCondLst>
                                            <p:cond delay="0"/>
                                          </p:stCondLst>
                                        </p:cTn>
                                        <p:tgtEl>
                                          <p:spTgt spid="94"/>
                                        </p:tgtEl>
                                        <p:attrNameLst>
                                          <p:attrName>style.visibility</p:attrName>
                                        </p:attrNameLst>
                                      </p:cBhvr>
                                      <p:to>
                                        <p:strVal val="visible"/>
                                      </p:to>
                                    </p:set>
                                  </p:childTnLst>
                                </p:cTn>
                              </p:par>
                              <p:par>
                                <p:cTn id="181" presetID="1" presetClass="entr" presetSubtype="0" fill="hold" nodeType="withEffect">
                                  <p:stCondLst>
                                    <p:cond delay="0"/>
                                  </p:stCondLst>
                                  <p:childTnLst>
                                    <p:set>
                                      <p:cBhvr>
                                        <p:cTn id="182" dur="1" fill="hold">
                                          <p:stCondLst>
                                            <p:cond delay="0"/>
                                          </p:stCondLst>
                                        </p:cTn>
                                        <p:tgtEl>
                                          <p:spTgt spid="95"/>
                                        </p:tgtEl>
                                        <p:attrNameLst>
                                          <p:attrName>style.visibility</p:attrName>
                                        </p:attrNameLst>
                                      </p:cBhvr>
                                      <p:to>
                                        <p:strVal val="visible"/>
                                      </p:to>
                                    </p:set>
                                  </p:childTnLst>
                                </p:cTn>
                              </p:par>
                              <p:par>
                                <p:cTn id="183" presetID="1" presetClass="entr" presetSubtype="0" fill="hold" nodeType="withEffect">
                                  <p:stCondLst>
                                    <p:cond delay="0"/>
                                  </p:stCondLst>
                                  <p:childTnLst>
                                    <p:set>
                                      <p:cBhvr>
                                        <p:cTn id="184" dur="1" fill="hold">
                                          <p:stCondLst>
                                            <p:cond delay="0"/>
                                          </p:stCondLst>
                                        </p:cTn>
                                        <p:tgtEl>
                                          <p:spTgt spid="96"/>
                                        </p:tgtEl>
                                        <p:attrNameLst>
                                          <p:attrName>style.visibility</p:attrName>
                                        </p:attrNameLst>
                                      </p:cBhvr>
                                      <p:to>
                                        <p:strVal val="visible"/>
                                      </p:to>
                                    </p:set>
                                  </p:childTnLst>
                                </p:cTn>
                              </p:par>
                              <p:par>
                                <p:cTn id="185" presetID="1" presetClass="entr" presetSubtype="0" fill="hold" nodeType="withEffect">
                                  <p:stCondLst>
                                    <p:cond delay="0"/>
                                  </p:stCondLst>
                                  <p:childTnLst>
                                    <p:set>
                                      <p:cBhvr>
                                        <p:cTn id="186" dur="1" fill="hold">
                                          <p:stCondLst>
                                            <p:cond delay="0"/>
                                          </p:stCondLst>
                                        </p:cTn>
                                        <p:tgtEl>
                                          <p:spTgt spid="97"/>
                                        </p:tgtEl>
                                        <p:attrNameLst>
                                          <p:attrName>style.visibility</p:attrName>
                                        </p:attrNameLst>
                                      </p:cBhvr>
                                      <p:to>
                                        <p:strVal val="visible"/>
                                      </p:to>
                                    </p:set>
                                  </p:childTnLst>
                                </p:cTn>
                              </p:par>
                              <p:par>
                                <p:cTn id="187" presetID="1" presetClass="entr" presetSubtype="0" fill="hold" nodeType="withEffect">
                                  <p:stCondLst>
                                    <p:cond delay="0"/>
                                  </p:stCondLst>
                                  <p:childTnLst>
                                    <p:set>
                                      <p:cBhvr>
                                        <p:cTn id="188" dur="1" fill="hold">
                                          <p:stCondLst>
                                            <p:cond delay="0"/>
                                          </p:stCondLst>
                                        </p:cTn>
                                        <p:tgtEl>
                                          <p:spTgt spid="98"/>
                                        </p:tgtEl>
                                        <p:attrNameLst>
                                          <p:attrName>style.visibility</p:attrName>
                                        </p:attrNameLst>
                                      </p:cBhvr>
                                      <p:to>
                                        <p:strVal val="visible"/>
                                      </p:to>
                                    </p:set>
                                  </p:childTnLst>
                                </p:cTn>
                              </p:par>
                              <p:par>
                                <p:cTn id="189" presetID="1" presetClass="entr" presetSubtype="0" fill="hold" nodeType="withEffect">
                                  <p:stCondLst>
                                    <p:cond delay="0"/>
                                  </p:stCondLst>
                                  <p:childTnLst>
                                    <p:set>
                                      <p:cBhvr>
                                        <p:cTn id="190" dur="1" fill="hold">
                                          <p:stCondLst>
                                            <p:cond delay="0"/>
                                          </p:stCondLst>
                                        </p:cTn>
                                        <p:tgtEl>
                                          <p:spTgt spid="99"/>
                                        </p:tgtEl>
                                        <p:attrNameLst>
                                          <p:attrName>style.visibility</p:attrName>
                                        </p:attrNameLst>
                                      </p:cBhvr>
                                      <p:to>
                                        <p:strVal val="visible"/>
                                      </p:to>
                                    </p:set>
                                  </p:childTnLst>
                                </p:cTn>
                              </p:par>
                              <p:par>
                                <p:cTn id="191" presetID="1" presetClass="entr" presetSubtype="0" fill="hold" nodeType="withEffect">
                                  <p:stCondLst>
                                    <p:cond delay="0"/>
                                  </p:stCondLst>
                                  <p:childTnLst>
                                    <p:set>
                                      <p:cBhvr>
                                        <p:cTn id="192" dur="1" fill="hold">
                                          <p:stCondLst>
                                            <p:cond delay="0"/>
                                          </p:stCondLst>
                                        </p:cTn>
                                        <p:tgtEl>
                                          <p:spTgt spid="100"/>
                                        </p:tgtEl>
                                        <p:attrNameLst>
                                          <p:attrName>style.visibility</p:attrName>
                                        </p:attrNameLst>
                                      </p:cBhvr>
                                      <p:to>
                                        <p:strVal val="visible"/>
                                      </p:to>
                                    </p:set>
                                  </p:childTnLst>
                                </p:cTn>
                              </p:par>
                              <p:par>
                                <p:cTn id="193" presetID="1" presetClass="entr" presetSubtype="0" fill="hold" nodeType="withEffect">
                                  <p:stCondLst>
                                    <p:cond delay="0"/>
                                  </p:stCondLst>
                                  <p:childTnLst>
                                    <p:set>
                                      <p:cBhvr>
                                        <p:cTn id="194" dur="1" fill="hold">
                                          <p:stCondLst>
                                            <p:cond delay="0"/>
                                          </p:stCondLst>
                                        </p:cTn>
                                        <p:tgtEl>
                                          <p:spTgt spid="101"/>
                                        </p:tgtEl>
                                        <p:attrNameLst>
                                          <p:attrName>style.visibility</p:attrName>
                                        </p:attrNameLst>
                                      </p:cBhvr>
                                      <p:to>
                                        <p:strVal val="visible"/>
                                      </p:to>
                                    </p:set>
                                  </p:childTnLst>
                                </p:cTn>
                              </p:par>
                              <p:par>
                                <p:cTn id="195" presetID="1" presetClass="entr" presetSubtype="0" fill="hold" nodeType="withEffect">
                                  <p:stCondLst>
                                    <p:cond delay="0"/>
                                  </p:stCondLst>
                                  <p:childTnLst>
                                    <p:set>
                                      <p:cBhvr>
                                        <p:cTn id="196" dur="1" fill="hold">
                                          <p:stCondLst>
                                            <p:cond delay="0"/>
                                          </p:stCondLst>
                                        </p:cTn>
                                        <p:tgtEl>
                                          <p:spTgt spid="102"/>
                                        </p:tgtEl>
                                        <p:attrNameLst>
                                          <p:attrName>style.visibility</p:attrName>
                                        </p:attrNameLst>
                                      </p:cBhvr>
                                      <p:to>
                                        <p:strVal val="visible"/>
                                      </p:to>
                                    </p:set>
                                  </p:childTnLst>
                                </p:cTn>
                              </p:par>
                              <p:par>
                                <p:cTn id="197" presetID="1" presetClass="entr" presetSubtype="0" fill="hold" nodeType="withEffect">
                                  <p:stCondLst>
                                    <p:cond delay="0"/>
                                  </p:stCondLst>
                                  <p:childTnLst>
                                    <p:set>
                                      <p:cBhvr>
                                        <p:cTn id="198" dur="1" fill="hold">
                                          <p:stCondLst>
                                            <p:cond delay="0"/>
                                          </p:stCondLst>
                                        </p:cTn>
                                        <p:tgtEl>
                                          <p:spTgt spid="103"/>
                                        </p:tgtEl>
                                        <p:attrNameLst>
                                          <p:attrName>style.visibility</p:attrName>
                                        </p:attrNameLst>
                                      </p:cBhvr>
                                      <p:to>
                                        <p:strVal val="visible"/>
                                      </p:to>
                                    </p:set>
                                  </p:childTnLst>
                                </p:cTn>
                              </p:par>
                              <p:par>
                                <p:cTn id="199" presetID="1" presetClass="entr" presetSubtype="0" fill="hold" nodeType="withEffect">
                                  <p:stCondLst>
                                    <p:cond delay="0"/>
                                  </p:stCondLst>
                                  <p:childTnLst>
                                    <p:set>
                                      <p:cBhvr>
                                        <p:cTn id="200" dur="1" fill="hold">
                                          <p:stCondLst>
                                            <p:cond delay="0"/>
                                          </p:stCondLst>
                                        </p:cTn>
                                        <p:tgtEl>
                                          <p:spTgt spid="104"/>
                                        </p:tgtEl>
                                        <p:attrNameLst>
                                          <p:attrName>style.visibility</p:attrName>
                                        </p:attrNameLst>
                                      </p:cBhvr>
                                      <p:to>
                                        <p:strVal val="visible"/>
                                      </p:to>
                                    </p:set>
                                  </p:childTnLst>
                                </p:cTn>
                              </p:par>
                              <p:par>
                                <p:cTn id="201" presetID="1" presetClass="entr" presetSubtype="0" fill="hold" nodeType="withEffect">
                                  <p:stCondLst>
                                    <p:cond delay="0"/>
                                  </p:stCondLst>
                                  <p:childTnLst>
                                    <p:set>
                                      <p:cBhvr>
                                        <p:cTn id="202" dur="1" fill="hold">
                                          <p:stCondLst>
                                            <p:cond delay="0"/>
                                          </p:stCondLst>
                                        </p:cTn>
                                        <p:tgtEl>
                                          <p:spTgt spid="105"/>
                                        </p:tgtEl>
                                        <p:attrNameLst>
                                          <p:attrName>style.visibility</p:attrName>
                                        </p:attrNameLst>
                                      </p:cBhvr>
                                      <p:to>
                                        <p:strVal val="visible"/>
                                      </p:to>
                                    </p:set>
                                  </p:childTnLst>
                                </p:cTn>
                              </p:par>
                              <p:par>
                                <p:cTn id="203" presetID="1" presetClass="entr" presetSubtype="0" fill="hold" nodeType="withEffect">
                                  <p:stCondLst>
                                    <p:cond delay="0"/>
                                  </p:stCondLst>
                                  <p:childTnLst>
                                    <p:set>
                                      <p:cBhvr>
                                        <p:cTn id="204" dur="1" fill="hold">
                                          <p:stCondLst>
                                            <p:cond delay="0"/>
                                          </p:stCondLst>
                                        </p:cTn>
                                        <p:tgtEl>
                                          <p:spTgt spid="106"/>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07"/>
                                        </p:tgtEl>
                                        <p:attrNameLst>
                                          <p:attrName>style.visibility</p:attrName>
                                        </p:attrNameLst>
                                      </p:cBhvr>
                                      <p:to>
                                        <p:strVal val="visible"/>
                                      </p:to>
                                    </p:set>
                                  </p:childTnLst>
                                </p:cTn>
                              </p:par>
                            </p:childTnLst>
                          </p:cTn>
                        </p:par>
                      </p:childTnLst>
                    </p:cTn>
                  </p:par>
                  <p:par>
                    <p:cTn id="207" fill="hold">
                      <p:stCondLst>
                        <p:cond delay="indefinite"/>
                      </p:stCondLst>
                      <p:childTnLst>
                        <p:par>
                          <p:cTn id="208" fill="hold">
                            <p:stCondLst>
                              <p:cond delay="0"/>
                            </p:stCondLst>
                            <p:childTnLst>
                              <p:par>
                                <p:cTn id="209" presetID="1" presetClass="entr" presetSubtype="0" fill="hold" nodeType="clickEffect">
                                  <p:stCondLst>
                                    <p:cond delay="0"/>
                                  </p:stCondLst>
                                  <p:childTnLst>
                                    <p:set>
                                      <p:cBhvr>
                                        <p:cTn id="210" dur="1" fill="hold">
                                          <p:stCondLst>
                                            <p:cond delay="0"/>
                                          </p:stCondLst>
                                        </p:cTn>
                                        <p:tgtEl>
                                          <p:spTgt spid="109"/>
                                        </p:tgtEl>
                                        <p:attrNameLst>
                                          <p:attrName>style.visibility</p:attrName>
                                        </p:attrNameLst>
                                      </p:cBhvr>
                                      <p:to>
                                        <p:strVal val="visible"/>
                                      </p:to>
                                    </p:set>
                                  </p:childTnLst>
                                </p:cTn>
                              </p:par>
                              <p:par>
                                <p:cTn id="211" presetID="1" presetClass="entr" presetSubtype="0" fill="hold" nodeType="withEffect">
                                  <p:stCondLst>
                                    <p:cond delay="0"/>
                                  </p:stCondLst>
                                  <p:childTnLst>
                                    <p:set>
                                      <p:cBhvr>
                                        <p:cTn id="212" dur="1" fill="hold">
                                          <p:stCondLst>
                                            <p:cond delay="0"/>
                                          </p:stCondLst>
                                        </p:cTn>
                                        <p:tgtEl>
                                          <p:spTgt spid="110"/>
                                        </p:tgtEl>
                                        <p:attrNameLst>
                                          <p:attrName>style.visibility</p:attrName>
                                        </p:attrNameLst>
                                      </p:cBhvr>
                                      <p:to>
                                        <p:strVal val="visible"/>
                                      </p:to>
                                    </p:set>
                                  </p:childTnLst>
                                </p:cTn>
                              </p:par>
                              <p:par>
                                <p:cTn id="213" presetID="1" presetClass="entr" presetSubtype="0" fill="hold" nodeType="withEffect">
                                  <p:stCondLst>
                                    <p:cond delay="0"/>
                                  </p:stCondLst>
                                  <p:childTnLst>
                                    <p:set>
                                      <p:cBhvr>
                                        <p:cTn id="214" dur="1" fill="hold">
                                          <p:stCondLst>
                                            <p:cond delay="0"/>
                                          </p:stCondLst>
                                        </p:cTn>
                                        <p:tgtEl>
                                          <p:spTgt spid="111"/>
                                        </p:tgtEl>
                                        <p:attrNameLst>
                                          <p:attrName>style.visibility</p:attrName>
                                        </p:attrNameLst>
                                      </p:cBhvr>
                                      <p:to>
                                        <p:strVal val="visible"/>
                                      </p:to>
                                    </p:set>
                                  </p:childTnLst>
                                </p:cTn>
                              </p:par>
                              <p:par>
                                <p:cTn id="215" presetID="1" presetClass="entr" presetSubtype="0" fill="hold" nodeType="withEffect">
                                  <p:stCondLst>
                                    <p:cond delay="0"/>
                                  </p:stCondLst>
                                  <p:childTnLst>
                                    <p:set>
                                      <p:cBhvr>
                                        <p:cTn id="216" dur="1" fill="hold">
                                          <p:stCondLst>
                                            <p:cond delay="0"/>
                                          </p:stCondLst>
                                        </p:cTn>
                                        <p:tgtEl>
                                          <p:spTgt spid="112"/>
                                        </p:tgtEl>
                                        <p:attrNameLst>
                                          <p:attrName>style.visibility</p:attrName>
                                        </p:attrNameLst>
                                      </p:cBhvr>
                                      <p:to>
                                        <p:strVal val="visible"/>
                                      </p:to>
                                    </p:set>
                                  </p:childTnLst>
                                </p:cTn>
                              </p:par>
                              <p:par>
                                <p:cTn id="217" presetID="1" presetClass="entr" presetSubtype="0" fill="hold" nodeType="withEffect">
                                  <p:stCondLst>
                                    <p:cond delay="0"/>
                                  </p:stCondLst>
                                  <p:childTnLst>
                                    <p:set>
                                      <p:cBhvr>
                                        <p:cTn id="218" dur="1" fill="hold">
                                          <p:stCondLst>
                                            <p:cond delay="0"/>
                                          </p:stCondLst>
                                        </p:cTn>
                                        <p:tgtEl>
                                          <p:spTgt spid="113"/>
                                        </p:tgtEl>
                                        <p:attrNameLst>
                                          <p:attrName>style.visibility</p:attrName>
                                        </p:attrNameLst>
                                      </p:cBhvr>
                                      <p:to>
                                        <p:strVal val="visible"/>
                                      </p:to>
                                    </p:set>
                                  </p:childTnLst>
                                </p:cTn>
                              </p:par>
                              <p:par>
                                <p:cTn id="219" presetID="1" presetClass="entr" presetSubtype="0" fill="hold" nodeType="withEffect">
                                  <p:stCondLst>
                                    <p:cond delay="0"/>
                                  </p:stCondLst>
                                  <p:childTnLst>
                                    <p:set>
                                      <p:cBhvr>
                                        <p:cTn id="220" dur="1" fill="hold">
                                          <p:stCondLst>
                                            <p:cond delay="0"/>
                                          </p:stCondLst>
                                        </p:cTn>
                                        <p:tgtEl>
                                          <p:spTgt spid="114"/>
                                        </p:tgtEl>
                                        <p:attrNameLst>
                                          <p:attrName>style.visibility</p:attrName>
                                        </p:attrNameLst>
                                      </p:cBhvr>
                                      <p:to>
                                        <p:strVal val="visible"/>
                                      </p:to>
                                    </p:set>
                                  </p:childTnLst>
                                </p:cTn>
                              </p:par>
                              <p:par>
                                <p:cTn id="221" presetID="1" presetClass="entr" presetSubtype="0" fill="hold" nodeType="withEffect">
                                  <p:stCondLst>
                                    <p:cond delay="0"/>
                                  </p:stCondLst>
                                  <p:childTnLst>
                                    <p:set>
                                      <p:cBhvr>
                                        <p:cTn id="222" dur="1" fill="hold">
                                          <p:stCondLst>
                                            <p:cond delay="0"/>
                                          </p:stCondLst>
                                        </p:cTn>
                                        <p:tgtEl>
                                          <p:spTgt spid="115"/>
                                        </p:tgtEl>
                                        <p:attrNameLst>
                                          <p:attrName>style.visibility</p:attrName>
                                        </p:attrNameLst>
                                      </p:cBhvr>
                                      <p:to>
                                        <p:strVal val="visible"/>
                                      </p:to>
                                    </p:set>
                                  </p:childTnLst>
                                </p:cTn>
                              </p:par>
                              <p:par>
                                <p:cTn id="223" presetID="1" presetClass="entr" presetSubtype="0" fill="hold" nodeType="withEffect">
                                  <p:stCondLst>
                                    <p:cond delay="0"/>
                                  </p:stCondLst>
                                  <p:childTnLst>
                                    <p:set>
                                      <p:cBhvr>
                                        <p:cTn id="224" dur="1" fill="hold">
                                          <p:stCondLst>
                                            <p:cond delay="0"/>
                                          </p:stCondLst>
                                        </p:cTn>
                                        <p:tgtEl>
                                          <p:spTgt spid="116"/>
                                        </p:tgtEl>
                                        <p:attrNameLst>
                                          <p:attrName>style.visibility</p:attrName>
                                        </p:attrNameLst>
                                      </p:cBhvr>
                                      <p:to>
                                        <p:strVal val="visible"/>
                                      </p:to>
                                    </p:set>
                                  </p:childTnLst>
                                </p:cTn>
                              </p:par>
                              <p:par>
                                <p:cTn id="225" presetID="1" presetClass="entr" presetSubtype="0" fill="hold" nodeType="withEffect">
                                  <p:stCondLst>
                                    <p:cond delay="0"/>
                                  </p:stCondLst>
                                  <p:childTnLst>
                                    <p:set>
                                      <p:cBhvr>
                                        <p:cTn id="226" dur="1" fill="hold">
                                          <p:stCondLst>
                                            <p:cond delay="0"/>
                                          </p:stCondLst>
                                        </p:cTn>
                                        <p:tgtEl>
                                          <p:spTgt spid="117"/>
                                        </p:tgtEl>
                                        <p:attrNameLst>
                                          <p:attrName>style.visibility</p:attrName>
                                        </p:attrNameLst>
                                      </p:cBhvr>
                                      <p:to>
                                        <p:strVal val="visible"/>
                                      </p:to>
                                    </p:set>
                                  </p:childTnLst>
                                </p:cTn>
                              </p:par>
                              <p:par>
                                <p:cTn id="227" presetID="1" presetClass="entr" presetSubtype="0" fill="hold" nodeType="withEffect">
                                  <p:stCondLst>
                                    <p:cond delay="0"/>
                                  </p:stCondLst>
                                  <p:childTnLst>
                                    <p:set>
                                      <p:cBhvr>
                                        <p:cTn id="228" dur="1" fill="hold">
                                          <p:stCondLst>
                                            <p:cond delay="0"/>
                                          </p:stCondLst>
                                        </p:cTn>
                                        <p:tgtEl>
                                          <p:spTgt spid="118"/>
                                        </p:tgtEl>
                                        <p:attrNameLst>
                                          <p:attrName>style.visibility</p:attrName>
                                        </p:attrNameLst>
                                      </p:cBhvr>
                                      <p:to>
                                        <p:strVal val="visible"/>
                                      </p:to>
                                    </p:set>
                                  </p:childTnLst>
                                </p:cTn>
                              </p:par>
                              <p:par>
                                <p:cTn id="229" presetID="1" presetClass="entr" presetSubtype="0" fill="hold" nodeType="withEffect">
                                  <p:stCondLst>
                                    <p:cond delay="0"/>
                                  </p:stCondLst>
                                  <p:childTnLst>
                                    <p:set>
                                      <p:cBhvr>
                                        <p:cTn id="230" dur="1" fill="hold">
                                          <p:stCondLst>
                                            <p:cond delay="0"/>
                                          </p:stCondLst>
                                        </p:cTn>
                                        <p:tgtEl>
                                          <p:spTgt spid="119"/>
                                        </p:tgtEl>
                                        <p:attrNameLst>
                                          <p:attrName>style.visibility</p:attrName>
                                        </p:attrNameLst>
                                      </p:cBhvr>
                                      <p:to>
                                        <p:strVal val="visible"/>
                                      </p:to>
                                    </p:set>
                                  </p:childTnLst>
                                </p:cTn>
                              </p:par>
                              <p:par>
                                <p:cTn id="231" presetID="1" presetClass="entr" presetSubtype="0" fill="hold" nodeType="withEffect">
                                  <p:stCondLst>
                                    <p:cond delay="0"/>
                                  </p:stCondLst>
                                  <p:childTnLst>
                                    <p:set>
                                      <p:cBhvr>
                                        <p:cTn id="232" dur="1" fill="hold">
                                          <p:stCondLst>
                                            <p:cond delay="0"/>
                                          </p:stCondLst>
                                        </p:cTn>
                                        <p:tgtEl>
                                          <p:spTgt spid="120"/>
                                        </p:tgtEl>
                                        <p:attrNameLst>
                                          <p:attrName>style.visibility</p:attrName>
                                        </p:attrNameLst>
                                      </p:cBhvr>
                                      <p:to>
                                        <p:strVal val="visible"/>
                                      </p:to>
                                    </p:set>
                                  </p:childTnLst>
                                </p:cTn>
                              </p:par>
                              <p:par>
                                <p:cTn id="233" presetID="1" presetClass="entr" presetSubtype="0" fill="hold" nodeType="withEffect">
                                  <p:stCondLst>
                                    <p:cond delay="0"/>
                                  </p:stCondLst>
                                  <p:childTnLst>
                                    <p:set>
                                      <p:cBhvr>
                                        <p:cTn id="234" dur="1" fill="hold">
                                          <p:stCondLst>
                                            <p:cond delay="0"/>
                                          </p:stCondLst>
                                        </p:cTn>
                                        <p:tgtEl>
                                          <p:spTgt spid="121"/>
                                        </p:tgtEl>
                                        <p:attrNameLst>
                                          <p:attrName>style.visibility</p:attrName>
                                        </p:attrNameLst>
                                      </p:cBhvr>
                                      <p:to>
                                        <p:strVal val="visible"/>
                                      </p:to>
                                    </p:set>
                                  </p:childTnLst>
                                </p:cTn>
                              </p:par>
                              <p:par>
                                <p:cTn id="235" presetID="1" presetClass="entr" presetSubtype="0" fill="hold" nodeType="withEffect">
                                  <p:stCondLst>
                                    <p:cond delay="0"/>
                                  </p:stCondLst>
                                  <p:childTnLst>
                                    <p:set>
                                      <p:cBhvr>
                                        <p:cTn id="236" dur="1" fill="hold">
                                          <p:stCondLst>
                                            <p:cond delay="0"/>
                                          </p:stCondLst>
                                        </p:cTn>
                                        <p:tgtEl>
                                          <p:spTgt spid="122"/>
                                        </p:tgtEl>
                                        <p:attrNameLst>
                                          <p:attrName>style.visibility</p:attrName>
                                        </p:attrNameLst>
                                      </p:cBhvr>
                                      <p:to>
                                        <p:strVal val="visible"/>
                                      </p:to>
                                    </p:set>
                                  </p:childTnLst>
                                </p:cTn>
                              </p:par>
                              <p:par>
                                <p:cTn id="237" presetID="1" presetClass="entr" presetSubtype="0" fill="hold" nodeType="withEffect">
                                  <p:stCondLst>
                                    <p:cond delay="0"/>
                                  </p:stCondLst>
                                  <p:childTnLst>
                                    <p:set>
                                      <p:cBhvr>
                                        <p:cTn id="238" dur="1" fill="hold">
                                          <p:stCondLst>
                                            <p:cond delay="0"/>
                                          </p:stCondLst>
                                        </p:cTn>
                                        <p:tgtEl>
                                          <p:spTgt spid="123"/>
                                        </p:tgtEl>
                                        <p:attrNameLst>
                                          <p:attrName>style.visibility</p:attrName>
                                        </p:attrNameLst>
                                      </p:cBhvr>
                                      <p:to>
                                        <p:strVal val="visible"/>
                                      </p:to>
                                    </p:set>
                                  </p:childTnLst>
                                </p:cTn>
                              </p:par>
                              <p:par>
                                <p:cTn id="239" presetID="1" presetClass="entr" presetSubtype="0" fill="hold" nodeType="withEffect">
                                  <p:stCondLst>
                                    <p:cond delay="0"/>
                                  </p:stCondLst>
                                  <p:childTnLst>
                                    <p:set>
                                      <p:cBhvr>
                                        <p:cTn id="240" dur="1" fill="hold">
                                          <p:stCondLst>
                                            <p:cond delay="0"/>
                                          </p:stCondLst>
                                        </p:cTn>
                                        <p:tgtEl>
                                          <p:spTgt spid="124"/>
                                        </p:tgtEl>
                                        <p:attrNameLst>
                                          <p:attrName>style.visibility</p:attrName>
                                        </p:attrNameLst>
                                      </p:cBhvr>
                                      <p:to>
                                        <p:strVal val="visible"/>
                                      </p:to>
                                    </p:set>
                                  </p:childTnLst>
                                </p:cTn>
                              </p:par>
                              <p:par>
                                <p:cTn id="241" presetID="1" presetClass="entr" presetSubtype="0" fill="hold" nodeType="withEffect">
                                  <p:stCondLst>
                                    <p:cond delay="0"/>
                                  </p:stCondLst>
                                  <p:childTnLst>
                                    <p:set>
                                      <p:cBhvr>
                                        <p:cTn id="242" dur="1" fill="hold">
                                          <p:stCondLst>
                                            <p:cond delay="0"/>
                                          </p:stCondLst>
                                        </p:cTn>
                                        <p:tgtEl>
                                          <p:spTgt spid="125"/>
                                        </p:tgtEl>
                                        <p:attrNameLst>
                                          <p:attrName>style.visibility</p:attrName>
                                        </p:attrNameLst>
                                      </p:cBhvr>
                                      <p:to>
                                        <p:strVal val="visible"/>
                                      </p:to>
                                    </p:set>
                                  </p:childTnLst>
                                </p:cTn>
                              </p:par>
                              <p:par>
                                <p:cTn id="243" presetID="1" presetClass="entr" presetSubtype="0" fill="hold" nodeType="withEffect">
                                  <p:stCondLst>
                                    <p:cond delay="0"/>
                                  </p:stCondLst>
                                  <p:childTnLst>
                                    <p:set>
                                      <p:cBhvr>
                                        <p:cTn id="244" dur="1" fill="hold">
                                          <p:stCondLst>
                                            <p:cond delay="0"/>
                                          </p:stCondLst>
                                        </p:cTn>
                                        <p:tgtEl>
                                          <p:spTgt spid="126"/>
                                        </p:tgtEl>
                                        <p:attrNameLst>
                                          <p:attrName>style.visibility</p:attrName>
                                        </p:attrNameLst>
                                      </p:cBhvr>
                                      <p:to>
                                        <p:strVal val="visible"/>
                                      </p:to>
                                    </p:set>
                                  </p:childTnLst>
                                </p:cTn>
                              </p:par>
                              <p:par>
                                <p:cTn id="245" presetID="1" presetClass="entr" presetSubtype="0" fill="hold" nodeType="withEffect">
                                  <p:stCondLst>
                                    <p:cond delay="0"/>
                                  </p:stCondLst>
                                  <p:childTnLst>
                                    <p:set>
                                      <p:cBhvr>
                                        <p:cTn id="246" dur="1" fill="hold">
                                          <p:stCondLst>
                                            <p:cond delay="0"/>
                                          </p:stCondLst>
                                        </p:cTn>
                                        <p:tgtEl>
                                          <p:spTgt spid="127"/>
                                        </p:tgtEl>
                                        <p:attrNameLst>
                                          <p:attrName>style.visibility</p:attrName>
                                        </p:attrNameLst>
                                      </p:cBhvr>
                                      <p:to>
                                        <p:strVal val="visible"/>
                                      </p:to>
                                    </p:set>
                                  </p:childTnLst>
                                </p:cTn>
                              </p:par>
                              <p:par>
                                <p:cTn id="247" presetID="1" presetClass="entr" presetSubtype="0" fill="hold" nodeType="withEffect">
                                  <p:stCondLst>
                                    <p:cond delay="0"/>
                                  </p:stCondLst>
                                  <p:childTnLst>
                                    <p:set>
                                      <p:cBhvr>
                                        <p:cTn id="248" dur="1" fill="hold">
                                          <p:stCondLst>
                                            <p:cond delay="0"/>
                                          </p:stCondLst>
                                        </p:cTn>
                                        <p:tgtEl>
                                          <p:spTgt spid="128"/>
                                        </p:tgtEl>
                                        <p:attrNameLst>
                                          <p:attrName>style.visibility</p:attrName>
                                        </p:attrNameLst>
                                      </p:cBhvr>
                                      <p:to>
                                        <p:strVal val="visible"/>
                                      </p:to>
                                    </p:set>
                                  </p:childTnLst>
                                </p:cTn>
                              </p:par>
                              <p:par>
                                <p:cTn id="249" presetID="1" presetClass="entr" presetSubtype="0" fill="hold" nodeType="withEffect">
                                  <p:stCondLst>
                                    <p:cond delay="0"/>
                                  </p:stCondLst>
                                  <p:childTnLst>
                                    <p:set>
                                      <p:cBhvr>
                                        <p:cTn id="250" dur="1" fill="hold">
                                          <p:stCondLst>
                                            <p:cond delay="0"/>
                                          </p:stCondLst>
                                        </p:cTn>
                                        <p:tgtEl>
                                          <p:spTgt spid="129"/>
                                        </p:tgtEl>
                                        <p:attrNameLst>
                                          <p:attrName>style.visibility</p:attrName>
                                        </p:attrNameLst>
                                      </p:cBhvr>
                                      <p:to>
                                        <p:strVal val="visible"/>
                                      </p:to>
                                    </p:set>
                                  </p:childTnLst>
                                </p:cTn>
                              </p:par>
                              <p:par>
                                <p:cTn id="251" presetID="1" presetClass="entr" presetSubtype="0" fill="hold" nodeType="withEffect">
                                  <p:stCondLst>
                                    <p:cond delay="0"/>
                                  </p:stCondLst>
                                  <p:childTnLst>
                                    <p:set>
                                      <p:cBhvr>
                                        <p:cTn id="252" dur="1" fill="hold">
                                          <p:stCondLst>
                                            <p:cond delay="0"/>
                                          </p:stCondLst>
                                        </p:cTn>
                                        <p:tgtEl>
                                          <p:spTgt spid="130"/>
                                        </p:tgtEl>
                                        <p:attrNameLst>
                                          <p:attrName>style.visibility</p:attrName>
                                        </p:attrNameLst>
                                      </p:cBhvr>
                                      <p:to>
                                        <p:strVal val="visible"/>
                                      </p:to>
                                    </p:set>
                                  </p:childTnLst>
                                </p:cTn>
                              </p:par>
                              <p:par>
                                <p:cTn id="253" presetID="1" presetClass="entr" presetSubtype="0" fill="hold" nodeType="withEffect">
                                  <p:stCondLst>
                                    <p:cond delay="0"/>
                                  </p:stCondLst>
                                  <p:childTnLst>
                                    <p:set>
                                      <p:cBhvr>
                                        <p:cTn id="254" dur="1" fill="hold">
                                          <p:stCondLst>
                                            <p:cond delay="0"/>
                                          </p:stCondLst>
                                        </p:cTn>
                                        <p:tgtEl>
                                          <p:spTgt spid="131"/>
                                        </p:tgtEl>
                                        <p:attrNameLst>
                                          <p:attrName>style.visibility</p:attrName>
                                        </p:attrNameLst>
                                      </p:cBhvr>
                                      <p:to>
                                        <p:strVal val="visible"/>
                                      </p:to>
                                    </p:set>
                                  </p:childTnLst>
                                </p:cTn>
                              </p:par>
                              <p:par>
                                <p:cTn id="255" presetID="1" presetClass="entr" presetSubtype="0" fill="hold" nodeType="withEffect">
                                  <p:stCondLst>
                                    <p:cond delay="0"/>
                                  </p:stCondLst>
                                  <p:childTnLst>
                                    <p:set>
                                      <p:cBhvr>
                                        <p:cTn id="256" dur="1" fill="hold">
                                          <p:stCondLst>
                                            <p:cond delay="0"/>
                                          </p:stCondLst>
                                        </p:cTn>
                                        <p:tgtEl>
                                          <p:spTgt spid="132"/>
                                        </p:tgtEl>
                                        <p:attrNameLst>
                                          <p:attrName>style.visibility</p:attrName>
                                        </p:attrNameLst>
                                      </p:cBhvr>
                                      <p:to>
                                        <p:strVal val="visible"/>
                                      </p:to>
                                    </p:set>
                                  </p:childTnLst>
                                </p:cTn>
                              </p:par>
                              <p:par>
                                <p:cTn id="257" presetID="1" presetClass="entr" presetSubtype="0" fill="hold" nodeType="withEffect">
                                  <p:stCondLst>
                                    <p:cond delay="0"/>
                                  </p:stCondLst>
                                  <p:childTnLst>
                                    <p:set>
                                      <p:cBhvr>
                                        <p:cTn id="258" dur="1" fill="hold">
                                          <p:stCondLst>
                                            <p:cond delay="0"/>
                                          </p:stCondLst>
                                        </p:cTn>
                                        <p:tgtEl>
                                          <p:spTgt spid="133"/>
                                        </p:tgtEl>
                                        <p:attrNameLst>
                                          <p:attrName>style.visibility</p:attrName>
                                        </p:attrNameLst>
                                      </p:cBhvr>
                                      <p:to>
                                        <p:strVal val="visible"/>
                                      </p:to>
                                    </p:set>
                                  </p:childTnLst>
                                </p:cTn>
                              </p:par>
                              <p:par>
                                <p:cTn id="259" presetID="1" presetClass="entr" presetSubtype="0" fill="hold" nodeType="withEffect">
                                  <p:stCondLst>
                                    <p:cond delay="0"/>
                                  </p:stCondLst>
                                  <p:childTnLst>
                                    <p:set>
                                      <p:cBhvr>
                                        <p:cTn id="260" dur="1" fill="hold">
                                          <p:stCondLst>
                                            <p:cond delay="0"/>
                                          </p:stCondLst>
                                        </p:cTn>
                                        <p:tgtEl>
                                          <p:spTgt spid="134"/>
                                        </p:tgtEl>
                                        <p:attrNameLst>
                                          <p:attrName>style.visibility</p:attrName>
                                        </p:attrNameLst>
                                      </p:cBhvr>
                                      <p:to>
                                        <p:strVal val="visible"/>
                                      </p:to>
                                    </p:set>
                                  </p:childTnLst>
                                </p:cTn>
                              </p:par>
                              <p:par>
                                <p:cTn id="261" presetID="1" presetClass="entr" presetSubtype="0" fill="hold" nodeType="withEffect">
                                  <p:stCondLst>
                                    <p:cond delay="0"/>
                                  </p:stCondLst>
                                  <p:childTnLst>
                                    <p:set>
                                      <p:cBhvr>
                                        <p:cTn id="262" dur="1" fill="hold">
                                          <p:stCondLst>
                                            <p:cond delay="0"/>
                                          </p:stCondLst>
                                        </p:cTn>
                                        <p:tgtEl>
                                          <p:spTgt spid="135"/>
                                        </p:tgtEl>
                                        <p:attrNameLst>
                                          <p:attrName>style.visibility</p:attrName>
                                        </p:attrNameLst>
                                      </p:cBhvr>
                                      <p:to>
                                        <p:strVal val="visible"/>
                                      </p:to>
                                    </p:set>
                                  </p:childTnLst>
                                </p:cTn>
                              </p:par>
                              <p:par>
                                <p:cTn id="263" presetID="1" presetClass="entr" presetSubtype="0" fill="hold" nodeType="withEffect">
                                  <p:stCondLst>
                                    <p:cond delay="0"/>
                                  </p:stCondLst>
                                  <p:childTnLst>
                                    <p:set>
                                      <p:cBhvr>
                                        <p:cTn id="264" dur="1" fill="hold">
                                          <p:stCondLst>
                                            <p:cond delay="0"/>
                                          </p:stCondLst>
                                        </p:cTn>
                                        <p:tgtEl>
                                          <p:spTgt spid="136"/>
                                        </p:tgtEl>
                                        <p:attrNameLst>
                                          <p:attrName>style.visibility</p:attrName>
                                        </p:attrNameLst>
                                      </p:cBhvr>
                                      <p:to>
                                        <p:strVal val="visible"/>
                                      </p:to>
                                    </p:set>
                                  </p:childTnLst>
                                </p:cTn>
                              </p:par>
                              <p:par>
                                <p:cTn id="265" presetID="1" presetClass="entr" presetSubtype="0" fill="hold" nodeType="withEffect">
                                  <p:stCondLst>
                                    <p:cond delay="0"/>
                                  </p:stCondLst>
                                  <p:childTnLst>
                                    <p:set>
                                      <p:cBhvr>
                                        <p:cTn id="266" dur="1" fill="hold">
                                          <p:stCondLst>
                                            <p:cond delay="0"/>
                                          </p:stCondLst>
                                        </p:cTn>
                                        <p:tgtEl>
                                          <p:spTgt spid="137"/>
                                        </p:tgtEl>
                                        <p:attrNameLst>
                                          <p:attrName>style.visibility</p:attrName>
                                        </p:attrNameLst>
                                      </p:cBhvr>
                                      <p:to>
                                        <p:strVal val="visible"/>
                                      </p:to>
                                    </p:set>
                                  </p:childTnLst>
                                </p:cTn>
                              </p:par>
                              <p:par>
                                <p:cTn id="267" presetID="1" presetClass="entr" presetSubtype="0" fill="hold" nodeType="withEffect">
                                  <p:stCondLst>
                                    <p:cond delay="0"/>
                                  </p:stCondLst>
                                  <p:childTnLst>
                                    <p:set>
                                      <p:cBhvr>
                                        <p:cTn id="268" dur="1" fill="hold">
                                          <p:stCondLst>
                                            <p:cond delay="0"/>
                                          </p:stCondLst>
                                        </p:cTn>
                                        <p:tgtEl>
                                          <p:spTgt spid="138"/>
                                        </p:tgtEl>
                                        <p:attrNameLst>
                                          <p:attrName>style.visibility</p:attrName>
                                        </p:attrNameLst>
                                      </p:cBhvr>
                                      <p:to>
                                        <p:strVal val="visible"/>
                                      </p:to>
                                    </p:set>
                                  </p:childTnLst>
                                </p:cTn>
                              </p:par>
                              <p:par>
                                <p:cTn id="269" presetID="1" presetClass="entr" presetSubtype="0" fill="hold" nodeType="withEffect">
                                  <p:stCondLst>
                                    <p:cond delay="0"/>
                                  </p:stCondLst>
                                  <p:childTnLst>
                                    <p:set>
                                      <p:cBhvr>
                                        <p:cTn id="270" dur="1" fill="hold">
                                          <p:stCondLst>
                                            <p:cond delay="0"/>
                                          </p:stCondLst>
                                        </p:cTn>
                                        <p:tgtEl>
                                          <p:spTgt spid="139"/>
                                        </p:tgtEl>
                                        <p:attrNameLst>
                                          <p:attrName>style.visibility</p:attrName>
                                        </p:attrNameLst>
                                      </p:cBhvr>
                                      <p:to>
                                        <p:strVal val="visible"/>
                                      </p:to>
                                    </p:set>
                                  </p:childTnLst>
                                </p:cTn>
                              </p:par>
                              <p:par>
                                <p:cTn id="271" presetID="1" presetClass="entr" presetSubtype="0" fill="hold" nodeType="withEffect">
                                  <p:stCondLst>
                                    <p:cond delay="0"/>
                                  </p:stCondLst>
                                  <p:childTnLst>
                                    <p:set>
                                      <p:cBhvr>
                                        <p:cTn id="272" dur="1" fill="hold">
                                          <p:stCondLst>
                                            <p:cond delay="0"/>
                                          </p:stCondLst>
                                        </p:cTn>
                                        <p:tgtEl>
                                          <p:spTgt spid="140"/>
                                        </p:tgtEl>
                                        <p:attrNameLst>
                                          <p:attrName>style.visibility</p:attrName>
                                        </p:attrNameLst>
                                      </p:cBhvr>
                                      <p:to>
                                        <p:strVal val="visible"/>
                                      </p:to>
                                    </p:set>
                                  </p:childTnLst>
                                </p:cTn>
                              </p:par>
                              <p:par>
                                <p:cTn id="273" presetID="1" presetClass="entr" presetSubtype="0" fill="hold" nodeType="withEffect">
                                  <p:stCondLst>
                                    <p:cond delay="0"/>
                                  </p:stCondLst>
                                  <p:childTnLst>
                                    <p:set>
                                      <p:cBhvr>
                                        <p:cTn id="274" dur="1" fill="hold">
                                          <p:stCondLst>
                                            <p:cond delay="0"/>
                                          </p:stCondLst>
                                        </p:cTn>
                                        <p:tgtEl>
                                          <p:spTgt spid="141"/>
                                        </p:tgtEl>
                                        <p:attrNameLst>
                                          <p:attrName>style.visibility</p:attrName>
                                        </p:attrNameLst>
                                      </p:cBhvr>
                                      <p:to>
                                        <p:strVal val="visible"/>
                                      </p:to>
                                    </p:set>
                                  </p:childTnLst>
                                </p:cTn>
                              </p:par>
                              <p:par>
                                <p:cTn id="275" presetID="1" presetClass="entr" presetSubtype="0" fill="hold" nodeType="withEffect">
                                  <p:stCondLst>
                                    <p:cond delay="0"/>
                                  </p:stCondLst>
                                  <p:childTnLst>
                                    <p:set>
                                      <p:cBhvr>
                                        <p:cTn id="276" dur="1" fill="hold">
                                          <p:stCondLst>
                                            <p:cond delay="0"/>
                                          </p:stCondLst>
                                        </p:cTn>
                                        <p:tgtEl>
                                          <p:spTgt spid="142"/>
                                        </p:tgtEl>
                                        <p:attrNameLst>
                                          <p:attrName>style.visibility</p:attrName>
                                        </p:attrNameLst>
                                      </p:cBhvr>
                                      <p:to>
                                        <p:strVal val="visible"/>
                                      </p:to>
                                    </p:set>
                                  </p:childTnLst>
                                </p:cTn>
                              </p:par>
                              <p:par>
                                <p:cTn id="277" presetID="1" presetClass="entr" presetSubtype="0" fill="hold" nodeType="withEffect">
                                  <p:stCondLst>
                                    <p:cond delay="0"/>
                                  </p:stCondLst>
                                  <p:childTnLst>
                                    <p:set>
                                      <p:cBhvr>
                                        <p:cTn id="278" dur="1" fill="hold">
                                          <p:stCondLst>
                                            <p:cond delay="0"/>
                                          </p:stCondLst>
                                        </p:cTn>
                                        <p:tgtEl>
                                          <p:spTgt spid="143"/>
                                        </p:tgtEl>
                                        <p:attrNameLst>
                                          <p:attrName>style.visibility</p:attrName>
                                        </p:attrNameLst>
                                      </p:cBhvr>
                                      <p:to>
                                        <p:strVal val="visible"/>
                                      </p:to>
                                    </p:set>
                                  </p:childTnLst>
                                </p:cTn>
                              </p:par>
                              <p:par>
                                <p:cTn id="279" presetID="1" presetClass="entr" presetSubtype="0" fill="hold" nodeType="withEffect">
                                  <p:stCondLst>
                                    <p:cond delay="0"/>
                                  </p:stCondLst>
                                  <p:childTnLst>
                                    <p:set>
                                      <p:cBhvr>
                                        <p:cTn id="280" dur="1" fill="hold">
                                          <p:stCondLst>
                                            <p:cond delay="0"/>
                                          </p:stCondLst>
                                        </p:cTn>
                                        <p:tgtEl>
                                          <p:spTgt spid="144"/>
                                        </p:tgtEl>
                                        <p:attrNameLst>
                                          <p:attrName>style.visibility</p:attrName>
                                        </p:attrNameLst>
                                      </p:cBhvr>
                                      <p:to>
                                        <p:strVal val="visible"/>
                                      </p:to>
                                    </p:set>
                                  </p:childTnLst>
                                </p:cTn>
                              </p:par>
                              <p:par>
                                <p:cTn id="281" presetID="1" presetClass="entr" presetSubtype="0" fill="hold" nodeType="withEffect">
                                  <p:stCondLst>
                                    <p:cond delay="0"/>
                                  </p:stCondLst>
                                  <p:childTnLst>
                                    <p:set>
                                      <p:cBhvr>
                                        <p:cTn id="282" dur="1" fill="hold">
                                          <p:stCondLst>
                                            <p:cond delay="0"/>
                                          </p:stCondLst>
                                        </p:cTn>
                                        <p:tgtEl>
                                          <p:spTgt spid="145"/>
                                        </p:tgtEl>
                                        <p:attrNameLst>
                                          <p:attrName>style.visibility</p:attrName>
                                        </p:attrNameLst>
                                      </p:cBhvr>
                                      <p:to>
                                        <p:strVal val="visible"/>
                                      </p:to>
                                    </p:set>
                                  </p:childTnLst>
                                </p:cTn>
                              </p:par>
                              <p:par>
                                <p:cTn id="283" presetID="1" presetClass="entr" presetSubtype="0" fill="hold" nodeType="withEffect">
                                  <p:stCondLst>
                                    <p:cond delay="0"/>
                                  </p:stCondLst>
                                  <p:childTnLst>
                                    <p:set>
                                      <p:cBhvr>
                                        <p:cTn id="284" dur="1" fill="hold">
                                          <p:stCondLst>
                                            <p:cond delay="0"/>
                                          </p:stCondLst>
                                        </p:cTn>
                                        <p:tgtEl>
                                          <p:spTgt spid="146"/>
                                        </p:tgtEl>
                                        <p:attrNameLst>
                                          <p:attrName>style.visibility</p:attrName>
                                        </p:attrNameLst>
                                      </p:cBhvr>
                                      <p:to>
                                        <p:strVal val="visible"/>
                                      </p:to>
                                    </p:set>
                                  </p:childTnLst>
                                </p:cTn>
                              </p:par>
                              <p:par>
                                <p:cTn id="285" presetID="1" presetClass="entr" presetSubtype="0" fill="hold" nodeType="withEffect">
                                  <p:stCondLst>
                                    <p:cond delay="0"/>
                                  </p:stCondLst>
                                  <p:childTnLst>
                                    <p:set>
                                      <p:cBhvr>
                                        <p:cTn id="286" dur="1" fill="hold">
                                          <p:stCondLst>
                                            <p:cond delay="0"/>
                                          </p:stCondLst>
                                        </p:cTn>
                                        <p:tgtEl>
                                          <p:spTgt spid="147"/>
                                        </p:tgtEl>
                                        <p:attrNameLst>
                                          <p:attrName>style.visibility</p:attrName>
                                        </p:attrNameLst>
                                      </p:cBhvr>
                                      <p:to>
                                        <p:strVal val="visible"/>
                                      </p:to>
                                    </p:set>
                                  </p:childTnLst>
                                </p:cTn>
                              </p:par>
                              <p:par>
                                <p:cTn id="287" presetID="1" presetClass="entr" presetSubtype="0" fill="hold" nodeType="withEffect">
                                  <p:stCondLst>
                                    <p:cond delay="0"/>
                                  </p:stCondLst>
                                  <p:childTnLst>
                                    <p:set>
                                      <p:cBhvr>
                                        <p:cTn id="288" dur="1" fill="hold">
                                          <p:stCondLst>
                                            <p:cond delay="0"/>
                                          </p:stCondLst>
                                        </p:cTn>
                                        <p:tgtEl>
                                          <p:spTgt spid="148"/>
                                        </p:tgtEl>
                                        <p:attrNameLst>
                                          <p:attrName>style.visibility</p:attrName>
                                        </p:attrNameLst>
                                      </p:cBhvr>
                                      <p:to>
                                        <p:strVal val="visible"/>
                                      </p:to>
                                    </p:set>
                                  </p:childTnLst>
                                </p:cTn>
                              </p:par>
                              <p:par>
                                <p:cTn id="289" presetID="1" presetClass="entr" presetSubtype="0" fill="hold" nodeType="withEffect">
                                  <p:stCondLst>
                                    <p:cond delay="0"/>
                                  </p:stCondLst>
                                  <p:childTnLst>
                                    <p:set>
                                      <p:cBhvr>
                                        <p:cTn id="290" dur="1" fill="hold">
                                          <p:stCondLst>
                                            <p:cond delay="0"/>
                                          </p:stCondLst>
                                        </p:cTn>
                                        <p:tgtEl>
                                          <p:spTgt spid="149"/>
                                        </p:tgtEl>
                                        <p:attrNameLst>
                                          <p:attrName>style.visibility</p:attrName>
                                        </p:attrNameLst>
                                      </p:cBhvr>
                                      <p:to>
                                        <p:strVal val="visible"/>
                                      </p:to>
                                    </p:set>
                                  </p:childTnLst>
                                </p:cTn>
                              </p:par>
                              <p:par>
                                <p:cTn id="291" presetID="1" presetClass="entr" presetSubtype="0" fill="hold" nodeType="withEffect">
                                  <p:stCondLst>
                                    <p:cond delay="0"/>
                                  </p:stCondLst>
                                  <p:childTnLst>
                                    <p:set>
                                      <p:cBhvr>
                                        <p:cTn id="292" dur="1" fill="hold">
                                          <p:stCondLst>
                                            <p:cond delay="0"/>
                                          </p:stCondLst>
                                        </p:cTn>
                                        <p:tgtEl>
                                          <p:spTgt spid="150"/>
                                        </p:tgtEl>
                                        <p:attrNameLst>
                                          <p:attrName>style.visibility</p:attrName>
                                        </p:attrNameLst>
                                      </p:cBhvr>
                                      <p:to>
                                        <p:strVal val="visible"/>
                                      </p:to>
                                    </p:set>
                                  </p:childTnLst>
                                </p:cTn>
                              </p:par>
                              <p:par>
                                <p:cTn id="293" presetID="1" presetClass="entr" presetSubtype="0" fill="hold" nodeType="withEffect">
                                  <p:stCondLst>
                                    <p:cond delay="0"/>
                                  </p:stCondLst>
                                  <p:childTnLst>
                                    <p:set>
                                      <p:cBhvr>
                                        <p:cTn id="294" dur="1" fill="hold">
                                          <p:stCondLst>
                                            <p:cond delay="0"/>
                                          </p:stCondLst>
                                        </p:cTn>
                                        <p:tgtEl>
                                          <p:spTgt spid="151"/>
                                        </p:tgtEl>
                                        <p:attrNameLst>
                                          <p:attrName>style.visibility</p:attrName>
                                        </p:attrNameLst>
                                      </p:cBhvr>
                                      <p:to>
                                        <p:strVal val="visible"/>
                                      </p:to>
                                    </p:set>
                                  </p:childTnLst>
                                </p:cTn>
                              </p:par>
                              <p:par>
                                <p:cTn id="295" presetID="1" presetClass="entr" presetSubtype="0" fill="hold" nodeType="withEffect">
                                  <p:stCondLst>
                                    <p:cond delay="0"/>
                                  </p:stCondLst>
                                  <p:childTnLst>
                                    <p:set>
                                      <p:cBhvr>
                                        <p:cTn id="296" dur="1" fill="hold">
                                          <p:stCondLst>
                                            <p:cond delay="0"/>
                                          </p:stCondLst>
                                        </p:cTn>
                                        <p:tgtEl>
                                          <p:spTgt spid="152"/>
                                        </p:tgtEl>
                                        <p:attrNameLst>
                                          <p:attrName>style.visibility</p:attrName>
                                        </p:attrNameLst>
                                      </p:cBhvr>
                                      <p:to>
                                        <p:strVal val="visible"/>
                                      </p:to>
                                    </p:set>
                                  </p:childTnLst>
                                </p:cTn>
                              </p:par>
                              <p:par>
                                <p:cTn id="297" presetID="1" presetClass="entr" presetSubtype="0" fill="hold" nodeType="withEffect">
                                  <p:stCondLst>
                                    <p:cond delay="0"/>
                                  </p:stCondLst>
                                  <p:childTnLst>
                                    <p:set>
                                      <p:cBhvr>
                                        <p:cTn id="298" dur="1" fill="hold">
                                          <p:stCondLst>
                                            <p:cond delay="0"/>
                                          </p:stCondLst>
                                        </p:cTn>
                                        <p:tgtEl>
                                          <p:spTgt spid="153"/>
                                        </p:tgtEl>
                                        <p:attrNameLst>
                                          <p:attrName>style.visibility</p:attrName>
                                        </p:attrNameLst>
                                      </p:cBhvr>
                                      <p:to>
                                        <p:strVal val="visible"/>
                                      </p:to>
                                    </p:set>
                                  </p:childTnLst>
                                </p:cTn>
                              </p:par>
                              <p:par>
                                <p:cTn id="299" presetID="1" presetClass="entr" presetSubtype="0" fill="hold" nodeType="withEffect">
                                  <p:stCondLst>
                                    <p:cond delay="0"/>
                                  </p:stCondLst>
                                  <p:childTnLst>
                                    <p:set>
                                      <p:cBhvr>
                                        <p:cTn id="300" dur="1" fill="hold">
                                          <p:stCondLst>
                                            <p:cond delay="0"/>
                                          </p:stCondLst>
                                        </p:cTn>
                                        <p:tgtEl>
                                          <p:spTgt spid="154"/>
                                        </p:tgtEl>
                                        <p:attrNameLst>
                                          <p:attrName>style.visibility</p:attrName>
                                        </p:attrNameLst>
                                      </p:cBhvr>
                                      <p:to>
                                        <p:strVal val="visible"/>
                                      </p:to>
                                    </p:set>
                                  </p:childTnLst>
                                </p:cTn>
                              </p:par>
                              <p:par>
                                <p:cTn id="301" presetID="1" presetClass="entr" presetSubtype="0" fill="hold" nodeType="withEffect">
                                  <p:stCondLst>
                                    <p:cond delay="0"/>
                                  </p:stCondLst>
                                  <p:childTnLst>
                                    <p:set>
                                      <p:cBhvr>
                                        <p:cTn id="302" dur="1" fill="hold">
                                          <p:stCondLst>
                                            <p:cond delay="0"/>
                                          </p:stCondLst>
                                        </p:cTn>
                                        <p:tgtEl>
                                          <p:spTgt spid="155"/>
                                        </p:tgtEl>
                                        <p:attrNameLst>
                                          <p:attrName>style.visibility</p:attrName>
                                        </p:attrNameLst>
                                      </p:cBhvr>
                                      <p:to>
                                        <p:strVal val="visible"/>
                                      </p:to>
                                    </p:set>
                                  </p:childTnLst>
                                </p:cTn>
                              </p:par>
                              <p:par>
                                <p:cTn id="303" presetID="1" presetClass="entr" presetSubtype="0" fill="hold" nodeType="withEffect">
                                  <p:stCondLst>
                                    <p:cond delay="0"/>
                                  </p:stCondLst>
                                  <p:childTnLst>
                                    <p:set>
                                      <p:cBhvr>
                                        <p:cTn id="304" dur="1" fill="hold">
                                          <p:stCondLst>
                                            <p:cond delay="0"/>
                                          </p:stCondLst>
                                        </p:cTn>
                                        <p:tgtEl>
                                          <p:spTgt spid="156"/>
                                        </p:tgtEl>
                                        <p:attrNameLst>
                                          <p:attrName>style.visibility</p:attrName>
                                        </p:attrNameLst>
                                      </p:cBhvr>
                                      <p:to>
                                        <p:strVal val="visible"/>
                                      </p:to>
                                    </p:set>
                                  </p:childTnLst>
                                </p:cTn>
                              </p:par>
                              <p:par>
                                <p:cTn id="305" presetID="1" presetClass="entr" presetSubtype="0" fill="hold" nodeType="withEffect">
                                  <p:stCondLst>
                                    <p:cond delay="0"/>
                                  </p:stCondLst>
                                  <p:childTnLst>
                                    <p:set>
                                      <p:cBhvr>
                                        <p:cTn id="306" dur="1" fill="hold">
                                          <p:stCondLst>
                                            <p:cond delay="0"/>
                                          </p:stCondLst>
                                        </p:cTn>
                                        <p:tgtEl>
                                          <p:spTgt spid="157"/>
                                        </p:tgtEl>
                                        <p:attrNameLst>
                                          <p:attrName>style.visibility</p:attrName>
                                        </p:attrNameLst>
                                      </p:cBhvr>
                                      <p:to>
                                        <p:strVal val="visible"/>
                                      </p:to>
                                    </p:set>
                                  </p:childTnLst>
                                </p:cTn>
                              </p:par>
                              <p:par>
                                <p:cTn id="307" presetID="1" presetClass="entr" presetSubtype="0" fill="hold" nodeType="withEffect">
                                  <p:stCondLst>
                                    <p:cond delay="0"/>
                                  </p:stCondLst>
                                  <p:childTnLst>
                                    <p:set>
                                      <p:cBhvr>
                                        <p:cTn id="308" dur="1" fill="hold">
                                          <p:stCondLst>
                                            <p:cond delay="0"/>
                                          </p:stCondLst>
                                        </p:cTn>
                                        <p:tgtEl>
                                          <p:spTgt spid="158"/>
                                        </p:tgtEl>
                                        <p:attrNameLst>
                                          <p:attrName>style.visibility</p:attrName>
                                        </p:attrNameLst>
                                      </p:cBhvr>
                                      <p:to>
                                        <p:strVal val="visible"/>
                                      </p:to>
                                    </p:set>
                                  </p:childTnLst>
                                </p:cTn>
                              </p:par>
                              <p:par>
                                <p:cTn id="309" presetID="1" presetClass="entr" presetSubtype="0" fill="hold" nodeType="withEffect">
                                  <p:stCondLst>
                                    <p:cond delay="0"/>
                                  </p:stCondLst>
                                  <p:childTnLst>
                                    <p:set>
                                      <p:cBhvr>
                                        <p:cTn id="310" dur="1" fill="hold">
                                          <p:stCondLst>
                                            <p:cond delay="0"/>
                                          </p:stCondLst>
                                        </p:cTn>
                                        <p:tgtEl>
                                          <p:spTgt spid="159"/>
                                        </p:tgtEl>
                                        <p:attrNameLst>
                                          <p:attrName>style.visibility</p:attrName>
                                        </p:attrNameLst>
                                      </p:cBhvr>
                                      <p:to>
                                        <p:strVal val="visible"/>
                                      </p:to>
                                    </p:set>
                                  </p:childTnLst>
                                </p:cTn>
                              </p:par>
                              <p:par>
                                <p:cTn id="311" presetID="1" presetClass="entr" presetSubtype="0" fill="hold" nodeType="withEffect">
                                  <p:stCondLst>
                                    <p:cond delay="0"/>
                                  </p:stCondLst>
                                  <p:childTnLst>
                                    <p:set>
                                      <p:cBhvr>
                                        <p:cTn id="312" dur="1" fill="hold">
                                          <p:stCondLst>
                                            <p:cond delay="0"/>
                                          </p:stCondLst>
                                        </p:cTn>
                                        <p:tgtEl>
                                          <p:spTgt spid="160"/>
                                        </p:tgtEl>
                                        <p:attrNameLst>
                                          <p:attrName>style.visibility</p:attrName>
                                        </p:attrNameLst>
                                      </p:cBhvr>
                                      <p:to>
                                        <p:strVal val="visible"/>
                                      </p:to>
                                    </p:set>
                                  </p:childTnLst>
                                </p:cTn>
                              </p:par>
                              <p:par>
                                <p:cTn id="313" presetID="1" presetClass="entr" presetSubtype="0" fill="hold" nodeType="withEffect">
                                  <p:stCondLst>
                                    <p:cond delay="0"/>
                                  </p:stCondLst>
                                  <p:childTnLst>
                                    <p:set>
                                      <p:cBhvr>
                                        <p:cTn id="314" dur="1" fill="hold">
                                          <p:stCondLst>
                                            <p:cond delay="0"/>
                                          </p:stCondLst>
                                        </p:cTn>
                                        <p:tgtEl>
                                          <p:spTgt spid="161"/>
                                        </p:tgtEl>
                                        <p:attrNameLst>
                                          <p:attrName>style.visibility</p:attrName>
                                        </p:attrNameLst>
                                      </p:cBhvr>
                                      <p:to>
                                        <p:strVal val="visible"/>
                                      </p:to>
                                    </p:set>
                                  </p:childTnLst>
                                </p:cTn>
                              </p:par>
                              <p:par>
                                <p:cTn id="315" presetID="1" presetClass="entr" presetSubtype="0" fill="hold" nodeType="withEffect">
                                  <p:stCondLst>
                                    <p:cond delay="0"/>
                                  </p:stCondLst>
                                  <p:childTnLst>
                                    <p:set>
                                      <p:cBhvr>
                                        <p:cTn id="316" dur="1" fill="hold">
                                          <p:stCondLst>
                                            <p:cond delay="0"/>
                                          </p:stCondLst>
                                        </p:cTn>
                                        <p:tgtEl>
                                          <p:spTgt spid="162"/>
                                        </p:tgtEl>
                                        <p:attrNameLst>
                                          <p:attrName>style.visibility</p:attrName>
                                        </p:attrNameLst>
                                      </p:cBhvr>
                                      <p:to>
                                        <p:strVal val="visible"/>
                                      </p:to>
                                    </p:set>
                                  </p:childTnLst>
                                </p:cTn>
                              </p:par>
                              <p:par>
                                <p:cTn id="317" presetID="1" presetClass="entr" presetSubtype="0" fill="hold" nodeType="withEffect">
                                  <p:stCondLst>
                                    <p:cond delay="0"/>
                                  </p:stCondLst>
                                  <p:childTnLst>
                                    <p:set>
                                      <p:cBhvr>
                                        <p:cTn id="318" dur="1" fill="hold">
                                          <p:stCondLst>
                                            <p:cond delay="0"/>
                                          </p:stCondLst>
                                        </p:cTn>
                                        <p:tgtEl>
                                          <p:spTgt spid="163"/>
                                        </p:tgtEl>
                                        <p:attrNameLst>
                                          <p:attrName>style.visibility</p:attrName>
                                        </p:attrNameLst>
                                      </p:cBhvr>
                                      <p:to>
                                        <p:strVal val="visible"/>
                                      </p:to>
                                    </p:set>
                                  </p:childTnLst>
                                </p:cTn>
                              </p:par>
                              <p:par>
                                <p:cTn id="319" presetID="1" presetClass="entr" presetSubtype="0" fill="hold" nodeType="withEffect">
                                  <p:stCondLst>
                                    <p:cond delay="0"/>
                                  </p:stCondLst>
                                  <p:childTnLst>
                                    <p:set>
                                      <p:cBhvr>
                                        <p:cTn id="320" dur="1" fill="hold">
                                          <p:stCondLst>
                                            <p:cond delay="0"/>
                                          </p:stCondLst>
                                        </p:cTn>
                                        <p:tgtEl>
                                          <p:spTgt spid="164"/>
                                        </p:tgtEl>
                                        <p:attrNameLst>
                                          <p:attrName>style.visibility</p:attrName>
                                        </p:attrNameLst>
                                      </p:cBhvr>
                                      <p:to>
                                        <p:strVal val="visible"/>
                                      </p:to>
                                    </p:set>
                                  </p:childTnLst>
                                </p:cTn>
                              </p:par>
                              <p:par>
                                <p:cTn id="321" presetID="1" presetClass="entr" presetSubtype="0" fill="hold" nodeType="withEffect">
                                  <p:stCondLst>
                                    <p:cond delay="0"/>
                                  </p:stCondLst>
                                  <p:childTnLst>
                                    <p:set>
                                      <p:cBhvr>
                                        <p:cTn id="322" dur="1" fill="hold">
                                          <p:stCondLst>
                                            <p:cond delay="0"/>
                                          </p:stCondLst>
                                        </p:cTn>
                                        <p:tgtEl>
                                          <p:spTgt spid="165"/>
                                        </p:tgtEl>
                                        <p:attrNameLst>
                                          <p:attrName>style.visibility</p:attrName>
                                        </p:attrNameLst>
                                      </p:cBhvr>
                                      <p:to>
                                        <p:strVal val="visible"/>
                                      </p:to>
                                    </p:set>
                                  </p:childTnLst>
                                </p:cTn>
                              </p:par>
                              <p:par>
                                <p:cTn id="323" presetID="1" presetClass="entr" presetSubtype="0" fill="hold" nodeType="withEffect">
                                  <p:stCondLst>
                                    <p:cond delay="0"/>
                                  </p:stCondLst>
                                  <p:childTnLst>
                                    <p:set>
                                      <p:cBhvr>
                                        <p:cTn id="324" dur="1" fill="hold">
                                          <p:stCondLst>
                                            <p:cond delay="0"/>
                                          </p:stCondLst>
                                        </p:cTn>
                                        <p:tgtEl>
                                          <p:spTgt spid="166"/>
                                        </p:tgtEl>
                                        <p:attrNameLst>
                                          <p:attrName>style.visibility</p:attrName>
                                        </p:attrNameLst>
                                      </p:cBhvr>
                                      <p:to>
                                        <p:strVal val="visible"/>
                                      </p:to>
                                    </p:set>
                                  </p:childTnLst>
                                </p:cTn>
                              </p:par>
                              <p:par>
                                <p:cTn id="325" presetID="1" presetClass="entr" presetSubtype="0" fill="hold" nodeType="withEffect">
                                  <p:stCondLst>
                                    <p:cond delay="0"/>
                                  </p:stCondLst>
                                  <p:childTnLst>
                                    <p:set>
                                      <p:cBhvr>
                                        <p:cTn id="326" dur="1" fill="hold">
                                          <p:stCondLst>
                                            <p:cond delay="0"/>
                                          </p:stCondLst>
                                        </p:cTn>
                                        <p:tgtEl>
                                          <p:spTgt spid="167"/>
                                        </p:tgtEl>
                                        <p:attrNameLst>
                                          <p:attrName>style.visibility</p:attrName>
                                        </p:attrNameLst>
                                      </p:cBhvr>
                                      <p:to>
                                        <p:strVal val="visible"/>
                                      </p:to>
                                    </p:set>
                                  </p:childTnLst>
                                </p:cTn>
                              </p:par>
                              <p:par>
                                <p:cTn id="327" presetID="1" presetClass="entr" presetSubtype="0" fill="hold" nodeType="withEffect">
                                  <p:stCondLst>
                                    <p:cond delay="0"/>
                                  </p:stCondLst>
                                  <p:childTnLst>
                                    <p:set>
                                      <p:cBhvr>
                                        <p:cTn id="328" dur="1" fill="hold">
                                          <p:stCondLst>
                                            <p:cond delay="0"/>
                                          </p:stCondLst>
                                        </p:cTn>
                                        <p:tgtEl>
                                          <p:spTgt spid="168"/>
                                        </p:tgtEl>
                                        <p:attrNameLst>
                                          <p:attrName>style.visibility</p:attrName>
                                        </p:attrNameLst>
                                      </p:cBhvr>
                                      <p:to>
                                        <p:strVal val="visible"/>
                                      </p:to>
                                    </p:set>
                                  </p:childTnLst>
                                </p:cTn>
                              </p:par>
                              <p:par>
                                <p:cTn id="329" presetID="1" presetClass="entr" presetSubtype="0" fill="hold" nodeType="withEffect">
                                  <p:stCondLst>
                                    <p:cond delay="0"/>
                                  </p:stCondLst>
                                  <p:childTnLst>
                                    <p:set>
                                      <p:cBhvr>
                                        <p:cTn id="330" dur="1" fill="hold">
                                          <p:stCondLst>
                                            <p:cond delay="0"/>
                                          </p:stCondLst>
                                        </p:cTn>
                                        <p:tgtEl>
                                          <p:spTgt spid="169"/>
                                        </p:tgtEl>
                                        <p:attrNameLst>
                                          <p:attrName>style.visibility</p:attrName>
                                        </p:attrNameLst>
                                      </p:cBhvr>
                                      <p:to>
                                        <p:strVal val="visible"/>
                                      </p:to>
                                    </p:set>
                                  </p:childTnLst>
                                </p:cTn>
                              </p:par>
                              <p:par>
                                <p:cTn id="331" presetID="1" presetClass="entr" presetSubtype="0" fill="hold" nodeType="withEffect">
                                  <p:stCondLst>
                                    <p:cond delay="0"/>
                                  </p:stCondLst>
                                  <p:childTnLst>
                                    <p:set>
                                      <p:cBhvr>
                                        <p:cTn id="332" dur="1" fill="hold">
                                          <p:stCondLst>
                                            <p:cond delay="0"/>
                                          </p:stCondLst>
                                        </p:cTn>
                                        <p:tgtEl>
                                          <p:spTgt spid="170"/>
                                        </p:tgtEl>
                                        <p:attrNameLst>
                                          <p:attrName>style.visibility</p:attrName>
                                        </p:attrNameLst>
                                      </p:cBhvr>
                                      <p:to>
                                        <p:strVal val="visible"/>
                                      </p:to>
                                    </p:set>
                                  </p:childTnLst>
                                </p:cTn>
                              </p:par>
                              <p:par>
                                <p:cTn id="333" presetID="1" presetClass="entr" presetSubtype="0" fill="hold" nodeType="withEffect">
                                  <p:stCondLst>
                                    <p:cond delay="0"/>
                                  </p:stCondLst>
                                  <p:childTnLst>
                                    <p:set>
                                      <p:cBhvr>
                                        <p:cTn id="334" dur="1" fill="hold">
                                          <p:stCondLst>
                                            <p:cond delay="0"/>
                                          </p:stCondLst>
                                        </p:cTn>
                                        <p:tgtEl>
                                          <p:spTgt spid="171"/>
                                        </p:tgtEl>
                                        <p:attrNameLst>
                                          <p:attrName>style.visibility</p:attrName>
                                        </p:attrNameLst>
                                      </p:cBhvr>
                                      <p:to>
                                        <p:strVal val="visible"/>
                                      </p:to>
                                    </p:set>
                                  </p:childTnLst>
                                </p:cTn>
                              </p:par>
                              <p:par>
                                <p:cTn id="335" presetID="1" presetClass="entr" presetSubtype="0" fill="hold" nodeType="withEffect">
                                  <p:stCondLst>
                                    <p:cond delay="0"/>
                                  </p:stCondLst>
                                  <p:childTnLst>
                                    <p:set>
                                      <p:cBhvr>
                                        <p:cTn id="336" dur="1" fill="hold">
                                          <p:stCondLst>
                                            <p:cond delay="0"/>
                                          </p:stCondLst>
                                        </p:cTn>
                                        <p:tgtEl>
                                          <p:spTgt spid="172"/>
                                        </p:tgtEl>
                                        <p:attrNameLst>
                                          <p:attrName>style.visibility</p:attrName>
                                        </p:attrNameLst>
                                      </p:cBhvr>
                                      <p:to>
                                        <p:strVal val="visible"/>
                                      </p:to>
                                    </p:set>
                                  </p:childTnLst>
                                </p:cTn>
                              </p:par>
                              <p:par>
                                <p:cTn id="337" presetID="1" presetClass="entr" presetSubtype="0" fill="hold" nodeType="withEffect">
                                  <p:stCondLst>
                                    <p:cond delay="0"/>
                                  </p:stCondLst>
                                  <p:childTnLst>
                                    <p:set>
                                      <p:cBhvr>
                                        <p:cTn id="338" dur="1" fill="hold">
                                          <p:stCondLst>
                                            <p:cond delay="0"/>
                                          </p:stCondLst>
                                        </p:cTn>
                                        <p:tgtEl>
                                          <p:spTgt spid="173"/>
                                        </p:tgtEl>
                                        <p:attrNameLst>
                                          <p:attrName>style.visibility</p:attrName>
                                        </p:attrNameLst>
                                      </p:cBhvr>
                                      <p:to>
                                        <p:strVal val="visible"/>
                                      </p:to>
                                    </p:set>
                                  </p:childTnLst>
                                </p:cTn>
                              </p:par>
                              <p:par>
                                <p:cTn id="339" presetID="1" presetClass="entr" presetSubtype="0" fill="hold" nodeType="withEffect">
                                  <p:stCondLst>
                                    <p:cond delay="0"/>
                                  </p:stCondLst>
                                  <p:childTnLst>
                                    <p:set>
                                      <p:cBhvr>
                                        <p:cTn id="340" dur="1" fill="hold">
                                          <p:stCondLst>
                                            <p:cond delay="0"/>
                                          </p:stCondLst>
                                        </p:cTn>
                                        <p:tgtEl>
                                          <p:spTgt spid="174"/>
                                        </p:tgtEl>
                                        <p:attrNameLst>
                                          <p:attrName>style.visibility</p:attrName>
                                        </p:attrNameLst>
                                      </p:cBhvr>
                                      <p:to>
                                        <p:strVal val="visible"/>
                                      </p:to>
                                    </p:set>
                                  </p:childTnLst>
                                </p:cTn>
                              </p:par>
                              <p:par>
                                <p:cTn id="341" presetID="1" presetClass="entr" presetSubtype="0" fill="hold" nodeType="withEffect">
                                  <p:stCondLst>
                                    <p:cond delay="0"/>
                                  </p:stCondLst>
                                  <p:childTnLst>
                                    <p:set>
                                      <p:cBhvr>
                                        <p:cTn id="342" dur="1" fill="hold">
                                          <p:stCondLst>
                                            <p:cond delay="0"/>
                                          </p:stCondLst>
                                        </p:cTn>
                                        <p:tgtEl>
                                          <p:spTgt spid="175"/>
                                        </p:tgtEl>
                                        <p:attrNameLst>
                                          <p:attrName>style.visibility</p:attrName>
                                        </p:attrNameLst>
                                      </p:cBhvr>
                                      <p:to>
                                        <p:strVal val="visible"/>
                                      </p:to>
                                    </p:set>
                                  </p:childTnLst>
                                </p:cTn>
                              </p:par>
                              <p:par>
                                <p:cTn id="343" presetID="1" presetClass="entr" presetSubtype="0" fill="hold" nodeType="withEffect">
                                  <p:stCondLst>
                                    <p:cond delay="0"/>
                                  </p:stCondLst>
                                  <p:childTnLst>
                                    <p:set>
                                      <p:cBhvr>
                                        <p:cTn id="344" dur="1" fill="hold">
                                          <p:stCondLst>
                                            <p:cond delay="0"/>
                                          </p:stCondLst>
                                        </p:cTn>
                                        <p:tgtEl>
                                          <p:spTgt spid="176"/>
                                        </p:tgtEl>
                                        <p:attrNameLst>
                                          <p:attrName>style.visibility</p:attrName>
                                        </p:attrNameLst>
                                      </p:cBhvr>
                                      <p:to>
                                        <p:strVal val="visible"/>
                                      </p:to>
                                    </p:set>
                                  </p:childTnLst>
                                </p:cTn>
                              </p:par>
                              <p:par>
                                <p:cTn id="345" presetID="1" presetClass="entr" presetSubtype="0" fill="hold" nodeType="withEffect">
                                  <p:stCondLst>
                                    <p:cond delay="0"/>
                                  </p:stCondLst>
                                  <p:childTnLst>
                                    <p:set>
                                      <p:cBhvr>
                                        <p:cTn id="346" dur="1" fill="hold">
                                          <p:stCondLst>
                                            <p:cond delay="0"/>
                                          </p:stCondLst>
                                        </p:cTn>
                                        <p:tgtEl>
                                          <p:spTgt spid="177"/>
                                        </p:tgtEl>
                                        <p:attrNameLst>
                                          <p:attrName>style.visibility</p:attrName>
                                        </p:attrNameLst>
                                      </p:cBhvr>
                                      <p:to>
                                        <p:strVal val="visible"/>
                                      </p:to>
                                    </p:set>
                                  </p:childTnLst>
                                </p:cTn>
                              </p:par>
                              <p:par>
                                <p:cTn id="347" presetID="1" presetClass="entr" presetSubtype="0" fill="hold" nodeType="withEffect">
                                  <p:stCondLst>
                                    <p:cond delay="0"/>
                                  </p:stCondLst>
                                  <p:childTnLst>
                                    <p:set>
                                      <p:cBhvr>
                                        <p:cTn id="348" dur="1" fill="hold">
                                          <p:stCondLst>
                                            <p:cond delay="0"/>
                                          </p:stCondLst>
                                        </p:cTn>
                                        <p:tgtEl>
                                          <p:spTgt spid="178"/>
                                        </p:tgtEl>
                                        <p:attrNameLst>
                                          <p:attrName>style.visibility</p:attrName>
                                        </p:attrNameLst>
                                      </p:cBhvr>
                                      <p:to>
                                        <p:strVal val="visible"/>
                                      </p:to>
                                    </p:set>
                                  </p:childTnLst>
                                </p:cTn>
                              </p:par>
                              <p:par>
                                <p:cTn id="349" presetID="1" presetClass="entr" presetSubtype="0" fill="hold" nodeType="withEffect">
                                  <p:stCondLst>
                                    <p:cond delay="0"/>
                                  </p:stCondLst>
                                  <p:childTnLst>
                                    <p:set>
                                      <p:cBhvr>
                                        <p:cTn id="350" dur="1" fill="hold">
                                          <p:stCondLst>
                                            <p:cond delay="0"/>
                                          </p:stCondLst>
                                        </p:cTn>
                                        <p:tgtEl>
                                          <p:spTgt spid="179"/>
                                        </p:tgtEl>
                                        <p:attrNameLst>
                                          <p:attrName>style.visibility</p:attrName>
                                        </p:attrNameLst>
                                      </p:cBhvr>
                                      <p:to>
                                        <p:strVal val="visible"/>
                                      </p:to>
                                    </p:set>
                                  </p:childTnLst>
                                </p:cTn>
                              </p:par>
                              <p:par>
                                <p:cTn id="351" presetID="1" presetClass="entr" presetSubtype="0" fill="hold" nodeType="withEffect">
                                  <p:stCondLst>
                                    <p:cond delay="0"/>
                                  </p:stCondLst>
                                  <p:childTnLst>
                                    <p:set>
                                      <p:cBhvr>
                                        <p:cTn id="352" dur="1" fill="hold">
                                          <p:stCondLst>
                                            <p:cond delay="0"/>
                                          </p:stCondLst>
                                        </p:cTn>
                                        <p:tgtEl>
                                          <p:spTgt spid="180"/>
                                        </p:tgtEl>
                                        <p:attrNameLst>
                                          <p:attrName>style.visibility</p:attrName>
                                        </p:attrNameLst>
                                      </p:cBhvr>
                                      <p:to>
                                        <p:strVal val="visible"/>
                                      </p:to>
                                    </p:set>
                                  </p:childTnLst>
                                </p:cTn>
                              </p:par>
                              <p:par>
                                <p:cTn id="353" presetID="1" presetClass="entr" presetSubtype="0" fill="hold" nodeType="withEffect">
                                  <p:stCondLst>
                                    <p:cond delay="0"/>
                                  </p:stCondLst>
                                  <p:childTnLst>
                                    <p:set>
                                      <p:cBhvr>
                                        <p:cTn id="354" dur="1" fill="hold">
                                          <p:stCondLst>
                                            <p:cond delay="0"/>
                                          </p:stCondLst>
                                        </p:cTn>
                                        <p:tgtEl>
                                          <p:spTgt spid="181"/>
                                        </p:tgtEl>
                                        <p:attrNameLst>
                                          <p:attrName>style.visibility</p:attrName>
                                        </p:attrNameLst>
                                      </p:cBhvr>
                                      <p:to>
                                        <p:strVal val="visible"/>
                                      </p:to>
                                    </p:set>
                                  </p:childTnLst>
                                </p:cTn>
                              </p:par>
                              <p:par>
                                <p:cTn id="355" presetID="1" presetClass="entr" presetSubtype="0" fill="hold" nodeType="withEffect">
                                  <p:stCondLst>
                                    <p:cond delay="0"/>
                                  </p:stCondLst>
                                  <p:childTnLst>
                                    <p:set>
                                      <p:cBhvr>
                                        <p:cTn id="356" dur="1" fill="hold">
                                          <p:stCondLst>
                                            <p:cond delay="0"/>
                                          </p:stCondLst>
                                        </p:cTn>
                                        <p:tgtEl>
                                          <p:spTgt spid="182"/>
                                        </p:tgtEl>
                                        <p:attrNameLst>
                                          <p:attrName>style.visibility</p:attrName>
                                        </p:attrNameLst>
                                      </p:cBhvr>
                                      <p:to>
                                        <p:strVal val="visible"/>
                                      </p:to>
                                    </p:set>
                                  </p:childTnLst>
                                </p:cTn>
                              </p:par>
                              <p:par>
                                <p:cTn id="357" presetID="1" presetClass="entr" presetSubtype="0" fill="hold" nodeType="withEffect">
                                  <p:stCondLst>
                                    <p:cond delay="0"/>
                                  </p:stCondLst>
                                  <p:childTnLst>
                                    <p:set>
                                      <p:cBhvr>
                                        <p:cTn id="358" dur="1" fill="hold">
                                          <p:stCondLst>
                                            <p:cond delay="0"/>
                                          </p:stCondLst>
                                        </p:cTn>
                                        <p:tgtEl>
                                          <p:spTgt spid="183"/>
                                        </p:tgtEl>
                                        <p:attrNameLst>
                                          <p:attrName>style.visibility</p:attrName>
                                        </p:attrNameLst>
                                      </p:cBhvr>
                                      <p:to>
                                        <p:strVal val="visible"/>
                                      </p:to>
                                    </p:set>
                                  </p:childTnLst>
                                </p:cTn>
                              </p:par>
                              <p:par>
                                <p:cTn id="359" presetID="1" presetClass="entr" presetSubtype="0" fill="hold" nodeType="withEffect">
                                  <p:stCondLst>
                                    <p:cond delay="0"/>
                                  </p:stCondLst>
                                  <p:childTnLst>
                                    <p:set>
                                      <p:cBhvr>
                                        <p:cTn id="360" dur="1" fill="hold">
                                          <p:stCondLst>
                                            <p:cond delay="0"/>
                                          </p:stCondLst>
                                        </p:cTn>
                                        <p:tgtEl>
                                          <p:spTgt spid="184"/>
                                        </p:tgtEl>
                                        <p:attrNameLst>
                                          <p:attrName>style.visibility</p:attrName>
                                        </p:attrNameLst>
                                      </p:cBhvr>
                                      <p:to>
                                        <p:strVal val="visible"/>
                                      </p:to>
                                    </p:set>
                                  </p:childTnLst>
                                </p:cTn>
                              </p:par>
                              <p:par>
                                <p:cTn id="361" presetID="1" presetClass="entr" presetSubtype="0" fill="hold" nodeType="withEffect">
                                  <p:stCondLst>
                                    <p:cond delay="0"/>
                                  </p:stCondLst>
                                  <p:childTnLst>
                                    <p:set>
                                      <p:cBhvr>
                                        <p:cTn id="362" dur="1" fill="hold">
                                          <p:stCondLst>
                                            <p:cond delay="0"/>
                                          </p:stCondLst>
                                        </p:cTn>
                                        <p:tgtEl>
                                          <p:spTgt spid="185"/>
                                        </p:tgtEl>
                                        <p:attrNameLst>
                                          <p:attrName>style.visibility</p:attrName>
                                        </p:attrNameLst>
                                      </p:cBhvr>
                                      <p:to>
                                        <p:strVal val="visible"/>
                                      </p:to>
                                    </p:set>
                                  </p:childTnLst>
                                </p:cTn>
                              </p:par>
                              <p:par>
                                <p:cTn id="363" presetID="1" presetClass="entr" presetSubtype="0" fill="hold" nodeType="withEffect">
                                  <p:stCondLst>
                                    <p:cond delay="0"/>
                                  </p:stCondLst>
                                  <p:childTnLst>
                                    <p:set>
                                      <p:cBhvr>
                                        <p:cTn id="364" dur="1" fill="hold">
                                          <p:stCondLst>
                                            <p:cond delay="0"/>
                                          </p:stCondLst>
                                        </p:cTn>
                                        <p:tgtEl>
                                          <p:spTgt spid="186"/>
                                        </p:tgtEl>
                                        <p:attrNameLst>
                                          <p:attrName>style.visibility</p:attrName>
                                        </p:attrNameLst>
                                      </p:cBhvr>
                                      <p:to>
                                        <p:strVal val="visible"/>
                                      </p:to>
                                    </p:set>
                                  </p:childTnLst>
                                </p:cTn>
                              </p:par>
                              <p:par>
                                <p:cTn id="365" presetID="1" presetClass="entr" presetSubtype="0" fill="hold" nodeType="withEffect">
                                  <p:stCondLst>
                                    <p:cond delay="0"/>
                                  </p:stCondLst>
                                  <p:childTnLst>
                                    <p:set>
                                      <p:cBhvr>
                                        <p:cTn id="366" dur="1" fill="hold">
                                          <p:stCondLst>
                                            <p:cond delay="0"/>
                                          </p:stCondLst>
                                        </p:cTn>
                                        <p:tgtEl>
                                          <p:spTgt spid="187"/>
                                        </p:tgtEl>
                                        <p:attrNameLst>
                                          <p:attrName>style.visibility</p:attrName>
                                        </p:attrNameLst>
                                      </p:cBhvr>
                                      <p:to>
                                        <p:strVal val="visible"/>
                                      </p:to>
                                    </p:set>
                                  </p:childTnLst>
                                </p:cTn>
                              </p:par>
                              <p:par>
                                <p:cTn id="367" presetID="1" presetClass="entr" presetSubtype="0" fill="hold" nodeType="withEffect">
                                  <p:stCondLst>
                                    <p:cond delay="0"/>
                                  </p:stCondLst>
                                  <p:childTnLst>
                                    <p:set>
                                      <p:cBhvr>
                                        <p:cTn id="368" dur="1" fill="hold">
                                          <p:stCondLst>
                                            <p:cond delay="0"/>
                                          </p:stCondLst>
                                        </p:cTn>
                                        <p:tgtEl>
                                          <p:spTgt spid="188"/>
                                        </p:tgtEl>
                                        <p:attrNameLst>
                                          <p:attrName>style.visibility</p:attrName>
                                        </p:attrNameLst>
                                      </p:cBhvr>
                                      <p:to>
                                        <p:strVal val="visible"/>
                                      </p:to>
                                    </p:set>
                                  </p:childTnLst>
                                </p:cTn>
                              </p:par>
                              <p:par>
                                <p:cTn id="369" presetID="1" presetClass="entr" presetSubtype="0" fill="hold" nodeType="withEffect">
                                  <p:stCondLst>
                                    <p:cond delay="0"/>
                                  </p:stCondLst>
                                  <p:childTnLst>
                                    <p:set>
                                      <p:cBhvr>
                                        <p:cTn id="370" dur="1" fill="hold">
                                          <p:stCondLst>
                                            <p:cond delay="0"/>
                                          </p:stCondLst>
                                        </p:cTn>
                                        <p:tgtEl>
                                          <p:spTgt spid="189"/>
                                        </p:tgtEl>
                                        <p:attrNameLst>
                                          <p:attrName>style.visibility</p:attrName>
                                        </p:attrNameLst>
                                      </p:cBhvr>
                                      <p:to>
                                        <p:strVal val="visible"/>
                                      </p:to>
                                    </p:set>
                                  </p:childTnLst>
                                </p:cTn>
                              </p:par>
                              <p:par>
                                <p:cTn id="371" presetID="1" presetClass="entr" presetSubtype="0" fill="hold" nodeType="withEffect">
                                  <p:stCondLst>
                                    <p:cond delay="0"/>
                                  </p:stCondLst>
                                  <p:childTnLst>
                                    <p:set>
                                      <p:cBhvr>
                                        <p:cTn id="372" dur="1" fill="hold">
                                          <p:stCondLst>
                                            <p:cond delay="0"/>
                                          </p:stCondLst>
                                        </p:cTn>
                                        <p:tgtEl>
                                          <p:spTgt spid="190"/>
                                        </p:tgtEl>
                                        <p:attrNameLst>
                                          <p:attrName>style.visibility</p:attrName>
                                        </p:attrNameLst>
                                      </p:cBhvr>
                                      <p:to>
                                        <p:strVal val="visible"/>
                                      </p:to>
                                    </p:set>
                                  </p:childTnLst>
                                </p:cTn>
                              </p:par>
                              <p:par>
                                <p:cTn id="373" presetID="1" presetClass="entr" presetSubtype="0" fill="hold" nodeType="withEffect">
                                  <p:stCondLst>
                                    <p:cond delay="0"/>
                                  </p:stCondLst>
                                  <p:childTnLst>
                                    <p:set>
                                      <p:cBhvr>
                                        <p:cTn id="374" dur="1" fill="hold">
                                          <p:stCondLst>
                                            <p:cond delay="0"/>
                                          </p:stCondLst>
                                        </p:cTn>
                                        <p:tgtEl>
                                          <p:spTgt spid="191"/>
                                        </p:tgtEl>
                                        <p:attrNameLst>
                                          <p:attrName>style.visibility</p:attrName>
                                        </p:attrNameLst>
                                      </p:cBhvr>
                                      <p:to>
                                        <p:strVal val="visible"/>
                                      </p:to>
                                    </p:set>
                                  </p:childTnLst>
                                </p:cTn>
                              </p:par>
                              <p:par>
                                <p:cTn id="375" presetID="1" presetClass="entr" presetSubtype="0" fill="hold" nodeType="withEffect">
                                  <p:stCondLst>
                                    <p:cond delay="0"/>
                                  </p:stCondLst>
                                  <p:childTnLst>
                                    <p:set>
                                      <p:cBhvr>
                                        <p:cTn id="376" dur="1" fill="hold">
                                          <p:stCondLst>
                                            <p:cond delay="0"/>
                                          </p:stCondLst>
                                        </p:cTn>
                                        <p:tgtEl>
                                          <p:spTgt spid="192"/>
                                        </p:tgtEl>
                                        <p:attrNameLst>
                                          <p:attrName>style.visibility</p:attrName>
                                        </p:attrNameLst>
                                      </p:cBhvr>
                                      <p:to>
                                        <p:strVal val="visible"/>
                                      </p:to>
                                    </p:set>
                                  </p:childTnLst>
                                </p:cTn>
                              </p:par>
                              <p:par>
                                <p:cTn id="377" presetID="1" presetClass="entr" presetSubtype="0" fill="hold" nodeType="withEffect">
                                  <p:stCondLst>
                                    <p:cond delay="0"/>
                                  </p:stCondLst>
                                  <p:childTnLst>
                                    <p:set>
                                      <p:cBhvr>
                                        <p:cTn id="378" dur="1" fill="hold">
                                          <p:stCondLst>
                                            <p:cond delay="0"/>
                                          </p:stCondLst>
                                        </p:cTn>
                                        <p:tgtEl>
                                          <p:spTgt spid="193"/>
                                        </p:tgtEl>
                                        <p:attrNameLst>
                                          <p:attrName>style.visibility</p:attrName>
                                        </p:attrNameLst>
                                      </p:cBhvr>
                                      <p:to>
                                        <p:strVal val="visible"/>
                                      </p:to>
                                    </p:set>
                                  </p:childTnLst>
                                </p:cTn>
                              </p:par>
                              <p:par>
                                <p:cTn id="379" presetID="1" presetClass="entr" presetSubtype="0" fill="hold" nodeType="withEffect">
                                  <p:stCondLst>
                                    <p:cond delay="0"/>
                                  </p:stCondLst>
                                  <p:childTnLst>
                                    <p:set>
                                      <p:cBhvr>
                                        <p:cTn id="380" dur="1" fill="hold">
                                          <p:stCondLst>
                                            <p:cond delay="0"/>
                                          </p:stCondLst>
                                        </p:cTn>
                                        <p:tgtEl>
                                          <p:spTgt spid="194"/>
                                        </p:tgtEl>
                                        <p:attrNameLst>
                                          <p:attrName>style.visibility</p:attrName>
                                        </p:attrNameLst>
                                      </p:cBhvr>
                                      <p:to>
                                        <p:strVal val="visible"/>
                                      </p:to>
                                    </p:set>
                                  </p:childTnLst>
                                </p:cTn>
                              </p:par>
                              <p:par>
                                <p:cTn id="381" presetID="1" presetClass="entr" presetSubtype="0" fill="hold" nodeType="withEffect">
                                  <p:stCondLst>
                                    <p:cond delay="0"/>
                                  </p:stCondLst>
                                  <p:childTnLst>
                                    <p:set>
                                      <p:cBhvr>
                                        <p:cTn id="382" dur="1" fill="hold">
                                          <p:stCondLst>
                                            <p:cond delay="0"/>
                                          </p:stCondLst>
                                        </p:cTn>
                                        <p:tgtEl>
                                          <p:spTgt spid="195"/>
                                        </p:tgtEl>
                                        <p:attrNameLst>
                                          <p:attrName>style.visibility</p:attrName>
                                        </p:attrNameLst>
                                      </p:cBhvr>
                                      <p:to>
                                        <p:strVal val="visible"/>
                                      </p:to>
                                    </p:set>
                                  </p:childTnLst>
                                </p:cTn>
                              </p:par>
                              <p:par>
                                <p:cTn id="383" presetID="1" presetClass="entr" presetSubtype="0" fill="hold" nodeType="withEffect">
                                  <p:stCondLst>
                                    <p:cond delay="0"/>
                                  </p:stCondLst>
                                  <p:childTnLst>
                                    <p:set>
                                      <p:cBhvr>
                                        <p:cTn id="384" dur="1" fill="hold">
                                          <p:stCondLst>
                                            <p:cond delay="0"/>
                                          </p:stCondLst>
                                        </p:cTn>
                                        <p:tgtEl>
                                          <p:spTgt spid="196"/>
                                        </p:tgtEl>
                                        <p:attrNameLst>
                                          <p:attrName>style.visibility</p:attrName>
                                        </p:attrNameLst>
                                      </p:cBhvr>
                                      <p:to>
                                        <p:strVal val="visible"/>
                                      </p:to>
                                    </p:set>
                                  </p:childTnLst>
                                </p:cTn>
                              </p:par>
                              <p:par>
                                <p:cTn id="385" presetID="1" presetClass="entr" presetSubtype="0" fill="hold" nodeType="withEffect">
                                  <p:stCondLst>
                                    <p:cond delay="0"/>
                                  </p:stCondLst>
                                  <p:childTnLst>
                                    <p:set>
                                      <p:cBhvr>
                                        <p:cTn id="386" dur="1" fill="hold">
                                          <p:stCondLst>
                                            <p:cond delay="0"/>
                                          </p:stCondLst>
                                        </p:cTn>
                                        <p:tgtEl>
                                          <p:spTgt spid="197"/>
                                        </p:tgtEl>
                                        <p:attrNameLst>
                                          <p:attrName>style.visibility</p:attrName>
                                        </p:attrNameLst>
                                      </p:cBhvr>
                                      <p:to>
                                        <p:strVal val="visible"/>
                                      </p:to>
                                    </p:set>
                                  </p:childTnLst>
                                </p:cTn>
                              </p:par>
                              <p:par>
                                <p:cTn id="387" presetID="1" presetClass="entr" presetSubtype="0" fill="hold" nodeType="withEffect">
                                  <p:stCondLst>
                                    <p:cond delay="0"/>
                                  </p:stCondLst>
                                  <p:childTnLst>
                                    <p:set>
                                      <p:cBhvr>
                                        <p:cTn id="388" dur="1" fill="hold">
                                          <p:stCondLst>
                                            <p:cond delay="0"/>
                                          </p:stCondLst>
                                        </p:cTn>
                                        <p:tgtEl>
                                          <p:spTgt spid="198"/>
                                        </p:tgtEl>
                                        <p:attrNameLst>
                                          <p:attrName>style.visibility</p:attrName>
                                        </p:attrNameLst>
                                      </p:cBhvr>
                                      <p:to>
                                        <p:strVal val="visible"/>
                                      </p:to>
                                    </p:set>
                                  </p:childTnLst>
                                </p:cTn>
                              </p:par>
                              <p:par>
                                <p:cTn id="389" presetID="1" presetClass="entr" presetSubtype="0" fill="hold" nodeType="withEffect">
                                  <p:stCondLst>
                                    <p:cond delay="0"/>
                                  </p:stCondLst>
                                  <p:childTnLst>
                                    <p:set>
                                      <p:cBhvr>
                                        <p:cTn id="390" dur="1" fill="hold">
                                          <p:stCondLst>
                                            <p:cond delay="0"/>
                                          </p:stCondLst>
                                        </p:cTn>
                                        <p:tgtEl>
                                          <p:spTgt spid="199"/>
                                        </p:tgtEl>
                                        <p:attrNameLst>
                                          <p:attrName>style.visibility</p:attrName>
                                        </p:attrNameLst>
                                      </p:cBhvr>
                                      <p:to>
                                        <p:strVal val="visible"/>
                                      </p:to>
                                    </p:set>
                                  </p:childTnLst>
                                </p:cTn>
                              </p:par>
                              <p:par>
                                <p:cTn id="391" presetID="1" presetClass="entr" presetSubtype="0" fill="hold" nodeType="withEffect">
                                  <p:stCondLst>
                                    <p:cond delay="0"/>
                                  </p:stCondLst>
                                  <p:childTnLst>
                                    <p:set>
                                      <p:cBhvr>
                                        <p:cTn id="392" dur="1" fill="hold">
                                          <p:stCondLst>
                                            <p:cond delay="0"/>
                                          </p:stCondLst>
                                        </p:cTn>
                                        <p:tgtEl>
                                          <p:spTgt spid="200"/>
                                        </p:tgtEl>
                                        <p:attrNameLst>
                                          <p:attrName>style.visibility</p:attrName>
                                        </p:attrNameLst>
                                      </p:cBhvr>
                                      <p:to>
                                        <p:strVal val="visible"/>
                                      </p:to>
                                    </p:set>
                                  </p:childTnLst>
                                </p:cTn>
                              </p:par>
                              <p:par>
                                <p:cTn id="393" presetID="1" presetClass="entr" presetSubtype="0" fill="hold" nodeType="withEffect">
                                  <p:stCondLst>
                                    <p:cond delay="0"/>
                                  </p:stCondLst>
                                  <p:childTnLst>
                                    <p:set>
                                      <p:cBhvr>
                                        <p:cTn id="394" dur="1" fill="hold">
                                          <p:stCondLst>
                                            <p:cond delay="0"/>
                                          </p:stCondLst>
                                        </p:cTn>
                                        <p:tgtEl>
                                          <p:spTgt spid="201"/>
                                        </p:tgtEl>
                                        <p:attrNameLst>
                                          <p:attrName>style.visibility</p:attrName>
                                        </p:attrNameLst>
                                      </p:cBhvr>
                                      <p:to>
                                        <p:strVal val="visible"/>
                                      </p:to>
                                    </p:set>
                                  </p:childTnLst>
                                </p:cTn>
                              </p:par>
                              <p:par>
                                <p:cTn id="395" presetID="1" presetClass="entr" presetSubtype="0" fill="hold" nodeType="withEffect">
                                  <p:stCondLst>
                                    <p:cond delay="0"/>
                                  </p:stCondLst>
                                  <p:childTnLst>
                                    <p:set>
                                      <p:cBhvr>
                                        <p:cTn id="396" dur="1" fill="hold">
                                          <p:stCondLst>
                                            <p:cond delay="0"/>
                                          </p:stCondLst>
                                        </p:cTn>
                                        <p:tgtEl>
                                          <p:spTgt spid="202"/>
                                        </p:tgtEl>
                                        <p:attrNameLst>
                                          <p:attrName>style.visibility</p:attrName>
                                        </p:attrNameLst>
                                      </p:cBhvr>
                                      <p:to>
                                        <p:strVal val="visible"/>
                                      </p:to>
                                    </p:set>
                                  </p:childTnLst>
                                </p:cTn>
                              </p:par>
                              <p:par>
                                <p:cTn id="397" presetID="1" presetClass="entr" presetSubtype="0" fill="hold" nodeType="withEffect">
                                  <p:stCondLst>
                                    <p:cond delay="0"/>
                                  </p:stCondLst>
                                  <p:childTnLst>
                                    <p:set>
                                      <p:cBhvr>
                                        <p:cTn id="398" dur="1" fill="hold">
                                          <p:stCondLst>
                                            <p:cond delay="0"/>
                                          </p:stCondLst>
                                        </p:cTn>
                                        <p:tgtEl>
                                          <p:spTgt spid="203"/>
                                        </p:tgtEl>
                                        <p:attrNameLst>
                                          <p:attrName>style.visibility</p:attrName>
                                        </p:attrNameLst>
                                      </p:cBhvr>
                                      <p:to>
                                        <p:strVal val="visible"/>
                                      </p:to>
                                    </p:set>
                                  </p:childTnLst>
                                </p:cTn>
                              </p:par>
                              <p:par>
                                <p:cTn id="399" presetID="1" presetClass="entr" presetSubtype="0" fill="hold" nodeType="withEffect">
                                  <p:stCondLst>
                                    <p:cond delay="0"/>
                                  </p:stCondLst>
                                  <p:childTnLst>
                                    <p:set>
                                      <p:cBhvr>
                                        <p:cTn id="400" dur="1" fill="hold">
                                          <p:stCondLst>
                                            <p:cond delay="0"/>
                                          </p:stCondLst>
                                        </p:cTn>
                                        <p:tgtEl>
                                          <p:spTgt spid="204"/>
                                        </p:tgtEl>
                                        <p:attrNameLst>
                                          <p:attrName>style.visibility</p:attrName>
                                        </p:attrNameLst>
                                      </p:cBhvr>
                                      <p:to>
                                        <p:strVal val="visible"/>
                                      </p:to>
                                    </p:set>
                                  </p:childTnLst>
                                </p:cTn>
                              </p:par>
                              <p:par>
                                <p:cTn id="401" presetID="1" presetClass="entr" presetSubtype="0" fill="hold" nodeType="withEffect">
                                  <p:stCondLst>
                                    <p:cond delay="0"/>
                                  </p:stCondLst>
                                  <p:childTnLst>
                                    <p:set>
                                      <p:cBhvr>
                                        <p:cTn id="402" dur="1" fill="hold">
                                          <p:stCondLst>
                                            <p:cond delay="0"/>
                                          </p:stCondLst>
                                        </p:cTn>
                                        <p:tgtEl>
                                          <p:spTgt spid="205"/>
                                        </p:tgtEl>
                                        <p:attrNameLst>
                                          <p:attrName>style.visibility</p:attrName>
                                        </p:attrNameLst>
                                      </p:cBhvr>
                                      <p:to>
                                        <p:strVal val="visible"/>
                                      </p:to>
                                    </p:set>
                                  </p:childTnLst>
                                </p:cTn>
                              </p:par>
                              <p:par>
                                <p:cTn id="403" presetID="1" presetClass="entr" presetSubtype="0" fill="hold" nodeType="withEffect">
                                  <p:stCondLst>
                                    <p:cond delay="0"/>
                                  </p:stCondLst>
                                  <p:childTnLst>
                                    <p:set>
                                      <p:cBhvr>
                                        <p:cTn id="404" dur="1" fill="hold">
                                          <p:stCondLst>
                                            <p:cond delay="0"/>
                                          </p:stCondLst>
                                        </p:cTn>
                                        <p:tgtEl>
                                          <p:spTgt spid="206"/>
                                        </p:tgtEl>
                                        <p:attrNameLst>
                                          <p:attrName>style.visibility</p:attrName>
                                        </p:attrNameLst>
                                      </p:cBhvr>
                                      <p:to>
                                        <p:strVal val="visible"/>
                                      </p:to>
                                    </p:set>
                                  </p:childTnLst>
                                </p:cTn>
                              </p:par>
                              <p:par>
                                <p:cTn id="405" presetID="1" presetClass="entr" presetSubtype="0" fill="hold" nodeType="withEffect">
                                  <p:stCondLst>
                                    <p:cond delay="0"/>
                                  </p:stCondLst>
                                  <p:childTnLst>
                                    <p:set>
                                      <p:cBhvr>
                                        <p:cTn id="406" dur="1" fill="hold">
                                          <p:stCondLst>
                                            <p:cond delay="0"/>
                                          </p:stCondLst>
                                        </p:cTn>
                                        <p:tgtEl>
                                          <p:spTgt spid="207"/>
                                        </p:tgtEl>
                                        <p:attrNameLst>
                                          <p:attrName>style.visibility</p:attrName>
                                        </p:attrNameLst>
                                      </p:cBhvr>
                                      <p:to>
                                        <p:strVal val="visible"/>
                                      </p:to>
                                    </p:set>
                                  </p:childTnLst>
                                </p:cTn>
                              </p:par>
                              <p:par>
                                <p:cTn id="407" presetID="1" presetClass="entr" presetSubtype="0" fill="hold" nodeType="withEffect">
                                  <p:stCondLst>
                                    <p:cond delay="0"/>
                                  </p:stCondLst>
                                  <p:childTnLst>
                                    <p:set>
                                      <p:cBhvr>
                                        <p:cTn id="408" dur="1" fill="hold">
                                          <p:stCondLst>
                                            <p:cond delay="0"/>
                                          </p:stCondLst>
                                        </p:cTn>
                                        <p:tgtEl>
                                          <p:spTgt spid="208"/>
                                        </p:tgtEl>
                                        <p:attrNameLst>
                                          <p:attrName>style.visibility</p:attrName>
                                        </p:attrNameLst>
                                      </p:cBhvr>
                                      <p:to>
                                        <p:strVal val="visible"/>
                                      </p:to>
                                    </p:set>
                                  </p:childTnLst>
                                </p:cTn>
                              </p:par>
                              <p:par>
                                <p:cTn id="409" presetID="1" presetClass="entr" presetSubtype="0" fill="hold" grpId="0" nodeType="withEffect">
                                  <p:stCondLst>
                                    <p:cond delay="0"/>
                                  </p:stCondLst>
                                  <p:childTnLst>
                                    <p:set>
                                      <p:cBhvr>
                                        <p:cTn id="410" dur="1" fill="hold">
                                          <p:stCondLst>
                                            <p:cond delay="0"/>
                                          </p:stCondLst>
                                        </p:cTn>
                                        <p:tgtEl>
                                          <p:spTgt spid="209"/>
                                        </p:tgtEl>
                                        <p:attrNameLst>
                                          <p:attrName>style.visibility</p:attrName>
                                        </p:attrNameLst>
                                      </p:cBhvr>
                                      <p:to>
                                        <p:strVal val="visible"/>
                                      </p:to>
                                    </p:set>
                                  </p:childTnLst>
                                </p:cTn>
                              </p:par>
                            </p:childTnLst>
                          </p:cTn>
                        </p:par>
                      </p:childTnLst>
                    </p:cTn>
                  </p:par>
                  <p:par>
                    <p:cTn id="411" fill="hold">
                      <p:stCondLst>
                        <p:cond delay="indefinite"/>
                      </p:stCondLst>
                      <p:childTnLst>
                        <p:par>
                          <p:cTn id="412" fill="hold">
                            <p:stCondLst>
                              <p:cond delay="0"/>
                            </p:stCondLst>
                            <p:childTnLst>
                              <p:par>
                                <p:cTn id="413" presetID="1" presetClass="entr" presetSubtype="0" fill="hold" nodeType="clickEffect">
                                  <p:stCondLst>
                                    <p:cond delay="0"/>
                                  </p:stCondLst>
                                  <p:childTnLst>
                                    <p:set>
                                      <p:cBhvr>
                                        <p:cTn id="414" dur="1" fill="hold">
                                          <p:stCondLst>
                                            <p:cond delay="0"/>
                                          </p:stCondLst>
                                        </p:cTn>
                                        <p:tgtEl>
                                          <p:spTgt spid="211"/>
                                        </p:tgtEl>
                                        <p:attrNameLst>
                                          <p:attrName>style.visibility</p:attrName>
                                        </p:attrNameLst>
                                      </p:cBhvr>
                                      <p:to>
                                        <p:strVal val="visible"/>
                                      </p:to>
                                    </p:set>
                                  </p:childTnLst>
                                </p:cTn>
                              </p:par>
                              <p:par>
                                <p:cTn id="415" presetID="1" presetClass="entr" presetSubtype="0" fill="hold" nodeType="withEffect">
                                  <p:stCondLst>
                                    <p:cond delay="0"/>
                                  </p:stCondLst>
                                  <p:childTnLst>
                                    <p:set>
                                      <p:cBhvr>
                                        <p:cTn id="416" dur="1" fill="hold">
                                          <p:stCondLst>
                                            <p:cond delay="0"/>
                                          </p:stCondLst>
                                        </p:cTn>
                                        <p:tgtEl>
                                          <p:spTgt spid="212"/>
                                        </p:tgtEl>
                                        <p:attrNameLst>
                                          <p:attrName>style.visibility</p:attrName>
                                        </p:attrNameLst>
                                      </p:cBhvr>
                                      <p:to>
                                        <p:strVal val="visible"/>
                                      </p:to>
                                    </p:set>
                                  </p:childTnLst>
                                </p:cTn>
                              </p:par>
                              <p:par>
                                <p:cTn id="417" presetID="1" presetClass="entr" presetSubtype="0" fill="hold" nodeType="withEffect">
                                  <p:stCondLst>
                                    <p:cond delay="0"/>
                                  </p:stCondLst>
                                  <p:childTnLst>
                                    <p:set>
                                      <p:cBhvr>
                                        <p:cTn id="418" dur="1" fill="hold">
                                          <p:stCondLst>
                                            <p:cond delay="0"/>
                                          </p:stCondLst>
                                        </p:cTn>
                                        <p:tgtEl>
                                          <p:spTgt spid="213"/>
                                        </p:tgtEl>
                                        <p:attrNameLst>
                                          <p:attrName>style.visibility</p:attrName>
                                        </p:attrNameLst>
                                      </p:cBhvr>
                                      <p:to>
                                        <p:strVal val="visible"/>
                                      </p:to>
                                    </p:set>
                                  </p:childTnLst>
                                </p:cTn>
                              </p:par>
                              <p:par>
                                <p:cTn id="419" presetID="1" presetClass="entr" presetSubtype="0" fill="hold" nodeType="withEffect">
                                  <p:stCondLst>
                                    <p:cond delay="0"/>
                                  </p:stCondLst>
                                  <p:childTnLst>
                                    <p:set>
                                      <p:cBhvr>
                                        <p:cTn id="420" dur="1" fill="hold">
                                          <p:stCondLst>
                                            <p:cond delay="0"/>
                                          </p:stCondLst>
                                        </p:cTn>
                                        <p:tgtEl>
                                          <p:spTgt spid="214"/>
                                        </p:tgtEl>
                                        <p:attrNameLst>
                                          <p:attrName>style.visibility</p:attrName>
                                        </p:attrNameLst>
                                      </p:cBhvr>
                                      <p:to>
                                        <p:strVal val="visible"/>
                                      </p:to>
                                    </p:set>
                                  </p:childTnLst>
                                </p:cTn>
                              </p:par>
                              <p:par>
                                <p:cTn id="421" presetID="1" presetClass="entr" presetSubtype="0" fill="hold" nodeType="withEffect">
                                  <p:stCondLst>
                                    <p:cond delay="0"/>
                                  </p:stCondLst>
                                  <p:childTnLst>
                                    <p:set>
                                      <p:cBhvr>
                                        <p:cTn id="422" dur="1" fill="hold">
                                          <p:stCondLst>
                                            <p:cond delay="0"/>
                                          </p:stCondLst>
                                        </p:cTn>
                                        <p:tgtEl>
                                          <p:spTgt spid="215"/>
                                        </p:tgtEl>
                                        <p:attrNameLst>
                                          <p:attrName>style.visibility</p:attrName>
                                        </p:attrNameLst>
                                      </p:cBhvr>
                                      <p:to>
                                        <p:strVal val="visible"/>
                                      </p:to>
                                    </p:set>
                                  </p:childTnLst>
                                </p:cTn>
                              </p:par>
                              <p:par>
                                <p:cTn id="423" presetID="1" presetClass="entr" presetSubtype="0" fill="hold" nodeType="withEffect">
                                  <p:stCondLst>
                                    <p:cond delay="0"/>
                                  </p:stCondLst>
                                  <p:childTnLst>
                                    <p:set>
                                      <p:cBhvr>
                                        <p:cTn id="424" dur="1" fill="hold">
                                          <p:stCondLst>
                                            <p:cond delay="0"/>
                                          </p:stCondLst>
                                        </p:cTn>
                                        <p:tgtEl>
                                          <p:spTgt spid="216"/>
                                        </p:tgtEl>
                                        <p:attrNameLst>
                                          <p:attrName>style.visibility</p:attrName>
                                        </p:attrNameLst>
                                      </p:cBhvr>
                                      <p:to>
                                        <p:strVal val="visible"/>
                                      </p:to>
                                    </p:set>
                                  </p:childTnLst>
                                </p:cTn>
                              </p:par>
                              <p:par>
                                <p:cTn id="425" presetID="1" presetClass="entr" presetSubtype="0" fill="hold" nodeType="withEffect">
                                  <p:stCondLst>
                                    <p:cond delay="0"/>
                                  </p:stCondLst>
                                  <p:childTnLst>
                                    <p:set>
                                      <p:cBhvr>
                                        <p:cTn id="426" dur="1" fill="hold">
                                          <p:stCondLst>
                                            <p:cond delay="0"/>
                                          </p:stCondLst>
                                        </p:cTn>
                                        <p:tgtEl>
                                          <p:spTgt spid="217"/>
                                        </p:tgtEl>
                                        <p:attrNameLst>
                                          <p:attrName>style.visibility</p:attrName>
                                        </p:attrNameLst>
                                      </p:cBhvr>
                                      <p:to>
                                        <p:strVal val="visible"/>
                                      </p:to>
                                    </p:set>
                                  </p:childTnLst>
                                </p:cTn>
                              </p:par>
                              <p:par>
                                <p:cTn id="427" presetID="1" presetClass="entr" presetSubtype="0" fill="hold" nodeType="withEffect">
                                  <p:stCondLst>
                                    <p:cond delay="0"/>
                                  </p:stCondLst>
                                  <p:childTnLst>
                                    <p:set>
                                      <p:cBhvr>
                                        <p:cTn id="428" dur="1" fill="hold">
                                          <p:stCondLst>
                                            <p:cond delay="0"/>
                                          </p:stCondLst>
                                        </p:cTn>
                                        <p:tgtEl>
                                          <p:spTgt spid="218"/>
                                        </p:tgtEl>
                                        <p:attrNameLst>
                                          <p:attrName>style.visibility</p:attrName>
                                        </p:attrNameLst>
                                      </p:cBhvr>
                                      <p:to>
                                        <p:strVal val="visible"/>
                                      </p:to>
                                    </p:set>
                                  </p:childTnLst>
                                </p:cTn>
                              </p:par>
                              <p:par>
                                <p:cTn id="429" presetID="1" presetClass="entr" presetSubtype="0" fill="hold" nodeType="withEffect">
                                  <p:stCondLst>
                                    <p:cond delay="0"/>
                                  </p:stCondLst>
                                  <p:childTnLst>
                                    <p:set>
                                      <p:cBhvr>
                                        <p:cTn id="430" dur="1" fill="hold">
                                          <p:stCondLst>
                                            <p:cond delay="0"/>
                                          </p:stCondLst>
                                        </p:cTn>
                                        <p:tgtEl>
                                          <p:spTgt spid="219"/>
                                        </p:tgtEl>
                                        <p:attrNameLst>
                                          <p:attrName>style.visibility</p:attrName>
                                        </p:attrNameLst>
                                      </p:cBhvr>
                                      <p:to>
                                        <p:strVal val="visible"/>
                                      </p:to>
                                    </p:set>
                                  </p:childTnLst>
                                </p:cTn>
                              </p:par>
                              <p:par>
                                <p:cTn id="431" presetID="1" presetClass="entr" presetSubtype="0" fill="hold" nodeType="withEffect">
                                  <p:stCondLst>
                                    <p:cond delay="0"/>
                                  </p:stCondLst>
                                  <p:childTnLst>
                                    <p:set>
                                      <p:cBhvr>
                                        <p:cTn id="432" dur="1" fill="hold">
                                          <p:stCondLst>
                                            <p:cond delay="0"/>
                                          </p:stCondLst>
                                        </p:cTn>
                                        <p:tgtEl>
                                          <p:spTgt spid="220"/>
                                        </p:tgtEl>
                                        <p:attrNameLst>
                                          <p:attrName>style.visibility</p:attrName>
                                        </p:attrNameLst>
                                      </p:cBhvr>
                                      <p:to>
                                        <p:strVal val="visible"/>
                                      </p:to>
                                    </p:set>
                                  </p:childTnLst>
                                </p:cTn>
                              </p:par>
                              <p:par>
                                <p:cTn id="433" presetID="1" presetClass="entr" presetSubtype="0" fill="hold" nodeType="withEffect">
                                  <p:stCondLst>
                                    <p:cond delay="0"/>
                                  </p:stCondLst>
                                  <p:childTnLst>
                                    <p:set>
                                      <p:cBhvr>
                                        <p:cTn id="434" dur="1" fill="hold">
                                          <p:stCondLst>
                                            <p:cond delay="0"/>
                                          </p:stCondLst>
                                        </p:cTn>
                                        <p:tgtEl>
                                          <p:spTgt spid="221"/>
                                        </p:tgtEl>
                                        <p:attrNameLst>
                                          <p:attrName>style.visibility</p:attrName>
                                        </p:attrNameLst>
                                      </p:cBhvr>
                                      <p:to>
                                        <p:strVal val="visible"/>
                                      </p:to>
                                    </p:set>
                                  </p:childTnLst>
                                </p:cTn>
                              </p:par>
                              <p:par>
                                <p:cTn id="435" presetID="1" presetClass="entr" presetSubtype="0" fill="hold" nodeType="withEffect">
                                  <p:stCondLst>
                                    <p:cond delay="0"/>
                                  </p:stCondLst>
                                  <p:childTnLst>
                                    <p:set>
                                      <p:cBhvr>
                                        <p:cTn id="436" dur="1" fill="hold">
                                          <p:stCondLst>
                                            <p:cond delay="0"/>
                                          </p:stCondLst>
                                        </p:cTn>
                                        <p:tgtEl>
                                          <p:spTgt spid="222"/>
                                        </p:tgtEl>
                                        <p:attrNameLst>
                                          <p:attrName>style.visibility</p:attrName>
                                        </p:attrNameLst>
                                      </p:cBhvr>
                                      <p:to>
                                        <p:strVal val="visible"/>
                                      </p:to>
                                    </p:set>
                                  </p:childTnLst>
                                </p:cTn>
                              </p:par>
                              <p:par>
                                <p:cTn id="437" presetID="1" presetClass="entr" presetSubtype="0" fill="hold" nodeType="withEffect">
                                  <p:stCondLst>
                                    <p:cond delay="0"/>
                                  </p:stCondLst>
                                  <p:childTnLst>
                                    <p:set>
                                      <p:cBhvr>
                                        <p:cTn id="438" dur="1" fill="hold">
                                          <p:stCondLst>
                                            <p:cond delay="0"/>
                                          </p:stCondLst>
                                        </p:cTn>
                                        <p:tgtEl>
                                          <p:spTgt spid="223"/>
                                        </p:tgtEl>
                                        <p:attrNameLst>
                                          <p:attrName>style.visibility</p:attrName>
                                        </p:attrNameLst>
                                      </p:cBhvr>
                                      <p:to>
                                        <p:strVal val="visible"/>
                                      </p:to>
                                    </p:set>
                                  </p:childTnLst>
                                </p:cTn>
                              </p:par>
                              <p:par>
                                <p:cTn id="439" presetID="1" presetClass="entr" presetSubtype="0" fill="hold" nodeType="withEffect">
                                  <p:stCondLst>
                                    <p:cond delay="0"/>
                                  </p:stCondLst>
                                  <p:childTnLst>
                                    <p:set>
                                      <p:cBhvr>
                                        <p:cTn id="440" dur="1" fill="hold">
                                          <p:stCondLst>
                                            <p:cond delay="0"/>
                                          </p:stCondLst>
                                        </p:cTn>
                                        <p:tgtEl>
                                          <p:spTgt spid="224"/>
                                        </p:tgtEl>
                                        <p:attrNameLst>
                                          <p:attrName>style.visibility</p:attrName>
                                        </p:attrNameLst>
                                      </p:cBhvr>
                                      <p:to>
                                        <p:strVal val="visible"/>
                                      </p:to>
                                    </p:set>
                                  </p:childTnLst>
                                </p:cTn>
                              </p:par>
                              <p:par>
                                <p:cTn id="441" presetID="1" presetClass="entr" presetSubtype="0" fill="hold" nodeType="withEffect">
                                  <p:stCondLst>
                                    <p:cond delay="0"/>
                                  </p:stCondLst>
                                  <p:childTnLst>
                                    <p:set>
                                      <p:cBhvr>
                                        <p:cTn id="442" dur="1" fill="hold">
                                          <p:stCondLst>
                                            <p:cond delay="0"/>
                                          </p:stCondLst>
                                        </p:cTn>
                                        <p:tgtEl>
                                          <p:spTgt spid="225"/>
                                        </p:tgtEl>
                                        <p:attrNameLst>
                                          <p:attrName>style.visibility</p:attrName>
                                        </p:attrNameLst>
                                      </p:cBhvr>
                                      <p:to>
                                        <p:strVal val="visible"/>
                                      </p:to>
                                    </p:set>
                                  </p:childTnLst>
                                </p:cTn>
                              </p:par>
                              <p:par>
                                <p:cTn id="443" presetID="1" presetClass="entr" presetSubtype="0" fill="hold" nodeType="withEffect">
                                  <p:stCondLst>
                                    <p:cond delay="0"/>
                                  </p:stCondLst>
                                  <p:childTnLst>
                                    <p:set>
                                      <p:cBhvr>
                                        <p:cTn id="444" dur="1" fill="hold">
                                          <p:stCondLst>
                                            <p:cond delay="0"/>
                                          </p:stCondLst>
                                        </p:cTn>
                                        <p:tgtEl>
                                          <p:spTgt spid="226"/>
                                        </p:tgtEl>
                                        <p:attrNameLst>
                                          <p:attrName>style.visibility</p:attrName>
                                        </p:attrNameLst>
                                      </p:cBhvr>
                                      <p:to>
                                        <p:strVal val="visible"/>
                                      </p:to>
                                    </p:set>
                                  </p:childTnLst>
                                </p:cTn>
                              </p:par>
                              <p:par>
                                <p:cTn id="445" presetID="1" presetClass="entr" presetSubtype="0" fill="hold" nodeType="withEffect">
                                  <p:stCondLst>
                                    <p:cond delay="0"/>
                                  </p:stCondLst>
                                  <p:childTnLst>
                                    <p:set>
                                      <p:cBhvr>
                                        <p:cTn id="446" dur="1" fill="hold">
                                          <p:stCondLst>
                                            <p:cond delay="0"/>
                                          </p:stCondLst>
                                        </p:cTn>
                                        <p:tgtEl>
                                          <p:spTgt spid="227"/>
                                        </p:tgtEl>
                                        <p:attrNameLst>
                                          <p:attrName>style.visibility</p:attrName>
                                        </p:attrNameLst>
                                      </p:cBhvr>
                                      <p:to>
                                        <p:strVal val="visible"/>
                                      </p:to>
                                    </p:set>
                                  </p:childTnLst>
                                </p:cTn>
                              </p:par>
                              <p:par>
                                <p:cTn id="447" presetID="1" presetClass="entr" presetSubtype="0" fill="hold" nodeType="withEffect">
                                  <p:stCondLst>
                                    <p:cond delay="0"/>
                                  </p:stCondLst>
                                  <p:childTnLst>
                                    <p:set>
                                      <p:cBhvr>
                                        <p:cTn id="448" dur="1" fill="hold">
                                          <p:stCondLst>
                                            <p:cond delay="0"/>
                                          </p:stCondLst>
                                        </p:cTn>
                                        <p:tgtEl>
                                          <p:spTgt spid="228"/>
                                        </p:tgtEl>
                                        <p:attrNameLst>
                                          <p:attrName>style.visibility</p:attrName>
                                        </p:attrNameLst>
                                      </p:cBhvr>
                                      <p:to>
                                        <p:strVal val="visible"/>
                                      </p:to>
                                    </p:set>
                                  </p:childTnLst>
                                </p:cTn>
                              </p:par>
                              <p:par>
                                <p:cTn id="449" presetID="1" presetClass="entr" presetSubtype="0" fill="hold" nodeType="withEffect">
                                  <p:stCondLst>
                                    <p:cond delay="0"/>
                                  </p:stCondLst>
                                  <p:childTnLst>
                                    <p:set>
                                      <p:cBhvr>
                                        <p:cTn id="450" dur="1" fill="hold">
                                          <p:stCondLst>
                                            <p:cond delay="0"/>
                                          </p:stCondLst>
                                        </p:cTn>
                                        <p:tgtEl>
                                          <p:spTgt spid="229"/>
                                        </p:tgtEl>
                                        <p:attrNameLst>
                                          <p:attrName>style.visibility</p:attrName>
                                        </p:attrNameLst>
                                      </p:cBhvr>
                                      <p:to>
                                        <p:strVal val="visible"/>
                                      </p:to>
                                    </p:set>
                                  </p:childTnLst>
                                </p:cTn>
                              </p:par>
                              <p:par>
                                <p:cTn id="451" presetID="1" presetClass="entr" presetSubtype="0" fill="hold" nodeType="withEffect">
                                  <p:stCondLst>
                                    <p:cond delay="0"/>
                                  </p:stCondLst>
                                  <p:childTnLst>
                                    <p:set>
                                      <p:cBhvr>
                                        <p:cTn id="452" dur="1" fill="hold">
                                          <p:stCondLst>
                                            <p:cond delay="0"/>
                                          </p:stCondLst>
                                        </p:cTn>
                                        <p:tgtEl>
                                          <p:spTgt spid="230"/>
                                        </p:tgtEl>
                                        <p:attrNameLst>
                                          <p:attrName>style.visibility</p:attrName>
                                        </p:attrNameLst>
                                      </p:cBhvr>
                                      <p:to>
                                        <p:strVal val="visible"/>
                                      </p:to>
                                    </p:set>
                                  </p:childTnLst>
                                </p:cTn>
                              </p:par>
                              <p:par>
                                <p:cTn id="453" presetID="1" presetClass="entr" presetSubtype="0" fill="hold" nodeType="withEffect">
                                  <p:stCondLst>
                                    <p:cond delay="0"/>
                                  </p:stCondLst>
                                  <p:childTnLst>
                                    <p:set>
                                      <p:cBhvr>
                                        <p:cTn id="454" dur="1" fill="hold">
                                          <p:stCondLst>
                                            <p:cond delay="0"/>
                                          </p:stCondLst>
                                        </p:cTn>
                                        <p:tgtEl>
                                          <p:spTgt spid="231"/>
                                        </p:tgtEl>
                                        <p:attrNameLst>
                                          <p:attrName>style.visibility</p:attrName>
                                        </p:attrNameLst>
                                      </p:cBhvr>
                                      <p:to>
                                        <p:strVal val="visible"/>
                                      </p:to>
                                    </p:set>
                                  </p:childTnLst>
                                </p:cTn>
                              </p:par>
                              <p:par>
                                <p:cTn id="455" presetID="1" presetClass="entr" presetSubtype="0" fill="hold" nodeType="withEffect">
                                  <p:stCondLst>
                                    <p:cond delay="0"/>
                                  </p:stCondLst>
                                  <p:childTnLst>
                                    <p:set>
                                      <p:cBhvr>
                                        <p:cTn id="456" dur="1" fill="hold">
                                          <p:stCondLst>
                                            <p:cond delay="0"/>
                                          </p:stCondLst>
                                        </p:cTn>
                                        <p:tgtEl>
                                          <p:spTgt spid="232"/>
                                        </p:tgtEl>
                                        <p:attrNameLst>
                                          <p:attrName>style.visibility</p:attrName>
                                        </p:attrNameLst>
                                      </p:cBhvr>
                                      <p:to>
                                        <p:strVal val="visible"/>
                                      </p:to>
                                    </p:set>
                                  </p:childTnLst>
                                </p:cTn>
                              </p:par>
                              <p:par>
                                <p:cTn id="457" presetID="1" presetClass="entr" presetSubtype="0" fill="hold" nodeType="withEffect">
                                  <p:stCondLst>
                                    <p:cond delay="0"/>
                                  </p:stCondLst>
                                  <p:childTnLst>
                                    <p:set>
                                      <p:cBhvr>
                                        <p:cTn id="458" dur="1" fill="hold">
                                          <p:stCondLst>
                                            <p:cond delay="0"/>
                                          </p:stCondLst>
                                        </p:cTn>
                                        <p:tgtEl>
                                          <p:spTgt spid="233"/>
                                        </p:tgtEl>
                                        <p:attrNameLst>
                                          <p:attrName>style.visibility</p:attrName>
                                        </p:attrNameLst>
                                      </p:cBhvr>
                                      <p:to>
                                        <p:strVal val="visible"/>
                                      </p:to>
                                    </p:set>
                                  </p:childTnLst>
                                </p:cTn>
                              </p:par>
                              <p:par>
                                <p:cTn id="459" presetID="1" presetClass="entr" presetSubtype="0" fill="hold" nodeType="withEffect">
                                  <p:stCondLst>
                                    <p:cond delay="0"/>
                                  </p:stCondLst>
                                  <p:childTnLst>
                                    <p:set>
                                      <p:cBhvr>
                                        <p:cTn id="460" dur="1" fill="hold">
                                          <p:stCondLst>
                                            <p:cond delay="0"/>
                                          </p:stCondLst>
                                        </p:cTn>
                                        <p:tgtEl>
                                          <p:spTgt spid="234"/>
                                        </p:tgtEl>
                                        <p:attrNameLst>
                                          <p:attrName>style.visibility</p:attrName>
                                        </p:attrNameLst>
                                      </p:cBhvr>
                                      <p:to>
                                        <p:strVal val="visible"/>
                                      </p:to>
                                    </p:set>
                                  </p:childTnLst>
                                </p:cTn>
                              </p:par>
                              <p:par>
                                <p:cTn id="461" presetID="1" presetClass="entr" presetSubtype="0" fill="hold" nodeType="withEffect">
                                  <p:stCondLst>
                                    <p:cond delay="0"/>
                                  </p:stCondLst>
                                  <p:childTnLst>
                                    <p:set>
                                      <p:cBhvr>
                                        <p:cTn id="462" dur="1" fill="hold">
                                          <p:stCondLst>
                                            <p:cond delay="0"/>
                                          </p:stCondLst>
                                        </p:cTn>
                                        <p:tgtEl>
                                          <p:spTgt spid="235"/>
                                        </p:tgtEl>
                                        <p:attrNameLst>
                                          <p:attrName>style.visibility</p:attrName>
                                        </p:attrNameLst>
                                      </p:cBhvr>
                                      <p:to>
                                        <p:strVal val="visible"/>
                                      </p:to>
                                    </p:set>
                                  </p:childTnLst>
                                </p:cTn>
                              </p:par>
                              <p:par>
                                <p:cTn id="463" presetID="1" presetClass="entr" presetSubtype="0" fill="hold" nodeType="withEffect">
                                  <p:stCondLst>
                                    <p:cond delay="0"/>
                                  </p:stCondLst>
                                  <p:childTnLst>
                                    <p:set>
                                      <p:cBhvr>
                                        <p:cTn id="464" dur="1" fill="hold">
                                          <p:stCondLst>
                                            <p:cond delay="0"/>
                                          </p:stCondLst>
                                        </p:cTn>
                                        <p:tgtEl>
                                          <p:spTgt spid="236"/>
                                        </p:tgtEl>
                                        <p:attrNameLst>
                                          <p:attrName>style.visibility</p:attrName>
                                        </p:attrNameLst>
                                      </p:cBhvr>
                                      <p:to>
                                        <p:strVal val="visible"/>
                                      </p:to>
                                    </p:set>
                                  </p:childTnLst>
                                </p:cTn>
                              </p:par>
                              <p:par>
                                <p:cTn id="465" presetID="1" presetClass="entr" presetSubtype="0" fill="hold" nodeType="withEffect">
                                  <p:stCondLst>
                                    <p:cond delay="0"/>
                                  </p:stCondLst>
                                  <p:childTnLst>
                                    <p:set>
                                      <p:cBhvr>
                                        <p:cTn id="466" dur="1" fill="hold">
                                          <p:stCondLst>
                                            <p:cond delay="0"/>
                                          </p:stCondLst>
                                        </p:cTn>
                                        <p:tgtEl>
                                          <p:spTgt spid="237"/>
                                        </p:tgtEl>
                                        <p:attrNameLst>
                                          <p:attrName>style.visibility</p:attrName>
                                        </p:attrNameLst>
                                      </p:cBhvr>
                                      <p:to>
                                        <p:strVal val="visible"/>
                                      </p:to>
                                    </p:set>
                                  </p:childTnLst>
                                </p:cTn>
                              </p:par>
                              <p:par>
                                <p:cTn id="467" presetID="1" presetClass="entr" presetSubtype="0" fill="hold" nodeType="withEffect">
                                  <p:stCondLst>
                                    <p:cond delay="0"/>
                                  </p:stCondLst>
                                  <p:childTnLst>
                                    <p:set>
                                      <p:cBhvr>
                                        <p:cTn id="468" dur="1" fill="hold">
                                          <p:stCondLst>
                                            <p:cond delay="0"/>
                                          </p:stCondLst>
                                        </p:cTn>
                                        <p:tgtEl>
                                          <p:spTgt spid="238"/>
                                        </p:tgtEl>
                                        <p:attrNameLst>
                                          <p:attrName>style.visibility</p:attrName>
                                        </p:attrNameLst>
                                      </p:cBhvr>
                                      <p:to>
                                        <p:strVal val="visible"/>
                                      </p:to>
                                    </p:set>
                                  </p:childTnLst>
                                </p:cTn>
                              </p:par>
                              <p:par>
                                <p:cTn id="469" presetID="1" presetClass="entr" presetSubtype="0" fill="hold" nodeType="withEffect">
                                  <p:stCondLst>
                                    <p:cond delay="0"/>
                                  </p:stCondLst>
                                  <p:childTnLst>
                                    <p:set>
                                      <p:cBhvr>
                                        <p:cTn id="470" dur="1" fill="hold">
                                          <p:stCondLst>
                                            <p:cond delay="0"/>
                                          </p:stCondLst>
                                        </p:cTn>
                                        <p:tgtEl>
                                          <p:spTgt spid="239"/>
                                        </p:tgtEl>
                                        <p:attrNameLst>
                                          <p:attrName>style.visibility</p:attrName>
                                        </p:attrNameLst>
                                      </p:cBhvr>
                                      <p:to>
                                        <p:strVal val="visible"/>
                                      </p:to>
                                    </p:set>
                                  </p:childTnLst>
                                </p:cTn>
                              </p:par>
                              <p:par>
                                <p:cTn id="471" presetID="1" presetClass="entr" presetSubtype="0" fill="hold" nodeType="withEffect">
                                  <p:stCondLst>
                                    <p:cond delay="0"/>
                                  </p:stCondLst>
                                  <p:childTnLst>
                                    <p:set>
                                      <p:cBhvr>
                                        <p:cTn id="472" dur="1" fill="hold">
                                          <p:stCondLst>
                                            <p:cond delay="0"/>
                                          </p:stCondLst>
                                        </p:cTn>
                                        <p:tgtEl>
                                          <p:spTgt spid="240"/>
                                        </p:tgtEl>
                                        <p:attrNameLst>
                                          <p:attrName>style.visibility</p:attrName>
                                        </p:attrNameLst>
                                      </p:cBhvr>
                                      <p:to>
                                        <p:strVal val="visible"/>
                                      </p:to>
                                    </p:set>
                                  </p:childTnLst>
                                </p:cTn>
                              </p:par>
                              <p:par>
                                <p:cTn id="473" presetID="1" presetClass="entr" presetSubtype="0" fill="hold" nodeType="withEffect">
                                  <p:stCondLst>
                                    <p:cond delay="0"/>
                                  </p:stCondLst>
                                  <p:childTnLst>
                                    <p:set>
                                      <p:cBhvr>
                                        <p:cTn id="474" dur="1" fill="hold">
                                          <p:stCondLst>
                                            <p:cond delay="0"/>
                                          </p:stCondLst>
                                        </p:cTn>
                                        <p:tgtEl>
                                          <p:spTgt spid="241"/>
                                        </p:tgtEl>
                                        <p:attrNameLst>
                                          <p:attrName>style.visibility</p:attrName>
                                        </p:attrNameLst>
                                      </p:cBhvr>
                                      <p:to>
                                        <p:strVal val="visible"/>
                                      </p:to>
                                    </p:set>
                                  </p:childTnLst>
                                </p:cTn>
                              </p:par>
                              <p:par>
                                <p:cTn id="475" presetID="1" presetClass="entr" presetSubtype="0" fill="hold" nodeType="withEffect">
                                  <p:stCondLst>
                                    <p:cond delay="0"/>
                                  </p:stCondLst>
                                  <p:childTnLst>
                                    <p:set>
                                      <p:cBhvr>
                                        <p:cTn id="476" dur="1" fill="hold">
                                          <p:stCondLst>
                                            <p:cond delay="0"/>
                                          </p:stCondLst>
                                        </p:cTn>
                                        <p:tgtEl>
                                          <p:spTgt spid="242"/>
                                        </p:tgtEl>
                                        <p:attrNameLst>
                                          <p:attrName>style.visibility</p:attrName>
                                        </p:attrNameLst>
                                      </p:cBhvr>
                                      <p:to>
                                        <p:strVal val="visible"/>
                                      </p:to>
                                    </p:set>
                                  </p:childTnLst>
                                </p:cTn>
                              </p:par>
                              <p:par>
                                <p:cTn id="477" presetID="1" presetClass="entr" presetSubtype="0" fill="hold" nodeType="withEffect">
                                  <p:stCondLst>
                                    <p:cond delay="0"/>
                                  </p:stCondLst>
                                  <p:childTnLst>
                                    <p:set>
                                      <p:cBhvr>
                                        <p:cTn id="478" dur="1" fill="hold">
                                          <p:stCondLst>
                                            <p:cond delay="0"/>
                                          </p:stCondLst>
                                        </p:cTn>
                                        <p:tgtEl>
                                          <p:spTgt spid="243"/>
                                        </p:tgtEl>
                                        <p:attrNameLst>
                                          <p:attrName>style.visibility</p:attrName>
                                        </p:attrNameLst>
                                      </p:cBhvr>
                                      <p:to>
                                        <p:strVal val="visible"/>
                                      </p:to>
                                    </p:set>
                                  </p:childTnLst>
                                </p:cTn>
                              </p:par>
                              <p:par>
                                <p:cTn id="479" presetID="1" presetClass="entr" presetSubtype="0" fill="hold" nodeType="withEffect">
                                  <p:stCondLst>
                                    <p:cond delay="0"/>
                                  </p:stCondLst>
                                  <p:childTnLst>
                                    <p:set>
                                      <p:cBhvr>
                                        <p:cTn id="480" dur="1" fill="hold">
                                          <p:stCondLst>
                                            <p:cond delay="0"/>
                                          </p:stCondLst>
                                        </p:cTn>
                                        <p:tgtEl>
                                          <p:spTgt spid="244"/>
                                        </p:tgtEl>
                                        <p:attrNameLst>
                                          <p:attrName>style.visibility</p:attrName>
                                        </p:attrNameLst>
                                      </p:cBhvr>
                                      <p:to>
                                        <p:strVal val="visible"/>
                                      </p:to>
                                    </p:set>
                                  </p:childTnLst>
                                </p:cTn>
                              </p:par>
                              <p:par>
                                <p:cTn id="481" presetID="1" presetClass="entr" presetSubtype="0" fill="hold" nodeType="withEffect">
                                  <p:stCondLst>
                                    <p:cond delay="0"/>
                                  </p:stCondLst>
                                  <p:childTnLst>
                                    <p:set>
                                      <p:cBhvr>
                                        <p:cTn id="482" dur="1" fill="hold">
                                          <p:stCondLst>
                                            <p:cond delay="0"/>
                                          </p:stCondLst>
                                        </p:cTn>
                                        <p:tgtEl>
                                          <p:spTgt spid="245"/>
                                        </p:tgtEl>
                                        <p:attrNameLst>
                                          <p:attrName>style.visibility</p:attrName>
                                        </p:attrNameLst>
                                      </p:cBhvr>
                                      <p:to>
                                        <p:strVal val="visible"/>
                                      </p:to>
                                    </p:set>
                                  </p:childTnLst>
                                </p:cTn>
                              </p:par>
                              <p:par>
                                <p:cTn id="483" presetID="1" presetClass="entr" presetSubtype="0" fill="hold" nodeType="withEffect">
                                  <p:stCondLst>
                                    <p:cond delay="0"/>
                                  </p:stCondLst>
                                  <p:childTnLst>
                                    <p:set>
                                      <p:cBhvr>
                                        <p:cTn id="484" dur="1" fill="hold">
                                          <p:stCondLst>
                                            <p:cond delay="0"/>
                                          </p:stCondLst>
                                        </p:cTn>
                                        <p:tgtEl>
                                          <p:spTgt spid="246"/>
                                        </p:tgtEl>
                                        <p:attrNameLst>
                                          <p:attrName>style.visibility</p:attrName>
                                        </p:attrNameLst>
                                      </p:cBhvr>
                                      <p:to>
                                        <p:strVal val="visible"/>
                                      </p:to>
                                    </p:set>
                                  </p:childTnLst>
                                </p:cTn>
                              </p:par>
                              <p:par>
                                <p:cTn id="485" presetID="1" presetClass="entr" presetSubtype="0" fill="hold" nodeType="withEffect">
                                  <p:stCondLst>
                                    <p:cond delay="0"/>
                                  </p:stCondLst>
                                  <p:childTnLst>
                                    <p:set>
                                      <p:cBhvr>
                                        <p:cTn id="486" dur="1" fill="hold">
                                          <p:stCondLst>
                                            <p:cond delay="0"/>
                                          </p:stCondLst>
                                        </p:cTn>
                                        <p:tgtEl>
                                          <p:spTgt spid="247"/>
                                        </p:tgtEl>
                                        <p:attrNameLst>
                                          <p:attrName>style.visibility</p:attrName>
                                        </p:attrNameLst>
                                      </p:cBhvr>
                                      <p:to>
                                        <p:strVal val="visible"/>
                                      </p:to>
                                    </p:set>
                                  </p:childTnLst>
                                </p:cTn>
                              </p:par>
                              <p:par>
                                <p:cTn id="487" presetID="1" presetClass="entr" presetSubtype="0" fill="hold" nodeType="withEffect">
                                  <p:stCondLst>
                                    <p:cond delay="0"/>
                                  </p:stCondLst>
                                  <p:childTnLst>
                                    <p:set>
                                      <p:cBhvr>
                                        <p:cTn id="488" dur="1" fill="hold">
                                          <p:stCondLst>
                                            <p:cond delay="0"/>
                                          </p:stCondLst>
                                        </p:cTn>
                                        <p:tgtEl>
                                          <p:spTgt spid="248"/>
                                        </p:tgtEl>
                                        <p:attrNameLst>
                                          <p:attrName>style.visibility</p:attrName>
                                        </p:attrNameLst>
                                      </p:cBhvr>
                                      <p:to>
                                        <p:strVal val="visible"/>
                                      </p:to>
                                    </p:set>
                                  </p:childTnLst>
                                </p:cTn>
                              </p:par>
                              <p:par>
                                <p:cTn id="489" presetID="1" presetClass="entr" presetSubtype="0" fill="hold" nodeType="withEffect">
                                  <p:stCondLst>
                                    <p:cond delay="0"/>
                                  </p:stCondLst>
                                  <p:childTnLst>
                                    <p:set>
                                      <p:cBhvr>
                                        <p:cTn id="490" dur="1" fill="hold">
                                          <p:stCondLst>
                                            <p:cond delay="0"/>
                                          </p:stCondLst>
                                        </p:cTn>
                                        <p:tgtEl>
                                          <p:spTgt spid="249"/>
                                        </p:tgtEl>
                                        <p:attrNameLst>
                                          <p:attrName>style.visibility</p:attrName>
                                        </p:attrNameLst>
                                      </p:cBhvr>
                                      <p:to>
                                        <p:strVal val="visible"/>
                                      </p:to>
                                    </p:set>
                                  </p:childTnLst>
                                </p:cTn>
                              </p:par>
                              <p:par>
                                <p:cTn id="491" presetID="1" presetClass="entr" presetSubtype="0" fill="hold" nodeType="withEffect">
                                  <p:stCondLst>
                                    <p:cond delay="0"/>
                                  </p:stCondLst>
                                  <p:childTnLst>
                                    <p:set>
                                      <p:cBhvr>
                                        <p:cTn id="492" dur="1" fill="hold">
                                          <p:stCondLst>
                                            <p:cond delay="0"/>
                                          </p:stCondLst>
                                        </p:cTn>
                                        <p:tgtEl>
                                          <p:spTgt spid="250"/>
                                        </p:tgtEl>
                                        <p:attrNameLst>
                                          <p:attrName>style.visibility</p:attrName>
                                        </p:attrNameLst>
                                      </p:cBhvr>
                                      <p:to>
                                        <p:strVal val="visible"/>
                                      </p:to>
                                    </p:set>
                                  </p:childTnLst>
                                </p:cTn>
                              </p:par>
                              <p:par>
                                <p:cTn id="493" presetID="1" presetClass="entr" presetSubtype="0" fill="hold" nodeType="withEffect">
                                  <p:stCondLst>
                                    <p:cond delay="0"/>
                                  </p:stCondLst>
                                  <p:childTnLst>
                                    <p:set>
                                      <p:cBhvr>
                                        <p:cTn id="494" dur="1" fill="hold">
                                          <p:stCondLst>
                                            <p:cond delay="0"/>
                                          </p:stCondLst>
                                        </p:cTn>
                                        <p:tgtEl>
                                          <p:spTgt spid="251"/>
                                        </p:tgtEl>
                                        <p:attrNameLst>
                                          <p:attrName>style.visibility</p:attrName>
                                        </p:attrNameLst>
                                      </p:cBhvr>
                                      <p:to>
                                        <p:strVal val="visible"/>
                                      </p:to>
                                    </p:set>
                                  </p:childTnLst>
                                </p:cTn>
                              </p:par>
                              <p:par>
                                <p:cTn id="495" presetID="1" presetClass="entr" presetSubtype="0" fill="hold" nodeType="withEffect">
                                  <p:stCondLst>
                                    <p:cond delay="0"/>
                                  </p:stCondLst>
                                  <p:childTnLst>
                                    <p:set>
                                      <p:cBhvr>
                                        <p:cTn id="496" dur="1" fill="hold">
                                          <p:stCondLst>
                                            <p:cond delay="0"/>
                                          </p:stCondLst>
                                        </p:cTn>
                                        <p:tgtEl>
                                          <p:spTgt spid="252"/>
                                        </p:tgtEl>
                                        <p:attrNameLst>
                                          <p:attrName>style.visibility</p:attrName>
                                        </p:attrNameLst>
                                      </p:cBhvr>
                                      <p:to>
                                        <p:strVal val="visible"/>
                                      </p:to>
                                    </p:set>
                                  </p:childTnLst>
                                </p:cTn>
                              </p:par>
                              <p:par>
                                <p:cTn id="497" presetID="1" presetClass="entr" presetSubtype="0" fill="hold" nodeType="withEffect">
                                  <p:stCondLst>
                                    <p:cond delay="0"/>
                                  </p:stCondLst>
                                  <p:childTnLst>
                                    <p:set>
                                      <p:cBhvr>
                                        <p:cTn id="498" dur="1" fill="hold">
                                          <p:stCondLst>
                                            <p:cond delay="0"/>
                                          </p:stCondLst>
                                        </p:cTn>
                                        <p:tgtEl>
                                          <p:spTgt spid="253"/>
                                        </p:tgtEl>
                                        <p:attrNameLst>
                                          <p:attrName>style.visibility</p:attrName>
                                        </p:attrNameLst>
                                      </p:cBhvr>
                                      <p:to>
                                        <p:strVal val="visible"/>
                                      </p:to>
                                    </p:set>
                                  </p:childTnLst>
                                </p:cTn>
                              </p:par>
                              <p:par>
                                <p:cTn id="499" presetID="1" presetClass="entr" presetSubtype="0" fill="hold" nodeType="withEffect">
                                  <p:stCondLst>
                                    <p:cond delay="0"/>
                                  </p:stCondLst>
                                  <p:childTnLst>
                                    <p:set>
                                      <p:cBhvr>
                                        <p:cTn id="500" dur="1" fill="hold">
                                          <p:stCondLst>
                                            <p:cond delay="0"/>
                                          </p:stCondLst>
                                        </p:cTn>
                                        <p:tgtEl>
                                          <p:spTgt spid="254"/>
                                        </p:tgtEl>
                                        <p:attrNameLst>
                                          <p:attrName>style.visibility</p:attrName>
                                        </p:attrNameLst>
                                      </p:cBhvr>
                                      <p:to>
                                        <p:strVal val="visible"/>
                                      </p:to>
                                    </p:set>
                                  </p:childTnLst>
                                </p:cTn>
                              </p:par>
                              <p:par>
                                <p:cTn id="501" presetID="1" presetClass="entr" presetSubtype="0" fill="hold" nodeType="withEffect">
                                  <p:stCondLst>
                                    <p:cond delay="0"/>
                                  </p:stCondLst>
                                  <p:childTnLst>
                                    <p:set>
                                      <p:cBhvr>
                                        <p:cTn id="502" dur="1" fill="hold">
                                          <p:stCondLst>
                                            <p:cond delay="0"/>
                                          </p:stCondLst>
                                        </p:cTn>
                                        <p:tgtEl>
                                          <p:spTgt spid="255"/>
                                        </p:tgtEl>
                                        <p:attrNameLst>
                                          <p:attrName>style.visibility</p:attrName>
                                        </p:attrNameLst>
                                      </p:cBhvr>
                                      <p:to>
                                        <p:strVal val="visible"/>
                                      </p:to>
                                    </p:set>
                                  </p:childTnLst>
                                </p:cTn>
                              </p:par>
                              <p:par>
                                <p:cTn id="503" presetID="1" presetClass="entr" presetSubtype="0" fill="hold" nodeType="withEffect">
                                  <p:stCondLst>
                                    <p:cond delay="0"/>
                                  </p:stCondLst>
                                  <p:childTnLst>
                                    <p:set>
                                      <p:cBhvr>
                                        <p:cTn id="504" dur="1" fill="hold">
                                          <p:stCondLst>
                                            <p:cond delay="0"/>
                                          </p:stCondLst>
                                        </p:cTn>
                                        <p:tgtEl>
                                          <p:spTgt spid="256"/>
                                        </p:tgtEl>
                                        <p:attrNameLst>
                                          <p:attrName>style.visibility</p:attrName>
                                        </p:attrNameLst>
                                      </p:cBhvr>
                                      <p:to>
                                        <p:strVal val="visible"/>
                                      </p:to>
                                    </p:set>
                                  </p:childTnLst>
                                </p:cTn>
                              </p:par>
                              <p:par>
                                <p:cTn id="505" presetID="1" presetClass="entr" presetSubtype="0" fill="hold" nodeType="withEffect">
                                  <p:stCondLst>
                                    <p:cond delay="0"/>
                                  </p:stCondLst>
                                  <p:childTnLst>
                                    <p:set>
                                      <p:cBhvr>
                                        <p:cTn id="506" dur="1" fill="hold">
                                          <p:stCondLst>
                                            <p:cond delay="0"/>
                                          </p:stCondLst>
                                        </p:cTn>
                                        <p:tgtEl>
                                          <p:spTgt spid="257"/>
                                        </p:tgtEl>
                                        <p:attrNameLst>
                                          <p:attrName>style.visibility</p:attrName>
                                        </p:attrNameLst>
                                      </p:cBhvr>
                                      <p:to>
                                        <p:strVal val="visible"/>
                                      </p:to>
                                    </p:set>
                                  </p:childTnLst>
                                </p:cTn>
                              </p:par>
                              <p:par>
                                <p:cTn id="507" presetID="1" presetClass="entr" presetSubtype="0" fill="hold" nodeType="withEffect">
                                  <p:stCondLst>
                                    <p:cond delay="0"/>
                                  </p:stCondLst>
                                  <p:childTnLst>
                                    <p:set>
                                      <p:cBhvr>
                                        <p:cTn id="508" dur="1" fill="hold">
                                          <p:stCondLst>
                                            <p:cond delay="0"/>
                                          </p:stCondLst>
                                        </p:cTn>
                                        <p:tgtEl>
                                          <p:spTgt spid="258"/>
                                        </p:tgtEl>
                                        <p:attrNameLst>
                                          <p:attrName>style.visibility</p:attrName>
                                        </p:attrNameLst>
                                      </p:cBhvr>
                                      <p:to>
                                        <p:strVal val="visible"/>
                                      </p:to>
                                    </p:set>
                                  </p:childTnLst>
                                </p:cTn>
                              </p:par>
                              <p:par>
                                <p:cTn id="509" presetID="1" presetClass="entr" presetSubtype="0" fill="hold" nodeType="withEffect">
                                  <p:stCondLst>
                                    <p:cond delay="0"/>
                                  </p:stCondLst>
                                  <p:childTnLst>
                                    <p:set>
                                      <p:cBhvr>
                                        <p:cTn id="510" dur="1" fill="hold">
                                          <p:stCondLst>
                                            <p:cond delay="0"/>
                                          </p:stCondLst>
                                        </p:cTn>
                                        <p:tgtEl>
                                          <p:spTgt spid="259"/>
                                        </p:tgtEl>
                                        <p:attrNameLst>
                                          <p:attrName>style.visibility</p:attrName>
                                        </p:attrNameLst>
                                      </p:cBhvr>
                                      <p:to>
                                        <p:strVal val="visible"/>
                                      </p:to>
                                    </p:set>
                                  </p:childTnLst>
                                </p:cTn>
                              </p:par>
                              <p:par>
                                <p:cTn id="511" presetID="1" presetClass="entr" presetSubtype="0" fill="hold" nodeType="withEffect">
                                  <p:stCondLst>
                                    <p:cond delay="0"/>
                                  </p:stCondLst>
                                  <p:childTnLst>
                                    <p:set>
                                      <p:cBhvr>
                                        <p:cTn id="512" dur="1" fill="hold">
                                          <p:stCondLst>
                                            <p:cond delay="0"/>
                                          </p:stCondLst>
                                        </p:cTn>
                                        <p:tgtEl>
                                          <p:spTgt spid="260"/>
                                        </p:tgtEl>
                                        <p:attrNameLst>
                                          <p:attrName>style.visibility</p:attrName>
                                        </p:attrNameLst>
                                      </p:cBhvr>
                                      <p:to>
                                        <p:strVal val="visible"/>
                                      </p:to>
                                    </p:set>
                                  </p:childTnLst>
                                </p:cTn>
                              </p:par>
                              <p:par>
                                <p:cTn id="513" presetID="1" presetClass="entr" presetSubtype="0" fill="hold" nodeType="withEffect">
                                  <p:stCondLst>
                                    <p:cond delay="0"/>
                                  </p:stCondLst>
                                  <p:childTnLst>
                                    <p:set>
                                      <p:cBhvr>
                                        <p:cTn id="514" dur="1" fill="hold">
                                          <p:stCondLst>
                                            <p:cond delay="0"/>
                                          </p:stCondLst>
                                        </p:cTn>
                                        <p:tgtEl>
                                          <p:spTgt spid="261"/>
                                        </p:tgtEl>
                                        <p:attrNameLst>
                                          <p:attrName>style.visibility</p:attrName>
                                        </p:attrNameLst>
                                      </p:cBhvr>
                                      <p:to>
                                        <p:strVal val="visible"/>
                                      </p:to>
                                    </p:set>
                                  </p:childTnLst>
                                </p:cTn>
                              </p:par>
                              <p:par>
                                <p:cTn id="515" presetID="1" presetClass="entr" presetSubtype="0" fill="hold" nodeType="withEffect">
                                  <p:stCondLst>
                                    <p:cond delay="0"/>
                                  </p:stCondLst>
                                  <p:childTnLst>
                                    <p:set>
                                      <p:cBhvr>
                                        <p:cTn id="516" dur="1" fill="hold">
                                          <p:stCondLst>
                                            <p:cond delay="0"/>
                                          </p:stCondLst>
                                        </p:cTn>
                                        <p:tgtEl>
                                          <p:spTgt spid="262"/>
                                        </p:tgtEl>
                                        <p:attrNameLst>
                                          <p:attrName>style.visibility</p:attrName>
                                        </p:attrNameLst>
                                      </p:cBhvr>
                                      <p:to>
                                        <p:strVal val="visible"/>
                                      </p:to>
                                    </p:set>
                                  </p:childTnLst>
                                </p:cTn>
                              </p:par>
                              <p:par>
                                <p:cTn id="517" presetID="1" presetClass="entr" presetSubtype="0" fill="hold" nodeType="withEffect">
                                  <p:stCondLst>
                                    <p:cond delay="0"/>
                                  </p:stCondLst>
                                  <p:childTnLst>
                                    <p:set>
                                      <p:cBhvr>
                                        <p:cTn id="518" dur="1" fill="hold">
                                          <p:stCondLst>
                                            <p:cond delay="0"/>
                                          </p:stCondLst>
                                        </p:cTn>
                                        <p:tgtEl>
                                          <p:spTgt spid="263"/>
                                        </p:tgtEl>
                                        <p:attrNameLst>
                                          <p:attrName>style.visibility</p:attrName>
                                        </p:attrNameLst>
                                      </p:cBhvr>
                                      <p:to>
                                        <p:strVal val="visible"/>
                                      </p:to>
                                    </p:set>
                                  </p:childTnLst>
                                </p:cTn>
                              </p:par>
                              <p:par>
                                <p:cTn id="519" presetID="1" presetClass="entr" presetSubtype="0" fill="hold" nodeType="withEffect">
                                  <p:stCondLst>
                                    <p:cond delay="0"/>
                                  </p:stCondLst>
                                  <p:childTnLst>
                                    <p:set>
                                      <p:cBhvr>
                                        <p:cTn id="520" dur="1" fill="hold">
                                          <p:stCondLst>
                                            <p:cond delay="0"/>
                                          </p:stCondLst>
                                        </p:cTn>
                                        <p:tgtEl>
                                          <p:spTgt spid="264"/>
                                        </p:tgtEl>
                                        <p:attrNameLst>
                                          <p:attrName>style.visibility</p:attrName>
                                        </p:attrNameLst>
                                      </p:cBhvr>
                                      <p:to>
                                        <p:strVal val="visible"/>
                                      </p:to>
                                    </p:set>
                                  </p:childTnLst>
                                </p:cTn>
                              </p:par>
                              <p:par>
                                <p:cTn id="521" presetID="1" presetClass="entr" presetSubtype="0" fill="hold" nodeType="withEffect">
                                  <p:stCondLst>
                                    <p:cond delay="0"/>
                                  </p:stCondLst>
                                  <p:childTnLst>
                                    <p:set>
                                      <p:cBhvr>
                                        <p:cTn id="522" dur="1" fill="hold">
                                          <p:stCondLst>
                                            <p:cond delay="0"/>
                                          </p:stCondLst>
                                        </p:cTn>
                                        <p:tgtEl>
                                          <p:spTgt spid="265"/>
                                        </p:tgtEl>
                                        <p:attrNameLst>
                                          <p:attrName>style.visibility</p:attrName>
                                        </p:attrNameLst>
                                      </p:cBhvr>
                                      <p:to>
                                        <p:strVal val="visible"/>
                                      </p:to>
                                    </p:set>
                                  </p:childTnLst>
                                </p:cTn>
                              </p:par>
                              <p:par>
                                <p:cTn id="523" presetID="1" presetClass="entr" presetSubtype="0" fill="hold" nodeType="withEffect">
                                  <p:stCondLst>
                                    <p:cond delay="0"/>
                                  </p:stCondLst>
                                  <p:childTnLst>
                                    <p:set>
                                      <p:cBhvr>
                                        <p:cTn id="524" dur="1" fill="hold">
                                          <p:stCondLst>
                                            <p:cond delay="0"/>
                                          </p:stCondLst>
                                        </p:cTn>
                                        <p:tgtEl>
                                          <p:spTgt spid="266"/>
                                        </p:tgtEl>
                                        <p:attrNameLst>
                                          <p:attrName>style.visibility</p:attrName>
                                        </p:attrNameLst>
                                      </p:cBhvr>
                                      <p:to>
                                        <p:strVal val="visible"/>
                                      </p:to>
                                    </p:set>
                                  </p:childTnLst>
                                </p:cTn>
                              </p:par>
                              <p:par>
                                <p:cTn id="525" presetID="1" presetClass="entr" presetSubtype="0" fill="hold" nodeType="withEffect">
                                  <p:stCondLst>
                                    <p:cond delay="0"/>
                                  </p:stCondLst>
                                  <p:childTnLst>
                                    <p:set>
                                      <p:cBhvr>
                                        <p:cTn id="526" dur="1" fill="hold">
                                          <p:stCondLst>
                                            <p:cond delay="0"/>
                                          </p:stCondLst>
                                        </p:cTn>
                                        <p:tgtEl>
                                          <p:spTgt spid="267"/>
                                        </p:tgtEl>
                                        <p:attrNameLst>
                                          <p:attrName>style.visibility</p:attrName>
                                        </p:attrNameLst>
                                      </p:cBhvr>
                                      <p:to>
                                        <p:strVal val="visible"/>
                                      </p:to>
                                    </p:set>
                                  </p:childTnLst>
                                </p:cTn>
                              </p:par>
                              <p:par>
                                <p:cTn id="527" presetID="1" presetClass="entr" presetSubtype="0" fill="hold" nodeType="withEffect">
                                  <p:stCondLst>
                                    <p:cond delay="0"/>
                                  </p:stCondLst>
                                  <p:childTnLst>
                                    <p:set>
                                      <p:cBhvr>
                                        <p:cTn id="528" dur="1" fill="hold">
                                          <p:stCondLst>
                                            <p:cond delay="0"/>
                                          </p:stCondLst>
                                        </p:cTn>
                                        <p:tgtEl>
                                          <p:spTgt spid="268"/>
                                        </p:tgtEl>
                                        <p:attrNameLst>
                                          <p:attrName>style.visibility</p:attrName>
                                        </p:attrNameLst>
                                      </p:cBhvr>
                                      <p:to>
                                        <p:strVal val="visible"/>
                                      </p:to>
                                    </p:set>
                                  </p:childTnLst>
                                </p:cTn>
                              </p:par>
                              <p:par>
                                <p:cTn id="529" presetID="1" presetClass="entr" presetSubtype="0" fill="hold" nodeType="withEffect">
                                  <p:stCondLst>
                                    <p:cond delay="0"/>
                                  </p:stCondLst>
                                  <p:childTnLst>
                                    <p:set>
                                      <p:cBhvr>
                                        <p:cTn id="530" dur="1" fill="hold">
                                          <p:stCondLst>
                                            <p:cond delay="0"/>
                                          </p:stCondLst>
                                        </p:cTn>
                                        <p:tgtEl>
                                          <p:spTgt spid="269"/>
                                        </p:tgtEl>
                                        <p:attrNameLst>
                                          <p:attrName>style.visibility</p:attrName>
                                        </p:attrNameLst>
                                      </p:cBhvr>
                                      <p:to>
                                        <p:strVal val="visible"/>
                                      </p:to>
                                    </p:set>
                                  </p:childTnLst>
                                </p:cTn>
                              </p:par>
                              <p:par>
                                <p:cTn id="531" presetID="1" presetClass="entr" presetSubtype="0" fill="hold" nodeType="withEffect">
                                  <p:stCondLst>
                                    <p:cond delay="0"/>
                                  </p:stCondLst>
                                  <p:childTnLst>
                                    <p:set>
                                      <p:cBhvr>
                                        <p:cTn id="532" dur="1" fill="hold">
                                          <p:stCondLst>
                                            <p:cond delay="0"/>
                                          </p:stCondLst>
                                        </p:cTn>
                                        <p:tgtEl>
                                          <p:spTgt spid="270"/>
                                        </p:tgtEl>
                                        <p:attrNameLst>
                                          <p:attrName>style.visibility</p:attrName>
                                        </p:attrNameLst>
                                      </p:cBhvr>
                                      <p:to>
                                        <p:strVal val="visible"/>
                                      </p:to>
                                    </p:set>
                                  </p:childTnLst>
                                </p:cTn>
                              </p:par>
                              <p:par>
                                <p:cTn id="533" presetID="1" presetClass="entr" presetSubtype="0" fill="hold" nodeType="withEffect">
                                  <p:stCondLst>
                                    <p:cond delay="0"/>
                                  </p:stCondLst>
                                  <p:childTnLst>
                                    <p:set>
                                      <p:cBhvr>
                                        <p:cTn id="534" dur="1" fill="hold">
                                          <p:stCondLst>
                                            <p:cond delay="0"/>
                                          </p:stCondLst>
                                        </p:cTn>
                                        <p:tgtEl>
                                          <p:spTgt spid="271"/>
                                        </p:tgtEl>
                                        <p:attrNameLst>
                                          <p:attrName>style.visibility</p:attrName>
                                        </p:attrNameLst>
                                      </p:cBhvr>
                                      <p:to>
                                        <p:strVal val="visible"/>
                                      </p:to>
                                    </p:set>
                                  </p:childTnLst>
                                </p:cTn>
                              </p:par>
                              <p:par>
                                <p:cTn id="535" presetID="1" presetClass="entr" presetSubtype="0" fill="hold" nodeType="withEffect">
                                  <p:stCondLst>
                                    <p:cond delay="0"/>
                                  </p:stCondLst>
                                  <p:childTnLst>
                                    <p:set>
                                      <p:cBhvr>
                                        <p:cTn id="536" dur="1" fill="hold">
                                          <p:stCondLst>
                                            <p:cond delay="0"/>
                                          </p:stCondLst>
                                        </p:cTn>
                                        <p:tgtEl>
                                          <p:spTgt spid="272"/>
                                        </p:tgtEl>
                                        <p:attrNameLst>
                                          <p:attrName>style.visibility</p:attrName>
                                        </p:attrNameLst>
                                      </p:cBhvr>
                                      <p:to>
                                        <p:strVal val="visible"/>
                                      </p:to>
                                    </p:set>
                                  </p:childTnLst>
                                </p:cTn>
                              </p:par>
                              <p:par>
                                <p:cTn id="537" presetID="1" presetClass="entr" presetSubtype="0" fill="hold" nodeType="withEffect">
                                  <p:stCondLst>
                                    <p:cond delay="0"/>
                                  </p:stCondLst>
                                  <p:childTnLst>
                                    <p:set>
                                      <p:cBhvr>
                                        <p:cTn id="538" dur="1" fill="hold">
                                          <p:stCondLst>
                                            <p:cond delay="0"/>
                                          </p:stCondLst>
                                        </p:cTn>
                                        <p:tgtEl>
                                          <p:spTgt spid="273"/>
                                        </p:tgtEl>
                                        <p:attrNameLst>
                                          <p:attrName>style.visibility</p:attrName>
                                        </p:attrNameLst>
                                      </p:cBhvr>
                                      <p:to>
                                        <p:strVal val="visible"/>
                                      </p:to>
                                    </p:set>
                                  </p:childTnLst>
                                </p:cTn>
                              </p:par>
                              <p:par>
                                <p:cTn id="539" presetID="1" presetClass="entr" presetSubtype="0" fill="hold" nodeType="withEffect">
                                  <p:stCondLst>
                                    <p:cond delay="0"/>
                                  </p:stCondLst>
                                  <p:childTnLst>
                                    <p:set>
                                      <p:cBhvr>
                                        <p:cTn id="540" dur="1" fill="hold">
                                          <p:stCondLst>
                                            <p:cond delay="0"/>
                                          </p:stCondLst>
                                        </p:cTn>
                                        <p:tgtEl>
                                          <p:spTgt spid="274"/>
                                        </p:tgtEl>
                                        <p:attrNameLst>
                                          <p:attrName>style.visibility</p:attrName>
                                        </p:attrNameLst>
                                      </p:cBhvr>
                                      <p:to>
                                        <p:strVal val="visible"/>
                                      </p:to>
                                    </p:set>
                                  </p:childTnLst>
                                </p:cTn>
                              </p:par>
                              <p:par>
                                <p:cTn id="541" presetID="1" presetClass="entr" presetSubtype="0" fill="hold" nodeType="withEffect">
                                  <p:stCondLst>
                                    <p:cond delay="0"/>
                                  </p:stCondLst>
                                  <p:childTnLst>
                                    <p:set>
                                      <p:cBhvr>
                                        <p:cTn id="542" dur="1" fill="hold">
                                          <p:stCondLst>
                                            <p:cond delay="0"/>
                                          </p:stCondLst>
                                        </p:cTn>
                                        <p:tgtEl>
                                          <p:spTgt spid="275"/>
                                        </p:tgtEl>
                                        <p:attrNameLst>
                                          <p:attrName>style.visibility</p:attrName>
                                        </p:attrNameLst>
                                      </p:cBhvr>
                                      <p:to>
                                        <p:strVal val="visible"/>
                                      </p:to>
                                    </p:set>
                                  </p:childTnLst>
                                </p:cTn>
                              </p:par>
                              <p:par>
                                <p:cTn id="543" presetID="1" presetClass="entr" presetSubtype="0" fill="hold" nodeType="withEffect">
                                  <p:stCondLst>
                                    <p:cond delay="0"/>
                                  </p:stCondLst>
                                  <p:childTnLst>
                                    <p:set>
                                      <p:cBhvr>
                                        <p:cTn id="544" dur="1" fill="hold">
                                          <p:stCondLst>
                                            <p:cond delay="0"/>
                                          </p:stCondLst>
                                        </p:cTn>
                                        <p:tgtEl>
                                          <p:spTgt spid="276"/>
                                        </p:tgtEl>
                                        <p:attrNameLst>
                                          <p:attrName>style.visibility</p:attrName>
                                        </p:attrNameLst>
                                      </p:cBhvr>
                                      <p:to>
                                        <p:strVal val="visible"/>
                                      </p:to>
                                    </p:set>
                                  </p:childTnLst>
                                </p:cTn>
                              </p:par>
                              <p:par>
                                <p:cTn id="545" presetID="1" presetClass="entr" presetSubtype="0" fill="hold" nodeType="withEffect">
                                  <p:stCondLst>
                                    <p:cond delay="0"/>
                                  </p:stCondLst>
                                  <p:childTnLst>
                                    <p:set>
                                      <p:cBhvr>
                                        <p:cTn id="546" dur="1" fill="hold">
                                          <p:stCondLst>
                                            <p:cond delay="0"/>
                                          </p:stCondLst>
                                        </p:cTn>
                                        <p:tgtEl>
                                          <p:spTgt spid="277"/>
                                        </p:tgtEl>
                                        <p:attrNameLst>
                                          <p:attrName>style.visibility</p:attrName>
                                        </p:attrNameLst>
                                      </p:cBhvr>
                                      <p:to>
                                        <p:strVal val="visible"/>
                                      </p:to>
                                    </p:set>
                                  </p:childTnLst>
                                </p:cTn>
                              </p:par>
                              <p:par>
                                <p:cTn id="547" presetID="1" presetClass="entr" presetSubtype="0" fill="hold" nodeType="withEffect">
                                  <p:stCondLst>
                                    <p:cond delay="0"/>
                                  </p:stCondLst>
                                  <p:childTnLst>
                                    <p:set>
                                      <p:cBhvr>
                                        <p:cTn id="548" dur="1" fill="hold">
                                          <p:stCondLst>
                                            <p:cond delay="0"/>
                                          </p:stCondLst>
                                        </p:cTn>
                                        <p:tgtEl>
                                          <p:spTgt spid="278"/>
                                        </p:tgtEl>
                                        <p:attrNameLst>
                                          <p:attrName>style.visibility</p:attrName>
                                        </p:attrNameLst>
                                      </p:cBhvr>
                                      <p:to>
                                        <p:strVal val="visible"/>
                                      </p:to>
                                    </p:set>
                                  </p:childTnLst>
                                </p:cTn>
                              </p:par>
                              <p:par>
                                <p:cTn id="549" presetID="1" presetClass="entr" presetSubtype="0" fill="hold" nodeType="withEffect">
                                  <p:stCondLst>
                                    <p:cond delay="0"/>
                                  </p:stCondLst>
                                  <p:childTnLst>
                                    <p:set>
                                      <p:cBhvr>
                                        <p:cTn id="550" dur="1" fill="hold">
                                          <p:stCondLst>
                                            <p:cond delay="0"/>
                                          </p:stCondLst>
                                        </p:cTn>
                                        <p:tgtEl>
                                          <p:spTgt spid="279"/>
                                        </p:tgtEl>
                                        <p:attrNameLst>
                                          <p:attrName>style.visibility</p:attrName>
                                        </p:attrNameLst>
                                      </p:cBhvr>
                                      <p:to>
                                        <p:strVal val="visible"/>
                                      </p:to>
                                    </p:set>
                                  </p:childTnLst>
                                </p:cTn>
                              </p:par>
                              <p:par>
                                <p:cTn id="551" presetID="1" presetClass="entr" presetSubtype="0" fill="hold" nodeType="withEffect">
                                  <p:stCondLst>
                                    <p:cond delay="0"/>
                                  </p:stCondLst>
                                  <p:childTnLst>
                                    <p:set>
                                      <p:cBhvr>
                                        <p:cTn id="552" dur="1" fill="hold">
                                          <p:stCondLst>
                                            <p:cond delay="0"/>
                                          </p:stCondLst>
                                        </p:cTn>
                                        <p:tgtEl>
                                          <p:spTgt spid="280"/>
                                        </p:tgtEl>
                                        <p:attrNameLst>
                                          <p:attrName>style.visibility</p:attrName>
                                        </p:attrNameLst>
                                      </p:cBhvr>
                                      <p:to>
                                        <p:strVal val="visible"/>
                                      </p:to>
                                    </p:set>
                                  </p:childTnLst>
                                </p:cTn>
                              </p:par>
                              <p:par>
                                <p:cTn id="553" presetID="1" presetClass="entr" presetSubtype="0" fill="hold" nodeType="withEffect">
                                  <p:stCondLst>
                                    <p:cond delay="0"/>
                                  </p:stCondLst>
                                  <p:childTnLst>
                                    <p:set>
                                      <p:cBhvr>
                                        <p:cTn id="554" dur="1" fill="hold">
                                          <p:stCondLst>
                                            <p:cond delay="0"/>
                                          </p:stCondLst>
                                        </p:cTn>
                                        <p:tgtEl>
                                          <p:spTgt spid="281"/>
                                        </p:tgtEl>
                                        <p:attrNameLst>
                                          <p:attrName>style.visibility</p:attrName>
                                        </p:attrNameLst>
                                      </p:cBhvr>
                                      <p:to>
                                        <p:strVal val="visible"/>
                                      </p:to>
                                    </p:set>
                                  </p:childTnLst>
                                </p:cTn>
                              </p:par>
                              <p:par>
                                <p:cTn id="555" presetID="1" presetClass="entr" presetSubtype="0" fill="hold" nodeType="withEffect">
                                  <p:stCondLst>
                                    <p:cond delay="0"/>
                                  </p:stCondLst>
                                  <p:childTnLst>
                                    <p:set>
                                      <p:cBhvr>
                                        <p:cTn id="556" dur="1" fill="hold">
                                          <p:stCondLst>
                                            <p:cond delay="0"/>
                                          </p:stCondLst>
                                        </p:cTn>
                                        <p:tgtEl>
                                          <p:spTgt spid="282"/>
                                        </p:tgtEl>
                                        <p:attrNameLst>
                                          <p:attrName>style.visibility</p:attrName>
                                        </p:attrNameLst>
                                      </p:cBhvr>
                                      <p:to>
                                        <p:strVal val="visible"/>
                                      </p:to>
                                    </p:set>
                                  </p:childTnLst>
                                </p:cTn>
                              </p:par>
                              <p:par>
                                <p:cTn id="557" presetID="1" presetClass="entr" presetSubtype="0" fill="hold" nodeType="withEffect">
                                  <p:stCondLst>
                                    <p:cond delay="0"/>
                                  </p:stCondLst>
                                  <p:childTnLst>
                                    <p:set>
                                      <p:cBhvr>
                                        <p:cTn id="558" dur="1" fill="hold">
                                          <p:stCondLst>
                                            <p:cond delay="0"/>
                                          </p:stCondLst>
                                        </p:cTn>
                                        <p:tgtEl>
                                          <p:spTgt spid="283"/>
                                        </p:tgtEl>
                                        <p:attrNameLst>
                                          <p:attrName>style.visibility</p:attrName>
                                        </p:attrNameLst>
                                      </p:cBhvr>
                                      <p:to>
                                        <p:strVal val="visible"/>
                                      </p:to>
                                    </p:set>
                                  </p:childTnLst>
                                </p:cTn>
                              </p:par>
                              <p:par>
                                <p:cTn id="559" presetID="1" presetClass="entr" presetSubtype="0" fill="hold" nodeType="withEffect">
                                  <p:stCondLst>
                                    <p:cond delay="0"/>
                                  </p:stCondLst>
                                  <p:childTnLst>
                                    <p:set>
                                      <p:cBhvr>
                                        <p:cTn id="560" dur="1" fill="hold">
                                          <p:stCondLst>
                                            <p:cond delay="0"/>
                                          </p:stCondLst>
                                        </p:cTn>
                                        <p:tgtEl>
                                          <p:spTgt spid="284"/>
                                        </p:tgtEl>
                                        <p:attrNameLst>
                                          <p:attrName>style.visibility</p:attrName>
                                        </p:attrNameLst>
                                      </p:cBhvr>
                                      <p:to>
                                        <p:strVal val="visible"/>
                                      </p:to>
                                    </p:set>
                                  </p:childTnLst>
                                </p:cTn>
                              </p:par>
                              <p:par>
                                <p:cTn id="561" presetID="1" presetClass="entr" presetSubtype="0" fill="hold" nodeType="withEffect">
                                  <p:stCondLst>
                                    <p:cond delay="0"/>
                                  </p:stCondLst>
                                  <p:childTnLst>
                                    <p:set>
                                      <p:cBhvr>
                                        <p:cTn id="562" dur="1" fill="hold">
                                          <p:stCondLst>
                                            <p:cond delay="0"/>
                                          </p:stCondLst>
                                        </p:cTn>
                                        <p:tgtEl>
                                          <p:spTgt spid="285"/>
                                        </p:tgtEl>
                                        <p:attrNameLst>
                                          <p:attrName>style.visibility</p:attrName>
                                        </p:attrNameLst>
                                      </p:cBhvr>
                                      <p:to>
                                        <p:strVal val="visible"/>
                                      </p:to>
                                    </p:set>
                                  </p:childTnLst>
                                </p:cTn>
                              </p:par>
                              <p:par>
                                <p:cTn id="563" presetID="1" presetClass="entr" presetSubtype="0" fill="hold" nodeType="withEffect">
                                  <p:stCondLst>
                                    <p:cond delay="0"/>
                                  </p:stCondLst>
                                  <p:childTnLst>
                                    <p:set>
                                      <p:cBhvr>
                                        <p:cTn id="564" dur="1" fill="hold">
                                          <p:stCondLst>
                                            <p:cond delay="0"/>
                                          </p:stCondLst>
                                        </p:cTn>
                                        <p:tgtEl>
                                          <p:spTgt spid="286"/>
                                        </p:tgtEl>
                                        <p:attrNameLst>
                                          <p:attrName>style.visibility</p:attrName>
                                        </p:attrNameLst>
                                      </p:cBhvr>
                                      <p:to>
                                        <p:strVal val="visible"/>
                                      </p:to>
                                    </p:set>
                                  </p:childTnLst>
                                </p:cTn>
                              </p:par>
                              <p:par>
                                <p:cTn id="565" presetID="1" presetClass="entr" presetSubtype="0" fill="hold" nodeType="withEffect">
                                  <p:stCondLst>
                                    <p:cond delay="0"/>
                                  </p:stCondLst>
                                  <p:childTnLst>
                                    <p:set>
                                      <p:cBhvr>
                                        <p:cTn id="566" dur="1" fill="hold">
                                          <p:stCondLst>
                                            <p:cond delay="0"/>
                                          </p:stCondLst>
                                        </p:cTn>
                                        <p:tgtEl>
                                          <p:spTgt spid="287"/>
                                        </p:tgtEl>
                                        <p:attrNameLst>
                                          <p:attrName>style.visibility</p:attrName>
                                        </p:attrNameLst>
                                      </p:cBhvr>
                                      <p:to>
                                        <p:strVal val="visible"/>
                                      </p:to>
                                    </p:set>
                                  </p:childTnLst>
                                </p:cTn>
                              </p:par>
                              <p:par>
                                <p:cTn id="567" presetID="1" presetClass="entr" presetSubtype="0" fill="hold" nodeType="withEffect">
                                  <p:stCondLst>
                                    <p:cond delay="0"/>
                                  </p:stCondLst>
                                  <p:childTnLst>
                                    <p:set>
                                      <p:cBhvr>
                                        <p:cTn id="568" dur="1" fill="hold">
                                          <p:stCondLst>
                                            <p:cond delay="0"/>
                                          </p:stCondLst>
                                        </p:cTn>
                                        <p:tgtEl>
                                          <p:spTgt spid="288"/>
                                        </p:tgtEl>
                                        <p:attrNameLst>
                                          <p:attrName>style.visibility</p:attrName>
                                        </p:attrNameLst>
                                      </p:cBhvr>
                                      <p:to>
                                        <p:strVal val="visible"/>
                                      </p:to>
                                    </p:set>
                                  </p:childTnLst>
                                </p:cTn>
                              </p:par>
                              <p:par>
                                <p:cTn id="569" presetID="1" presetClass="entr" presetSubtype="0" fill="hold" nodeType="withEffect">
                                  <p:stCondLst>
                                    <p:cond delay="0"/>
                                  </p:stCondLst>
                                  <p:childTnLst>
                                    <p:set>
                                      <p:cBhvr>
                                        <p:cTn id="570" dur="1" fill="hold">
                                          <p:stCondLst>
                                            <p:cond delay="0"/>
                                          </p:stCondLst>
                                        </p:cTn>
                                        <p:tgtEl>
                                          <p:spTgt spid="289"/>
                                        </p:tgtEl>
                                        <p:attrNameLst>
                                          <p:attrName>style.visibility</p:attrName>
                                        </p:attrNameLst>
                                      </p:cBhvr>
                                      <p:to>
                                        <p:strVal val="visible"/>
                                      </p:to>
                                    </p:set>
                                  </p:childTnLst>
                                </p:cTn>
                              </p:par>
                              <p:par>
                                <p:cTn id="571" presetID="1" presetClass="entr" presetSubtype="0" fill="hold" nodeType="withEffect">
                                  <p:stCondLst>
                                    <p:cond delay="0"/>
                                  </p:stCondLst>
                                  <p:childTnLst>
                                    <p:set>
                                      <p:cBhvr>
                                        <p:cTn id="572" dur="1" fill="hold">
                                          <p:stCondLst>
                                            <p:cond delay="0"/>
                                          </p:stCondLst>
                                        </p:cTn>
                                        <p:tgtEl>
                                          <p:spTgt spid="290"/>
                                        </p:tgtEl>
                                        <p:attrNameLst>
                                          <p:attrName>style.visibility</p:attrName>
                                        </p:attrNameLst>
                                      </p:cBhvr>
                                      <p:to>
                                        <p:strVal val="visible"/>
                                      </p:to>
                                    </p:set>
                                  </p:childTnLst>
                                </p:cTn>
                              </p:par>
                              <p:par>
                                <p:cTn id="573" presetID="1" presetClass="entr" presetSubtype="0" fill="hold" nodeType="withEffect">
                                  <p:stCondLst>
                                    <p:cond delay="0"/>
                                  </p:stCondLst>
                                  <p:childTnLst>
                                    <p:set>
                                      <p:cBhvr>
                                        <p:cTn id="574" dur="1" fill="hold">
                                          <p:stCondLst>
                                            <p:cond delay="0"/>
                                          </p:stCondLst>
                                        </p:cTn>
                                        <p:tgtEl>
                                          <p:spTgt spid="291"/>
                                        </p:tgtEl>
                                        <p:attrNameLst>
                                          <p:attrName>style.visibility</p:attrName>
                                        </p:attrNameLst>
                                      </p:cBhvr>
                                      <p:to>
                                        <p:strVal val="visible"/>
                                      </p:to>
                                    </p:set>
                                  </p:childTnLst>
                                </p:cTn>
                              </p:par>
                              <p:par>
                                <p:cTn id="575" presetID="1" presetClass="entr" presetSubtype="0" fill="hold" nodeType="withEffect">
                                  <p:stCondLst>
                                    <p:cond delay="0"/>
                                  </p:stCondLst>
                                  <p:childTnLst>
                                    <p:set>
                                      <p:cBhvr>
                                        <p:cTn id="576" dur="1" fill="hold">
                                          <p:stCondLst>
                                            <p:cond delay="0"/>
                                          </p:stCondLst>
                                        </p:cTn>
                                        <p:tgtEl>
                                          <p:spTgt spid="292"/>
                                        </p:tgtEl>
                                        <p:attrNameLst>
                                          <p:attrName>style.visibility</p:attrName>
                                        </p:attrNameLst>
                                      </p:cBhvr>
                                      <p:to>
                                        <p:strVal val="visible"/>
                                      </p:to>
                                    </p:set>
                                  </p:childTnLst>
                                </p:cTn>
                              </p:par>
                              <p:par>
                                <p:cTn id="577" presetID="1" presetClass="entr" presetSubtype="0" fill="hold" nodeType="withEffect">
                                  <p:stCondLst>
                                    <p:cond delay="0"/>
                                  </p:stCondLst>
                                  <p:childTnLst>
                                    <p:set>
                                      <p:cBhvr>
                                        <p:cTn id="578" dur="1" fill="hold">
                                          <p:stCondLst>
                                            <p:cond delay="0"/>
                                          </p:stCondLst>
                                        </p:cTn>
                                        <p:tgtEl>
                                          <p:spTgt spid="293"/>
                                        </p:tgtEl>
                                        <p:attrNameLst>
                                          <p:attrName>style.visibility</p:attrName>
                                        </p:attrNameLst>
                                      </p:cBhvr>
                                      <p:to>
                                        <p:strVal val="visible"/>
                                      </p:to>
                                    </p:set>
                                  </p:childTnLst>
                                </p:cTn>
                              </p:par>
                              <p:par>
                                <p:cTn id="579" presetID="1" presetClass="entr" presetSubtype="0" fill="hold" nodeType="withEffect">
                                  <p:stCondLst>
                                    <p:cond delay="0"/>
                                  </p:stCondLst>
                                  <p:childTnLst>
                                    <p:set>
                                      <p:cBhvr>
                                        <p:cTn id="580" dur="1" fill="hold">
                                          <p:stCondLst>
                                            <p:cond delay="0"/>
                                          </p:stCondLst>
                                        </p:cTn>
                                        <p:tgtEl>
                                          <p:spTgt spid="294"/>
                                        </p:tgtEl>
                                        <p:attrNameLst>
                                          <p:attrName>style.visibility</p:attrName>
                                        </p:attrNameLst>
                                      </p:cBhvr>
                                      <p:to>
                                        <p:strVal val="visible"/>
                                      </p:to>
                                    </p:set>
                                  </p:childTnLst>
                                </p:cTn>
                              </p:par>
                              <p:par>
                                <p:cTn id="581" presetID="1" presetClass="entr" presetSubtype="0" fill="hold" nodeType="withEffect">
                                  <p:stCondLst>
                                    <p:cond delay="0"/>
                                  </p:stCondLst>
                                  <p:childTnLst>
                                    <p:set>
                                      <p:cBhvr>
                                        <p:cTn id="582" dur="1" fill="hold">
                                          <p:stCondLst>
                                            <p:cond delay="0"/>
                                          </p:stCondLst>
                                        </p:cTn>
                                        <p:tgtEl>
                                          <p:spTgt spid="295"/>
                                        </p:tgtEl>
                                        <p:attrNameLst>
                                          <p:attrName>style.visibility</p:attrName>
                                        </p:attrNameLst>
                                      </p:cBhvr>
                                      <p:to>
                                        <p:strVal val="visible"/>
                                      </p:to>
                                    </p:set>
                                  </p:childTnLst>
                                </p:cTn>
                              </p:par>
                              <p:par>
                                <p:cTn id="583" presetID="1" presetClass="entr" presetSubtype="0" fill="hold" nodeType="withEffect">
                                  <p:stCondLst>
                                    <p:cond delay="0"/>
                                  </p:stCondLst>
                                  <p:childTnLst>
                                    <p:set>
                                      <p:cBhvr>
                                        <p:cTn id="584" dur="1" fill="hold">
                                          <p:stCondLst>
                                            <p:cond delay="0"/>
                                          </p:stCondLst>
                                        </p:cTn>
                                        <p:tgtEl>
                                          <p:spTgt spid="296"/>
                                        </p:tgtEl>
                                        <p:attrNameLst>
                                          <p:attrName>style.visibility</p:attrName>
                                        </p:attrNameLst>
                                      </p:cBhvr>
                                      <p:to>
                                        <p:strVal val="visible"/>
                                      </p:to>
                                    </p:set>
                                  </p:childTnLst>
                                </p:cTn>
                              </p:par>
                              <p:par>
                                <p:cTn id="585" presetID="1" presetClass="entr" presetSubtype="0" fill="hold" nodeType="withEffect">
                                  <p:stCondLst>
                                    <p:cond delay="0"/>
                                  </p:stCondLst>
                                  <p:childTnLst>
                                    <p:set>
                                      <p:cBhvr>
                                        <p:cTn id="586" dur="1" fill="hold">
                                          <p:stCondLst>
                                            <p:cond delay="0"/>
                                          </p:stCondLst>
                                        </p:cTn>
                                        <p:tgtEl>
                                          <p:spTgt spid="297"/>
                                        </p:tgtEl>
                                        <p:attrNameLst>
                                          <p:attrName>style.visibility</p:attrName>
                                        </p:attrNameLst>
                                      </p:cBhvr>
                                      <p:to>
                                        <p:strVal val="visible"/>
                                      </p:to>
                                    </p:set>
                                  </p:childTnLst>
                                </p:cTn>
                              </p:par>
                              <p:par>
                                <p:cTn id="587" presetID="1" presetClass="entr" presetSubtype="0" fill="hold" nodeType="withEffect">
                                  <p:stCondLst>
                                    <p:cond delay="0"/>
                                  </p:stCondLst>
                                  <p:childTnLst>
                                    <p:set>
                                      <p:cBhvr>
                                        <p:cTn id="588" dur="1" fill="hold">
                                          <p:stCondLst>
                                            <p:cond delay="0"/>
                                          </p:stCondLst>
                                        </p:cTn>
                                        <p:tgtEl>
                                          <p:spTgt spid="298"/>
                                        </p:tgtEl>
                                        <p:attrNameLst>
                                          <p:attrName>style.visibility</p:attrName>
                                        </p:attrNameLst>
                                      </p:cBhvr>
                                      <p:to>
                                        <p:strVal val="visible"/>
                                      </p:to>
                                    </p:set>
                                  </p:childTnLst>
                                </p:cTn>
                              </p:par>
                              <p:par>
                                <p:cTn id="589" presetID="1" presetClass="entr" presetSubtype="0" fill="hold" nodeType="withEffect">
                                  <p:stCondLst>
                                    <p:cond delay="0"/>
                                  </p:stCondLst>
                                  <p:childTnLst>
                                    <p:set>
                                      <p:cBhvr>
                                        <p:cTn id="590" dur="1" fill="hold">
                                          <p:stCondLst>
                                            <p:cond delay="0"/>
                                          </p:stCondLst>
                                        </p:cTn>
                                        <p:tgtEl>
                                          <p:spTgt spid="299"/>
                                        </p:tgtEl>
                                        <p:attrNameLst>
                                          <p:attrName>style.visibility</p:attrName>
                                        </p:attrNameLst>
                                      </p:cBhvr>
                                      <p:to>
                                        <p:strVal val="visible"/>
                                      </p:to>
                                    </p:set>
                                  </p:childTnLst>
                                </p:cTn>
                              </p:par>
                              <p:par>
                                <p:cTn id="591" presetID="1" presetClass="entr" presetSubtype="0" fill="hold" nodeType="withEffect">
                                  <p:stCondLst>
                                    <p:cond delay="0"/>
                                  </p:stCondLst>
                                  <p:childTnLst>
                                    <p:set>
                                      <p:cBhvr>
                                        <p:cTn id="592" dur="1" fill="hold">
                                          <p:stCondLst>
                                            <p:cond delay="0"/>
                                          </p:stCondLst>
                                        </p:cTn>
                                        <p:tgtEl>
                                          <p:spTgt spid="300"/>
                                        </p:tgtEl>
                                        <p:attrNameLst>
                                          <p:attrName>style.visibility</p:attrName>
                                        </p:attrNameLst>
                                      </p:cBhvr>
                                      <p:to>
                                        <p:strVal val="visible"/>
                                      </p:to>
                                    </p:set>
                                  </p:childTnLst>
                                </p:cTn>
                              </p:par>
                              <p:par>
                                <p:cTn id="593" presetID="1" presetClass="entr" presetSubtype="0" fill="hold" nodeType="withEffect">
                                  <p:stCondLst>
                                    <p:cond delay="0"/>
                                  </p:stCondLst>
                                  <p:childTnLst>
                                    <p:set>
                                      <p:cBhvr>
                                        <p:cTn id="594" dur="1" fill="hold">
                                          <p:stCondLst>
                                            <p:cond delay="0"/>
                                          </p:stCondLst>
                                        </p:cTn>
                                        <p:tgtEl>
                                          <p:spTgt spid="301"/>
                                        </p:tgtEl>
                                        <p:attrNameLst>
                                          <p:attrName>style.visibility</p:attrName>
                                        </p:attrNameLst>
                                      </p:cBhvr>
                                      <p:to>
                                        <p:strVal val="visible"/>
                                      </p:to>
                                    </p:set>
                                  </p:childTnLst>
                                </p:cTn>
                              </p:par>
                              <p:par>
                                <p:cTn id="595" presetID="1" presetClass="entr" presetSubtype="0" fill="hold" nodeType="withEffect">
                                  <p:stCondLst>
                                    <p:cond delay="0"/>
                                  </p:stCondLst>
                                  <p:childTnLst>
                                    <p:set>
                                      <p:cBhvr>
                                        <p:cTn id="596" dur="1" fill="hold">
                                          <p:stCondLst>
                                            <p:cond delay="0"/>
                                          </p:stCondLst>
                                        </p:cTn>
                                        <p:tgtEl>
                                          <p:spTgt spid="302"/>
                                        </p:tgtEl>
                                        <p:attrNameLst>
                                          <p:attrName>style.visibility</p:attrName>
                                        </p:attrNameLst>
                                      </p:cBhvr>
                                      <p:to>
                                        <p:strVal val="visible"/>
                                      </p:to>
                                    </p:set>
                                  </p:childTnLst>
                                </p:cTn>
                              </p:par>
                              <p:par>
                                <p:cTn id="597" presetID="1" presetClass="entr" presetSubtype="0" fill="hold" nodeType="withEffect">
                                  <p:stCondLst>
                                    <p:cond delay="0"/>
                                  </p:stCondLst>
                                  <p:childTnLst>
                                    <p:set>
                                      <p:cBhvr>
                                        <p:cTn id="598" dur="1" fill="hold">
                                          <p:stCondLst>
                                            <p:cond delay="0"/>
                                          </p:stCondLst>
                                        </p:cTn>
                                        <p:tgtEl>
                                          <p:spTgt spid="303"/>
                                        </p:tgtEl>
                                        <p:attrNameLst>
                                          <p:attrName>style.visibility</p:attrName>
                                        </p:attrNameLst>
                                      </p:cBhvr>
                                      <p:to>
                                        <p:strVal val="visible"/>
                                      </p:to>
                                    </p:set>
                                  </p:childTnLst>
                                </p:cTn>
                              </p:par>
                              <p:par>
                                <p:cTn id="599" presetID="1" presetClass="entr" presetSubtype="0" fill="hold" nodeType="withEffect">
                                  <p:stCondLst>
                                    <p:cond delay="0"/>
                                  </p:stCondLst>
                                  <p:childTnLst>
                                    <p:set>
                                      <p:cBhvr>
                                        <p:cTn id="600" dur="1" fill="hold">
                                          <p:stCondLst>
                                            <p:cond delay="0"/>
                                          </p:stCondLst>
                                        </p:cTn>
                                        <p:tgtEl>
                                          <p:spTgt spid="304"/>
                                        </p:tgtEl>
                                        <p:attrNameLst>
                                          <p:attrName>style.visibility</p:attrName>
                                        </p:attrNameLst>
                                      </p:cBhvr>
                                      <p:to>
                                        <p:strVal val="visible"/>
                                      </p:to>
                                    </p:set>
                                  </p:childTnLst>
                                </p:cTn>
                              </p:par>
                              <p:par>
                                <p:cTn id="601" presetID="1" presetClass="entr" presetSubtype="0" fill="hold" nodeType="withEffect">
                                  <p:stCondLst>
                                    <p:cond delay="0"/>
                                  </p:stCondLst>
                                  <p:childTnLst>
                                    <p:set>
                                      <p:cBhvr>
                                        <p:cTn id="602" dur="1" fill="hold">
                                          <p:stCondLst>
                                            <p:cond delay="0"/>
                                          </p:stCondLst>
                                        </p:cTn>
                                        <p:tgtEl>
                                          <p:spTgt spid="305"/>
                                        </p:tgtEl>
                                        <p:attrNameLst>
                                          <p:attrName>style.visibility</p:attrName>
                                        </p:attrNameLst>
                                      </p:cBhvr>
                                      <p:to>
                                        <p:strVal val="visible"/>
                                      </p:to>
                                    </p:set>
                                  </p:childTnLst>
                                </p:cTn>
                              </p:par>
                              <p:par>
                                <p:cTn id="603" presetID="1" presetClass="entr" presetSubtype="0" fill="hold" nodeType="withEffect">
                                  <p:stCondLst>
                                    <p:cond delay="0"/>
                                  </p:stCondLst>
                                  <p:childTnLst>
                                    <p:set>
                                      <p:cBhvr>
                                        <p:cTn id="604" dur="1" fill="hold">
                                          <p:stCondLst>
                                            <p:cond delay="0"/>
                                          </p:stCondLst>
                                        </p:cTn>
                                        <p:tgtEl>
                                          <p:spTgt spid="306"/>
                                        </p:tgtEl>
                                        <p:attrNameLst>
                                          <p:attrName>style.visibility</p:attrName>
                                        </p:attrNameLst>
                                      </p:cBhvr>
                                      <p:to>
                                        <p:strVal val="visible"/>
                                      </p:to>
                                    </p:set>
                                  </p:childTnLst>
                                </p:cTn>
                              </p:par>
                              <p:par>
                                <p:cTn id="605" presetID="1" presetClass="entr" presetSubtype="0" fill="hold" nodeType="withEffect">
                                  <p:stCondLst>
                                    <p:cond delay="0"/>
                                  </p:stCondLst>
                                  <p:childTnLst>
                                    <p:set>
                                      <p:cBhvr>
                                        <p:cTn id="606" dur="1" fill="hold">
                                          <p:stCondLst>
                                            <p:cond delay="0"/>
                                          </p:stCondLst>
                                        </p:cTn>
                                        <p:tgtEl>
                                          <p:spTgt spid="307"/>
                                        </p:tgtEl>
                                        <p:attrNameLst>
                                          <p:attrName>style.visibility</p:attrName>
                                        </p:attrNameLst>
                                      </p:cBhvr>
                                      <p:to>
                                        <p:strVal val="visible"/>
                                      </p:to>
                                    </p:set>
                                  </p:childTnLst>
                                </p:cTn>
                              </p:par>
                              <p:par>
                                <p:cTn id="607" presetID="1" presetClass="entr" presetSubtype="0" fill="hold" nodeType="withEffect">
                                  <p:stCondLst>
                                    <p:cond delay="0"/>
                                  </p:stCondLst>
                                  <p:childTnLst>
                                    <p:set>
                                      <p:cBhvr>
                                        <p:cTn id="608" dur="1" fill="hold">
                                          <p:stCondLst>
                                            <p:cond delay="0"/>
                                          </p:stCondLst>
                                        </p:cTn>
                                        <p:tgtEl>
                                          <p:spTgt spid="308"/>
                                        </p:tgtEl>
                                        <p:attrNameLst>
                                          <p:attrName>style.visibility</p:attrName>
                                        </p:attrNameLst>
                                      </p:cBhvr>
                                      <p:to>
                                        <p:strVal val="visible"/>
                                      </p:to>
                                    </p:set>
                                  </p:childTnLst>
                                </p:cTn>
                              </p:par>
                              <p:par>
                                <p:cTn id="609" presetID="1" presetClass="entr" presetSubtype="0" fill="hold" nodeType="withEffect">
                                  <p:stCondLst>
                                    <p:cond delay="0"/>
                                  </p:stCondLst>
                                  <p:childTnLst>
                                    <p:set>
                                      <p:cBhvr>
                                        <p:cTn id="610" dur="1" fill="hold">
                                          <p:stCondLst>
                                            <p:cond delay="0"/>
                                          </p:stCondLst>
                                        </p:cTn>
                                        <p:tgtEl>
                                          <p:spTgt spid="309"/>
                                        </p:tgtEl>
                                        <p:attrNameLst>
                                          <p:attrName>style.visibility</p:attrName>
                                        </p:attrNameLst>
                                      </p:cBhvr>
                                      <p:to>
                                        <p:strVal val="visible"/>
                                      </p:to>
                                    </p:set>
                                  </p:childTnLst>
                                </p:cTn>
                              </p:par>
                              <p:par>
                                <p:cTn id="611" presetID="1" presetClass="entr" presetSubtype="0" fill="hold" nodeType="withEffect">
                                  <p:stCondLst>
                                    <p:cond delay="0"/>
                                  </p:stCondLst>
                                  <p:childTnLst>
                                    <p:set>
                                      <p:cBhvr>
                                        <p:cTn id="612" dur="1" fill="hold">
                                          <p:stCondLst>
                                            <p:cond delay="0"/>
                                          </p:stCondLst>
                                        </p:cTn>
                                        <p:tgtEl>
                                          <p:spTgt spid="310"/>
                                        </p:tgtEl>
                                        <p:attrNameLst>
                                          <p:attrName>style.visibility</p:attrName>
                                        </p:attrNameLst>
                                      </p:cBhvr>
                                      <p:to>
                                        <p:strVal val="visible"/>
                                      </p:to>
                                    </p:set>
                                  </p:childTnLst>
                                </p:cTn>
                              </p:par>
                              <p:par>
                                <p:cTn id="613" presetID="1" presetClass="entr" presetSubtype="0" fill="hold" grpId="0" nodeType="withEffect">
                                  <p:stCondLst>
                                    <p:cond delay="0"/>
                                  </p:stCondLst>
                                  <p:childTnLst>
                                    <p:set>
                                      <p:cBhvr>
                                        <p:cTn id="614" dur="1" fill="hold">
                                          <p:stCondLst>
                                            <p:cond delay="0"/>
                                          </p:stCondLst>
                                        </p:cTn>
                                        <p:tgtEl>
                                          <p:spTgt spid="311"/>
                                        </p:tgtEl>
                                        <p:attrNameLst>
                                          <p:attrName>style.visibility</p:attrName>
                                        </p:attrNameLst>
                                      </p:cBhvr>
                                      <p:to>
                                        <p:strVal val="visible"/>
                                      </p:to>
                                    </p:set>
                                  </p:childTnLst>
                                </p:cTn>
                              </p:par>
                            </p:childTnLst>
                          </p:cTn>
                        </p:par>
                      </p:childTnLst>
                    </p:cTn>
                  </p:par>
                  <p:par>
                    <p:cTn id="615" fill="hold">
                      <p:stCondLst>
                        <p:cond delay="indefinite"/>
                      </p:stCondLst>
                      <p:childTnLst>
                        <p:par>
                          <p:cTn id="616" fill="hold">
                            <p:stCondLst>
                              <p:cond delay="0"/>
                            </p:stCondLst>
                            <p:childTnLst>
                              <p:par>
                                <p:cTn id="617" presetID="1" presetClass="entr" presetSubtype="0" fill="hold" grpId="0" nodeType="clickEffect">
                                  <p:stCondLst>
                                    <p:cond delay="0"/>
                                  </p:stCondLst>
                                  <p:childTnLst>
                                    <p:set>
                                      <p:cBhvr>
                                        <p:cTn id="618" dur="1" fill="hold">
                                          <p:stCondLst>
                                            <p:cond delay="0"/>
                                          </p:stCondLst>
                                        </p:cTn>
                                        <p:tgtEl>
                                          <p:spTgt spid="3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7" grpId="0"/>
      <p:bldP spid="209" grpId="0"/>
      <p:bldP spid="311" grpId="0"/>
      <p:bldP spid="312"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14" name="object-1">
            <a:extLst>
              <a:ext uri="{FF2B5EF4-FFF2-40B4-BE49-F238E27FC236}">
                <a16:creationId xmlns:a16="http://schemas.microsoft.com/office/drawing/2014/main" id="{A50663DA-DDD6-4827-BFB5-3C0630AC3DD5}"/>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093F6577-4EF5-4A39-832D-03C6ED967E08}"/>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7BF18F10-2590-4A6D-A48A-6864DFE25776}"/>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Order 1.6, 158/100, 162% from smallest to greatest.</a:t>
            </a:r>
          </a:p>
        </p:txBody>
      </p:sp>
      <p:sp>
        <p:nvSpPr>
          <p:cNvPr id="4" name="object-4">
            <a:extLst>
              <a:ext uri="{FF2B5EF4-FFF2-40B4-BE49-F238E27FC236}">
                <a16:creationId xmlns:a16="http://schemas.microsoft.com/office/drawing/2014/main" id="{FDCE6AE3-7E6E-48DB-AF6B-D402D1DC7C83}"/>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55005EF2-792E-4D9D-8243-FBBE591F005F}"/>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Compare fractions decimals and percentages</a:t>
            </a:r>
          </a:p>
        </p:txBody>
      </p:sp>
      <p:sp>
        <p:nvSpPr>
          <p:cNvPr id="6" name="object-6">
            <a:extLst>
              <a:ext uri="{FF2B5EF4-FFF2-40B4-BE49-F238E27FC236}">
                <a16:creationId xmlns:a16="http://schemas.microsoft.com/office/drawing/2014/main" id="{10E2A2A7-9833-4CB2-8B2B-228D7ECEDE7A}"/>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3</a:t>
            </a:r>
          </a:p>
        </p:txBody>
      </p:sp>
      <p:sp>
        <p:nvSpPr>
          <p:cNvPr id="7" name="object-7">
            <a:extLst>
              <a:ext uri="{FF2B5EF4-FFF2-40B4-BE49-F238E27FC236}">
                <a16:creationId xmlns:a16="http://schemas.microsoft.com/office/drawing/2014/main" id="{A6B3FD8C-0A2B-4715-A9A0-45E4AEE3E815}"/>
              </a:ext>
            </a:extLst>
          </p:cNvPr>
          <p:cNvSpPr>
            <a:spLocks noGrp="1"/>
          </p:cNvSpPr>
          <p:nvPr/>
        </p:nvSpPr>
        <p:spPr>
          <a:xfrm>
            <a:off x="833438" y="2857500"/>
            <a:ext cx="1905000" cy="714375"/>
          </a:xfrm>
          <a:prstGeom prst="rect">
            <a:avLst/>
          </a:prstGeom>
          <a:noFill/>
          <a:ln w="0">
            <a:noFill/>
          </a:ln>
        </p:spPr>
        <p:txBody>
          <a:bodyPr anchor="ctr">
            <a:noAutofit/>
          </a:bodyPr>
          <a:lstStyle/>
          <a:p>
            <a:pPr algn="l">
              <a:defRPr sz="3375" b="1">
                <a:solidFill>
                  <a:srgbClr val="1D4ED8"/>
                </a:solidFill>
                <a:latin typeface="Arial"/>
                <a:ea typeface="Arial"/>
                <a:cs typeface="Arial"/>
              </a:defRPr>
            </a:pPr>
            <a:r>
              <a:rPr sz="3375" b="1">
                <a:solidFill>
                  <a:srgbClr val="1D4ED8"/>
                </a:solidFill>
                <a:latin typeface="Arial"/>
                <a:ea typeface="Arial"/>
                <a:cs typeface="Arial"/>
              </a:rPr>
              <a:t>1.6</a:t>
            </a:r>
          </a:p>
        </p:txBody>
      </p:sp>
      <p:sp>
        <p:nvSpPr>
          <p:cNvPr id="8" name="object-8">
            <a:extLst>
              <a:ext uri="{FF2B5EF4-FFF2-40B4-BE49-F238E27FC236}">
                <a16:creationId xmlns:a16="http://schemas.microsoft.com/office/drawing/2014/main" id="{27067C5D-32BA-453B-887E-905B34D02CBC}"/>
              </a:ext>
            </a:extLst>
          </p:cNvPr>
          <p:cNvSpPr>
            <a:spLocks noGrp="1"/>
          </p:cNvSpPr>
          <p:nvPr/>
        </p:nvSpPr>
        <p:spPr>
          <a:xfrm>
            <a:off x="2976563" y="2857500"/>
            <a:ext cx="52388" cy="547688"/>
          </a:xfrm>
          <a:prstGeom prst="rect">
            <a:avLst/>
          </a:prstGeom>
          <a:solidFill>
            <a:srgbClr val="1D4ED8"/>
          </a:solidFill>
          <a:ln w="13097">
            <a:solidFill>
              <a:srgbClr val="172B4D"/>
            </a:solidFill>
          </a:ln>
        </p:spPr>
      </p:sp>
      <p:sp>
        <p:nvSpPr>
          <p:cNvPr id="9" name="object-9">
            <a:extLst>
              <a:ext uri="{FF2B5EF4-FFF2-40B4-BE49-F238E27FC236}">
                <a16:creationId xmlns:a16="http://schemas.microsoft.com/office/drawing/2014/main" id="{1A9BF5A0-12E5-4749-ABED-26D317528E04}"/>
              </a:ext>
            </a:extLst>
          </p:cNvPr>
          <p:cNvSpPr>
            <a:spLocks noGrp="1"/>
          </p:cNvSpPr>
          <p:nvPr/>
        </p:nvSpPr>
        <p:spPr>
          <a:xfrm>
            <a:off x="3028950" y="2857500"/>
            <a:ext cx="52388" cy="547688"/>
          </a:xfrm>
          <a:prstGeom prst="rect">
            <a:avLst/>
          </a:prstGeom>
          <a:solidFill>
            <a:srgbClr val="1D4ED8"/>
          </a:solidFill>
          <a:ln w="13097">
            <a:solidFill>
              <a:srgbClr val="172B4D"/>
            </a:solidFill>
          </a:ln>
        </p:spPr>
      </p:sp>
      <p:sp>
        <p:nvSpPr>
          <p:cNvPr id="10" name="object-10">
            <a:extLst>
              <a:ext uri="{FF2B5EF4-FFF2-40B4-BE49-F238E27FC236}">
                <a16:creationId xmlns:a16="http://schemas.microsoft.com/office/drawing/2014/main" id="{299959FB-D1F4-41EC-9CFB-FA042114A7A9}"/>
              </a:ext>
            </a:extLst>
          </p:cNvPr>
          <p:cNvSpPr>
            <a:spLocks noGrp="1"/>
          </p:cNvSpPr>
          <p:nvPr/>
        </p:nvSpPr>
        <p:spPr>
          <a:xfrm>
            <a:off x="3081338" y="2857500"/>
            <a:ext cx="52388" cy="547688"/>
          </a:xfrm>
          <a:prstGeom prst="rect">
            <a:avLst/>
          </a:prstGeom>
          <a:solidFill>
            <a:srgbClr val="1D4ED8"/>
          </a:solidFill>
          <a:ln w="13097">
            <a:solidFill>
              <a:srgbClr val="172B4D"/>
            </a:solidFill>
          </a:ln>
        </p:spPr>
      </p:sp>
      <p:sp>
        <p:nvSpPr>
          <p:cNvPr id="11" name="object-11">
            <a:extLst>
              <a:ext uri="{FF2B5EF4-FFF2-40B4-BE49-F238E27FC236}">
                <a16:creationId xmlns:a16="http://schemas.microsoft.com/office/drawing/2014/main" id="{7D8BB5B6-31B8-43C9-B341-C717474B1EDA}"/>
              </a:ext>
            </a:extLst>
          </p:cNvPr>
          <p:cNvSpPr>
            <a:spLocks noGrp="1"/>
          </p:cNvSpPr>
          <p:nvPr/>
        </p:nvSpPr>
        <p:spPr>
          <a:xfrm>
            <a:off x="3133725" y="2857500"/>
            <a:ext cx="52388" cy="547688"/>
          </a:xfrm>
          <a:prstGeom prst="rect">
            <a:avLst/>
          </a:prstGeom>
          <a:solidFill>
            <a:srgbClr val="1D4ED8"/>
          </a:solidFill>
          <a:ln w="13097">
            <a:solidFill>
              <a:srgbClr val="172B4D"/>
            </a:solidFill>
          </a:ln>
        </p:spPr>
      </p:sp>
      <p:sp>
        <p:nvSpPr>
          <p:cNvPr id="12" name="object-12">
            <a:extLst>
              <a:ext uri="{FF2B5EF4-FFF2-40B4-BE49-F238E27FC236}">
                <a16:creationId xmlns:a16="http://schemas.microsoft.com/office/drawing/2014/main" id="{5B0C4FD6-EDB9-431B-86E2-C1B68EC8FE63}"/>
              </a:ext>
            </a:extLst>
          </p:cNvPr>
          <p:cNvSpPr>
            <a:spLocks noGrp="1"/>
          </p:cNvSpPr>
          <p:nvPr/>
        </p:nvSpPr>
        <p:spPr>
          <a:xfrm>
            <a:off x="3186113" y="2857500"/>
            <a:ext cx="52388" cy="547688"/>
          </a:xfrm>
          <a:prstGeom prst="rect">
            <a:avLst/>
          </a:prstGeom>
          <a:solidFill>
            <a:srgbClr val="1D4ED8"/>
          </a:solidFill>
          <a:ln w="13097">
            <a:solidFill>
              <a:srgbClr val="172B4D"/>
            </a:solidFill>
          </a:ln>
        </p:spPr>
      </p:sp>
      <p:sp>
        <p:nvSpPr>
          <p:cNvPr id="13" name="object-13">
            <a:extLst>
              <a:ext uri="{FF2B5EF4-FFF2-40B4-BE49-F238E27FC236}">
                <a16:creationId xmlns:a16="http://schemas.microsoft.com/office/drawing/2014/main" id="{B27BDD22-CBA3-4CB0-B016-0A17562CCF6D}"/>
              </a:ext>
            </a:extLst>
          </p:cNvPr>
          <p:cNvSpPr>
            <a:spLocks noGrp="1"/>
          </p:cNvSpPr>
          <p:nvPr/>
        </p:nvSpPr>
        <p:spPr>
          <a:xfrm>
            <a:off x="3238500" y="2857500"/>
            <a:ext cx="52388" cy="547688"/>
          </a:xfrm>
          <a:prstGeom prst="rect">
            <a:avLst/>
          </a:prstGeom>
          <a:solidFill>
            <a:srgbClr val="1D4ED8"/>
          </a:solidFill>
          <a:ln w="13097">
            <a:solidFill>
              <a:srgbClr val="172B4D"/>
            </a:solidFill>
          </a:ln>
        </p:spPr>
      </p:sp>
      <p:sp>
        <p:nvSpPr>
          <p:cNvPr id="14" name="object-14">
            <a:extLst>
              <a:ext uri="{FF2B5EF4-FFF2-40B4-BE49-F238E27FC236}">
                <a16:creationId xmlns:a16="http://schemas.microsoft.com/office/drawing/2014/main" id="{2F95A164-3CF1-44E1-940A-F5D56FF0B09F}"/>
              </a:ext>
            </a:extLst>
          </p:cNvPr>
          <p:cNvSpPr>
            <a:spLocks noGrp="1"/>
          </p:cNvSpPr>
          <p:nvPr/>
        </p:nvSpPr>
        <p:spPr>
          <a:xfrm>
            <a:off x="3290888" y="2857500"/>
            <a:ext cx="52388" cy="547688"/>
          </a:xfrm>
          <a:prstGeom prst="rect">
            <a:avLst/>
          </a:prstGeom>
          <a:solidFill>
            <a:srgbClr val="1D4ED8"/>
          </a:solidFill>
          <a:ln w="13097">
            <a:solidFill>
              <a:srgbClr val="172B4D"/>
            </a:solidFill>
          </a:ln>
        </p:spPr>
      </p:sp>
      <p:sp>
        <p:nvSpPr>
          <p:cNvPr id="15" name="object-15">
            <a:extLst>
              <a:ext uri="{FF2B5EF4-FFF2-40B4-BE49-F238E27FC236}">
                <a16:creationId xmlns:a16="http://schemas.microsoft.com/office/drawing/2014/main" id="{198FBC11-BD94-4EF2-997C-EEBEC96A92FC}"/>
              </a:ext>
            </a:extLst>
          </p:cNvPr>
          <p:cNvSpPr>
            <a:spLocks noGrp="1"/>
          </p:cNvSpPr>
          <p:nvPr/>
        </p:nvSpPr>
        <p:spPr>
          <a:xfrm>
            <a:off x="3343275" y="2857500"/>
            <a:ext cx="52388" cy="547688"/>
          </a:xfrm>
          <a:prstGeom prst="rect">
            <a:avLst/>
          </a:prstGeom>
          <a:solidFill>
            <a:srgbClr val="1D4ED8"/>
          </a:solidFill>
          <a:ln w="13097">
            <a:solidFill>
              <a:srgbClr val="172B4D"/>
            </a:solidFill>
          </a:ln>
        </p:spPr>
      </p:sp>
      <p:sp>
        <p:nvSpPr>
          <p:cNvPr id="16" name="object-16">
            <a:extLst>
              <a:ext uri="{FF2B5EF4-FFF2-40B4-BE49-F238E27FC236}">
                <a16:creationId xmlns:a16="http://schemas.microsoft.com/office/drawing/2014/main" id="{54CED480-1B37-41F1-AA90-B54531BEE824}"/>
              </a:ext>
            </a:extLst>
          </p:cNvPr>
          <p:cNvSpPr>
            <a:spLocks noGrp="1"/>
          </p:cNvSpPr>
          <p:nvPr/>
        </p:nvSpPr>
        <p:spPr>
          <a:xfrm>
            <a:off x="3395663" y="2857500"/>
            <a:ext cx="52388" cy="547688"/>
          </a:xfrm>
          <a:prstGeom prst="rect">
            <a:avLst/>
          </a:prstGeom>
          <a:solidFill>
            <a:srgbClr val="1D4ED8"/>
          </a:solidFill>
          <a:ln w="13097">
            <a:solidFill>
              <a:srgbClr val="172B4D"/>
            </a:solidFill>
          </a:ln>
        </p:spPr>
      </p:sp>
      <p:sp>
        <p:nvSpPr>
          <p:cNvPr id="17" name="object-17">
            <a:extLst>
              <a:ext uri="{FF2B5EF4-FFF2-40B4-BE49-F238E27FC236}">
                <a16:creationId xmlns:a16="http://schemas.microsoft.com/office/drawing/2014/main" id="{7B9C4628-65E5-460C-BC63-92FE10D5F892}"/>
              </a:ext>
            </a:extLst>
          </p:cNvPr>
          <p:cNvSpPr>
            <a:spLocks noGrp="1"/>
          </p:cNvSpPr>
          <p:nvPr/>
        </p:nvSpPr>
        <p:spPr>
          <a:xfrm>
            <a:off x="3448050" y="2857500"/>
            <a:ext cx="52388" cy="547688"/>
          </a:xfrm>
          <a:prstGeom prst="rect">
            <a:avLst/>
          </a:prstGeom>
          <a:solidFill>
            <a:srgbClr val="1D4ED8"/>
          </a:solidFill>
          <a:ln w="13097">
            <a:solidFill>
              <a:srgbClr val="172B4D"/>
            </a:solidFill>
          </a:ln>
        </p:spPr>
      </p:sp>
      <p:sp>
        <p:nvSpPr>
          <p:cNvPr id="18" name="object-18">
            <a:extLst>
              <a:ext uri="{FF2B5EF4-FFF2-40B4-BE49-F238E27FC236}">
                <a16:creationId xmlns:a16="http://schemas.microsoft.com/office/drawing/2014/main" id="{04955C9A-0639-42A3-B274-010E6051E9FC}"/>
              </a:ext>
            </a:extLst>
          </p:cNvPr>
          <p:cNvSpPr>
            <a:spLocks noGrp="1"/>
          </p:cNvSpPr>
          <p:nvPr/>
        </p:nvSpPr>
        <p:spPr>
          <a:xfrm>
            <a:off x="3500438" y="2857500"/>
            <a:ext cx="52388" cy="547688"/>
          </a:xfrm>
          <a:prstGeom prst="rect">
            <a:avLst/>
          </a:prstGeom>
          <a:solidFill>
            <a:srgbClr val="1D4ED8"/>
          </a:solidFill>
          <a:ln w="13097">
            <a:solidFill>
              <a:srgbClr val="172B4D"/>
            </a:solidFill>
          </a:ln>
        </p:spPr>
      </p:sp>
      <p:sp>
        <p:nvSpPr>
          <p:cNvPr id="19" name="object-19">
            <a:extLst>
              <a:ext uri="{FF2B5EF4-FFF2-40B4-BE49-F238E27FC236}">
                <a16:creationId xmlns:a16="http://schemas.microsoft.com/office/drawing/2014/main" id="{80E7972D-D5FB-472C-9606-4ACA9993554D}"/>
              </a:ext>
            </a:extLst>
          </p:cNvPr>
          <p:cNvSpPr>
            <a:spLocks noGrp="1"/>
          </p:cNvSpPr>
          <p:nvPr/>
        </p:nvSpPr>
        <p:spPr>
          <a:xfrm>
            <a:off x="3552825" y="2857500"/>
            <a:ext cx="52388" cy="547688"/>
          </a:xfrm>
          <a:prstGeom prst="rect">
            <a:avLst/>
          </a:prstGeom>
          <a:solidFill>
            <a:srgbClr val="1D4ED8"/>
          </a:solidFill>
          <a:ln w="13097">
            <a:solidFill>
              <a:srgbClr val="172B4D"/>
            </a:solidFill>
          </a:ln>
        </p:spPr>
      </p:sp>
      <p:sp>
        <p:nvSpPr>
          <p:cNvPr id="20" name="object-20">
            <a:extLst>
              <a:ext uri="{FF2B5EF4-FFF2-40B4-BE49-F238E27FC236}">
                <a16:creationId xmlns:a16="http://schemas.microsoft.com/office/drawing/2014/main" id="{69FE1901-53AE-4359-82E8-608F75ED504E}"/>
              </a:ext>
            </a:extLst>
          </p:cNvPr>
          <p:cNvSpPr>
            <a:spLocks noGrp="1"/>
          </p:cNvSpPr>
          <p:nvPr/>
        </p:nvSpPr>
        <p:spPr>
          <a:xfrm>
            <a:off x="3605213" y="2857500"/>
            <a:ext cx="52388" cy="547688"/>
          </a:xfrm>
          <a:prstGeom prst="rect">
            <a:avLst/>
          </a:prstGeom>
          <a:solidFill>
            <a:srgbClr val="1D4ED8"/>
          </a:solidFill>
          <a:ln w="13097">
            <a:solidFill>
              <a:srgbClr val="172B4D"/>
            </a:solidFill>
          </a:ln>
        </p:spPr>
      </p:sp>
      <p:sp>
        <p:nvSpPr>
          <p:cNvPr id="21" name="object-21">
            <a:extLst>
              <a:ext uri="{FF2B5EF4-FFF2-40B4-BE49-F238E27FC236}">
                <a16:creationId xmlns:a16="http://schemas.microsoft.com/office/drawing/2014/main" id="{D7BDB8D1-3FB2-4CBB-BDF3-9AB413D3AAE1}"/>
              </a:ext>
            </a:extLst>
          </p:cNvPr>
          <p:cNvSpPr>
            <a:spLocks noGrp="1"/>
          </p:cNvSpPr>
          <p:nvPr/>
        </p:nvSpPr>
        <p:spPr>
          <a:xfrm>
            <a:off x="3657600" y="2857500"/>
            <a:ext cx="52388" cy="547688"/>
          </a:xfrm>
          <a:prstGeom prst="rect">
            <a:avLst/>
          </a:prstGeom>
          <a:solidFill>
            <a:srgbClr val="1D4ED8"/>
          </a:solidFill>
          <a:ln w="13097">
            <a:solidFill>
              <a:srgbClr val="172B4D"/>
            </a:solidFill>
          </a:ln>
        </p:spPr>
      </p:sp>
      <p:sp>
        <p:nvSpPr>
          <p:cNvPr id="22" name="object-22">
            <a:extLst>
              <a:ext uri="{FF2B5EF4-FFF2-40B4-BE49-F238E27FC236}">
                <a16:creationId xmlns:a16="http://schemas.microsoft.com/office/drawing/2014/main" id="{E4FABF1D-A988-4C81-BC1B-B9AE42DAF113}"/>
              </a:ext>
            </a:extLst>
          </p:cNvPr>
          <p:cNvSpPr>
            <a:spLocks noGrp="1"/>
          </p:cNvSpPr>
          <p:nvPr/>
        </p:nvSpPr>
        <p:spPr>
          <a:xfrm>
            <a:off x="3709988" y="2857500"/>
            <a:ext cx="52388" cy="547688"/>
          </a:xfrm>
          <a:prstGeom prst="rect">
            <a:avLst/>
          </a:prstGeom>
          <a:solidFill>
            <a:srgbClr val="1D4ED8"/>
          </a:solidFill>
          <a:ln w="13097">
            <a:solidFill>
              <a:srgbClr val="172B4D"/>
            </a:solidFill>
          </a:ln>
        </p:spPr>
      </p:sp>
      <p:sp>
        <p:nvSpPr>
          <p:cNvPr id="23" name="object-23">
            <a:extLst>
              <a:ext uri="{FF2B5EF4-FFF2-40B4-BE49-F238E27FC236}">
                <a16:creationId xmlns:a16="http://schemas.microsoft.com/office/drawing/2014/main" id="{AF18BA31-5F03-4D0E-9EB4-5CCA85DC3431}"/>
              </a:ext>
            </a:extLst>
          </p:cNvPr>
          <p:cNvSpPr>
            <a:spLocks noGrp="1"/>
          </p:cNvSpPr>
          <p:nvPr/>
        </p:nvSpPr>
        <p:spPr>
          <a:xfrm>
            <a:off x="3762375" y="2857500"/>
            <a:ext cx="52388" cy="547688"/>
          </a:xfrm>
          <a:prstGeom prst="rect">
            <a:avLst/>
          </a:prstGeom>
          <a:solidFill>
            <a:srgbClr val="1D4ED8"/>
          </a:solidFill>
          <a:ln w="13097">
            <a:solidFill>
              <a:srgbClr val="172B4D"/>
            </a:solidFill>
          </a:ln>
        </p:spPr>
      </p:sp>
      <p:sp>
        <p:nvSpPr>
          <p:cNvPr id="24" name="object-24">
            <a:extLst>
              <a:ext uri="{FF2B5EF4-FFF2-40B4-BE49-F238E27FC236}">
                <a16:creationId xmlns:a16="http://schemas.microsoft.com/office/drawing/2014/main" id="{F071C240-6803-4196-AD94-50A95DCA3AAB}"/>
              </a:ext>
            </a:extLst>
          </p:cNvPr>
          <p:cNvSpPr>
            <a:spLocks noGrp="1"/>
          </p:cNvSpPr>
          <p:nvPr/>
        </p:nvSpPr>
        <p:spPr>
          <a:xfrm>
            <a:off x="3814763" y="2857500"/>
            <a:ext cx="52388" cy="547688"/>
          </a:xfrm>
          <a:prstGeom prst="rect">
            <a:avLst/>
          </a:prstGeom>
          <a:solidFill>
            <a:srgbClr val="1D4ED8"/>
          </a:solidFill>
          <a:ln w="13097">
            <a:solidFill>
              <a:srgbClr val="172B4D"/>
            </a:solidFill>
          </a:ln>
        </p:spPr>
      </p:sp>
      <p:sp>
        <p:nvSpPr>
          <p:cNvPr id="25" name="object-25">
            <a:extLst>
              <a:ext uri="{FF2B5EF4-FFF2-40B4-BE49-F238E27FC236}">
                <a16:creationId xmlns:a16="http://schemas.microsoft.com/office/drawing/2014/main" id="{6C1C4052-1A99-48EA-8685-F98D05EE827E}"/>
              </a:ext>
            </a:extLst>
          </p:cNvPr>
          <p:cNvSpPr>
            <a:spLocks noGrp="1"/>
          </p:cNvSpPr>
          <p:nvPr/>
        </p:nvSpPr>
        <p:spPr>
          <a:xfrm>
            <a:off x="3867150" y="2857500"/>
            <a:ext cx="52388" cy="547688"/>
          </a:xfrm>
          <a:prstGeom prst="rect">
            <a:avLst/>
          </a:prstGeom>
          <a:solidFill>
            <a:srgbClr val="1D4ED8"/>
          </a:solidFill>
          <a:ln w="13097">
            <a:solidFill>
              <a:srgbClr val="172B4D"/>
            </a:solidFill>
          </a:ln>
        </p:spPr>
      </p:sp>
      <p:sp>
        <p:nvSpPr>
          <p:cNvPr id="26" name="object-26">
            <a:extLst>
              <a:ext uri="{FF2B5EF4-FFF2-40B4-BE49-F238E27FC236}">
                <a16:creationId xmlns:a16="http://schemas.microsoft.com/office/drawing/2014/main" id="{D5565633-243E-4CBC-92FE-3990FF230879}"/>
              </a:ext>
            </a:extLst>
          </p:cNvPr>
          <p:cNvSpPr>
            <a:spLocks noGrp="1"/>
          </p:cNvSpPr>
          <p:nvPr/>
        </p:nvSpPr>
        <p:spPr>
          <a:xfrm>
            <a:off x="3919538" y="2857500"/>
            <a:ext cx="52388" cy="547688"/>
          </a:xfrm>
          <a:prstGeom prst="rect">
            <a:avLst/>
          </a:prstGeom>
          <a:solidFill>
            <a:srgbClr val="1D4ED8"/>
          </a:solidFill>
          <a:ln w="13097">
            <a:solidFill>
              <a:srgbClr val="172B4D"/>
            </a:solidFill>
          </a:ln>
        </p:spPr>
      </p:sp>
      <p:sp>
        <p:nvSpPr>
          <p:cNvPr id="27" name="object-27">
            <a:extLst>
              <a:ext uri="{FF2B5EF4-FFF2-40B4-BE49-F238E27FC236}">
                <a16:creationId xmlns:a16="http://schemas.microsoft.com/office/drawing/2014/main" id="{533DB0D2-D726-4DD6-A6CD-9868849A8D33}"/>
              </a:ext>
            </a:extLst>
          </p:cNvPr>
          <p:cNvSpPr>
            <a:spLocks noGrp="1"/>
          </p:cNvSpPr>
          <p:nvPr/>
        </p:nvSpPr>
        <p:spPr>
          <a:xfrm>
            <a:off x="3971925" y="2857500"/>
            <a:ext cx="52388" cy="547688"/>
          </a:xfrm>
          <a:prstGeom prst="rect">
            <a:avLst/>
          </a:prstGeom>
          <a:solidFill>
            <a:srgbClr val="1D4ED8"/>
          </a:solidFill>
          <a:ln w="13097">
            <a:solidFill>
              <a:srgbClr val="172B4D"/>
            </a:solidFill>
          </a:ln>
        </p:spPr>
      </p:sp>
      <p:sp>
        <p:nvSpPr>
          <p:cNvPr id="28" name="object-28">
            <a:extLst>
              <a:ext uri="{FF2B5EF4-FFF2-40B4-BE49-F238E27FC236}">
                <a16:creationId xmlns:a16="http://schemas.microsoft.com/office/drawing/2014/main" id="{4BBAFFCA-12FD-43A5-AC47-07E21D555666}"/>
              </a:ext>
            </a:extLst>
          </p:cNvPr>
          <p:cNvSpPr>
            <a:spLocks noGrp="1"/>
          </p:cNvSpPr>
          <p:nvPr/>
        </p:nvSpPr>
        <p:spPr>
          <a:xfrm>
            <a:off x="4024313" y="2857500"/>
            <a:ext cx="52388" cy="547688"/>
          </a:xfrm>
          <a:prstGeom prst="rect">
            <a:avLst/>
          </a:prstGeom>
          <a:solidFill>
            <a:srgbClr val="1D4ED8"/>
          </a:solidFill>
          <a:ln w="13097">
            <a:solidFill>
              <a:srgbClr val="172B4D"/>
            </a:solidFill>
          </a:ln>
        </p:spPr>
      </p:sp>
      <p:sp>
        <p:nvSpPr>
          <p:cNvPr id="29" name="object-29">
            <a:extLst>
              <a:ext uri="{FF2B5EF4-FFF2-40B4-BE49-F238E27FC236}">
                <a16:creationId xmlns:a16="http://schemas.microsoft.com/office/drawing/2014/main" id="{8FE0C311-4800-4C7F-B7B0-B8A06F73F3D5}"/>
              </a:ext>
            </a:extLst>
          </p:cNvPr>
          <p:cNvSpPr>
            <a:spLocks noGrp="1"/>
          </p:cNvSpPr>
          <p:nvPr/>
        </p:nvSpPr>
        <p:spPr>
          <a:xfrm>
            <a:off x="4076700" y="2857500"/>
            <a:ext cx="52388" cy="547688"/>
          </a:xfrm>
          <a:prstGeom prst="rect">
            <a:avLst/>
          </a:prstGeom>
          <a:solidFill>
            <a:srgbClr val="1D4ED8"/>
          </a:solidFill>
          <a:ln w="13097">
            <a:solidFill>
              <a:srgbClr val="172B4D"/>
            </a:solidFill>
          </a:ln>
        </p:spPr>
      </p:sp>
      <p:sp>
        <p:nvSpPr>
          <p:cNvPr id="30" name="object-30">
            <a:extLst>
              <a:ext uri="{FF2B5EF4-FFF2-40B4-BE49-F238E27FC236}">
                <a16:creationId xmlns:a16="http://schemas.microsoft.com/office/drawing/2014/main" id="{CE01811E-5B0B-40CF-AE65-1DB7D835E8C9}"/>
              </a:ext>
            </a:extLst>
          </p:cNvPr>
          <p:cNvSpPr>
            <a:spLocks noGrp="1"/>
          </p:cNvSpPr>
          <p:nvPr/>
        </p:nvSpPr>
        <p:spPr>
          <a:xfrm>
            <a:off x="4129088" y="2857500"/>
            <a:ext cx="52388" cy="547688"/>
          </a:xfrm>
          <a:prstGeom prst="rect">
            <a:avLst/>
          </a:prstGeom>
          <a:solidFill>
            <a:srgbClr val="1D4ED8"/>
          </a:solidFill>
          <a:ln w="13097">
            <a:solidFill>
              <a:srgbClr val="172B4D"/>
            </a:solidFill>
          </a:ln>
        </p:spPr>
      </p:sp>
      <p:sp>
        <p:nvSpPr>
          <p:cNvPr id="31" name="object-31">
            <a:extLst>
              <a:ext uri="{FF2B5EF4-FFF2-40B4-BE49-F238E27FC236}">
                <a16:creationId xmlns:a16="http://schemas.microsoft.com/office/drawing/2014/main" id="{1101E842-0F51-493A-A1D0-7E2ADE293D19}"/>
              </a:ext>
            </a:extLst>
          </p:cNvPr>
          <p:cNvSpPr>
            <a:spLocks noGrp="1"/>
          </p:cNvSpPr>
          <p:nvPr/>
        </p:nvSpPr>
        <p:spPr>
          <a:xfrm>
            <a:off x="4181475" y="2857500"/>
            <a:ext cx="52388" cy="547688"/>
          </a:xfrm>
          <a:prstGeom prst="rect">
            <a:avLst/>
          </a:prstGeom>
          <a:solidFill>
            <a:srgbClr val="1D4ED8"/>
          </a:solidFill>
          <a:ln w="13097">
            <a:solidFill>
              <a:srgbClr val="172B4D"/>
            </a:solidFill>
          </a:ln>
        </p:spPr>
      </p:sp>
      <p:sp>
        <p:nvSpPr>
          <p:cNvPr id="32" name="object-32">
            <a:extLst>
              <a:ext uri="{FF2B5EF4-FFF2-40B4-BE49-F238E27FC236}">
                <a16:creationId xmlns:a16="http://schemas.microsoft.com/office/drawing/2014/main" id="{BF329EB8-CA0A-4484-8D02-7E242748D458}"/>
              </a:ext>
            </a:extLst>
          </p:cNvPr>
          <p:cNvSpPr>
            <a:spLocks noGrp="1"/>
          </p:cNvSpPr>
          <p:nvPr/>
        </p:nvSpPr>
        <p:spPr>
          <a:xfrm>
            <a:off x="4233863" y="2857500"/>
            <a:ext cx="52388" cy="547688"/>
          </a:xfrm>
          <a:prstGeom prst="rect">
            <a:avLst/>
          </a:prstGeom>
          <a:solidFill>
            <a:srgbClr val="1D4ED8"/>
          </a:solidFill>
          <a:ln w="13097">
            <a:solidFill>
              <a:srgbClr val="172B4D"/>
            </a:solidFill>
          </a:ln>
        </p:spPr>
      </p:sp>
      <p:sp>
        <p:nvSpPr>
          <p:cNvPr id="33" name="object-33">
            <a:extLst>
              <a:ext uri="{FF2B5EF4-FFF2-40B4-BE49-F238E27FC236}">
                <a16:creationId xmlns:a16="http://schemas.microsoft.com/office/drawing/2014/main" id="{5DF0B7B4-1CEC-42A6-8D1C-47C9E542C780}"/>
              </a:ext>
            </a:extLst>
          </p:cNvPr>
          <p:cNvSpPr>
            <a:spLocks noGrp="1"/>
          </p:cNvSpPr>
          <p:nvPr/>
        </p:nvSpPr>
        <p:spPr>
          <a:xfrm>
            <a:off x="4286250" y="2857500"/>
            <a:ext cx="52388" cy="547688"/>
          </a:xfrm>
          <a:prstGeom prst="rect">
            <a:avLst/>
          </a:prstGeom>
          <a:solidFill>
            <a:srgbClr val="1D4ED8"/>
          </a:solidFill>
          <a:ln w="13097">
            <a:solidFill>
              <a:srgbClr val="172B4D"/>
            </a:solidFill>
          </a:ln>
        </p:spPr>
      </p:sp>
      <p:sp>
        <p:nvSpPr>
          <p:cNvPr id="34" name="object-34">
            <a:extLst>
              <a:ext uri="{FF2B5EF4-FFF2-40B4-BE49-F238E27FC236}">
                <a16:creationId xmlns:a16="http://schemas.microsoft.com/office/drawing/2014/main" id="{C073AFED-1C38-4487-9D88-F1CF154E4E28}"/>
              </a:ext>
            </a:extLst>
          </p:cNvPr>
          <p:cNvSpPr>
            <a:spLocks noGrp="1"/>
          </p:cNvSpPr>
          <p:nvPr/>
        </p:nvSpPr>
        <p:spPr>
          <a:xfrm>
            <a:off x="4338638" y="2857500"/>
            <a:ext cx="52388" cy="547688"/>
          </a:xfrm>
          <a:prstGeom prst="rect">
            <a:avLst/>
          </a:prstGeom>
          <a:solidFill>
            <a:srgbClr val="1D4ED8"/>
          </a:solidFill>
          <a:ln w="13097">
            <a:solidFill>
              <a:srgbClr val="172B4D"/>
            </a:solidFill>
          </a:ln>
        </p:spPr>
      </p:sp>
      <p:sp>
        <p:nvSpPr>
          <p:cNvPr id="35" name="object-35">
            <a:extLst>
              <a:ext uri="{FF2B5EF4-FFF2-40B4-BE49-F238E27FC236}">
                <a16:creationId xmlns:a16="http://schemas.microsoft.com/office/drawing/2014/main" id="{2DD64904-789E-4293-8BA6-4964E199914F}"/>
              </a:ext>
            </a:extLst>
          </p:cNvPr>
          <p:cNvSpPr>
            <a:spLocks noGrp="1"/>
          </p:cNvSpPr>
          <p:nvPr/>
        </p:nvSpPr>
        <p:spPr>
          <a:xfrm>
            <a:off x="4391025" y="2857500"/>
            <a:ext cx="52388" cy="547688"/>
          </a:xfrm>
          <a:prstGeom prst="rect">
            <a:avLst/>
          </a:prstGeom>
          <a:solidFill>
            <a:srgbClr val="1D4ED8"/>
          </a:solidFill>
          <a:ln w="13097">
            <a:solidFill>
              <a:srgbClr val="172B4D"/>
            </a:solidFill>
          </a:ln>
        </p:spPr>
      </p:sp>
      <p:sp>
        <p:nvSpPr>
          <p:cNvPr id="36" name="object-36">
            <a:extLst>
              <a:ext uri="{FF2B5EF4-FFF2-40B4-BE49-F238E27FC236}">
                <a16:creationId xmlns:a16="http://schemas.microsoft.com/office/drawing/2014/main" id="{BD47EEF2-8F0C-48FD-8FBF-4DD5E9EF7467}"/>
              </a:ext>
            </a:extLst>
          </p:cNvPr>
          <p:cNvSpPr>
            <a:spLocks noGrp="1"/>
          </p:cNvSpPr>
          <p:nvPr/>
        </p:nvSpPr>
        <p:spPr>
          <a:xfrm>
            <a:off x="4443413" y="2857500"/>
            <a:ext cx="52388" cy="547688"/>
          </a:xfrm>
          <a:prstGeom prst="rect">
            <a:avLst/>
          </a:prstGeom>
          <a:solidFill>
            <a:srgbClr val="1D4ED8"/>
          </a:solidFill>
          <a:ln w="13097">
            <a:solidFill>
              <a:srgbClr val="172B4D"/>
            </a:solidFill>
          </a:ln>
        </p:spPr>
      </p:sp>
      <p:sp>
        <p:nvSpPr>
          <p:cNvPr id="37" name="object-37">
            <a:extLst>
              <a:ext uri="{FF2B5EF4-FFF2-40B4-BE49-F238E27FC236}">
                <a16:creationId xmlns:a16="http://schemas.microsoft.com/office/drawing/2014/main" id="{0C14E92B-FEE4-4AEE-9E73-A4A3386A1772}"/>
              </a:ext>
            </a:extLst>
          </p:cNvPr>
          <p:cNvSpPr>
            <a:spLocks noGrp="1"/>
          </p:cNvSpPr>
          <p:nvPr/>
        </p:nvSpPr>
        <p:spPr>
          <a:xfrm>
            <a:off x="4495800" y="2857500"/>
            <a:ext cx="52388" cy="547688"/>
          </a:xfrm>
          <a:prstGeom prst="rect">
            <a:avLst/>
          </a:prstGeom>
          <a:solidFill>
            <a:srgbClr val="1D4ED8"/>
          </a:solidFill>
          <a:ln w="13097">
            <a:solidFill>
              <a:srgbClr val="172B4D"/>
            </a:solidFill>
          </a:ln>
        </p:spPr>
      </p:sp>
      <p:sp>
        <p:nvSpPr>
          <p:cNvPr id="38" name="object-38">
            <a:extLst>
              <a:ext uri="{FF2B5EF4-FFF2-40B4-BE49-F238E27FC236}">
                <a16:creationId xmlns:a16="http://schemas.microsoft.com/office/drawing/2014/main" id="{B687D15C-DAD4-41A0-9B89-05C3B69ED1C8}"/>
              </a:ext>
            </a:extLst>
          </p:cNvPr>
          <p:cNvSpPr>
            <a:spLocks noGrp="1"/>
          </p:cNvSpPr>
          <p:nvPr/>
        </p:nvSpPr>
        <p:spPr>
          <a:xfrm>
            <a:off x="4548188" y="2857500"/>
            <a:ext cx="52388" cy="547688"/>
          </a:xfrm>
          <a:prstGeom prst="rect">
            <a:avLst/>
          </a:prstGeom>
          <a:solidFill>
            <a:srgbClr val="1D4ED8"/>
          </a:solidFill>
          <a:ln w="13097">
            <a:solidFill>
              <a:srgbClr val="172B4D"/>
            </a:solidFill>
          </a:ln>
        </p:spPr>
      </p:sp>
      <p:sp>
        <p:nvSpPr>
          <p:cNvPr id="39" name="object-39">
            <a:extLst>
              <a:ext uri="{FF2B5EF4-FFF2-40B4-BE49-F238E27FC236}">
                <a16:creationId xmlns:a16="http://schemas.microsoft.com/office/drawing/2014/main" id="{6A0130D3-912E-4243-A3FD-7C9EB4CE1684}"/>
              </a:ext>
            </a:extLst>
          </p:cNvPr>
          <p:cNvSpPr>
            <a:spLocks noGrp="1"/>
          </p:cNvSpPr>
          <p:nvPr/>
        </p:nvSpPr>
        <p:spPr>
          <a:xfrm>
            <a:off x="4600575" y="2857500"/>
            <a:ext cx="52388" cy="547688"/>
          </a:xfrm>
          <a:prstGeom prst="rect">
            <a:avLst/>
          </a:prstGeom>
          <a:solidFill>
            <a:srgbClr val="1D4ED8"/>
          </a:solidFill>
          <a:ln w="13097">
            <a:solidFill>
              <a:srgbClr val="172B4D"/>
            </a:solidFill>
          </a:ln>
        </p:spPr>
      </p:sp>
      <p:sp>
        <p:nvSpPr>
          <p:cNvPr id="40" name="object-40">
            <a:extLst>
              <a:ext uri="{FF2B5EF4-FFF2-40B4-BE49-F238E27FC236}">
                <a16:creationId xmlns:a16="http://schemas.microsoft.com/office/drawing/2014/main" id="{6340BD7D-292F-43DA-88BF-B13A55C15DB2}"/>
              </a:ext>
            </a:extLst>
          </p:cNvPr>
          <p:cNvSpPr>
            <a:spLocks noGrp="1"/>
          </p:cNvSpPr>
          <p:nvPr/>
        </p:nvSpPr>
        <p:spPr>
          <a:xfrm>
            <a:off x="4652963" y="2857500"/>
            <a:ext cx="52388" cy="547688"/>
          </a:xfrm>
          <a:prstGeom prst="rect">
            <a:avLst/>
          </a:prstGeom>
          <a:solidFill>
            <a:srgbClr val="1D4ED8"/>
          </a:solidFill>
          <a:ln w="13097">
            <a:solidFill>
              <a:srgbClr val="172B4D"/>
            </a:solidFill>
          </a:ln>
        </p:spPr>
      </p:sp>
      <p:sp>
        <p:nvSpPr>
          <p:cNvPr id="41" name="object-41">
            <a:extLst>
              <a:ext uri="{FF2B5EF4-FFF2-40B4-BE49-F238E27FC236}">
                <a16:creationId xmlns:a16="http://schemas.microsoft.com/office/drawing/2014/main" id="{46AE3C9C-D774-4347-847C-185EF2950EDB}"/>
              </a:ext>
            </a:extLst>
          </p:cNvPr>
          <p:cNvSpPr>
            <a:spLocks noGrp="1"/>
          </p:cNvSpPr>
          <p:nvPr/>
        </p:nvSpPr>
        <p:spPr>
          <a:xfrm>
            <a:off x="4705350" y="2857500"/>
            <a:ext cx="52388" cy="547688"/>
          </a:xfrm>
          <a:prstGeom prst="rect">
            <a:avLst/>
          </a:prstGeom>
          <a:solidFill>
            <a:srgbClr val="1D4ED8"/>
          </a:solidFill>
          <a:ln w="13097">
            <a:solidFill>
              <a:srgbClr val="172B4D"/>
            </a:solidFill>
          </a:ln>
        </p:spPr>
      </p:sp>
      <p:sp>
        <p:nvSpPr>
          <p:cNvPr id="42" name="object-42">
            <a:extLst>
              <a:ext uri="{FF2B5EF4-FFF2-40B4-BE49-F238E27FC236}">
                <a16:creationId xmlns:a16="http://schemas.microsoft.com/office/drawing/2014/main" id="{F7F65B49-FAB5-4180-92AE-A2A201D51A7D}"/>
              </a:ext>
            </a:extLst>
          </p:cNvPr>
          <p:cNvSpPr>
            <a:spLocks noGrp="1"/>
          </p:cNvSpPr>
          <p:nvPr/>
        </p:nvSpPr>
        <p:spPr>
          <a:xfrm>
            <a:off x="4757738" y="2857500"/>
            <a:ext cx="52388" cy="547688"/>
          </a:xfrm>
          <a:prstGeom prst="rect">
            <a:avLst/>
          </a:prstGeom>
          <a:solidFill>
            <a:srgbClr val="1D4ED8"/>
          </a:solidFill>
          <a:ln w="13097">
            <a:solidFill>
              <a:srgbClr val="172B4D"/>
            </a:solidFill>
          </a:ln>
        </p:spPr>
      </p:sp>
      <p:sp>
        <p:nvSpPr>
          <p:cNvPr id="43" name="object-43">
            <a:extLst>
              <a:ext uri="{FF2B5EF4-FFF2-40B4-BE49-F238E27FC236}">
                <a16:creationId xmlns:a16="http://schemas.microsoft.com/office/drawing/2014/main" id="{9438B362-5F54-44A8-BDE5-B2E2F5F85B17}"/>
              </a:ext>
            </a:extLst>
          </p:cNvPr>
          <p:cNvSpPr>
            <a:spLocks noGrp="1"/>
          </p:cNvSpPr>
          <p:nvPr/>
        </p:nvSpPr>
        <p:spPr>
          <a:xfrm>
            <a:off x="4810125" y="2857500"/>
            <a:ext cx="52388" cy="547688"/>
          </a:xfrm>
          <a:prstGeom prst="rect">
            <a:avLst/>
          </a:prstGeom>
          <a:solidFill>
            <a:srgbClr val="1D4ED8"/>
          </a:solidFill>
          <a:ln w="13097">
            <a:solidFill>
              <a:srgbClr val="172B4D"/>
            </a:solidFill>
          </a:ln>
        </p:spPr>
      </p:sp>
      <p:sp>
        <p:nvSpPr>
          <p:cNvPr id="44" name="object-44">
            <a:extLst>
              <a:ext uri="{FF2B5EF4-FFF2-40B4-BE49-F238E27FC236}">
                <a16:creationId xmlns:a16="http://schemas.microsoft.com/office/drawing/2014/main" id="{C5DF87C4-6800-47C5-B3B8-67ACC181F275}"/>
              </a:ext>
            </a:extLst>
          </p:cNvPr>
          <p:cNvSpPr>
            <a:spLocks noGrp="1"/>
          </p:cNvSpPr>
          <p:nvPr/>
        </p:nvSpPr>
        <p:spPr>
          <a:xfrm>
            <a:off x="4862513" y="2857500"/>
            <a:ext cx="52388" cy="547688"/>
          </a:xfrm>
          <a:prstGeom prst="rect">
            <a:avLst/>
          </a:prstGeom>
          <a:solidFill>
            <a:srgbClr val="1D4ED8"/>
          </a:solidFill>
          <a:ln w="13097">
            <a:solidFill>
              <a:srgbClr val="172B4D"/>
            </a:solidFill>
          </a:ln>
        </p:spPr>
      </p:sp>
      <p:sp>
        <p:nvSpPr>
          <p:cNvPr id="45" name="object-45">
            <a:extLst>
              <a:ext uri="{FF2B5EF4-FFF2-40B4-BE49-F238E27FC236}">
                <a16:creationId xmlns:a16="http://schemas.microsoft.com/office/drawing/2014/main" id="{8B6894A6-3BF3-4BE5-B2F0-570A7DE8F365}"/>
              </a:ext>
            </a:extLst>
          </p:cNvPr>
          <p:cNvSpPr>
            <a:spLocks noGrp="1"/>
          </p:cNvSpPr>
          <p:nvPr/>
        </p:nvSpPr>
        <p:spPr>
          <a:xfrm>
            <a:off x="4914900" y="2857500"/>
            <a:ext cx="52388" cy="547688"/>
          </a:xfrm>
          <a:prstGeom prst="rect">
            <a:avLst/>
          </a:prstGeom>
          <a:solidFill>
            <a:srgbClr val="1D4ED8"/>
          </a:solidFill>
          <a:ln w="13097">
            <a:solidFill>
              <a:srgbClr val="172B4D"/>
            </a:solidFill>
          </a:ln>
        </p:spPr>
      </p:sp>
      <p:sp>
        <p:nvSpPr>
          <p:cNvPr id="46" name="object-46">
            <a:extLst>
              <a:ext uri="{FF2B5EF4-FFF2-40B4-BE49-F238E27FC236}">
                <a16:creationId xmlns:a16="http://schemas.microsoft.com/office/drawing/2014/main" id="{17BFEA74-4AA1-4829-B0FA-462454103949}"/>
              </a:ext>
            </a:extLst>
          </p:cNvPr>
          <p:cNvSpPr>
            <a:spLocks noGrp="1"/>
          </p:cNvSpPr>
          <p:nvPr/>
        </p:nvSpPr>
        <p:spPr>
          <a:xfrm>
            <a:off x="4967288" y="2857500"/>
            <a:ext cx="52388" cy="547688"/>
          </a:xfrm>
          <a:prstGeom prst="rect">
            <a:avLst/>
          </a:prstGeom>
          <a:solidFill>
            <a:srgbClr val="1D4ED8"/>
          </a:solidFill>
          <a:ln w="13097">
            <a:solidFill>
              <a:srgbClr val="172B4D"/>
            </a:solidFill>
          </a:ln>
        </p:spPr>
      </p:sp>
      <p:sp>
        <p:nvSpPr>
          <p:cNvPr id="47" name="object-47">
            <a:extLst>
              <a:ext uri="{FF2B5EF4-FFF2-40B4-BE49-F238E27FC236}">
                <a16:creationId xmlns:a16="http://schemas.microsoft.com/office/drawing/2014/main" id="{5B203884-28D5-4320-AFAC-5793CD10070B}"/>
              </a:ext>
            </a:extLst>
          </p:cNvPr>
          <p:cNvSpPr>
            <a:spLocks noGrp="1"/>
          </p:cNvSpPr>
          <p:nvPr/>
        </p:nvSpPr>
        <p:spPr>
          <a:xfrm>
            <a:off x="5019675" y="2857500"/>
            <a:ext cx="52388" cy="547688"/>
          </a:xfrm>
          <a:prstGeom prst="rect">
            <a:avLst/>
          </a:prstGeom>
          <a:solidFill>
            <a:srgbClr val="1D4ED8"/>
          </a:solidFill>
          <a:ln w="13097">
            <a:solidFill>
              <a:srgbClr val="172B4D"/>
            </a:solidFill>
          </a:ln>
        </p:spPr>
      </p:sp>
      <p:sp>
        <p:nvSpPr>
          <p:cNvPr id="48" name="object-48">
            <a:extLst>
              <a:ext uri="{FF2B5EF4-FFF2-40B4-BE49-F238E27FC236}">
                <a16:creationId xmlns:a16="http://schemas.microsoft.com/office/drawing/2014/main" id="{AC677528-9D54-4464-BB74-685056D1220D}"/>
              </a:ext>
            </a:extLst>
          </p:cNvPr>
          <p:cNvSpPr>
            <a:spLocks noGrp="1"/>
          </p:cNvSpPr>
          <p:nvPr/>
        </p:nvSpPr>
        <p:spPr>
          <a:xfrm>
            <a:off x="5072063" y="2857500"/>
            <a:ext cx="52388" cy="547688"/>
          </a:xfrm>
          <a:prstGeom prst="rect">
            <a:avLst/>
          </a:prstGeom>
          <a:solidFill>
            <a:srgbClr val="1D4ED8"/>
          </a:solidFill>
          <a:ln w="13097">
            <a:solidFill>
              <a:srgbClr val="172B4D"/>
            </a:solidFill>
          </a:ln>
        </p:spPr>
      </p:sp>
      <p:sp>
        <p:nvSpPr>
          <p:cNvPr id="49" name="object-49">
            <a:extLst>
              <a:ext uri="{FF2B5EF4-FFF2-40B4-BE49-F238E27FC236}">
                <a16:creationId xmlns:a16="http://schemas.microsoft.com/office/drawing/2014/main" id="{474AFF0F-835F-44CA-8D5C-CDF74FD3926D}"/>
              </a:ext>
            </a:extLst>
          </p:cNvPr>
          <p:cNvSpPr>
            <a:spLocks noGrp="1"/>
          </p:cNvSpPr>
          <p:nvPr/>
        </p:nvSpPr>
        <p:spPr>
          <a:xfrm>
            <a:off x="5124450" y="2857500"/>
            <a:ext cx="52388" cy="547688"/>
          </a:xfrm>
          <a:prstGeom prst="rect">
            <a:avLst/>
          </a:prstGeom>
          <a:solidFill>
            <a:srgbClr val="1D4ED8"/>
          </a:solidFill>
          <a:ln w="13097">
            <a:solidFill>
              <a:srgbClr val="172B4D"/>
            </a:solidFill>
          </a:ln>
        </p:spPr>
      </p:sp>
      <p:sp>
        <p:nvSpPr>
          <p:cNvPr id="50" name="object-50">
            <a:extLst>
              <a:ext uri="{FF2B5EF4-FFF2-40B4-BE49-F238E27FC236}">
                <a16:creationId xmlns:a16="http://schemas.microsoft.com/office/drawing/2014/main" id="{05D55ED4-04CD-4A0A-BCFD-1F092C4B2BF0}"/>
              </a:ext>
            </a:extLst>
          </p:cNvPr>
          <p:cNvSpPr>
            <a:spLocks noGrp="1"/>
          </p:cNvSpPr>
          <p:nvPr/>
        </p:nvSpPr>
        <p:spPr>
          <a:xfrm>
            <a:off x="5176838" y="2857500"/>
            <a:ext cx="52388" cy="547688"/>
          </a:xfrm>
          <a:prstGeom prst="rect">
            <a:avLst/>
          </a:prstGeom>
          <a:solidFill>
            <a:srgbClr val="1D4ED8"/>
          </a:solidFill>
          <a:ln w="13097">
            <a:solidFill>
              <a:srgbClr val="172B4D"/>
            </a:solidFill>
          </a:ln>
        </p:spPr>
      </p:sp>
      <p:sp>
        <p:nvSpPr>
          <p:cNvPr id="51" name="object-51">
            <a:extLst>
              <a:ext uri="{FF2B5EF4-FFF2-40B4-BE49-F238E27FC236}">
                <a16:creationId xmlns:a16="http://schemas.microsoft.com/office/drawing/2014/main" id="{8F1D42EA-EFAF-44F2-BFF1-A903CCC7D8F5}"/>
              </a:ext>
            </a:extLst>
          </p:cNvPr>
          <p:cNvSpPr>
            <a:spLocks noGrp="1"/>
          </p:cNvSpPr>
          <p:nvPr/>
        </p:nvSpPr>
        <p:spPr>
          <a:xfrm>
            <a:off x="5229225" y="2857500"/>
            <a:ext cx="52388" cy="547688"/>
          </a:xfrm>
          <a:prstGeom prst="rect">
            <a:avLst/>
          </a:prstGeom>
          <a:solidFill>
            <a:srgbClr val="1D4ED8"/>
          </a:solidFill>
          <a:ln w="13097">
            <a:solidFill>
              <a:srgbClr val="172B4D"/>
            </a:solidFill>
          </a:ln>
        </p:spPr>
      </p:sp>
      <p:sp>
        <p:nvSpPr>
          <p:cNvPr id="52" name="object-52">
            <a:extLst>
              <a:ext uri="{FF2B5EF4-FFF2-40B4-BE49-F238E27FC236}">
                <a16:creationId xmlns:a16="http://schemas.microsoft.com/office/drawing/2014/main" id="{E030ACCF-9B94-4248-9116-8D7333100701}"/>
              </a:ext>
            </a:extLst>
          </p:cNvPr>
          <p:cNvSpPr>
            <a:spLocks noGrp="1"/>
          </p:cNvSpPr>
          <p:nvPr/>
        </p:nvSpPr>
        <p:spPr>
          <a:xfrm>
            <a:off x="5281613" y="2857500"/>
            <a:ext cx="52388" cy="547688"/>
          </a:xfrm>
          <a:prstGeom prst="rect">
            <a:avLst/>
          </a:prstGeom>
          <a:solidFill>
            <a:srgbClr val="1D4ED8"/>
          </a:solidFill>
          <a:ln w="13097">
            <a:solidFill>
              <a:srgbClr val="172B4D"/>
            </a:solidFill>
          </a:ln>
        </p:spPr>
      </p:sp>
      <p:sp>
        <p:nvSpPr>
          <p:cNvPr id="53" name="object-53">
            <a:extLst>
              <a:ext uri="{FF2B5EF4-FFF2-40B4-BE49-F238E27FC236}">
                <a16:creationId xmlns:a16="http://schemas.microsoft.com/office/drawing/2014/main" id="{0B04C866-FA81-4C0A-B465-46C4AB9B6E2F}"/>
              </a:ext>
            </a:extLst>
          </p:cNvPr>
          <p:cNvSpPr>
            <a:spLocks noGrp="1"/>
          </p:cNvSpPr>
          <p:nvPr/>
        </p:nvSpPr>
        <p:spPr>
          <a:xfrm>
            <a:off x="5334000" y="2857500"/>
            <a:ext cx="52388" cy="547688"/>
          </a:xfrm>
          <a:prstGeom prst="rect">
            <a:avLst/>
          </a:prstGeom>
          <a:solidFill>
            <a:srgbClr val="1D4ED8"/>
          </a:solidFill>
          <a:ln w="13097">
            <a:solidFill>
              <a:srgbClr val="172B4D"/>
            </a:solidFill>
          </a:ln>
        </p:spPr>
      </p:sp>
      <p:sp>
        <p:nvSpPr>
          <p:cNvPr id="54" name="object-54">
            <a:extLst>
              <a:ext uri="{FF2B5EF4-FFF2-40B4-BE49-F238E27FC236}">
                <a16:creationId xmlns:a16="http://schemas.microsoft.com/office/drawing/2014/main" id="{FB89D8DD-1B43-43D7-A970-FAAB2B36B040}"/>
              </a:ext>
            </a:extLst>
          </p:cNvPr>
          <p:cNvSpPr>
            <a:spLocks noGrp="1"/>
          </p:cNvSpPr>
          <p:nvPr/>
        </p:nvSpPr>
        <p:spPr>
          <a:xfrm>
            <a:off x="5386388" y="2857500"/>
            <a:ext cx="52388" cy="547688"/>
          </a:xfrm>
          <a:prstGeom prst="rect">
            <a:avLst/>
          </a:prstGeom>
          <a:solidFill>
            <a:srgbClr val="1D4ED8"/>
          </a:solidFill>
          <a:ln w="13097">
            <a:solidFill>
              <a:srgbClr val="172B4D"/>
            </a:solidFill>
          </a:ln>
        </p:spPr>
      </p:sp>
      <p:sp>
        <p:nvSpPr>
          <p:cNvPr id="55" name="object-55">
            <a:extLst>
              <a:ext uri="{FF2B5EF4-FFF2-40B4-BE49-F238E27FC236}">
                <a16:creationId xmlns:a16="http://schemas.microsoft.com/office/drawing/2014/main" id="{B56AF96D-7BE0-47C0-9CAF-7BC24A5D47BB}"/>
              </a:ext>
            </a:extLst>
          </p:cNvPr>
          <p:cNvSpPr>
            <a:spLocks noGrp="1"/>
          </p:cNvSpPr>
          <p:nvPr/>
        </p:nvSpPr>
        <p:spPr>
          <a:xfrm>
            <a:off x="5438775" y="2857500"/>
            <a:ext cx="52388" cy="547688"/>
          </a:xfrm>
          <a:prstGeom prst="rect">
            <a:avLst/>
          </a:prstGeom>
          <a:solidFill>
            <a:srgbClr val="1D4ED8"/>
          </a:solidFill>
          <a:ln w="13097">
            <a:solidFill>
              <a:srgbClr val="172B4D"/>
            </a:solidFill>
          </a:ln>
        </p:spPr>
      </p:sp>
      <p:sp>
        <p:nvSpPr>
          <p:cNvPr id="56" name="object-56">
            <a:extLst>
              <a:ext uri="{FF2B5EF4-FFF2-40B4-BE49-F238E27FC236}">
                <a16:creationId xmlns:a16="http://schemas.microsoft.com/office/drawing/2014/main" id="{C77FD4E7-FDCE-49C1-9779-FDA32D5C1376}"/>
              </a:ext>
            </a:extLst>
          </p:cNvPr>
          <p:cNvSpPr>
            <a:spLocks noGrp="1"/>
          </p:cNvSpPr>
          <p:nvPr/>
        </p:nvSpPr>
        <p:spPr>
          <a:xfrm>
            <a:off x="5491163" y="2857500"/>
            <a:ext cx="52388" cy="547688"/>
          </a:xfrm>
          <a:prstGeom prst="rect">
            <a:avLst/>
          </a:prstGeom>
          <a:solidFill>
            <a:srgbClr val="1D4ED8"/>
          </a:solidFill>
          <a:ln w="13097">
            <a:solidFill>
              <a:srgbClr val="172B4D"/>
            </a:solidFill>
          </a:ln>
        </p:spPr>
      </p:sp>
      <p:sp>
        <p:nvSpPr>
          <p:cNvPr id="57" name="object-57">
            <a:extLst>
              <a:ext uri="{FF2B5EF4-FFF2-40B4-BE49-F238E27FC236}">
                <a16:creationId xmlns:a16="http://schemas.microsoft.com/office/drawing/2014/main" id="{190F69D0-48B3-49A6-90C1-FE2DAEFFBD71}"/>
              </a:ext>
            </a:extLst>
          </p:cNvPr>
          <p:cNvSpPr>
            <a:spLocks noGrp="1"/>
          </p:cNvSpPr>
          <p:nvPr/>
        </p:nvSpPr>
        <p:spPr>
          <a:xfrm>
            <a:off x="5543550" y="2857500"/>
            <a:ext cx="52388" cy="547688"/>
          </a:xfrm>
          <a:prstGeom prst="rect">
            <a:avLst/>
          </a:prstGeom>
          <a:solidFill>
            <a:srgbClr val="1D4ED8"/>
          </a:solidFill>
          <a:ln w="13097">
            <a:solidFill>
              <a:srgbClr val="172B4D"/>
            </a:solidFill>
          </a:ln>
        </p:spPr>
      </p:sp>
      <p:sp>
        <p:nvSpPr>
          <p:cNvPr id="58" name="object-58">
            <a:extLst>
              <a:ext uri="{FF2B5EF4-FFF2-40B4-BE49-F238E27FC236}">
                <a16:creationId xmlns:a16="http://schemas.microsoft.com/office/drawing/2014/main" id="{DF2435A3-7595-4F7D-B505-E884BB038612}"/>
              </a:ext>
            </a:extLst>
          </p:cNvPr>
          <p:cNvSpPr>
            <a:spLocks noGrp="1"/>
          </p:cNvSpPr>
          <p:nvPr/>
        </p:nvSpPr>
        <p:spPr>
          <a:xfrm>
            <a:off x="5595938" y="2857500"/>
            <a:ext cx="52388" cy="547688"/>
          </a:xfrm>
          <a:prstGeom prst="rect">
            <a:avLst/>
          </a:prstGeom>
          <a:solidFill>
            <a:srgbClr val="1D4ED8"/>
          </a:solidFill>
          <a:ln w="13097">
            <a:solidFill>
              <a:srgbClr val="172B4D"/>
            </a:solidFill>
          </a:ln>
        </p:spPr>
      </p:sp>
      <p:sp>
        <p:nvSpPr>
          <p:cNvPr id="59" name="object-59">
            <a:extLst>
              <a:ext uri="{FF2B5EF4-FFF2-40B4-BE49-F238E27FC236}">
                <a16:creationId xmlns:a16="http://schemas.microsoft.com/office/drawing/2014/main" id="{FC6E571F-C58F-4590-8B49-07A7B99D5669}"/>
              </a:ext>
            </a:extLst>
          </p:cNvPr>
          <p:cNvSpPr>
            <a:spLocks noGrp="1"/>
          </p:cNvSpPr>
          <p:nvPr/>
        </p:nvSpPr>
        <p:spPr>
          <a:xfrm>
            <a:off x="5648325" y="2857500"/>
            <a:ext cx="52388" cy="547688"/>
          </a:xfrm>
          <a:prstGeom prst="rect">
            <a:avLst/>
          </a:prstGeom>
          <a:solidFill>
            <a:srgbClr val="1D4ED8"/>
          </a:solidFill>
          <a:ln w="13097">
            <a:solidFill>
              <a:srgbClr val="172B4D"/>
            </a:solidFill>
          </a:ln>
        </p:spPr>
      </p:sp>
      <p:sp>
        <p:nvSpPr>
          <p:cNvPr id="60" name="object-60">
            <a:extLst>
              <a:ext uri="{FF2B5EF4-FFF2-40B4-BE49-F238E27FC236}">
                <a16:creationId xmlns:a16="http://schemas.microsoft.com/office/drawing/2014/main" id="{2E195071-D6A7-41FD-B12C-A53E416C3F0C}"/>
              </a:ext>
            </a:extLst>
          </p:cNvPr>
          <p:cNvSpPr>
            <a:spLocks noGrp="1"/>
          </p:cNvSpPr>
          <p:nvPr/>
        </p:nvSpPr>
        <p:spPr>
          <a:xfrm>
            <a:off x="5700713" y="2857500"/>
            <a:ext cx="52388" cy="547688"/>
          </a:xfrm>
          <a:prstGeom prst="rect">
            <a:avLst/>
          </a:prstGeom>
          <a:solidFill>
            <a:srgbClr val="1D4ED8"/>
          </a:solidFill>
          <a:ln w="13097">
            <a:solidFill>
              <a:srgbClr val="172B4D"/>
            </a:solidFill>
          </a:ln>
        </p:spPr>
      </p:sp>
      <p:sp>
        <p:nvSpPr>
          <p:cNvPr id="61" name="object-61">
            <a:extLst>
              <a:ext uri="{FF2B5EF4-FFF2-40B4-BE49-F238E27FC236}">
                <a16:creationId xmlns:a16="http://schemas.microsoft.com/office/drawing/2014/main" id="{102CEFD0-024C-4E9F-BD1F-E308BC2785DA}"/>
              </a:ext>
            </a:extLst>
          </p:cNvPr>
          <p:cNvSpPr>
            <a:spLocks noGrp="1"/>
          </p:cNvSpPr>
          <p:nvPr/>
        </p:nvSpPr>
        <p:spPr>
          <a:xfrm>
            <a:off x="5753100" y="2857500"/>
            <a:ext cx="52388" cy="547688"/>
          </a:xfrm>
          <a:prstGeom prst="rect">
            <a:avLst/>
          </a:prstGeom>
          <a:solidFill>
            <a:srgbClr val="1D4ED8"/>
          </a:solidFill>
          <a:ln w="13097">
            <a:solidFill>
              <a:srgbClr val="172B4D"/>
            </a:solidFill>
          </a:ln>
        </p:spPr>
      </p:sp>
      <p:sp>
        <p:nvSpPr>
          <p:cNvPr id="62" name="object-62">
            <a:extLst>
              <a:ext uri="{FF2B5EF4-FFF2-40B4-BE49-F238E27FC236}">
                <a16:creationId xmlns:a16="http://schemas.microsoft.com/office/drawing/2014/main" id="{AD4C648F-CFDA-4A01-BF08-9403E5BB90B5}"/>
              </a:ext>
            </a:extLst>
          </p:cNvPr>
          <p:cNvSpPr>
            <a:spLocks noGrp="1"/>
          </p:cNvSpPr>
          <p:nvPr/>
        </p:nvSpPr>
        <p:spPr>
          <a:xfrm>
            <a:off x="5805488" y="2857500"/>
            <a:ext cx="52388" cy="547688"/>
          </a:xfrm>
          <a:prstGeom prst="rect">
            <a:avLst/>
          </a:prstGeom>
          <a:solidFill>
            <a:srgbClr val="1D4ED8"/>
          </a:solidFill>
          <a:ln w="13097">
            <a:solidFill>
              <a:srgbClr val="172B4D"/>
            </a:solidFill>
          </a:ln>
        </p:spPr>
      </p:sp>
      <p:sp>
        <p:nvSpPr>
          <p:cNvPr id="63" name="object-63">
            <a:extLst>
              <a:ext uri="{FF2B5EF4-FFF2-40B4-BE49-F238E27FC236}">
                <a16:creationId xmlns:a16="http://schemas.microsoft.com/office/drawing/2014/main" id="{8D120A29-58EA-4C32-86F2-FB15EA1EB7DA}"/>
              </a:ext>
            </a:extLst>
          </p:cNvPr>
          <p:cNvSpPr>
            <a:spLocks noGrp="1"/>
          </p:cNvSpPr>
          <p:nvPr/>
        </p:nvSpPr>
        <p:spPr>
          <a:xfrm>
            <a:off x="5857875" y="2857500"/>
            <a:ext cx="52388" cy="547688"/>
          </a:xfrm>
          <a:prstGeom prst="rect">
            <a:avLst/>
          </a:prstGeom>
          <a:solidFill>
            <a:srgbClr val="1D4ED8"/>
          </a:solidFill>
          <a:ln w="13097">
            <a:solidFill>
              <a:srgbClr val="172B4D"/>
            </a:solidFill>
          </a:ln>
        </p:spPr>
      </p:sp>
      <p:sp>
        <p:nvSpPr>
          <p:cNvPr id="64" name="object-64">
            <a:extLst>
              <a:ext uri="{FF2B5EF4-FFF2-40B4-BE49-F238E27FC236}">
                <a16:creationId xmlns:a16="http://schemas.microsoft.com/office/drawing/2014/main" id="{F492A30B-33C9-4527-BD99-090FD3ADDA52}"/>
              </a:ext>
            </a:extLst>
          </p:cNvPr>
          <p:cNvSpPr>
            <a:spLocks noGrp="1"/>
          </p:cNvSpPr>
          <p:nvPr/>
        </p:nvSpPr>
        <p:spPr>
          <a:xfrm>
            <a:off x="5910263" y="2857500"/>
            <a:ext cx="52388" cy="547688"/>
          </a:xfrm>
          <a:prstGeom prst="rect">
            <a:avLst/>
          </a:prstGeom>
          <a:solidFill>
            <a:srgbClr val="1D4ED8"/>
          </a:solidFill>
          <a:ln w="13097">
            <a:solidFill>
              <a:srgbClr val="172B4D"/>
            </a:solidFill>
          </a:ln>
        </p:spPr>
      </p:sp>
      <p:sp>
        <p:nvSpPr>
          <p:cNvPr id="65" name="object-65">
            <a:extLst>
              <a:ext uri="{FF2B5EF4-FFF2-40B4-BE49-F238E27FC236}">
                <a16:creationId xmlns:a16="http://schemas.microsoft.com/office/drawing/2014/main" id="{847CDF02-1578-436D-B0FF-AB8DC7008DE5}"/>
              </a:ext>
            </a:extLst>
          </p:cNvPr>
          <p:cNvSpPr>
            <a:spLocks noGrp="1"/>
          </p:cNvSpPr>
          <p:nvPr/>
        </p:nvSpPr>
        <p:spPr>
          <a:xfrm>
            <a:off x="5962650" y="2857500"/>
            <a:ext cx="52388" cy="547688"/>
          </a:xfrm>
          <a:prstGeom prst="rect">
            <a:avLst/>
          </a:prstGeom>
          <a:solidFill>
            <a:srgbClr val="1D4ED8"/>
          </a:solidFill>
          <a:ln w="13097">
            <a:solidFill>
              <a:srgbClr val="172B4D"/>
            </a:solidFill>
          </a:ln>
        </p:spPr>
      </p:sp>
      <p:sp>
        <p:nvSpPr>
          <p:cNvPr id="66" name="object-66">
            <a:extLst>
              <a:ext uri="{FF2B5EF4-FFF2-40B4-BE49-F238E27FC236}">
                <a16:creationId xmlns:a16="http://schemas.microsoft.com/office/drawing/2014/main" id="{CBF3E5FC-68B8-4F82-B0A8-2933F0196106}"/>
              </a:ext>
            </a:extLst>
          </p:cNvPr>
          <p:cNvSpPr>
            <a:spLocks noGrp="1"/>
          </p:cNvSpPr>
          <p:nvPr/>
        </p:nvSpPr>
        <p:spPr>
          <a:xfrm>
            <a:off x="6015038" y="2857500"/>
            <a:ext cx="52388" cy="547688"/>
          </a:xfrm>
          <a:prstGeom prst="rect">
            <a:avLst/>
          </a:prstGeom>
          <a:solidFill>
            <a:srgbClr val="1D4ED8"/>
          </a:solidFill>
          <a:ln w="13097">
            <a:solidFill>
              <a:srgbClr val="172B4D"/>
            </a:solidFill>
          </a:ln>
        </p:spPr>
      </p:sp>
      <p:sp>
        <p:nvSpPr>
          <p:cNvPr id="67" name="object-67">
            <a:extLst>
              <a:ext uri="{FF2B5EF4-FFF2-40B4-BE49-F238E27FC236}">
                <a16:creationId xmlns:a16="http://schemas.microsoft.com/office/drawing/2014/main" id="{2FA419C8-B3DD-4CDC-86FF-9E0022779D50}"/>
              </a:ext>
            </a:extLst>
          </p:cNvPr>
          <p:cNvSpPr>
            <a:spLocks noGrp="1"/>
          </p:cNvSpPr>
          <p:nvPr/>
        </p:nvSpPr>
        <p:spPr>
          <a:xfrm>
            <a:off x="6067425" y="2857500"/>
            <a:ext cx="52388" cy="547688"/>
          </a:xfrm>
          <a:prstGeom prst="rect">
            <a:avLst/>
          </a:prstGeom>
          <a:solidFill>
            <a:srgbClr val="1D4ED8"/>
          </a:solidFill>
          <a:ln w="13097">
            <a:solidFill>
              <a:srgbClr val="172B4D"/>
            </a:solidFill>
          </a:ln>
        </p:spPr>
      </p:sp>
      <p:sp>
        <p:nvSpPr>
          <p:cNvPr id="68" name="object-68">
            <a:extLst>
              <a:ext uri="{FF2B5EF4-FFF2-40B4-BE49-F238E27FC236}">
                <a16:creationId xmlns:a16="http://schemas.microsoft.com/office/drawing/2014/main" id="{D91B0478-7F3C-4159-8F47-F9836E02552B}"/>
              </a:ext>
            </a:extLst>
          </p:cNvPr>
          <p:cNvSpPr>
            <a:spLocks noGrp="1"/>
          </p:cNvSpPr>
          <p:nvPr/>
        </p:nvSpPr>
        <p:spPr>
          <a:xfrm>
            <a:off x="6119813" y="2857500"/>
            <a:ext cx="52388" cy="547688"/>
          </a:xfrm>
          <a:prstGeom prst="rect">
            <a:avLst/>
          </a:prstGeom>
          <a:solidFill>
            <a:srgbClr val="1D4ED8"/>
          </a:solidFill>
          <a:ln w="13097">
            <a:solidFill>
              <a:srgbClr val="172B4D"/>
            </a:solidFill>
          </a:ln>
        </p:spPr>
      </p:sp>
      <p:sp>
        <p:nvSpPr>
          <p:cNvPr id="69" name="object-69">
            <a:extLst>
              <a:ext uri="{FF2B5EF4-FFF2-40B4-BE49-F238E27FC236}">
                <a16:creationId xmlns:a16="http://schemas.microsoft.com/office/drawing/2014/main" id="{B2257B0A-428B-49DC-9617-763DBC83B79C}"/>
              </a:ext>
            </a:extLst>
          </p:cNvPr>
          <p:cNvSpPr>
            <a:spLocks noGrp="1"/>
          </p:cNvSpPr>
          <p:nvPr/>
        </p:nvSpPr>
        <p:spPr>
          <a:xfrm>
            <a:off x="6172200" y="2857500"/>
            <a:ext cx="52388" cy="547688"/>
          </a:xfrm>
          <a:prstGeom prst="rect">
            <a:avLst/>
          </a:prstGeom>
          <a:solidFill>
            <a:srgbClr val="1D4ED8"/>
          </a:solidFill>
          <a:ln w="13097">
            <a:solidFill>
              <a:srgbClr val="172B4D"/>
            </a:solidFill>
          </a:ln>
        </p:spPr>
      </p:sp>
      <p:sp>
        <p:nvSpPr>
          <p:cNvPr id="70" name="object-70">
            <a:extLst>
              <a:ext uri="{FF2B5EF4-FFF2-40B4-BE49-F238E27FC236}">
                <a16:creationId xmlns:a16="http://schemas.microsoft.com/office/drawing/2014/main" id="{76BFBA10-528F-455D-BF6A-AE14635108E0}"/>
              </a:ext>
            </a:extLst>
          </p:cNvPr>
          <p:cNvSpPr>
            <a:spLocks noGrp="1"/>
          </p:cNvSpPr>
          <p:nvPr/>
        </p:nvSpPr>
        <p:spPr>
          <a:xfrm>
            <a:off x="6224588" y="2857500"/>
            <a:ext cx="52388" cy="547688"/>
          </a:xfrm>
          <a:prstGeom prst="rect">
            <a:avLst/>
          </a:prstGeom>
          <a:solidFill>
            <a:srgbClr val="1D4ED8"/>
          </a:solidFill>
          <a:ln w="13097">
            <a:solidFill>
              <a:srgbClr val="172B4D"/>
            </a:solidFill>
          </a:ln>
        </p:spPr>
      </p:sp>
      <p:sp>
        <p:nvSpPr>
          <p:cNvPr id="71" name="object-71">
            <a:extLst>
              <a:ext uri="{FF2B5EF4-FFF2-40B4-BE49-F238E27FC236}">
                <a16:creationId xmlns:a16="http://schemas.microsoft.com/office/drawing/2014/main" id="{10B0CB9C-7921-40E5-8B18-BBF2AA8D03AF}"/>
              </a:ext>
            </a:extLst>
          </p:cNvPr>
          <p:cNvSpPr>
            <a:spLocks noGrp="1"/>
          </p:cNvSpPr>
          <p:nvPr/>
        </p:nvSpPr>
        <p:spPr>
          <a:xfrm>
            <a:off x="6276975" y="2857500"/>
            <a:ext cx="52388" cy="547688"/>
          </a:xfrm>
          <a:prstGeom prst="rect">
            <a:avLst/>
          </a:prstGeom>
          <a:solidFill>
            <a:srgbClr val="1D4ED8"/>
          </a:solidFill>
          <a:ln w="13097">
            <a:solidFill>
              <a:srgbClr val="172B4D"/>
            </a:solidFill>
          </a:ln>
        </p:spPr>
      </p:sp>
      <p:sp>
        <p:nvSpPr>
          <p:cNvPr id="72" name="object-72">
            <a:extLst>
              <a:ext uri="{FF2B5EF4-FFF2-40B4-BE49-F238E27FC236}">
                <a16:creationId xmlns:a16="http://schemas.microsoft.com/office/drawing/2014/main" id="{04DA9E81-F152-4654-8C33-14ED872EFB8F}"/>
              </a:ext>
            </a:extLst>
          </p:cNvPr>
          <p:cNvSpPr>
            <a:spLocks noGrp="1"/>
          </p:cNvSpPr>
          <p:nvPr/>
        </p:nvSpPr>
        <p:spPr>
          <a:xfrm>
            <a:off x="6329363" y="2857500"/>
            <a:ext cx="52388" cy="547688"/>
          </a:xfrm>
          <a:prstGeom prst="rect">
            <a:avLst/>
          </a:prstGeom>
          <a:solidFill>
            <a:srgbClr val="1D4ED8"/>
          </a:solidFill>
          <a:ln w="13097">
            <a:solidFill>
              <a:srgbClr val="172B4D"/>
            </a:solidFill>
          </a:ln>
        </p:spPr>
      </p:sp>
      <p:sp>
        <p:nvSpPr>
          <p:cNvPr id="73" name="object-73">
            <a:extLst>
              <a:ext uri="{FF2B5EF4-FFF2-40B4-BE49-F238E27FC236}">
                <a16:creationId xmlns:a16="http://schemas.microsoft.com/office/drawing/2014/main" id="{58488429-10DE-4BEF-A6D5-F3AA5C7C8E59}"/>
              </a:ext>
            </a:extLst>
          </p:cNvPr>
          <p:cNvSpPr>
            <a:spLocks noGrp="1"/>
          </p:cNvSpPr>
          <p:nvPr/>
        </p:nvSpPr>
        <p:spPr>
          <a:xfrm>
            <a:off x="6381750" y="2857500"/>
            <a:ext cx="52388" cy="547688"/>
          </a:xfrm>
          <a:prstGeom prst="rect">
            <a:avLst/>
          </a:prstGeom>
          <a:solidFill>
            <a:srgbClr val="1D4ED8"/>
          </a:solidFill>
          <a:ln w="13097">
            <a:solidFill>
              <a:srgbClr val="172B4D"/>
            </a:solidFill>
          </a:ln>
        </p:spPr>
      </p:sp>
      <p:sp>
        <p:nvSpPr>
          <p:cNvPr id="74" name="object-74">
            <a:extLst>
              <a:ext uri="{FF2B5EF4-FFF2-40B4-BE49-F238E27FC236}">
                <a16:creationId xmlns:a16="http://schemas.microsoft.com/office/drawing/2014/main" id="{9C482901-2348-48E6-9C90-F54750419828}"/>
              </a:ext>
            </a:extLst>
          </p:cNvPr>
          <p:cNvSpPr>
            <a:spLocks noGrp="1"/>
          </p:cNvSpPr>
          <p:nvPr/>
        </p:nvSpPr>
        <p:spPr>
          <a:xfrm>
            <a:off x="6434138" y="2857500"/>
            <a:ext cx="52388" cy="547688"/>
          </a:xfrm>
          <a:prstGeom prst="rect">
            <a:avLst/>
          </a:prstGeom>
          <a:solidFill>
            <a:srgbClr val="1D4ED8"/>
          </a:solidFill>
          <a:ln w="13097">
            <a:solidFill>
              <a:srgbClr val="172B4D"/>
            </a:solidFill>
          </a:ln>
        </p:spPr>
      </p:sp>
      <p:sp>
        <p:nvSpPr>
          <p:cNvPr id="75" name="object-75">
            <a:extLst>
              <a:ext uri="{FF2B5EF4-FFF2-40B4-BE49-F238E27FC236}">
                <a16:creationId xmlns:a16="http://schemas.microsoft.com/office/drawing/2014/main" id="{78DC0398-62A9-496A-9A42-AF2BE24B4085}"/>
              </a:ext>
            </a:extLst>
          </p:cNvPr>
          <p:cNvSpPr>
            <a:spLocks noGrp="1"/>
          </p:cNvSpPr>
          <p:nvPr/>
        </p:nvSpPr>
        <p:spPr>
          <a:xfrm>
            <a:off x="6486525" y="2857500"/>
            <a:ext cx="52388" cy="547688"/>
          </a:xfrm>
          <a:prstGeom prst="rect">
            <a:avLst/>
          </a:prstGeom>
          <a:solidFill>
            <a:srgbClr val="1D4ED8"/>
          </a:solidFill>
          <a:ln w="13097">
            <a:solidFill>
              <a:srgbClr val="172B4D"/>
            </a:solidFill>
          </a:ln>
        </p:spPr>
      </p:sp>
      <p:sp>
        <p:nvSpPr>
          <p:cNvPr id="76" name="object-76">
            <a:extLst>
              <a:ext uri="{FF2B5EF4-FFF2-40B4-BE49-F238E27FC236}">
                <a16:creationId xmlns:a16="http://schemas.microsoft.com/office/drawing/2014/main" id="{E7D4F54F-EEED-4B02-B940-E971AC6DFF76}"/>
              </a:ext>
            </a:extLst>
          </p:cNvPr>
          <p:cNvSpPr>
            <a:spLocks noGrp="1"/>
          </p:cNvSpPr>
          <p:nvPr/>
        </p:nvSpPr>
        <p:spPr>
          <a:xfrm>
            <a:off x="6538913" y="2857500"/>
            <a:ext cx="52388" cy="547688"/>
          </a:xfrm>
          <a:prstGeom prst="rect">
            <a:avLst/>
          </a:prstGeom>
          <a:solidFill>
            <a:srgbClr val="1D4ED8"/>
          </a:solidFill>
          <a:ln w="13097">
            <a:solidFill>
              <a:srgbClr val="172B4D"/>
            </a:solidFill>
          </a:ln>
        </p:spPr>
      </p:sp>
      <p:sp>
        <p:nvSpPr>
          <p:cNvPr id="77" name="object-77">
            <a:extLst>
              <a:ext uri="{FF2B5EF4-FFF2-40B4-BE49-F238E27FC236}">
                <a16:creationId xmlns:a16="http://schemas.microsoft.com/office/drawing/2014/main" id="{EBA329B4-A678-494E-A04D-6910B01618C3}"/>
              </a:ext>
            </a:extLst>
          </p:cNvPr>
          <p:cNvSpPr>
            <a:spLocks noGrp="1"/>
          </p:cNvSpPr>
          <p:nvPr/>
        </p:nvSpPr>
        <p:spPr>
          <a:xfrm>
            <a:off x="6591300" y="2857500"/>
            <a:ext cx="52388" cy="547688"/>
          </a:xfrm>
          <a:prstGeom prst="rect">
            <a:avLst/>
          </a:prstGeom>
          <a:solidFill>
            <a:srgbClr val="1D4ED8"/>
          </a:solidFill>
          <a:ln w="13097">
            <a:solidFill>
              <a:srgbClr val="172B4D"/>
            </a:solidFill>
          </a:ln>
        </p:spPr>
      </p:sp>
      <p:sp>
        <p:nvSpPr>
          <p:cNvPr id="78" name="object-78">
            <a:extLst>
              <a:ext uri="{FF2B5EF4-FFF2-40B4-BE49-F238E27FC236}">
                <a16:creationId xmlns:a16="http://schemas.microsoft.com/office/drawing/2014/main" id="{E4A4B0F1-0CC1-4C2D-8779-7839A077BB59}"/>
              </a:ext>
            </a:extLst>
          </p:cNvPr>
          <p:cNvSpPr>
            <a:spLocks noGrp="1"/>
          </p:cNvSpPr>
          <p:nvPr/>
        </p:nvSpPr>
        <p:spPr>
          <a:xfrm>
            <a:off x="6643688" y="2857500"/>
            <a:ext cx="52388" cy="547688"/>
          </a:xfrm>
          <a:prstGeom prst="rect">
            <a:avLst/>
          </a:prstGeom>
          <a:solidFill>
            <a:srgbClr val="1D4ED8"/>
          </a:solidFill>
          <a:ln w="13097">
            <a:solidFill>
              <a:srgbClr val="172B4D"/>
            </a:solidFill>
          </a:ln>
        </p:spPr>
      </p:sp>
      <p:sp>
        <p:nvSpPr>
          <p:cNvPr id="79" name="object-79">
            <a:extLst>
              <a:ext uri="{FF2B5EF4-FFF2-40B4-BE49-F238E27FC236}">
                <a16:creationId xmlns:a16="http://schemas.microsoft.com/office/drawing/2014/main" id="{945D3675-8722-49D1-A0B3-1A9AC38DC254}"/>
              </a:ext>
            </a:extLst>
          </p:cNvPr>
          <p:cNvSpPr>
            <a:spLocks noGrp="1"/>
          </p:cNvSpPr>
          <p:nvPr/>
        </p:nvSpPr>
        <p:spPr>
          <a:xfrm>
            <a:off x="6696075" y="2857500"/>
            <a:ext cx="52388" cy="547688"/>
          </a:xfrm>
          <a:prstGeom prst="rect">
            <a:avLst/>
          </a:prstGeom>
          <a:solidFill>
            <a:srgbClr val="1D4ED8"/>
          </a:solidFill>
          <a:ln w="13097">
            <a:solidFill>
              <a:srgbClr val="172B4D"/>
            </a:solidFill>
          </a:ln>
        </p:spPr>
      </p:sp>
      <p:sp>
        <p:nvSpPr>
          <p:cNvPr id="80" name="object-80">
            <a:extLst>
              <a:ext uri="{FF2B5EF4-FFF2-40B4-BE49-F238E27FC236}">
                <a16:creationId xmlns:a16="http://schemas.microsoft.com/office/drawing/2014/main" id="{6939B3EE-27A4-46BF-9E5A-03EA8C6112EC}"/>
              </a:ext>
            </a:extLst>
          </p:cNvPr>
          <p:cNvSpPr>
            <a:spLocks noGrp="1"/>
          </p:cNvSpPr>
          <p:nvPr/>
        </p:nvSpPr>
        <p:spPr>
          <a:xfrm>
            <a:off x="6748463" y="2857500"/>
            <a:ext cx="52388" cy="547688"/>
          </a:xfrm>
          <a:prstGeom prst="rect">
            <a:avLst/>
          </a:prstGeom>
          <a:solidFill>
            <a:srgbClr val="1D4ED8"/>
          </a:solidFill>
          <a:ln w="13097">
            <a:solidFill>
              <a:srgbClr val="172B4D"/>
            </a:solidFill>
          </a:ln>
        </p:spPr>
      </p:sp>
      <p:sp>
        <p:nvSpPr>
          <p:cNvPr id="81" name="object-81">
            <a:extLst>
              <a:ext uri="{FF2B5EF4-FFF2-40B4-BE49-F238E27FC236}">
                <a16:creationId xmlns:a16="http://schemas.microsoft.com/office/drawing/2014/main" id="{645A8AFA-912B-422B-A83E-6842F92AA942}"/>
              </a:ext>
            </a:extLst>
          </p:cNvPr>
          <p:cNvSpPr>
            <a:spLocks noGrp="1"/>
          </p:cNvSpPr>
          <p:nvPr/>
        </p:nvSpPr>
        <p:spPr>
          <a:xfrm>
            <a:off x="6800850" y="2857500"/>
            <a:ext cx="52388" cy="547688"/>
          </a:xfrm>
          <a:prstGeom prst="rect">
            <a:avLst/>
          </a:prstGeom>
          <a:solidFill>
            <a:srgbClr val="1D4ED8"/>
          </a:solidFill>
          <a:ln w="13097">
            <a:solidFill>
              <a:srgbClr val="172B4D"/>
            </a:solidFill>
          </a:ln>
        </p:spPr>
      </p:sp>
      <p:sp>
        <p:nvSpPr>
          <p:cNvPr id="82" name="object-82">
            <a:extLst>
              <a:ext uri="{FF2B5EF4-FFF2-40B4-BE49-F238E27FC236}">
                <a16:creationId xmlns:a16="http://schemas.microsoft.com/office/drawing/2014/main" id="{43B3E81A-263B-4EF5-87ED-EC0B81FBFDBA}"/>
              </a:ext>
            </a:extLst>
          </p:cNvPr>
          <p:cNvSpPr>
            <a:spLocks noGrp="1"/>
          </p:cNvSpPr>
          <p:nvPr/>
        </p:nvSpPr>
        <p:spPr>
          <a:xfrm>
            <a:off x="6853238" y="2857500"/>
            <a:ext cx="52388" cy="547688"/>
          </a:xfrm>
          <a:prstGeom prst="rect">
            <a:avLst/>
          </a:prstGeom>
          <a:solidFill>
            <a:srgbClr val="1D4ED8"/>
          </a:solidFill>
          <a:ln w="13097">
            <a:solidFill>
              <a:srgbClr val="172B4D"/>
            </a:solidFill>
          </a:ln>
        </p:spPr>
      </p:sp>
      <p:sp>
        <p:nvSpPr>
          <p:cNvPr id="83" name="object-83">
            <a:extLst>
              <a:ext uri="{FF2B5EF4-FFF2-40B4-BE49-F238E27FC236}">
                <a16:creationId xmlns:a16="http://schemas.microsoft.com/office/drawing/2014/main" id="{A64ECFC6-71A2-455D-B3C3-FB9AFF34ABBF}"/>
              </a:ext>
            </a:extLst>
          </p:cNvPr>
          <p:cNvSpPr>
            <a:spLocks noGrp="1"/>
          </p:cNvSpPr>
          <p:nvPr/>
        </p:nvSpPr>
        <p:spPr>
          <a:xfrm>
            <a:off x="6905625" y="2857500"/>
            <a:ext cx="52388" cy="547688"/>
          </a:xfrm>
          <a:prstGeom prst="rect">
            <a:avLst/>
          </a:prstGeom>
          <a:solidFill>
            <a:srgbClr val="1D4ED8"/>
          </a:solidFill>
          <a:ln w="13097">
            <a:solidFill>
              <a:srgbClr val="172B4D"/>
            </a:solidFill>
          </a:ln>
        </p:spPr>
      </p:sp>
      <p:sp>
        <p:nvSpPr>
          <p:cNvPr id="84" name="object-84">
            <a:extLst>
              <a:ext uri="{FF2B5EF4-FFF2-40B4-BE49-F238E27FC236}">
                <a16:creationId xmlns:a16="http://schemas.microsoft.com/office/drawing/2014/main" id="{F8656E41-B166-4BFB-9B5E-AB276D781C5D}"/>
              </a:ext>
            </a:extLst>
          </p:cNvPr>
          <p:cNvSpPr>
            <a:spLocks noGrp="1"/>
          </p:cNvSpPr>
          <p:nvPr/>
        </p:nvSpPr>
        <p:spPr>
          <a:xfrm>
            <a:off x="6958013" y="2857500"/>
            <a:ext cx="52388" cy="547688"/>
          </a:xfrm>
          <a:prstGeom prst="rect">
            <a:avLst/>
          </a:prstGeom>
          <a:solidFill>
            <a:srgbClr val="1D4ED8"/>
          </a:solidFill>
          <a:ln w="13097">
            <a:solidFill>
              <a:srgbClr val="172B4D"/>
            </a:solidFill>
          </a:ln>
        </p:spPr>
      </p:sp>
      <p:sp>
        <p:nvSpPr>
          <p:cNvPr id="85" name="object-85">
            <a:extLst>
              <a:ext uri="{FF2B5EF4-FFF2-40B4-BE49-F238E27FC236}">
                <a16:creationId xmlns:a16="http://schemas.microsoft.com/office/drawing/2014/main" id="{0AB5E07B-4759-4C64-89E4-9F76AA93733F}"/>
              </a:ext>
            </a:extLst>
          </p:cNvPr>
          <p:cNvSpPr>
            <a:spLocks noGrp="1"/>
          </p:cNvSpPr>
          <p:nvPr/>
        </p:nvSpPr>
        <p:spPr>
          <a:xfrm>
            <a:off x="7010400" y="2857500"/>
            <a:ext cx="52388" cy="547688"/>
          </a:xfrm>
          <a:prstGeom prst="rect">
            <a:avLst/>
          </a:prstGeom>
          <a:solidFill>
            <a:srgbClr val="1D4ED8"/>
          </a:solidFill>
          <a:ln w="13097">
            <a:solidFill>
              <a:srgbClr val="172B4D"/>
            </a:solidFill>
          </a:ln>
        </p:spPr>
      </p:sp>
      <p:sp>
        <p:nvSpPr>
          <p:cNvPr id="86" name="object-86">
            <a:extLst>
              <a:ext uri="{FF2B5EF4-FFF2-40B4-BE49-F238E27FC236}">
                <a16:creationId xmlns:a16="http://schemas.microsoft.com/office/drawing/2014/main" id="{EA94874C-7982-41D0-AFC3-27B9571E920F}"/>
              </a:ext>
            </a:extLst>
          </p:cNvPr>
          <p:cNvSpPr>
            <a:spLocks noGrp="1"/>
          </p:cNvSpPr>
          <p:nvPr/>
        </p:nvSpPr>
        <p:spPr>
          <a:xfrm>
            <a:off x="7062788" y="2857500"/>
            <a:ext cx="52388" cy="547688"/>
          </a:xfrm>
          <a:prstGeom prst="rect">
            <a:avLst/>
          </a:prstGeom>
          <a:solidFill>
            <a:srgbClr val="1D4ED8"/>
          </a:solidFill>
          <a:ln w="13097">
            <a:solidFill>
              <a:srgbClr val="172B4D"/>
            </a:solidFill>
          </a:ln>
        </p:spPr>
      </p:sp>
      <p:sp>
        <p:nvSpPr>
          <p:cNvPr id="87" name="object-87">
            <a:extLst>
              <a:ext uri="{FF2B5EF4-FFF2-40B4-BE49-F238E27FC236}">
                <a16:creationId xmlns:a16="http://schemas.microsoft.com/office/drawing/2014/main" id="{1040FCC6-6564-44E7-AD63-3B531768DED8}"/>
              </a:ext>
            </a:extLst>
          </p:cNvPr>
          <p:cNvSpPr>
            <a:spLocks noGrp="1"/>
          </p:cNvSpPr>
          <p:nvPr/>
        </p:nvSpPr>
        <p:spPr>
          <a:xfrm>
            <a:off x="7115175" y="2857500"/>
            <a:ext cx="52388" cy="547688"/>
          </a:xfrm>
          <a:prstGeom prst="rect">
            <a:avLst/>
          </a:prstGeom>
          <a:solidFill>
            <a:srgbClr val="1D4ED8"/>
          </a:solidFill>
          <a:ln w="13097">
            <a:solidFill>
              <a:srgbClr val="172B4D"/>
            </a:solidFill>
          </a:ln>
        </p:spPr>
      </p:sp>
      <p:sp>
        <p:nvSpPr>
          <p:cNvPr id="88" name="object-88">
            <a:extLst>
              <a:ext uri="{FF2B5EF4-FFF2-40B4-BE49-F238E27FC236}">
                <a16:creationId xmlns:a16="http://schemas.microsoft.com/office/drawing/2014/main" id="{45481198-FEEA-4EED-BCE6-3986A0B91901}"/>
              </a:ext>
            </a:extLst>
          </p:cNvPr>
          <p:cNvSpPr>
            <a:spLocks noGrp="1"/>
          </p:cNvSpPr>
          <p:nvPr/>
        </p:nvSpPr>
        <p:spPr>
          <a:xfrm>
            <a:off x="7167563" y="2857500"/>
            <a:ext cx="52388" cy="547688"/>
          </a:xfrm>
          <a:prstGeom prst="rect">
            <a:avLst/>
          </a:prstGeom>
          <a:solidFill>
            <a:srgbClr val="1D4ED8"/>
          </a:solidFill>
          <a:ln w="13097">
            <a:solidFill>
              <a:srgbClr val="172B4D"/>
            </a:solidFill>
          </a:ln>
        </p:spPr>
      </p:sp>
      <p:sp>
        <p:nvSpPr>
          <p:cNvPr id="89" name="object-89">
            <a:extLst>
              <a:ext uri="{FF2B5EF4-FFF2-40B4-BE49-F238E27FC236}">
                <a16:creationId xmlns:a16="http://schemas.microsoft.com/office/drawing/2014/main" id="{F305221F-0222-4D6D-8632-82AE60FAB07B}"/>
              </a:ext>
            </a:extLst>
          </p:cNvPr>
          <p:cNvSpPr>
            <a:spLocks noGrp="1"/>
          </p:cNvSpPr>
          <p:nvPr/>
        </p:nvSpPr>
        <p:spPr>
          <a:xfrm>
            <a:off x="7219950" y="2857500"/>
            <a:ext cx="52388" cy="547688"/>
          </a:xfrm>
          <a:prstGeom prst="rect">
            <a:avLst/>
          </a:prstGeom>
          <a:solidFill>
            <a:srgbClr val="1D4ED8"/>
          </a:solidFill>
          <a:ln w="13097">
            <a:solidFill>
              <a:srgbClr val="172B4D"/>
            </a:solidFill>
          </a:ln>
        </p:spPr>
      </p:sp>
      <p:sp>
        <p:nvSpPr>
          <p:cNvPr id="90" name="object-90">
            <a:extLst>
              <a:ext uri="{FF2B5EF4-FFF2-40B4-BE49-F238E27FC236}">
                <a16:creationId xmlns:a16="http://schemas.microsoft.com/office/drawing/2014/main" id="{206B1494-C47E-4C61-A9EC-74FD123F208F}"/>
              </a:ext>
            </a:extLst>
          </p:cNvPr>
          <p:cNvSpPr>
            <a:spLocks noGrp="1"/>
          </p:cNvSpPr>
          <p:nvPr/>
        </p:nvSpPr>
        <p:spPr>
          <a:xfrm>
            <a:off x="7272338" y="2857500"/>
            <a:ext cx="52388" cy="547688"/>
          </a:xfrm>
          <a:prstGeom prst="rect">
            <a:avLst/>
          </a:prstGeom>
          <a:solidFill>
            <a:srgbClr val="1D4ED8"/>
          </a:solidFill>
          <a:ln w="13097">
            <a:solidFill>
              <a:srgbClr val="172B4D"/>
            </a:solidFill>
          </a:ln>
        </p:spPr>
      </p:sp>
      <p:sp>
        <p:nvSpPr>
          <p:cNvPr id="91" name="object-91">
            <a:extLst>
              <a:ext uri="{FF2B5EF4-FFF2-40B4-BE49-F238E27FC236}">
                <a16:creationId xmlns:a16="http://schemas.microsoft.com/office/drawing/2014/main" id="{30F88E52-46DC-446D-9024-DA0DA0AFB927}"/>
              </a:ext>
            </a:extLst>
          </p:cNvPr>
          <p:cNvSpPr>
            <a:spLocks noGrp="1"/>
          </p:cNvSpPr>
          <p:nvPr/>
        </p:nvSpPr>
        <p:spPr>
          <a:xfrm>
            <a:off x="7324725" y="2857500"/>
            <a:ext cx="52388" cy="547688"/>
          </a:xfrm>
          <a:prstGeom prst="rect">
            <a:avLst/>
          </a:prstGeom>
          <a:solidFill>
            <a:srgbClr val="1D4ED8"/>
          </a:solidFill>
          <a:ln w="13097">
            <a:solidFill>
              <a:srgbClr val="172B4D"/>
            </a:solidFill>
          </a:ln>
        </p:spPr>
      </p:sp>
      <p:sp>
        <p:nvSpPr>
          <p:cNvPr id="92" name="object-92">
            <a:extLst>
              <a:ext uri="{FF2B5EF4-FFF2-40B4-BE49-F238E27FC236}">
                <a16:creationId xmlns:a16="http://schemas.microsoft.com/office/drawing/2014/main" id="{D37F6E18-9AAD-4146-8E6A-2338921BEABC}"/>
              </a:ext>
            </a:extLst>
          </p:cNvPr>
          <p:cNvSpPr>
            <a:spLocks noGrp="1"/>
          </p:cNvSpPr>
          <p:nvPr/>
        </p:nvSpPr>
        <p:spPr>
          <a:xfrm>
            <a:off x="7377113" y="2857500"/>
            <a:ext cx="52388" cy="547688"/>
          </a:xfrm>
          <a:prstGeom prst="rect">
            <a:avLst/>
          </a:prstGeom>
          <a:solidFill>
            <a:srgbClr val="1D4ED8"/>
          </a:solidFill>
          <a:ln w="13097">
            <a:solidFill>
              <a:srgbClr val="172B4D"/>
            </a:solidFill>
          </a:ln>
        </p:spPr>
      </p:sp>
      <p:sp>
        <p:nvSpPr>
          <p:cNvPr id="93" name="object-93">
            <a:extLst>
              <a:ext uri="{FF2B5EF4-FFF2-40B4-BE49-F238E27FC236}">
                <a16:creationId xmlns:a16="http://schemas.microsoft.com/office/drawing/2014/main" id="{BB5DCB8A-087D-429C-B428-D804DAA595A4}"/>
              </a:ext>
            </a:extLst>
          </p:cNvPr>
          <p:cNvSpPr>
            <a:spLocks noGrp="1"/>
          </p:cNvSpPr>
          <p:nvPr/>
        </p:nvSpPr>
        <p:spPr>
          <a:xfrm>
            <a:off x="7429500" y="2857500"/>
            <a:ext cx="52388" cy="547688"/>
          </a:xfrm>
          <a:prstGeom prst="rect">
            <a:avLst/>
          </a:prstGeom>
          <a:solidFill>
            <a:srgbClr val="1D4ED8"/>
          </a:solidFill>
          <a:ln w="13097">
            <a:solidFill>
              <a:srgbClr val="172B4D"/>
            </a:solidFill>
          </a:ln>
        </p:spPr>
      </p:sp>
      <p:sp>
        <p:nvSpPr>
          <p:cNvPr id="94" name="object-94">
            <a:extLst>
              <a:ext uri="{FF2B5EF4-FFF2-40B4-BE49-F238E27FC236}">
                <a16:creationId xmlns:a16="http://schemas.microsoft.com/office/drawing/2014/main" id="{E6E0EFF6-FBBD-4AEB-B027-6094C93D1A5F}"/>
              </a:ext>
            </a:extLst>
          </p:cNvPr>
          <p:cNvSpPr>
            <a:spLocks noGrp="1"/>
          </p:cNvSpPr>
          <p:nvPr/>
        </p:nvSpPr>
        <p:spPr>
          <a:xfrm>
            <a:off x="7481888" y="2857500"/>
            <a:ext cx="52388" cy="547688"/>
          </a:xfrm>
          <a:prstGeom prst="rect">
            <a:avLst/>
          </a:prstGeom>
          <a:solidFill>
            <a:srgbClr val="1D4ED8"/>
          </a:solidFill>
          <a:ln w="13097">
            <a:solidFill>
              <a:srgbClr val="172B4D"/>
            </a:solidFill>
          </a:ln>
        </p:spPr>
      </p:sp>
      <p:sp>
        <p:nvSpPr>
          <p:cNvPr id="95" name="object-95">
            <a:extLst>
              <a:ext uri="{FF2B5EF4-FFF2-40B4-BE49-F238E27FC236}">
                <a16:creationId xmlns:a16="http://schemas.microsoft.com/office/drawing/2014/main" id="{01CB3E8B-18C4-4E6B-BB66-66A86777E4DB}"/>
              </a:ext>
            </a:extLst>
          </p:cNvPr>
          <p:cNvSpPr>
            <a:spLocks noGrp="1"/>
          </p:cNvSpPr>
          <p:nvPr/>
        </p:nvSpPr>
        <p:spPr>
          <a:xfrm>
            <a:off x="7534275" y="2857500"/>
            <a:ext cx="52388" cy="547688"/>
          </a:xfrm>
          <a:prstGeom prst="rect">
            <a:avLst/>
          </a:prstGeom>
          <a:solidFill>
            <a:srgbClr val="1D4ED8"/>
          </a:solidFill>
          <a:ln w="13097">
            <a:solidFill>
              <a:srgbClr val="172B4D"/>
            </a:solidFill>
          </a:ln>
        </p:spPr>
      </p:sp>
      <p:sp>
        <p:nvSpPr>
          <p:cNvPr id="96" name="object-96">
            <a:extLst>
              <a:ext uri="{FF2B5EF4-FFF2-40B4-BE49-F238E27FC236}">
                <a16:creationId xmlns:a16="http://schemas.microsoft.com/office/drawing/2014/main" id="{C50602FB-A89A-42D7-B9B9-805A31FD301E}"/>
              </a:ext>
            </a:extLst>
          </p:cNvPr>
          <p:cNvSpPr>
            <a:spLocks noGrp="1"/>
          </p:cNvSpPr>
          <p:nvPr/>
        </p:nvSpPr>
        <p:spPr>
          <a:xfrm>
            <a:off x="7586663" y="2857500"/>
            <a:ext cx="52388" cy="547688"/>
          </a:xfrm>
          <a:prstGeom prst="rect">
            <a:avLst/>
          </a:prstGeom>
          <a:solidFill>
            <a:srgbClr val="1D4ED8"/>
          </a:solidFill>
          <a:ln w="13097">
            <a:solidFill>
              <a:srgbClr val="172B4D"/>
            </a:solidFill>
          </a:ln>
        </p:spPr>
      </p:sp>
      <p:sp>
        <p:nvSpPr>
          <p:cNvPr id="97" name="object-97">
            <a:extLst>
              <a:ext uri="{FF2B5EF4-FFF2-40B4-BE49-F238E27FC236}">
                <a16:creationId xmlns:a16="http://schemas.microsoft.com/office/drawing/2014/main" id="{BF713A2B-F868-4C33-AD69-2AFA3D4A57C7}"/>
              </a:ext>
            </a:extLst>
          </p:cNvPr>
          <p:cNvSpPr>
            <a:spLocks noGrp="1"/>
          </p:cNvSpPr>
          <p:nvPr/>
        </p:nvSpPr>
        <p:spPr>
          <a:xfrm>
            <a:off x="7639050" y="2857500"/>
            <a:ext cx="52388" cy="547688"/>
          </a:xfrm>
          <a:prstGeom prst="rect">
            <a:avLst/>
          </a:prstGeom>
          <a:solidFill>
            <a:srgbClr val="1D4ED8"/>
          </a:solidFill>
          <a:ln w="13097">
            <a:solidFill>
              <a:srgbClr val="172B4D"/>
            </a:solidFill>
          </a:ln>
        </p:spPr>
      </p:sp>
      <p:sp>
        <p:nvSpPr>
          <p:cNvPr id="98" name="object-98">
            <a:extLst>
              <a:ext uri="{FF2B5EF4-FFF2-40B4-BE49-F238E27FC236}">
                <a16:creationId xmlns:a16="http://schemas.microsoft.com/office/drawing/2014/main" id="{521A622A-BC64-48AA-B088-55C22CFA0A81}"/>
              </a:ext>
            </a:extLst>
          </p:cNvPr>
          <p:cNvSpPr>
            <a:spLocks noGrp="1"/>
          </p:cNvSpPr>
          <p:nvPr/>
        </p:nvSpPr>
        <p:spPr>
          <a:xfrm>
            <a:off x="7691438" y="2857500"/>
            <a:ext cx="52388" cy="547688"/>
          </a:xfrm>
          <a:prstGeom prst="rect">
            <a:avLst/>
          </a:prstGeom>
          <a:solidFill>
            <a:srgbClr val="1D4ED8"/>
          </a:solidFill>
          <a:ln w="13097">
            <a:solidFill>
              <a:srgbClr val="172B4D"/>
            </a:solidFill>
          </a:ln>
        </p:spPr>
      </p:sp>
      <p:sp>
        <p:nvSpPr>
          <p:cNvPr id="99" name="object-99">
            <a:extLst>
              <a:ext uri="{FF2B5EF4-FFF2-40B4-BE49-F238E27FC236}">
                <a16:creationId xmlns:a16="http://schemas.microsoft.com/office/drawing/2014/main" id="{86F08A5B-CCAC-45AF-94A2-C3FA22D5AB93}"/>
              </a:ext>
            </a:extLst>
          </p:cNvPr>
          <p:cNvSpPr>
            <a:spLocks noGrp="1"/>
          </p:cNvSpPr>
          <p:nvPr/>
        </p:nvSpPr>
        <p:spPr>
          <a:xfrm>
            <a:off x="7743825" y="2857500"/>
            <a:ext cx="52388" cy="547688"/>
          </a:xfrm>
          <a:prstGeom prst="rect">
            <a:avLst/>
          </a:prstGeom>
          <a:solidFill>
            <a:srgbClr val="1D4ED8"/>
          </a:solidFill>
          <a:ln w="13097">
            <a:solidFill>
              <a:srgbClr val="172B4D"/>
            </a:solidFill>
          </a:ln>
        </p:spPr>
      </p:sp>
      <p:sp>
        <p:nvSpPr>
          <p:cNvPr id="100" name="object-100">
            <a:extLst>
              <a:ext uri="{FF2B5EF4-FFF2-40B4-BE49-F238E27FC236}">
                <a16:creationId xmlns:a16="http://schemas.microsoft.com/office/drawing/2014/main" id="{9F381237-60CB-4AA0-A3A3-D5F16E0FAB89}"/>
              </a:ext>
            </a:extLst>
          </p:cNvPr>
          <p:cNvSpPr>
            <a:spLocks noGrp="1"/>
          </p:cNvSpPr>
          <p:nvPr/>
        </p:nvSpPr>
        <p:spPr>
          <a:xfrm>
            <a:off x="7796213" y="2857500"/>
            <a:ext cx="52388" cy="547688"/>
          </a:xfrm>
          <a:prstGeom prst="rect">
            <a:avLst/>
          </a:prstGeom>
          <a:solidFill>
            <a:srgbClr val="1D4ED8"/>
          </a:solidFill>
          <a:ln w="13097">
            <a:solidFill>
              <a:srgbClr val="172B4D"/>
            </a:solidFill>
          </a:ln>
        </p:spPr>
      </p:sp>
      <p:sp>
        <p:nvSpPr>
          <p:cNvPr id="101" name="object-101">
            <a:extLst>
              <a:ext uri="{FF2B5EF4-FFF2-40B4-BE49-F238E27FC236}">
                <a16:creationId xmlns:a16="http://schemas.microsoft.com/office/drawing/2014/main" id="{00640096-7B72-479D-B4E4-3483DCAAE497}"/>
              </a:ext>
            </a:extLst>
          </p:cNvPr>
          <p:cNvSpPr>
            <a:spLocks noGrp="1"/>
          </p:cNvSpPr>
          <p:nvPr/>
        </p:nvSpPr>
        <p:spPr>
          <a:xfrm>
            <a:off x="7848600" y="2857500"/>
            <a:ext cx="52388" cy="547688"/>
          </a:xfrm>
          <a:prstGeom prst="rect">
            <a:avLst/>
          </a:prstGeom>
          <a:solidFill>
            <a:srgbClr val="1D4ED8"/>
          </a:solidFill>
          <a:ln w="13097">
            <a:solidFill>
              <a:srgbClr val="172B4D"/>
            </a:solidFill>
          </a:ln>
        </p:spPr>
      </p:sp>
      <p:sp>
        <p:nvSpPr>
          <p:cNvPr id="102" name="object-102">
            <a:extLst>
              <a:ext uri="{FF2B5EF4-FFF2-40B4-BE49-F238E27FC236}">
                <a16:creationId xmlns:a16="http://schemas.microsoft.com/office/drawing/2014/main" id="{A2B47997-FF19-4A37-8704-A7A943C3CF46}"/>
              </a:ext>
            </a:extLst>
          </p:cNvPr>
          <p:cNvSpPr>
            <a:spLocks noGrp="1"/>
          </p:cNvSpPr>
          <p:nvPr/>
        </p:nvSpPr>
        <p:spPr>
          <a:xfrm>
            <a:off x="7900988" y="2857500"/>
            <a:ext cx="52388" cy="547688"/>
          </a:xfrm>
          <a:prstGeom prst="rect">
            <a:avLst/>
          </a:prstGeom>
          <a:solidFill>
            <a:srgbClr val="1D4ED8"/>
          </a:solidFill>
          <a:ln w="13097">
            <a:solidFill>
              <a:srgbClr val="172B4D"/>
            </a:solidFill>
          </a:ln>
        </p:spPr>
      </p:sp>
      <p:sp>
        <p:nvSpPr>
          <p:cNvPr id="103" name="object-103">
            <a:extLst>
              <a:ext uri="{FF2B5EF4-FFF2-40B4-BE49-F238E27FC236}">
                <a16:creationId xmlns:a16="http://schemas.microsoft.com/office/drawing/2014/main" id="{7E49F6D3-05B0-4559-B798-0E4A18DD0B0A}"/>
              </a:ext>
            </a:extLst>
          </p:cNvPr>
          <p:cNvSpPr>
            <a:spLocks noGrp="1"/>
          </p:cNvSpPr>
          <p:nvPr/>
        </p:nvSpPr>
        <p:spPr>
          <a:xfrm>
            <a:off x="7953375" y="2857500"/>
            <a:ext cx="52388" cy="547688"/>
          </a:xfrm>
          <a:prstGeom prst="rect">
            <a:avLst/>
          </a:prstGeom>
          <a:solidFill>
            <a:srgbClr val="1D4ED8"/>
          </a:solidFill>
          <a:ln w="13097">
            <a:solidFill>
              <a:srgbClr val="172B4D"/>
            </a:solidFill>
          </a:ln>
        </p:spPr>
      </p:sp>
      <p:sp>
        <p:nvSpPr>
          <p:cNvPr id="104" name="object-104">
            <a:extLst>
              <a:ext uri="{FF2B5EF4-FFF2-40B4-BE49-F238E27FC236}">
                <a16:creationId xmlns:a16="http://schemas.microsoft.com/office/drawing/2014/main" id="{15CF0AF7-D4F6-4CDE-8667-BD1D70E41029}"/>
              </a:ext>
            </a:extLst>
          </p:cNvPr>
          <p:cNvSpPr>
            <a:spLocks noGrp="1"/>
          </p:cNvSpPr>
          <p:nvPr/>
        </p:nvSpPr>
        <p:spPr>
          <a:xfrm>
            <a:off x="8005763" y="2857500"/>
            <a:ext cx="52388" cy="547688"/>
          </a:xfrm>
          <a:prstGeom prst="rect">
            <a:avLst/>
          </a:prstGeom>
          <a:solidFill>
            <a:srgbClr val="1D4ED8"/>
          </a:solidFill>
          <a:ln w="13097">
            <a:solidFill>
              <a:srgbClr val="172B4D"/>
            </a:solidFill>
          </a:ln>
        </p:spPr>
      </p:sp>
      <p:sp>
        <p:nvSpPr>
          <p:cNvPr id="105" name="object-105">
            <a:extLst>
              <a:ext uri="{FF2B5EF4-FFF2-40B4-BE49-F238E27FC236}">
                <a16:creationId xmlns:a16="http://schemas.microsoft.com/office/drawing/2014/main" id="{D00B8495-A9E6-44B7-A31C-AB544A06F094}"/>
              </a:ext>
            </a:extLst>
          </p:cNvPr>
          <p:cNvSpPr>
            <a:spLocks noGrp="1"/>
          </p:cNvSpPr>
          <p:nvPr/>
        </p:nvSpPr>
        <p:spPr>
          <a:xfrm>
            <a:off x="8058150" y="2857500"/>
            <a:ext cx="52388" cy="547688"/>
          </a:xfrm>
          <a:prstGeom prst="rect">
            <a:avLst/>
          </a:prstGeom>
          <a:solidFill>
            <a:srgbClr val="1D4ED8"/>
          </a:solidFill>
          <a:ln w="13097">
            <a:solidFill>
              <a:srgbClr val="172B4D"/>
            </a:solidFill>
          </a:ln>
        </p:spPr>
      </p:sp>
      <p:sp>
        <p:nvSpPr>
          <p:cNvPr id="106" name="object-106">
            <a:extLst>
              <a:ext uri="{FF2B5EF4-FFF2-40B4-BE49-F238E27FC236}">
                <a16:creationId xmlns:a16="http://schemas.microsoft.com/office/drawing/2014/main" id="{295A6481-0DDF-4C9E-AE14-40563DF7AD56}"/>
              </a:ext>
            </a:extLst>
          </p:cNvPr>
          <p:cNvSpPr>
            <a:spLocks noGrp="1"/>
          </p:cNvSpPr>
          <p:nvPr/>
        </p:nvSpPr>
        <p:spPr>
          <a:xfrm>
            <a:off x="8110538" y="2857500"/>
            <a:ext cx="52388" cy="547688"/>
          </a:xfrm>
          <a:prstGeom prst="rect">
            <a:avLst/>
          </a:prstGeom>
          <a:solidFill>
            <a:srgbClr val="1D4ED8"/>
          </a:solidFill>
          <a:ln w="13097">
            <a:solidFill>
              <a:srgbClr val="172B4D"/>
            </a:solidFill>
          </a:ln>
        </p:spPr>
      </p:sp>
      <p:sp>
        <p:nvSpPr>
          <p:cNvPr id="107" name="object-107">
            <a:extLst>
              <a:ext uri="{FF2B5EF4-FFF2-40B4-BE49-F238E27FC236}">
                <a16:creationId xmlns:a16="http://schemas.microsoft.com/office/drawing/2014/main" id="{94FFCAF3-917F-4E8E-B2C8-9C653E04B134}"/>
              </a:ext>
            </a:extLst>
          </p:cNvPr>
          <p:cNvSpPr>
            <a:spLocks noGrp="1"/>
          </p:cNvSpPr>
          <p:nvPr/>
        </p:nvSpPr>
        <p:spPr>
          <a:xfrm>
            <a:off x="8162925" y="2857500"/>
            <a:ext cx="52388" cy="547688"/>
          </a:xfrm>
          <a:prstGeom prst="rect">
            <a:avLst/>
          </a:prstGeom>
          <a:solidFill>
            <a:srgbClr val="1D4ED8"/>
          </a:solidFill>
          <a:ln w="13097">
            <a:solidFill>
              <a:srgbClr val="172B4D"/>
            </a:solidFill>
          </a:ln>
        </p:spPr>
      </p:sp>
      <p:sp>
        <p:nvSpPr>
          <p:cNvPr id="108" name="object-108">
            <a:extLst>
              <a:ext uri="{FF2B5EF4-FFF2-40B4-BE49-F238E27FC236}">
                <a16:creationId xmlns:a16="http://schemas.microsoft.com/office/drawing/2014/main" id="{20B619CE-3C25-4DCD-B9B5-BD6C6BDE3A65}"/>
              </a:ext>
            </a:extLst>
          </p:cNvPr>
          <p:cNvSpPr>
            <a:spLocks noGrp="1"/>
          </p:cNvSpPr>
          <p:nvPr/>
        </p:nvSpPr>
        <p:spPr>
          <a:xfrm>
            <a:off x="8215313" y="2857500"/>
            <a:ext cx="52388" cy="547688"/>
          </a:xfrm>
          <a:prstGeom prst="rect">
            <a:avLst/>
          </a:prstGeom>
          <a:solidFill>
            <a:srgbClr val="1D4ED8"/>
          </a:solidFill>
          <a:ln w="13097">
            <a:solidFill>
              <a:srgbClr val="172B4D"/>
            </a:solidFill>
          </a:ln>
        </p:spPr>
      </p:sp>
      <p:sp>
        <p:nvSpPr>
          <p:cNvPr id="109" name="object-109">
            <a:extLst>
              <a:ext uri="{FF2B5EF4-FFF2-40B4-BE49-F238E27FC236}">
                <a16:creationId xmlns:a16="http://schemas.microsoft.com/office/drawing/2014/main" id="{072B2231-A7DA-4636-97F4-53761372CA9A}"/>
              </a:ext>
            </a:extLst>
          </p:cNvPr>
          <p:cNvSpPr>
            <a:spLocks noGrp="1"/>
          </p:cNvSpPr>
          <p:nvPr/>
        </p:nvSpPr>
        <p:spPr>
          <a:xfrm>
            <a:off x="8267700" y="2857500"/>
            <a:ext cx="52388" cy="547688"/>
          </a:xfrm>
          <a:prstGeom prst="rect">
            <a:avLst/>
          </a:prstGeom>
          <a:solidFill>
            <a:srgbClr val="1D4ED8"/>
          </a:solidFill>
          <a:ln w="13097">
            <a:solidFill>
              <a:srgbClr val="172B4D"/>
            </a:solidFill>
          </a:ln>
        </p:spPr>
      </p:sp>
      <p:sp>
        <p:nvSpPr>
          <p:cNvPr id="110" name="object-110">
            <a:extLst>
              <a:ext uri="{FF2B5EF4-FFF2-40B4-BE49-F238E27FC236}">
                <a16:creationId xmlns:a16="http://schemas.microsoft.com/office/drawing/2014/main" id="{FAF8116B-ED4A-475B-B3BF-C56CE66975DF}"/>
              </a:ext>
            </a:extLst>
          </p:cNvPr>
          <p:cNvSpPr>
            <a:spLocks noGrp="1"/>
          </p:cNvSpPr>
          <p:nvPr/>
        </p:nvSpPr>
        <p:spPr>
          <a:xfrm>
            <a:off x="8320088" y="2857500"/>
            <a:ext cx="52388" cy="547688"/>
          </a:xfrm>
          <a:prstGeom prst="rect">
            <a:avLst/>
          </a:prstGeom>
          <a:solidFill>
            <a:srgbClr val="1D4ED8"/>
          </a:solidFill>
          <a:ln w="13097">
            <a:solidFill>
              <a:srgbClr val="172B4D"/>
            </a:solidFill>
          </a:ln>
        </p:spPr>
      </p:sp>
      <p:sp>
        <p:nvSpPr>
          <p:cNvPr id="111" name="object-111">
            <a:extLst>
              <a:ext uri="{FF2B5EF4-FFF2-40B4-BE49-F238E27FC236}">
                <a16:creationId xmlns:a16="http://schemas.microsoft.com/office/drawing/2014/main" id="{6A1AA850-8C42-4513-9E48-24DEF9FC407A}"/>
              </a:ext>
            </a:extLst>
          </p:cNvPr>
          <p:cNvSpPr>
            <a:spLocks noGrp="1"/>
          </p:cNvSpPr>
          <p:nvPr/>
        </p:nvSpPr>
        <p:spPr>
          <a:xfrm>
            <a:off x="8372475" y="2857500"/>
            <a:ext cx="52388" cy="547688"/>
          </a:xfrm>
          <a:prstGeom prst="rect">
            <a:avLst/>
          </a:prstGeom>
          <a:solidFill>
            <a:srgbClr val="1D4ED8"/>
          </a:solidFill>
          <a:ln w="13097">
            <a:solidFill>
              <a:srgbClr val="172B4D"/>
            </a:solidFill>
          </a:ln>
        </p:spPr>
      </p:sp>
      <p:sp>
        <p:nvSpPr>
          <p:cNvPr id="112" name="object-112">
            <a:extLst>
              <a:ext uri="{FF2B5EF4-FFF2-40B4-BE49-F238E27FC236}">
                <a16:creationId xmlns:a16="http://schemas.microsoft.com/office/drawing/2014/main" id="{8DF2C73F-FD12-45C6-9511-D971C2FDDB44}"/>
              </a:ext>
            </a:extLst>
          </p:cNvPr>
          <p:cNvSpPr>
            <a:spLocks noGrp="1"/>
          </p:cNvSpPr>
          <p:nvPr/>
        </p:nvSpPr>
        <p:spPr>
          <a:xfrm>
            <a:off x="8424863" y="2857500"/>
            <a:ext cx="52388" cy="547688"/>
          </a:xfrm>
          <a:prstGeom prst="rect">
            <a:avLst/>
          </a:prstGeom>
          <a:solidFill>
            <a:srgbClr val="1D4ED8"/>
          </a:solidFill>
          <a:ln w="13097">
            <a:solidFill>
              <a:srgbClr val="172B4D"/>
            </a:solidFill>
          </a:ln>
        </p:spPr>
      </p:sp>
      <p:sp>
        <p:nvSpPr>
          <p:cNvPr id="113" name="object-113">
            <a:extLst>
              <a:ext uri="{FF2B5EF4-FFF2-40B4-BE49-F238E27FC236}">
                <a16:creationId xmlns:a16="http://schemas.microsoft.com/office/drawing/2014/main" id="{1E5BEE58-FE88-49C9-92D1-BECF90FA96EB}"/>
              </a:ext>
            </a:extLst>
          </p:cNvPr>
          <p:cNvSpPr>
            <a:spLocks noGrp="1"/>
          </p:cNvSpPr>
          <p:nvPr/>
        </p:nvSpPr>
        <p:spPr>
          <a:xfrm>
            <a:off x="8477250" y="2857500"/>
            <a:ext cx="52388" cy="547688"/>
          </a:xfrm>
          <a:prstGeom prst="rect">
            <a:avLst/>
          </a:prstGeom>
          <a:solidFill>
            <a:srgbClr val="1D4ED8"/>
          </a:solidFill>
          <a:ln w="13097">
            <a:solidFill>
              <a:srgbClr val="172B4D"/>
            </a:solidFill>
          </a:ln>
        </p:spPr>
      </p:sp>
      <p:sp>
        <p:nvSpPr>
          <p:cNvPr id="114" name="object-114">
            <a:extLst>
              <a:ext uri="{FF2B5EF4-FFF2-40B4-BE49-F238E27FC236}">
                <a16:creationId xmlns:a16="http://schemas.microsoft.com/office/drawing/2014/main" id="{5F218035-2ADD-4854-A908-6B2EC14B687A}"/>
              </a:ext>
            </a:extLst>
          </p:cNvPr>
          <p:cNvSpPr>
            <a:spLocks noGrp="1"/>
          </p:cNvSpPr>
          <p:nvPr/>
        </p:nvSpPr>
        <p:spPr>
          <a:xfrm>
            <a:off x="8529638" y="2857500"/>
            <a:ext cx="52388" cy="547688"/>
          </a:xfrm>
          <a:prstGeom prst="rect">
            <a:avLst/>
          </a:prstGeom>
          <a:solidFill>
            <a:srgbClr val="1D4ED8"/>
          </a:solidFill>
          <a:ln w="13097">
            <a:solidFill>
              <a:srgbClr val="172B4D"/>
            </a:solidFill>
          </a:ln>
        </p:spPr>
      </p:sp>
      <p:sp>
        <p:nvSpPr>
          <p:cNvPr id="115" name="object-115">
            <a:extLst>
              <a:ext uri="{FF2B5EF4-FFF2-40B4-BE49-F238E27FC236}">
                <a16:creationId xmlns:a16="http://schemas.microsoft.com/office/drawing/2014/main" id="{F53E213C-1CCE-4FFF-A489-AFAA58BC108E}"/>
              </a:ext>
            </a:extLst>
          </p:cNvPr>
          <p:cNvSpPr>
            <a:spLocks noGrp="1"/>
          </p:cNvSpPr>
          <p:nvPr/>
        </p:nvSpPr>
        <p:spPr>
          <a:xfrm>
            <a:off x="8582025" y="2857500"/>
            <a:ext cx="52388" cy="547688"/>
          </a:xfrm>
          <a:prstGeom prst="rect">
            <a:avLst/>
          </a:prstGeom>
          <a:solidFill>
            <a:srgbClr val="1D4ED8"/>
          </a:solidFill>
          <a:ln w="13097">
            <a:solidFill>
              <a:srgbClr val="172B4D"/>
            </a:solidFill>
          </a:ln>
        </p:spPr>
      </p:sp>
      <p:sp>
        <p:nvSpPr>
          <p:cNvPr id="116" name="object-116">
            <a:extLst>
              <a:ext uri="{FF2B5EF4-FFF2-40B4-BE49-F238E27FC236}">
                <a16:creationId xmlns:a16="http://schemas.microsoft.com/office/drawing/2014/main" id="{DE7BB5C3-2875-42D3-B2A8-9D5071BC59F1}"/>
              </a:ext>
            </a:extLst>
          </p:cNvPr>
          <p:cNvSpPr>
            <a:spLocks noGrp="1"/>
          </p:cNvSpPr>
          <p:nvPr/>
        </p:nvSpPr>
        <p:spPr>
          <a:xfrm>
            <a:off x="8634413" y="2857500"/>
            <a:ext cx="52388" cy="547688"/>
          </a:xfrm>
          <a:prstGeom prst="rect">
            <a:avLst/>
          </a:prstGeom>
          <a:solidFill>
            <a:srgbClr val="1D4ED8"/>
          </a:solidFill>
          <a:ln w="13097">
            <a:solidFill>
              <a:srgbClr val="172B4D"/>
            </a:solidFill>
          </a:ln>
        </p:spPr>
      </p:sp>
      <p:sp>
        <p:nvSpPr>
          <p:cNvPr id="117" name="object-117">
            <a:extLst>
              <a:ext uri="{FF2B5EF4-FFF2-40B4-BE49-F238E27FC236}">
                <a16:creationId xmlns:a16="http://schemas.microsoft.com/office/drawing/2014/main" id="{27165DF6-DFEB-439B-973E-266E0ABD49EF}"/>
              </a:ext>
            </a:extLst>
          </p:cNvPr>
          <p:cNvSpPr>
            <a:spLocks noGrp="1"/>
          </p:cNvSpPr>
          <p:nvPr/>
        </p:nvSpPr>
        <p:spPr>
          <a:xfrm>
            <a:off x="8686800" y="2857500"/>
            <a:ext cx="52388" cy="547688"/>
          </a:xfrm>
          <a:prstGeom prst="rect">
            <a:avLst/>
          </a:prstGeom>
          <a:solidFill>
            <a:srgbClr val="1D4ED8"/>
          </a:solidFill>
          <a:ln w="13097">
            <a:solidFill>
              <a:srgbClr val="172B4D"/>
            </a:solidFill>
          </a:ln>
        </p:spPr>
      </p:sp>
      <p:sp>
        <p:nvSpPr>
          <p:cNvPr id="118" name="object-118">
            <a:extLst>
              <a:ext uri="{FF2B5EF4-FFF2-40B4-BE49-F238E27FC236}">
                <a16:creationId xmlns:a16="http://schemas.microsoft.com/office/drawing/2014/main" id="{E2544D64-2416-427B-8CDF-52541A517D1C}"/>
              </a:ext>
            </a:extLst>
          </p:cNvPr>
          <p:cNvSpPr>
            <a:spLocks noGrp="1"/>
          </p:cNvSpPr>
          <p:nvPr/>
        </p:nvSpPr>
        <p:spPr>
          <a:xfrm>
            <a:off x="8739188" y="2857500"/>
            <a:ext cx="52388" cy="547688"/>
          </a:xfrm>
          <a:prstGeom prst="rect">
            <a:avLst/>
          </a:prstGeom>
          <a:solidFill>
            <a:srgbClr val="1D4ED8"/>
          </a:solidFill>
          <a:ln w="13097">
            <a:solidFill>
              <a:srgbClr val="172B4D"/>
            </a:solidFill>
          </a:ln>
        </p:spPr>
      </p:sp>
      <p:sp>
        <p:nvSpPr>
          <p:cNvPr id="119" name="object-119">
            <a:extLst>
              <a:ext uri="{FF2B5EF4-FFF2-40B4-BE49-F238E27FC236}">
                <a16:creationId xmlns:a16="http://schemas.microsoft.com/office/drawing/2014/main" id="{F443EFA0-595E-462B-B4F4-1B7679FF1354}"/>
              </a:ext>
            </a:extLst>
          </p:cNvPr>
          <p:cNvSpPr>
            <a:spLocks noGrp="1"/>
          </p:cNvSpPr>
          <p:nvPr/>
        </p:nvSpPr>
        <p:spPr>
          <a:xfrm>
            <a:off x="8791575" y="2857500"/>
            <a:ext cx="52388" cy="547688"/>
          </a:xfrm>
          <a:prstGeom prst="rect">
            <a:avLst/>
          </a:prstGeom>
          <a:solidFill>
            <a:srgbClr val="1D4ED8"/>
          </a:solidFill>
          <a:ln w="13097">
            <a:solidFill>
              <a:srgbClr val="172B4D"/>
            </a:solidFill>
          </a:ln>
        </p:spPr>
      </p:sp>
      <p:sp>
        <p:nvSpPr>
          <p:cNvPr id="120" name="object-120">
            <a:extLst>
              <a:ext uri="{FF2B5EF4-FFF2-40B4-BE49-F238E27FC236}">
                <a16:creationId xmlns:a16="http://schemas.microsoft.com/office/drawing/2014/main" id="{DB123E2F-E59C-41CC-BE36-78DF509A4EA3}"/>
              </a:ext>
            </a:extLst>
          </p:cNvPr>
          <p:cNvSpPr>
            <a:spLocks noGrp="1"/>
          </p:cNvSpPr>
          <p:nvPr/>
        </p:nvSpPr>
        <p:spPr>
          <a:xfrm>
            <a:off x="8843963" y="2857500"/>
            <a:ext cx="52388" cy="547688"/>
          </a:xfrm>
          <a:prstGeom prst="rect">
            <a:avLst/>
          </a:prstGeom>
          <a:solidFill>
            <a:srgbClr val="1D4ED8"/>
          </a:solidFill>
          <a:ln w="13097">
            <a:solidFill>
              <a:srgbClr val="172B4D"/>
            </a:solidFill>
          </a:ln>
        </p:spPr>
      </p:sp>
      <p:sp>
        <p:nvSpPr>
          <p:cNvPr id="121" name="object-121">
            <a:extLst>
              <a:ext uri="{FF2B5EF4-FFF2-40B4-BE49-F238E27FC236}">
                <a16:creationId xmlns:a16="http://schemas.microsoft.com/office/drawing/2014/main" id="{D6862C69-983E-479F-858F-3EA91D8A7029}"/>
              </a:ext>
            </a:extLst>
          </p:cNvPr>
          <p:cNvSpPr>
            <a:spLocks noGrp="1"/>
          </p:cNvSpPr>
          <p:nvPr/>
        </p:nvSpPr>
        <p:spPr>
          <a:xfrm>
            <a:off x="8896350" y="2857500"/>
            <a:ext cx="52388" cy="547688"/>
          </a:xfrm>
          <a:prstGeom prst="rect">
            <a:avLst/>
          </a:prstGeom>
          <a:solidFill>
            <a:srgbClr val="1D4ED8"/>
          </a:solidFill>
          <a:ln w="13097">
            <a:solidFill>
              <a:srgbClr val="172B4D"/>
            </a:solidFill>
          </a:ln>
        </p:spPr>
      </p:sp>
      <p:sp>
        <p:nvSpPr>
          <p:cNvPr id="122" name="object-122">
            <a:extLst>
              <a:ext uri="{FF2B5EF4-FFF2-40B4-BE49-F238E27FC236}">
                <a16:creationId xmlns:a16="http://schemas.microsoft.com/office/drawing/2014/main" id="{3E6293F9-72B9-4BA1-B6FC-2B4B459FAA2A}"/>
              </a:ext>
            </a:extLst>
          </p:cNvPr>
          <p:cNvSpPr>
            <a:spLocks noGrp="1"/>
          </p:cNvSpPr>
          <p:nvPr/>
        </p:nvSpPr>
        <p:spPr>
          <a:xfrm>
            <a:off x="8948738" y="2857500"/>
            <a:ext cx="52388" cy="547688"/>
          </a:xfrm>
          <a:prstGeom prst="rect">
            <a:avLst/>
          </a:prstGeom>
          <a:solidFill>
            <a:srgbClr val="1D4ED8"/>
          </a:solidFill>
          <a:ln w="13097">
            <a:solidFill>
              <a:srgbClr val="172B4D"/>
            </a:solidFill>
          </a:ln>
        </p:spPr>
      </p:sp>
      <p:sp>
        <p:nvSpPr>
          <p:cNvPr id="123" name="object-123">
            <a:extLst>
              <a:ext uri="{FF2B5EF4-FFF2-40B4-BE49-F238E27FC236}">
                <a16:creationId xmlns:a16="http://schemas.microsoft.com/office/drawing/2014/main" id="{39B579A2-761D-4F48-AA23-E6549E33ED85}"/>
              </a:ext>
            </a:extLst>
          </p:cNvPr>
          <p:cNvSpPr>
            <a:spLocks noGrp="1"/>
          </p:cNvSpPr>
          <p:nvPr/>
        </p:nvSpPr>
        <p:spPr>
          <a:xfrm>
            <a:off x="9001125" y="2857500"/>
            <a:ext cx="52388" cy="547688"/>
          </a:xfrm>
          <a:prstGeom prst="rect">
            <a:avLst/>
          </a:prstGeom>
          <a:solidFill>
            <a:srgbClr val="1D4ED8"/>
          </a:solidFill>
          <a:ln w="13097">
            <a:solidFill>
              <a:srgbClr val="172B4D"/>
            </a:solidFill>
          </a:ln>
        </p:spPr>
      </p:sp>
      <p:sp>
        <p:nvSpPr>
          <p:cNvPr id="124" name="object-124">
            <a:extLst>
              <a:ext uri="{FF2B5EF4-FFF2-40B4-BE49-F238E27FC236}">
                <a16:creationId xmlns:a16="http://schemas.microsoft.com/office/drawing/2014/main" id="{29F29EB8-5928-48C4-85C8-87C384AFB57C}"/>
              </a:ext>
            </a:extLst>
          </p:cNvPr>
          <p:cNvSpPr>
            <a:spLocks noGrp="1"/>
          </p:cNvSpPr>
          <p:nvPr/>
        </p:nvSpPr>
        <p:spPr>
          <a:xfrm>
            <a:off x="9053513" y="2857500"/>
            <a:ext cx="52388" cy="547688"/>
          </a:xfrm>
          <a:prstGeom prst="rect">
            <a:avLst/>
          </a:prstGeom>
          <a:solidFill>
            <a:srgbClr val="1D4ED8"/>
          </a:solidFill>
          <a:ln w="13097">
            <a:solidFill>
              <a:srgbClr val="172B4D"/>
            </a:solidFill>
          </a:ln>
        </p:spPr>
      </p:sp>
      <p:sp>
        <p:nvSpPr>
          <p:cNvPr id="125" name="object-125">
            <a:extLst>
              <a:ext uri="{FF2B5EF4-FFF2-40B4-BE49-F238E27FC236}">
                <a16:creationId xmlns:a16="http://schemas.microsoft.com/office/drawing/2014/main" id="{A13414A1-7FCB-44D3-AFBC-EF281D63BD33}"/>
              </a:ext>
            </a:extLst>
          </p:cNvPr>
          <p:cNvSpPr>
            <a:spLocks noGrp="1"/>
          </p:cNvSpPr>
          <p:nvPr/>
        </p:nvSpPr>
        <p:spPr>
          <a:xfrm>
            <a:off x="9105900" y="2857500"/>
            <a:ext cx="52388" cy="547688"/>
          </a:xfrm>
          <a:prstGeom prst="rect">
            <a:avLst/>
          </a:prstGeom>
          <a:solidFill>
            <a:srgbClr val="1D4ED8"/>
          </a:solidFill>
          <a:ln w="13097">
            <a:solidFill>
              <a:srgbClr val="172B4D"/>
            </a:solidFill>
          </a:ln>
        </p:spPr>
      </p:sp>
      <p:sp>
        <p:nvSpPr>
          <p:cNvPr id="126" name="object-126">
            <a:extLst>
              <a:ext uri="{FF2B5EF4-FFF2-40B4-BE49-F238E27FC236}">
                <a16:creationId xmlns:a16="http://schemas.microsoft.com/office/drawing/2014/main" id="{2CFA1206-9631-4734-B8E2-0C6EBB76D1CE}"/>
              </a:ext>
            </a:extLst>
          </p:cNvPr>
          <p:cNvSpPr>
            <a:spLocks noGrp="1"/>
          </p:cNvSpPr>
          <p:nvPr/>
        </p:nvSpPr>
        <p:spPr>
          <a:xfrm>
            <a:off x="9158288" y="2857500"/>
            <a:ext cx="52388" cy="547688"/>
          </a:xfrm>
          <a:prstGeom prst="rect">
            <a:avLst/>
          </a:prstGeom>
          <a:solidFill>
            <a:srgbClr val="1D4ED8"/>
          </a:solidFill>
          <a:ln w="13097">
            <a:solidFill>
              <a:srgbClr val="172B4D"/>
            </a:solidFill>
          </a:ln>
        </p:spPr>
      </p:sp>
      <p:sp>
        <p:nvSpPr>
          <p:cNvPr id="127" name="object-127">
            <a:extLst>
              <a:ext uri="{FF2B5EF4-FFF2-40B4-BE49-F238E27FC236}">
                <a16:creationId xmlns:a16="http://schemas.microsoft.com/office/drawing/2014/main" id="{4DDECF5B-847C-496A-B2DD-7D2004F0F748}"/>
              </a:ext>
            </a:extLst>
          </p:cNvPr>
          <p:cNvSpPr>
            <a:spLocks noGrp="1"/>
          </p:cNvSpPr>
          <p:nvPr/>
        </p:nvSpPr>
        <p:spPr>
          <a:xfrm>
            <a:off x="9210675" y="2857500"/>
            <a:ext cx="52388" cy="547688"/>
          </a:xfrm>
          <a:prstGeom prst="rect">
            <a:avLst/>
          </a:prstGeom>
          <a:solidFill>
            <a:srgbClr val="1D4ED8"/>
          </a:solidFill>
          <a:ln w="13097">
            <a:solidFill>
              <a:srgbClr val="172B4D"/>
            </a:solidFill>
          </a:ln>
        </p:spPr>
      </p:sp>
      <p:sp>
        <p:nvSpPr>
          <p:cNvPr id="128" name="object-128">
            <a:extLst>
              <a:ext uri="{FF2B5EF4-FFF2-40B4-BE49-F238E27FC236}">
                <a16:creationId xmlns:a16="http://schemas.microsoft.com/office/drawing/2014/main" id="{C30D93FF-E5DD-4827-B5F7-DC1F3253CA7B}"/>
              </a:ext>
            </a:extLst>
          </p:cNvPr>
          <p:cNvSpPr>
            <a:spLocks noGrp="1"/>
          </p:cNvSpPr>
          <p:nvPr/>
        </p:nvSpPr>
        <p:spPr>
          <a:xfrm>
            <a:off x="9263063" y="2857500"/>
            <a:ext cx="52388" cy="547688"/>
          </a:xfrm>
          <a:prstGeom prst="rect">
            <a:avLst/>
          </a:prstGeom>
          <a:solidFill>
            <a:srgbClr val="1D4ED8"/>
          </a:solidFill>
          <a:ln w="13097">
            <a:solidFill>
              <a:srgbClr val="172B4D"/>
            </a:solidFill>
          </a:ln>
        </p:spPr>
      </p:sp>
      <p:sp>
        <p:nvSpPr>
          <p:cNvPr id="129" name="object-129">
            <a:extLst>
              <a:ext uri="{FF2B5EF4-FFF2-40B4-BE49-F238E27FC236}">
                <a16:creationId xmlns:a16="http://schemas.microsoft.com/office/drawing/2014/main" id="{3BA7D1AC-063D-4D38-9DEC-429AC061B320}"/>
              </a:ext>
            </a:extLst>
          </p:cNvPr>
          <p:cNvSpPr>
            <a:spLocks noGrp="1"/>
          </p:cNvSpPr>
          <p:nvPr/>
        </p:nvSpPr>
        <p:spPr>
          <a:xfrm>
            <a:off x="9315450" y="2857500"/>
            <a:ext cx="52388" cy="547688"/>
          </a:xfrm>
          <a:prstGeom prst="rect">
            <a:avLst/>
          </a:prstGeom>
          <a:solidFill>
            <a:srgbClr val="1D4ED8"/>
          </a:solidFill>
          <a:ln w="13097">
            <a:solidFill>
              <a:srgbClr val="172B4D"/>
            </a:solidFill>
          </a:ln>
        </p:spPr>
      </p:sp>
      <p:sp>
        <p:nvSpPr>
          <p:cNvPr id="130" name="object-130">
            <a:extLst>
              <a:ext uri="{FF2B5EF4-FFF2-40B4-BE49-F238E27FC236}">
                <a16:creationId xmlns:a16="http://schemas.microsoft.com/office/drawing/2014/main" id="{1700AA1E-B548-42DB-B983-668133F96C7C}"/>
              </a:ext>
            </a:extLst>
          </p:cNvPr>
          <p:cNvSpPr>
            <a:spLocks noGrp="1"/>
          </p:cNvSpPr>
          <p:nvPr/>
        </p:nvSpPr>
        <p:spPr>
          <a:xfrm>
            <a:off x="9367838" y="2857500"/>
            <a:ext cx="52388" cy="547688"/>
          </a:xfrm>
          <a:prstGeom prst="rect">
            <a:avLst/>
          </a:prstGeom>
          <a:solidFill>
            <a:srgbClr val="1D4ED8"/>
          </a:solidFill>
          <a:ln w="13097">
            <a:solidFill>
              <a:srgbClr val="172B4D"/>
            </a:solidFill>
          </a:ln>
        </p:spPr>
      </p:sp>
      <p:sp>
        <p:nvSpPr>
          <p:cNvPr id="131" name="object-131">
            <a:extLst>
              <a:ext uri="{FF2B5EF4-FFF2-40B4-BE49-F238E27FC236}">
                <a16:creationId xmlns:a16="http://schemas.microsoft.com/office/drawing/2014/main" id="{B9CE3C43-E309-40CB-A4CA-43C21E047DBD}"/>
              </a:ext>
            </a:extLst>
          </p:cNvPr>
          <p:cNvSpPr>
            <a:spLocks noGrp="1"/>
          </p:cNvSpPr>
          <p:nvPr/>
        </p:nvSpPr>
        <p:spPr>
          <a:xfrm>
            <a:off x="9420225" y="2857500"/>
            <a:ext cx="52388" cy="547688"/>
          </a:xfrm>
          <a:prstGeom prst="rect">
            <a:avLst/>
          </a:prstGeom>
          <a:solidFill>
            <a:srgbClr val="1D4ED8"/>
          </a:solidFill>
          <a:ln w="13097">
            <a:solidFill>
              <a:srgbClr val="172B4D"/>
            </a:solidFill>
          </a:ln>
        </p:spPr>
      </p:sp>
      <p:sp>
        <p:nvSpPr>
          <p:cNvPr id="132" name="object-132">
            <a:extLst>
              <a:ext uri="{FF2B5EF4-FFF2-40B4-BE49-F238E27FC236}">
                <a16:creationId xmlns:a16="http://schemas.microsoft.com/office/drawing/2014/main" id="{A35C1C12-E944-439C-9D5A-D16B3B8F1DA1}"/>
              </a:ext>
            </a:extLst>
          </p:cNvPr>
          <p:cNvSpPr>
            <a:spLocks noGrp="1"/>
          </p:cNvSpPr>
          <p:nvPr/>
        </p:nvSpPr>
        <p:spPr>
          <a:xfrm>
            <a:off x="9472613" y="2857500"/>
            <a:ext cx="52388" cy="547688"/>
          </a:xfrm>
          <a:prstGeom prst="rect">
            <a:avLst/>
          </a:prstGeom>
          <a:solidFill>
            <a:srgbClr val="1D4ED8"/>
          </a:solidFill>
          <a:ln w="13097">
            <a:solidFill>
              <a:srgbClr val="172B4D"/>
            </a:solidFill>
          </a:ln>
        </p:spPr>
      </p:sp>
      <p:sp>
        <p:nvSpPr>
          <p:cNvPr id="133" name="object-133">
            <a:extLst>
              <a:ext uri="{FF2B5EF4-FFF2-40B4-BE49-F238E27FC236}">
                <a16:creationId xmlns:a16="http://schemas.microsoft.com/office/drawing/2014/main" id="{80596C66-F6BF-4808-AE69-51CC32DFDAB5}"/>
              </a:ext>
            </a:extLst>
          </p:cNvPr>
          <p:cNvSpPr>
            <a:spLocks noGrp="1"/>
          </p:cNvSpPr>
          <p:nvPr/>
        </p:nvSpPr>
        <p:spPr>
          <a:xfrm>
            <a:off x="9525000" y="2857500"/>
            <a:ext cx="52388" cy="547688"/>
          </a:xfrm>
          <a:prstGeom prst="rect">
            <a:avLst/>
          </a:prstGeom>
          <a:solidFill>
            <a:srgbClr val="1D4ED8"/>
          </a:solidFill>
          <a:ln w="13097">
            <a:solidFill>
              <a:srgbClr val="172B4D"/>
            </a:solidFill>
          </a:ln>
        </p:spPr>
      </p:sp>
      <p:sp>
        <p:nvSpPr>
          <p:cNvPr id="134" name="object-134">
            <a:extLst>
              <a:ext uri="{FF2B5EF4-FFF2-40B4-BE49-F238E27FC236}">
                <a16:creationId xmlns:a16="http://schemas.microsoft.com/office/drawing/2014/main" id="{E3867020-C4F5-4811-A692-CD75180BB3CF}"/>
              </a:ext>
            </a:extLst>
          </p:cNvPr>
          <p:cNvSpPr>
            <a:spLocks noGrp="1"/>
          </p:cNvSpPr>
          <p:nvPr/>
        </p:nvSpPr>
        <p:spPr>
          <a:xfrm>
            <a:off x="9577388" y="2857500"/>
            <a:ext cx="52388" cy="547688"/>
          </a:xfrm>
          <a:prstGeom prst="rect">
            <a:avLst/>
          </a:prstGeom>
          <a:solidFill>
            <a:srgbClr val="1D4ED8"/>
          </a:solidFill>
          <a:ln w="13097">
            <a:solidFill>
              <a:srgbClr val="172B4D"/>
            </a:solidFill>
          </a:ln>
        </p:spPr>
      </p:sp>
      <p:sp>
        <p:nvSpPr>
          <p:cNvPr id="135" name="object-135">
            <a:extLst>
              <a:ext uri="{FF2B5EF4-FFF2-40B4-BE49-F238E27FC236}">
                <a16:creationId xmlns:a16="http://schemas.microsoft.com/office/drawing/2014/main" id="{39959C52-DA55-429E-AE01-A0C2787D0E31}"/>
              </a:ext>
            </a:extLst>
          </p:cNvPr>
          <p:cNvSpPr>
            <a:spLocks noGrp="1"/>
          </p:cNvSpPr>
          <p:nvPr/>
        </p:nvSpPr>
        <p:spPr>
          <a:xfrm>
            <a:off x="9629775" y="2857500"/>
            <a:ext cx="52388" cy="547688"/>
          </a:xfrm>
          <a:prstGeom prst="rect">
            <a:avLst/>
          </a:prstGeom>
          <a:solidFill>
            <a:srgbClr val="1D4ED8"/>
          </a:solidFill>
          <a:ln w="13097">
            <a:solidFill>
              <a:srgbClr val="172B4D"/>
            </a:solidFill>
          </a:ln>
        </p:spPr>
      </p:sp>
      <p:sp>
        <p:nvSpPr>
          <p:cNvPr id="136" name="object-136">
            <a:extLst>
              <a:ext uri="{FF2B5EF4-FFF2-40B4-BE49-F238E27FC236}">
                <a16:creationId xmlns:a16="http://schemas.microsoft.com/office/drawing/2014/main" id="{181EAA75-2EB5-4232-B0D4-3BD812A41D8C}"/>
              </a:ext>
            </a:extLst>
          </p:cNvPr>
          <p:cNvSpPr>
            <a:spLocks noGrp="1"/>
          </p:cNvSpPr>
          <p:nvPr/>
        </p:nvSpPr>
        <p:spPr>
          <a:xfrm>
            <a:off x="9682163" y="2857500"/>
            <a:ext cx="52388" cy="547688"/>
          </a:xfrm>
          <a:prstGeom prst="rect">
            <a:avLst/>
          </a:prstGeom>
          <a:solidFill>
            <a:srgbClr val="1D4ED8"/>
          </a:solidFill>
          <a:ln w="13097">
            <a:solidFill>
              <a:srgbClr val="172B4D"/>
            </a:solidFill>
          </a:ln>
        </p:spPr>
      </p:sp>
      <p:sp>
        <p:nvSpPr>
          <p:cNvPr id="137" name="object-137">
            <a:extLst>
              <a:ext uri="{FF2B5EF4-FFF2-40B4-BE49-F238E27FC236}">
                <a16:creationId xmlns:a16="http://schemas.microsoft.com/office/drawing/2014/main" id="{31CCC374-981A-4994-B3CA-660D7C9BBD4B}"/>
              </a:ext>
            </a:extLst>
          </p:cNvPr>
          <p:cNvSpPr>
            <a:spLocks noGrp="1"/>
          </p:cNvSpPr>
          <p:nvPr/>
        </p:nvSpPr>
        <p:spPr>
          <a:xfrm>
            <a:off x="9734550" y="2857500"/>
            <a:ext cx="52388" cy="547688"/>
          </a:xfrm>
          <a:prstGeom prst="rect">
            <a:avLst/>
          </a:prstGeom>
          <a:solidFill>
            <a:srgbClr val="1D4ED8"/>
          </a:solidFill>
          <a:ln w="13097">
            <a:solidFill>
              <a:srgbClr val="172B4D"/>
            </a:solidFill>
          </a:ln>
        </p:spPr>
      </p:sp>
      <p:sp>
        <p:nvSpPr>
          <p:cNvPr id="138" name="object-138">
            <a:extLst>
              <a:ext uri="{FF2B5EF4-FFF2-40B4-BE49-F238E27FC236}">
                <a16:creationId xmlns:a16="http://schemas.microsoft.com/office/drawing/2014/main" id="{BE0369EC-F3BE-448C-AEB0-90D54E96C8A0}"/>
              </a:ext>
            </a:extLst>
          </p:cNvPr>
          <p:cNvSpPr>
            <a:spLocks noGrp="1"/>
          </p:cNvSpPr>
          <p:nvPr/>
        </p:nvSpPr>
        <p:spPr>
          <a:xfrm>
            <a:off x="9786938" y="2857500"/>
            <a:ext cx="52388" cy="547688"/>
          </a:xfrm>
          <a:prstGeom prst="rect">
            <a:avLst/>
          </a:prstGeom>
          <a:solidFill>
            <a:srgbClr val="1D4ED8"/>
          </a:solidFill>
          <a:ln w="13097">
            <a:solidFill>
              <a:srgbClr val="172B4D"/>
            </a:solidFill>
          </a:ln>
        </p:spPr>
      </p:sp>
      <p:sp>
        <p:nvSpPr>
          <p:cNvPr id="139" name="object-139">
            <a:extLst>
              <a:ext uri="{FF2B5EF4-FFF2-40B4-BE49-F238E27FC236}">
                <a16:creationId xmlns:a16="http://schemas.microsoft.com/office/drawing/2014/main" id="{8BA3712C-DC31-4AFA-A7F9-2F6F02308AE7}"/>
              </a:ext>
            </a:extLst>
          </p:cNvPr>
          <p:cNvSpPr>
            <a:spLocks noGrp="1"/>
          </p:cNvSpPr>
          <p:nvPr/>
        </p:nvSpPr>
        <p:spPr>
          <a:xfrm>
            <a:off x="9839325" y="2857500"/>
            <a:ext cx="52388" cy="547688"/>
          </a:xfrm>
          <a:prstGeom prst="rect">
            <a:avLst/>
          </a:prstGeom>
          <a:solidFill>
            <a:srgbClr val="1D4ED8"/>
          </a:solidFill>
          <a:ln w="13097">
            <a:solidFill>
              <a:srgbClr val="172B4D"/>
            </a:solidFill>
          </a:ln>
        </p:spPr>
      </p:sp>
      <p:sp>
        <p:nvSpPr>
          <p:cNvPr id="140" name="object-140">
            <a:extLst>
              <a:ext uri="{FF2B5EF4-FFF2-40B4-BE49-F238E27FC236}">
                <a16:creationId xmlns:a16="http://schemas.microsoft.com/office/drawing/2014/main" id="{AD89CD35-B905-48CA-B630-40E0E463843A}"/>
              </a:ext>
            </a:extLst>
          </p:cNvPr>
          <p:cNvSpPr>
            <a:spLocks noGrp="1"/>
          </p:cNvSpPr>
          <p:nvPr/>
        </p:nvSpPr>
        <p:spPr>
          <a:xfrm>
            <a:off x="9891713" y="2857500"/>
            <a:ext cx="52388" cy="547688"/>
          </a:xfrm>
          <a:prstGeom prst="rect">
            <a:avLst/>
          </a:prstGeom>
          <a:solidFill>
            <a:srgbClr val="1D4ED8"/>
          </a:solidFill>
          <a:ln w="13097">
            <a:solidFill>
              <a:srgbClr val="172B4D"/>
            </a:solidFill>
          </a:ln>
        </p:spPr>
      </p:sp>
      <p:sp>
        <p:nvSpPr>
          <p:cNvPr id="141" name="object-141">
            <a:extLst>
              <a:ext uri="{FF2B5EF4-FFF2-40B4-BE49-F238E27FC236}">
                <a16:creationId xmlns:a16="http://schemas.microsoft.com/office/drawing/2014/main" id="{0A6023C2-E442-4F7F-8A27-F36B348EE3F4}"/>
              </a:ext>
            </a:extLst>
          </p:cNvPr>
          <p:cNvSpPr>
            <a:spLocks noGrp="1"/>
          </p:cNvSpPr>
          <p:nvPr/>
        </p:nvSpPr>
        <p:spPr>
          <a:xfrm>
            <a:off x="9944100" y="2857500"/>
            <a:ext cx="52388" cy="547688"/>
          </a:xfrm>
          <a:prstGeom prst="rect">
            <a:avLst/>
          </a:prstGeom>
          <a:solidFill>
            <a:srgbClr val="1D4ED8"/>
          </a:solidFill>
          <a:ln w="13097">
            <a:solidFill>
              <a:srgbClr val="172B4D"/>
            </a:solidFill>
          </a:ln>
        </p:spPr>
      </p:sp>
      <p:sp>
        <p:nvSpPr>
          <p:cNvPr id="142" name="object-142">
            <a:extLst>
              <a:ext uri="{FF2B5EF4-FFF2-40B4-BE49-F238E27FC236}">
                <a16:creationId xmlns:a16="http://schemas.microsoft.com/office/drawing/2014/main" id="{12FE7D26-E1FD-43A0-B2EB-9063205A9938}"/>
              </a:ext>
            </a:extLst>
          </p:cNvPr>
          <p:cNvSpPr>
            <a:spLocks noGrp="1"/>
          </p:cNvSpPr>
          <p:nvPr/>
        </p:nvSpPr>
        <p:spPr>
          <a:xfrm>
            <a:off x="9996488" y="2857500"/>
            <a:ext cx="52388" cy="547688"/>
          </a:xfrm>
          <a:prstGeom prst="rect">
            <a:avLst/>
          </a:prstGeom>
          <a:solidFill>
            <a:srgbClr val="1D4ED8"/>
          </a:solidFill>
          <a:ln w="13097">
            <a:solidFill>
              <a:srgbClr val="172B4D"/>
            </a:solidFill>
          </a:ln>
        </p:spPr>
      </p:sp>
      <p:sp>
        <p:nvSpPr>
          <p:cNvPr id="143" name="object-143">
            <a:extLst>
              <a:ext uri="{FF2B5EF4-FFF2-40B4-BE49-F238E27FC236}">
                <a16:creationId xmlns:a16="http://schemas.microsoft.com/office/drawing/2014/main" id="{51F7F8D6-F99E-479D-9836-BD407F12BBE2}"/>
              </a:ext>
            </a:extLst>
          </p:cNvPr>
          <p:cNvSpPr>
            <a:spLocks noGrp="1"/>
          </p:cNvSpPr>
          <p:nvPr/>
        </p:nvSpPr>
        <p:spPr>
          <a:xfrm>
            <a:off x="10048875" y="2857500"/>
            <a:ext cx="52388" cy="547688"/>
          </a:xfrm>
          <a:prstGeom prst="rect">
            <a:avLst/>
          </a:prstGeom>
          <a:solidFill>
            <a:srgbClr val="1D4ED8"/>
          </a:solidFill>
          <a:ln w="13097">
            <a:solidFill>
              <a:srgbClr val="172B4D"/>
            </a:solidFill>
          </a:ln>
        </p:spPr>
      </p:sp>
      <p:sp>
        <p:nvSpPr>
          <p:cNvPr id="144" name="object-144">
            <a:extLst>
              <a:ext uri="{FF2B5EF4-FFF2-40B4-BE49-F238E27FC236}">
                <a16:creationId xmlns:a16="http://schemas.microsoft.com/office/drawing/2014/main" id="{BCEB9D61-BC4D-4098-97B0-E78C96D36F16}"/>
              </a:ext>
            </a:extLst>
          </p:cNvPr>
          <p:cNvSpPr>
            <a:spLocks noGrp="1"/>
          </p:cNvSpPr>
          <p:nvPr/>
        </p:nvSpPr>
        <p:spPr>
          <a:xfrm>
            <a:off x="10101263" y="2857500"/>
            <a:ext cx="52388" cy="547688"/>
          </a:xfrm>
          <a:prstGeom prst="rect">
            <a:avLst/>
          </a:prstGeom>
          <a:solidFill>
            <a:srgbClr val="1D4ED8"/>
          </a:solidFill>
          <a:ln w="13097">
            <a:solidFill>
              <a:srgbClr val="172B4D"/>
            </a:solidFill>
          </a:ln>
        </p:spPr>
      </p:sp>
      <p:sp>
        <p:nvSpPr>
          <p:cNvPr id="145" name="object-145">
            <a:extLst>
              <a:ext uri="{FF2B5EF4-FFF2-40B4-BE49-F238E27FC236}">
                <a16:creationId xmlns:a16="http://schemas.microsoft.com/office/drawing/2014/main" id="{368AC2D8-D7A2-4BDE-ADDF-426D85310A55}"/>
              </a:ext>
            </a:extLst>
          </p:cNvPr>
          <p:cNvSpPr>
            <a:spLocks noGrp="1"/>
          </p:cNvSpPr>
          <p:nvPr/>
        </p:nvSpPr>
        <p:spPr>
          <a:xfrm>
            <a:off x="10153650" y="2857500"/>
            <a:ext cx="52388" cy="547688"/>
          </a:xfrm>
          <a:prstGeom prst="rect">
            <a:avLst/>
          </a:prstGeom>
          <a:solidFill>
            <a:srgbClr val="1D4ED8"/>
          </a:solidFill>
          <a:ln w="13097">
            <a:solidFill>
              <a:srgbClr val="172B4D"/>
            </a:solidFill>
          </a:ln>
        </p:spPr>
      </p:sp>
      <p:sp>
        <p:nvSpPr>
          <p:cNvPr id="146" name="object-146">
            <a:extLst>
              <a:ext uri="{FF2B5EF4-FFF2-40B4-BE49-F238E27FC236}">
                <a16:creationId xmlns:a16="http://schemas.microsoft.com/office/drawing/2014/main" id="{18F3725A-4D37-4859-83AB-53940D7ACAFC}"/>
              </a:ext>
            </a:extLst>
          </p:cNvPr>
          <p:cNvSpPr>
            <a:spLocks noGrp="1"/>
          </p:cNvSpPr>
          <p:nvPr/>
        </p:nvSpPr>
        <p:spPr>
          <a:xfrm>
            <a:off x="10206038" y="2857500"/>
            <a:ext cx="52388" cy="547688"/>
          </a:xfrm>
          <a:prstGeom prst="rect">
            <a:avLst/>
          </a:prstGeom>
          <a:solidFill>
            <a:srgbClr val="1D4ED8"/>
          </a:solidFill>
          <a:ln w="13097">
            <a:solidFill>
              <a:srgbClr val="172B4D"/>
            </a:solidFill>
          </a:ln>
        </p:spPr>
      </p:sp>
      <p:sp>
        <p:nvSpPr>
          <p:cNvPr id="147" name="object-147">
            <a:extLst>
              <a:ext uri="{FF2B5EF4-FFF2-40B4-BE49-F238E27FC236}">
                <a16:creationId xmlns:a16="http://schemas.microsoft.com/office/drawing/2014/main" id="{5735A5E1-8CD7-4FBD-B8C0-A676FB8C2241}"/>
              </a:ext>
            </a:extLst>
          </p:cNvPr>
          <p:cNvSpPr>
            <a:spLocks noGrp="1"/>
          </p:cNvSpPr>
          <p:nvPr/>
        </p:nvSpPr>
        <p:spPr>
          <a:xfrm>
            <a:off x="10258425" y="2857500"/>
            <a:ext cx="52388" cy="547688"/>
          </a:xfrm>
          <a:prstGeom prst="rect">
            <a:avLst/>
          </a:prstGeom>
          <a:solidFill>
            <a:srgbClr val="1D4ED8"/>
          </a:solidFill>
          <a:ln w="13097">
            <a:solidFill>
              <a:srgbClr val="172B4D"/>
            </a:solidFill>
          </a:ln>
        </p:spPr>
      </p:sp>
      <p:sp>
        <p:nvSpPr>
          <p:cNvPr id="148" name="object-148">
            <a:extLst>
              <a:ext uri="{FF2B5EF4-FFF2-40B4-BE49-F238E27FC236}">
                <a16:creationId xmlns:a16="http://schemas.microsoft.com/office/drawing/2014/main" id="{49B3A8C9-4BA9-4A78-994A-C9833EC3C0E5}"/>
              </a:ext>
            </a:extLst>
          </p:cNvPr>
          <p:cNvSpPr>
            <a:spLocks noGrp="1"/>
          </p:cNvSpPr>
          <p:nvPr/>
        </p:nvSpPr>
        <p:spPr>
          <a:xfrm>
            <a:off x="10310813" y="2857500"/>
            <a:ext cx="52388" cy="547688"/>
          </a:xfrm>
          <a:prstGeom prst="rect">
            <a:avLst/>
          </a:prstGeom>
          <a:solidFill>
            <a:srgbClr val="1D4ED8"/>
          </a:solidFill>
          <a:ln w="13097">
            <a:solidFill>
              <a:srgbClr val="172B4D"/>
            </a:solidFill>
          </a:ln>
        </p:spPr>
      </p:sp>
      <p:sp>
        <p:nvSpPr>
          <p:cNvPr id="149" name="object-149">
            <a:extLst>
              <a:ext uri="{FF2B5EF4-FFF2-40B4-BE49-F238E27FC236}">
                <a16:creationId xmlns:a16="http://schemas.microsoft.com/office/drawing/2014/main" id="{9A59B349-B392-4AC1-B001-13675B9F88DF}"/>
              </a:ext>
            </a:extLst>
          </p:cNvPr>
          <p:cNvSpPr>
            <a:spLocks noGrp="1"/>
          </p:cNvSpPr>
          <p:nvPr/>
        </p:nvSpPr>
        <p:spPr>
          <a:xfrm>
            <a:off x="10363200" y="2857500"/>
            <a:ext cx="52388" cy="547688"/>
          </a:xfrm>
          <a:prstGeom prst="rect">
            <a:avLst/>
          </a:prstGeom>
          <a:solidFill>
            <a:srgbClr val="1D4ED8"/>
          </a:solidFill>
          <a:ln w="13097">
            <a:solidFill>
              <a:srgbClr val="172B4D"/>
            </a:solidFill>
          </a:ln>
        </p:spPr>
      </p:sp>
      <p:sp>
        <p:nvSpPr>
          <p:cNvPr id="150" name="object-150">
            <a:extLst>
              <a:ext uri="{FF2B5EF4-FFF2-40B4-BE49-F238E27FC236}">
                <a16:creationId xmlns:a16="http://schemas.microsoft.com/office/drawing/2014/main" id="{B2AFFE05-A0F3-4E85-8488-E6F75752A884}"/>
              </a:ext>
            </a:extLst>
          </p:cNvPr>
          <p:cNvSpPr>
            <a:spLocks noGrp="1"/>
          </p:cNvSpPr>
          <p:nvPr/>
        </p:nvSpPr>
        <p:spPr>
          <a:xfrm>
            <a:off x="10415588" y="2857500"/>
            <a:ext cx="52388" cy="547688"/>
          </a:xfrm>
          <a:prstGeom prst="rect">
            <a:avLst/>
          </a:prstGeom>
          <a:solidFill>
            <a:srgbClr val="1D4ED8"/>
          </a:solidFill>
          <a:ln w="13097">
            <a:solidFill>
              <a:srgbClr val="172B4D"/>
            </a:solidFill>
          </a:ln>
        </p:spPr>
      </p:sp>
      <p:sp>
        <p:nvSpPr>
          <p:cNvPr id="151" name="object-151">
            <a:extLst>
              <a:ext uri="{FF2B5EF4-FFF2-40B4-BE49-F238E27FC236}">
                <a16:creationId xmlns:a16="http://schemas.microsoft.com/office/drawing/2014/main" id="{2AC04408-A53D-4428-81F4-2068CD874AE7}"/>
              </a:ext>
            </a:extLst>
          </p:cNvPr>
          <p:cNvSpPr>
            <a:spLocks noGrp="1"/>
          </p:cNvSpPr>
          <p:nvPr/>
        </p:nvSpPr>
        <p:spPr>
          <a:xfrm>
            <a:off x="10467975" y="2857500"/>
            <a:ext cx="52388" cy="547688"/>
          </a:xfrm>
          <a:prstGeom prst="rect">
            <a:avLst/>
          </a:prstGeom>
          <a:solidFill>
            <a:srgbClr val="1D4ED8"/>
          </a:solidFill>
          <a:ln w="13097">
            <a:solidFill>
              <a:srgbClr val="172B4D"/>
            </a:solidFill>
          </a:ln>
        </p:spPr>
      </p:sp>
      <p:sp>
        <p:nvSpPr>
          <p:cNvPr id="152" name="object-152">
            <a:extLst>
              <a:ext uri="{FF2B5EF4-FFF2-40B4-BE49-F238E27FC236}">
                <a16:creationId xmlns:a16="http://schemas.microsoft.com/office/drawing/2014/main" id="{D2E8918D-5EAD-4970-ACBB-883527DC0761}"/>
              </a:ext>
            </a:extLst>
          </p:cNvPr>
          <p:cNvSpPr>
            <a:spLocks noGrp="1"/>
          </p:cNvSpPr>
          <p:nvPr/>
        </p:nvSpPr>
        <p:spPr>
          <a:xfrm>
            <a:off x="10520363" y="2857500"/>
            <a:ext cx="52388" cy="547688"/>
          </a:xfrm>
          <a:prstGeom prst="rect">
            <a:avLst/>
          </a:prstGeom>
          <a:solidFill>
            <a:srgbClr val="1D4ED8"/>
          </a:solidFill>
          <a:ln w="13097">
            <a:solidFill>
              <a:srgbClr val="172B4D"/>
            </a:solidFill>
          </a:ln>
        </p:spPr>
      </p:sp>
      <p:sp>
        <p:nvSpPr>
          <p:cNvPr id="153" name="object-153">
            <a:extLst>
              <a:ext uri="{FF2B5EF4-FFF2-40B4-BE49-F238E27FC236}">
                <a16:creationId xmlns:a16="http://schemas.microsoft.com/office/drawing/2014/main" id="{5867354C-4333-4C60-8A47-E40B752C2824}"/>
              </a:ext>
            </a:extLst>
          </p:cNvPr>
          <p:cNvSpPr>
            <a:spLocks noGrp="1"/>
          </p:cNvSpPr>
          <p:nvPr/>
        </p:nvSpPr>
        <p:spPr>
          <a:xfrm>
            <a:off x="10572750" y="2857500"/>
            <a:ext cx="52388" cy="547688"/>
          </a:xfrm>
          <a:prstGeom prst="rect">
            <a:avLst/>
          </a:prstGeom>
          <a:solidFill>
            <a:srgbClr val="1D4ED8"/>
          </a:solidFill>
          <a:ln w="13097">
            <a:solidFill>
              <a:srgbClr val="172B4D"/>
            </a:solidFill>
          </a:ln>
        </p:spPr>
      </p:sp>
      <p:sp>
        <p:nvSpPr>
          <p:cNvPr id="154" name="object-154">
            <a:extLst>
              <a:ext uri="{FF2B5EF4-FFF2-40B4-BE49-F238E27FC236}">
                <a16:creationId xmlns:a16="http://schemas.microsoft.com/office/drawing/2014/main" id="{44A612D4-9C48-4584-89CE-5F51064AD0C8}"/>
              </a:ext>
            </a:extLst>
          </p:cNvPr>
          <p:cNvSpPr>
            <a:spLocks noGrp="1"/>
          </p:cNvSpPr>
          <p:nvPr/>
        </p:nvSpPr>
        <p:spPr>
          <a:xfrm>
            <a:off x="10625138" y="2857500"/>
            <a:ext cx="52388" cy="547688"/>
          </a:xfrm>
          <a:prstGeom prst="rect">
            <a:avLst/>
          </a:prstGeom>
          <a:solidFill>
            <a:srgbClr val="1D4ED8"/>
          </a:solidFill>
          <a:ln w="13097">
            <a:solidFill>
              <a:srgbClr val="172B4D"/>
            </a:solidFill>
          </a:ln>
        </p:spPr>
      </p:sp>
      <p:sp>
        <p:nvSpPr>
          <p:cNvPr id="155" name="object-155">
            <a:extLst>
              <a:ext uri="{FF2B5EF4-FFF2-40B4-BE49-F238E27FC236}">
                <a16:creationId xmlns:a16="http://schemas.microsoft.com/office/drawing/2014/main" id="{9F93216C-4CDA-4C1F-B091-36D705A4C68E}"/>
              </a:ext>
            </a:extLst>
          </p:cNvPr>
          <p:cNvSpPr>
            <a:spLocks noGrp="1"/>
          </p:cNvSpPr>
          <p:nvPr/>
        </p:nvSpPr>
        <p:spPr>
          <a:xfrm>
            <a:off x="10677525" y="2857500"/>
            <a:ext cx="52388" cy="547688"/>
          </a:xfrm>
          <a:prstGeom prst="rect">
            <a:avLst/>
          </a:prstGeom>
          <a:solidFill>
            <a:srgbClr val="1D4ED8"/>
          </a:solidFill>
          <a:ln w="13097">
            <a:solidFill>
              <a:srgbClr val="172B4D"/>
            </a:solidFill>
          </a:ln>
        </p:spPr>
      </p:sp>
      <p:sp>
        <p:nvSpPr>
          <p:cNvPr id="156" name="object-156">
            <a:extLst>
              <a:ext uri="{FF2B5EF4-FFF2-40B4-BE49-F238E27FC236}">
                <a16:creationId xmlns:a16="http://schemas.microsoft.com/office/drawing/2014/main" id="{3E11E62B-B6A5-4281-B7E5-07F1BAA19576}"/>
              </a:ext>
            </a:extLst>
          </p:cNvPr>
          <p:cNvSpPr>
            <a:spLocks noGrp="1"/>
          </p:cNvSpPr>
          <p:nvPr/>
        </p:nvSpPr>
        <p:spPr>
          <a:xfrm>
            <a:off x="10729913" y="2857500"/>
            <a:ext cx="52388" cy="547688"/>
          </a:xfrm>
          <a:prstGeom prst="rect">
            <a:avLst/>
          </a:prstGeom>
          <a:solidFill>
            <a:srgbClr val="1D4ED8"/>
          </a:solidFill>
          <a:ln w="13097">
            <a:solidFill>
              <a:srgbClr val="172B4D"/>
            </a:solidFill>
          </a:ln>
        </p:spPr>
      </p:sp>
      <p:sp>
        <p:nvSpPr>
          <p:cNvPr id="157" name="object-157">
            <a:extLst>
              <a:ext uri="{FF2B5EF4-FFF2-40B4-BE49-F238E27FC236}">
                <a16:creationId xmlns:a16="http://schemas.microsoft.com/office/drawing/2014/main" id="{B25D9547-183D-4F9B-B875-811C5FF91415}"/>
              </a:ext>
            </a:extLst>
          </p:cNvPr>
          <p:cNvSpPr>
            <a:spLocks noGrp="1"/>
          </p:cNvSpPr>
          <p:nvPr/>
        </p:nvSpPr>
        <p:spPr>
          <a:xfrm>
            <a:off x="10782300" y="2857500"/>
            <a:ext cx="52388" cy="547688"/>
          </a:xfrm>
          <a:prstGeom prst="rect">
            <a:avLst/>
          </a:prstGeom>
          <a:solidFill>
            <a:srgbClr val="1D4ED8"/>
          </a:solidFill>
          <a:ln w="13097">
            <a:solidFill>
              <a:srgbClr val="172B4D"/>
            </a:solidFill>
          </a:ln>
        </p:spPr>
      </p:sp>
      <p:sp>
        <p:nvSpPr>
          <p:cNvPr id="158" name="object-158">
            <a:extLst>
              <a:ext uri="{FF2B5EF4-FFF2-40B4-BE49-F238E27FC236}">
                <a16:creationId xmlns:a16="http://schemas.microsoft.com/office/drawing/2014/main" id="{0A518CC3-1C79-4414-BC75-2965A54D5848}"/>
              </a:ext>
            </a:extLst>
          </p:cNvPr>
          <p:cNvSpPr>
            <a:spLocks noGrp="1"/>
          </p:cNvSpPr>
          <p:nvPr/>
        </p:nvSpPr>
        <p:spPr>
          <a:xfrm>
            <a:off x="10834688" y="2857500"/>
            <a:ext cx="52388" cy="547688"/>
          </a:xfrm>
          <a:prstGeom prst="rect">
            <a:avLst/>
          </a:prstGeom>
          <a:solidFill>
            <a:srgbClr val="1D4ED8"/>
          </a:solidFill>
          <a:ln w="13097">
            <a:solidFill>
              <a:srgbClr val="172B4D"/>
            </a:solidFill>
          </a:ln>
        </p:spPr>
      </p:sp>
      <p:sp>
        <p:nvSpPr>
          <p:cNvPr id="159" name="object-159">
            <a:extLst>
              <a:ext uri="{FF2B5EF4-FFF2-40B4-BE49-F238E27FC236}">
                <a16:creationId xmlns:a16="http://schemas.microsoft.com/office/drawing/2014/main" id="{E5771F1E-2431-4160-8D2A-EDA795B3DEBC}"/>
              </a:ext>
            </a:extLst>
          </p:cNvPr>
          <p:cNvSpPr>
            <a:spLocks noGrp="1"/>
          </p:cNvSpPr>
          <p:nvPr/>
        </p:nvSpPr>
        <p:spPr>
          <a:xfrm>
            <a:off x="10887075" y="2857500"/>
            <a:ext cx="52388" cy="547688"/>
          </a:xfrm>
          <a:prstGeom prst="rect">
            <a:avLst/>
          </a:prstGeom>
          <a:solidFill>
            <a:srgbClr val="1D4ED8"/>
          </a:solidFill>
          <a:ln w="13097">
            <a:solidFill>
              <a:srgbClr val="172B4D"/>
            </a:solidFill>
          </a:ln>
        </p:spPr>
      </p:sp>
      <p:sp>
        <p:nvSpPr>
          <p:cNvPr id="160" name="object-160">
            <a:extLst>
              <a:ext uri="{FF2B5EF4-FFF2-40B4-BE49-F238E27FC236}">
                <a16:creationId xmlns:a16="http://schemas.microsoft.com/office/drawing/2014/main" id="{3DB94746-CE2E-4F93-AEC0-C2C1A9F88150}"/>
              </a:ext>
            </a:extLst>
          </p:cNvPr>
          <p:cNvSpPr>
            <a:spLocks noGrp="1"/>
          </p:cNvSpPr>
          <p:nvPr/>
        </p:nvSpPr>
        <p:spPr>
          <a:xfrm>
            <a:off x="10939463" y="2857500"/>
            <a:ext cx="52388" cy="547688"/>
          </a:xfrm>
          <a:prstGeom prst="rect">
            <a:avLst/>
          </a:prstGeom>
          <a:solidFill>
            <a:srgbClr val="1D4ED8"/>
          </a:solidFill>
          <a:ln w="13097">
            <a:solidFill>
              <a:srgbClr val="172B4D"/>
            </a:solidFill>
          </a:ln>
        </p:spPr>
      </p:sp>
      <p:sp>
        <p:nvSpPr>
          <p:cNvPr id="161" name="object-161">
            <a:extLst>
              <a:ext uri="{FF2B5EF4-FFF2-40B4-BE49-F238E27FC236}">
                <a16:creationId xmlns:a16="http://schemas.microsoft.com/office/drawing/2014/main" id="{4B52BA42-5CC6-4D18-B301-6AA59BDD0C55}"/>
              </a:ext>
            </a:extLst>
          </p:cNvPr>
          <p:cNvSpPr>
            <a:spLocks noGrp="1"/>
          </p:cNvSpPr>
          <p:nvPr/>
        </p:nvSpPr>
        <p:spPr>
          <a:xfrm>
            <a:off x="10991850" y="2857500"/>
            <a:ext cx="52388" cy="547688"/>
          </a:xfrm>
          <a:prstGeom prst="rect">
            <a:avLst/>
          </a:prstGeom>
          <a:solidFill>
            <a:srgbClr val="1D4ED8"/>
          </a:solidFill>
          <a:ln w="13097">
            <a:solidFill>
              <a:srgbClr val="172B4D"/>
            </a:solidFill>
          </a:ln>
        </p:spPr>
      </p:sp>
      <p:sp>
        <p:nvSpPr>
          <p:cNvPr id="162" name="object-162">
            <a:extLst>
              <a:ext uri="{FF2B5EF4-FFF2-40B4-BE49-F238E27FC236}">
                <a16:creationId xmlns:a16="http://schemas.microsoft.com/office/drawing/2014/main" id="{B52F9919-1A86-47F3-849A-2312836E5161}"/>
              </a:ext>
            </a:extLst>
          </p:cNvPr>
          <p:cNvSpPr>
            <a:spLocks noGrp="1"/>
          </p:cNvSpPr>
          <p:nvPr/>
        </p:nvSpPr>
        <p:spPr>
          <a:xfrm>
            <a:off x="11044238" y="2857500"/>
            <a:ext cx="52388" cy="547688"/>
          </a:xfrm>
          <a:prstGeom prst="rect">
            <a:avLst/>
          </a:prstGeom>
          <a:solidFill>
            <a:srgbClr val="1D4ED8"/>
          </a:solidFill>
          <a:ln w="13097">
            <a:solidFill>
              <a:srgbClr val="172B4D"/>
            </a:solidFill>
          </a:ln>
        </p:spPr>
      </p:sp>
      <p:sp>
        <p:nvSpPr>
          <p:cNvPr id="163" name="object-163">
            <a:extLst>
              <a:ext uri="{FF2B5EF4-FFF2-40B4-BE49-F238E27FC236}">
                <a16:creationId xmlns:a16="http://schemas.microsoft.com/office/drawing/2014/main" id="{72348821-80C1-48A5-876B-2C30B581441D}"/>
              </a:ext>
            </a:extLst>
          </p:cNvPr>
          <p:cNvSpPr>
            <a:spLocks noGrp="1"/>
          </p:cNvSpPr>
          <p:nvPr/>
        </p:nvSpPr>
        <p:spPr>
          <a:xfrm>
            <a:off x="11096625" y="2857500"/>
            <a:ext cx="52388" cy="547688"/>
          </a:xfrm>
          <a:prstGeom prst="rect">
            <a:avLst/>
          </a:prstGeom>
          <a:solidFill>
            <a:srgbClr val="1D4ED8"/>
          </a:solidFill>
          <a:ln w="13097">
            <a:solidFill>
              <a:srgbClr val="172B4D"/>
            </a:solidFill>
          </a:ln>
        </p:spPr>
      </p:sp>
      <p:sp>
        <p:nvSpPr>
          <p:cNvPr id="164" name="object-164">
            <a:extLst>
              <a:ext uri="{FF2B5EF4-FFF2-40B4-BE49-F238E27FC236}">
                <a16:creationId xmlns:a16="http://schemas.microsoft.com/office/drawing/2014/main" id="{B294BEAD-8CDF-4242-819D-9627B921F81D}"/>
              </a:ext>
            </a:extLst>
          </p:cNvPr>
          <p:cNvSpPr>
            <a:spLocks noGrp="1"/>
          </p:cNvSpPr>
          <p:nvPr/>
        </p:nvSpPr>
        <p:spPr>
          <a:xfrm>
            <a:off x="11149013" y="2857500"/>
            <a:ext cx="52388" cy="547688"/>
          </a:xfrm>
          <a:prstGeom prst="rect">
            <a:avLst/>
          </a:prstGeom>
          <a:solidFill>
            <a:srgbClr val="1D4ED8"/>
          </a:solidFill>
          <a:ln w="13097">
            <a:solidFill>
              <a:srgbClr val="172B4D"/>
            </a:solidFill>
          </a:ln>
        </p:spPr>
      </p:sp>
      <p:sp>
        <p:nvSpPr>
          <p:cNvPr id="165" name="object-165">
            <a:extLst>
              <a:ext uri="{FF2B5EF4-FFF2-40B4-BE49-F238E27FC236}">
                <a16:creationId xmlns:a16="http://schemas.microsoft.com/office/drawing/2014/main" id="{CDC6137F-4F44-440F-AEE1-C9A450AA6B2F}"/>
              </a:ext>
            </a:extLst>
          </p:cNvPr>
          <p:cNvSpPr>
            <a:spLocks noGrp="1"/>
          </p:cNvSpPr>
          <p:nvPr/>
        </p:nvSpPr>
        <p:spPr>
          <a:xfrm>
            <a:off x="11201400" y="2857500"/>
            <a:ext cx="52388" cy="547688"/>
          </a:xfrm>
          <a:prstGeom prst="rect">
            <a:avLst/>
          </a:prstGeom>
          <a:solidFill>
            <a:srgbClr val="1D4ED8"/>
          </a:solidFill>
          <a:ln w="13097">
            <a:solidFill>
              <a:srgbClr val="172B4D"/>
            </a:solidFill>
          </a:ln>
        </p:spPr>
      </p:sp>
      <p:sp>
        <p:nvSpPr>
          <p:cNvPr id="166" name="object-166">
            <a:extLst>
              <a:ext uri="{FF2B5EF4-FFF2-40B4-BE49-F238E27FC236}">
                <a16:creationId xmlns:a16="http://schemas.microsoft.com/office/drawing/2014/main" id="{FB8F61F7-8743-46DB-B46C-D17E8364D63E}"/>
              </a:ext>
            </a:extLst>
          </p:cNvPr>
          <p:cNvSpPr>
            <a:spLocks noGrp="1"/>
          </p:cNvSpPr>
          <p:nvPr/>
        </p:nvSpPr>
        <p:spPr>
          <a:xfrm>
            <a:off x="11253788" y="2857500"/>
            <a:ext cx="52388" cy="547688"/>
          </a:xfrm>
          <a:prstGeom prst="rect">
            <a:avLst/>
          </a:prstGeom>
          <a:solidFill>
            <a:srgbClr val="1D4ED8"/>
          </a:solidFill>
          <a:ln w="13097">
            <a:solidFill>
              <a:srgbClr val="172B4D"/>
            </a:solidFill>
          </a:ln>
        </p:spPr>
      </p:sp>
      <p:sp>
        <p:nvSpPr>
          <p:cNvPr id="167" name="object-167">
            <a:extLst>
              <a:ext uri="{FF2B5EF4-FFF2-40B4-BE49-F238E27FC236}">
                <a16:creationId xmlns:a16="http://schemas.microsoft.com/office/drawing/2014/main" id="{D88F8344-D141-4065-A8FA-5FCCC45B0E45}"/>
              </a:ext>
            </a:extLst>
          </p:cNvPr>
          <p:cNvSpPr>
            <a:spLocks noGrp="1"/>
          </p:cNvSpPr>
          <p:nvPr/>
        </p:nvSpPr>
        <p:spPr>
          <a:xfrm>
            <a:off x="11306175" y="2857500"/>
            <a:ext cx="52388" cy="547688"/>
          </a:xfrm>
          <a:prstGeom prst="rect">
            <a:avLst/>
          </a:prstGeom>
          <a:solidFill>
            <a:srgbClr val="1D4ED8"/>
          </a:solidFill>
          <a:ln w="13097">
            <a:solidFill>
              <a:srgbClr val="172B4D"/>
            </a:solidFill>
          </a:ln>
        </p:spPr>
      </p:sp>
      <p:sp>
        <p:nvSpPr>
          <p:cNvPr id="168" name="object-168">
            <a:extLst>
              <a:ext uri="{FF2B5EF4-FFF2-40B4-BE49-F238E27FC236}">
                <a16:creationId xmlns:a16="http://schemas.microsoft.com/office/drawing/2014/main" id="{5CA3E6E4-2694-4103-AEE5-D00713BC3258}"/>
              </a:ext>
            </a:extLst>
          </p:cNvPr>
          <p:cNvSpPr>
            <a:spLocks noGrp="1"/>
          </p:cNvSpPr>
          <p:nvPr/>
        </p:nvSpPr>
        <p:spPr>
          <a:xfrm>
            <a:off x="11358563" y="2857500"/>
            <a:ext cx="52388" cy="547688"/>
          </a:xfrm>
          <a:prstGeom prst="rect">
            <a:avLst/>
          </a:prstGeom>
          <a:solidFill>
            <a:srgbClr val="FFFFFF"/>
          </a:solidFill>
          <a:ln w="13097">
            <a:solidFill>
              <a:srgbClr val="172B4D"/>
            </a:solidFill>
          </a:ln>
        </p:spPr>
      </p:sp>
      <p:sp>
        <p:nvSpPr>
          <p:cNvPr id="169" name="object-169">
            <a:extLst>
              <a:ext uri="{FF2B5EF4-FFF2-40B4-BE49-F238E27FC236}">
                <a16:creationId xmlns:a16="http://schemas.microsoft.com/office/drawing/2014/main" id="{690DA6B9-2951-4344-A27D-4160FC4F795A}"/>
              </a:ext>
            </a:extLst>
          </p:cNvPr>
          <p:cNvSpPr>
            <a:spLocks noGrp="1"/>
          </p:cNvSpPr>
          <p:nvPr/>
        </p:nvSpPr>
        <p:spPr>
          <a:xfrm>
            <a:off x="11410950" y="2857500"/>
            <a:ext cx="52388" cy="547688"/>
          </a:xfrm>
          <a:prstGeom prst="rect">
            <a:avLst/>
          </a:prstGeom>
          <a:solidFill>
            <a:srgbClr val="FFFFFF"/>
          </a:solidFill>
          <a:ln w="13097">
            <a:solidFill>
              <a:srgbClr val="172B4D"/>
            </a:solidFill>
          </a:ln>
        </p:spPr>
      </p:sp>
      <p:sp>
        <p:nvSpPr>
          <p:cNvPr id="170" name="object-170">
            <a:extLst>
              <a:ext uri="{FF2B5EF4-FFF2-40B4-BE49-F238E27FC236}">
                <a16:creationId xmlns:a16="http://schemas.microsoft.com/office/drawing/2014/main" id="{36CE5006-CF2E-4C36-A93E-AA7857A463D7}"/>
              </a:ext>
            </a:extLst>
          </p:cNvPr>
          <p:cNvSpPr>
            <a:spLocks noGrp="1"/>
          </p:cNvSpPr>
          <p:nvPr/>
        </p:nvSpPr>
        <p:spPr>
          <a:xfrm>
            <a:off x="11463338" y="2857500"/>
            <a:ext cx="52388" cy="547688"/>
          </a:xfrm>
          <a:prstGeom prst="rect">
            <a:avLst/>
          </a:prstGeom>
          <a:solidFill>
            <a:srgbClr val="FFFFFF"/>
          </a:solidFill>
          <a:ln w="13097">
            <a:solidFill>
              <a:srgbClr val="172B4D"/>
            </a:solidFill>
          </a:ln>
        </p:spPr>
      </p:sp>
      <p:sp>
        <p:nvSpPr>
          <p:cNvPr id="171" name="object-171">
            <a:extLst>
              <a:ext uri="{FF2B5EF4-FFF2-40B4-BE49-F238E27FC236}">
                <a16:creationId xmlns:a16="http://schemas.microsoft.com/office/drawing/2014/main" id="{6A9911F9-5772-4059-AC6B-C892A60373ED}"/>
              </a:ext>
            </a:extLst>
          </p:cNvPr>
          <p:cNvSpPr>
            <a:spLocks noGrp="1"/>
          </p:cNvSpPr>
          <p:nvPr/>
        </p:nvSpPr>
        <p:spPr>
          <a:xfrm>
            <a:off x="11515725" y="2857500"/>
            <a:ext cx="52388" cy="547688"/>
          </a:xfrm>
          <a:prstGeom prst="rect">
            <a:avLst/>
          </a:prstGeom>
          <a:solidFill>
            <a:srgbClr val="FFFFFF"/>
          </a:solidFill>
          <a:ln w="13097">
            <a:solidFill>
              <a:srgbClr val="172B4D"/>
            </a:solidFill>
          </a:ln>
        </p:spPr>
      </p:sp>
      <p:sp>
        <p:nvSpPr>
          <p:cNvPr id="172" name="object-172">
            <a:extLst>
              <a:ext uri="{FF2B5EF4-FFF2-40B4-BE49-F238E27FC236}">
                <a16:creationId xmlns:a16="http://schemas.microsoft.com/office/drawing/2014/main" id="{C5A96409-374E-4C81-A664-1BB8A978CEC7}"/>
              </a:ext>
            </a:extLst>
          </p:cNvPr>
          <p:cNvSpPr>
            <a:spLocks noGrp="1"/>
          </p:cNvSpPr>
          <p:nvPr/>
        </p:nvSpPr>
        <p:spPr>
          <a:xfrm>
            <a:off x="11568113" y="2857500"/>
            <a:ext cx="52388" cy="547688"/>
          </a:xfrm>
          <a:prstGeom prst="rect">
            <a:avLst/>
          </a:prstGeom>
          <a:solidFill>
            <a:srgbClr val="FFFFFF"/>
          </a:solidFill>
          <a:ln w="13097">
            <a:solidFill>
              <a:srgbClr val="172B4D"/>
            </a:solidFill>
          </a:ln>
        </p:spPr>
      </p:sp>
      <p:sp>
        <p:nvSpPr>
          <p:cNvPr id="173" name="object-173">
            <a:extLst>
              <a:ext uri="{FF2B5EF4-FFF2-40B4-BE49-F238E27FC236}">
                <a16:creationId xmlns:a16="http://schemas.microsoft.com/office/drawing/2014/main" id="{773D3243-8CE3-47A7-9440-D7B1D3B54018}"/>
              </a:ext>
            </a:extLst>
          </p:cNvPr>
          <p:cNvSpPr>
            <a:spLocks noGrp="1"/>
          </p:cNvSpPr>
          <p:nvPr/>
        </p:nvSpPr>
        <p:spPr>
          <a:xfrm>
            <a:off x="11620500" y="2857500"/>
            <a:ext cx="52388" cy="547688"/>
          </a:xfrm>
          <a:prstGeom prst="rect">
            <a:avLst/>
          </a:prstGeom>
          <a:solidFill>
            <a:srgbClr val="FFFFFF"/>
          </a:solidFill>
          <a:ln w="13097">
            <a:solidFill>
              <a:srgbClr val="172B4D"/>
            </a:solidFill>
          </a:ln>
        </p:spPr>
      </p:sp>
      <p:sp>
        <p:nvSpPr>
          <p:cNvPr id="174" name="object-174">
            <a:extLst>
              <a:ext uri="{FF2B5EF4-FFF2-40B4-BE49-F238E27FC236}">
                <a16:creationId xmlns:a16="http://schemas.microsoft.com/office/drawing/2014/main" id="{7A1B5E69-AC88-4B02-BC3A-DFA33E7DAA80}"/>
              </a:ext>
            </a:extLst>
          </p:cNvPr>
          <p:cNvSpPr>
            <a:spLocks noGrp="1"/>
          </p:cNvSpPr>
          <p:nvPr/>
        </p:nvSpPr>
        <p:spPr>
          <a:xfrm>
            <a:off x="11672888" y="2857500"/>
            <a:ext cx="52388" cy="547688"/>
          </a:xfrm>
          <a:prstGeom prst="rect">
            <a:avLst/>
          </a:prstGeom>
          <a:solidFill>
            <a:srgbClr val="FFFFFF"/>
          </a:solidFill>
          <a:ln w="13097">
            <a:solidFill>
              <a:srgbClr val="172B4D"/>
            </a:solidFill>
          </a:ln>
        </p:spPr>
      </p:sp>
      <p:sp>
        <p:nvSpPr>
          <p:cNvPr id="175" name="object-175">
            <a:extLst>
              <a:ext uri="{FF2B5EF4-FFF2-40B4-BE49-F238E27FC236}">
                <a16:creationId xmlns:a16="http://schemas.microsoft.com/office/drawing/2014/main" id="{889039DD-6A47-4A1A-8553-D4D262DA7F27}"/>
              </a:ext>
            </a:extLst>
          </p:cNvPr>
          <p:cNvSpPr>
            <a:spLocks noGrp="1"/>
          </p:cNvSpPr>
          <p:nvPr/>
        </p:nvSpPr>
        <p:spPr>
          <a:xfrm>
            <a:off x="11725275" y="2857500"/>
            <a:ext cx="52388" cy="547688"/>
          </a:xfrm>
          <a:prstGeom prst="rect">
            <a:avLst/>
          </a:prstGeom>
          <a:solidFill>
            <a:srgbClr val="FFFFFF"/>
          </a:solidFill>
          <a:ln w="13097">
            <a:solidFill>
              <a:srgbClr val="172B4D"/>
            </a:solidFill>
          </a:ln>
        </p:spPr>
      </p:sp>
      <p:sp>
        <p:nvSpPr>
          <p:cNvPr id="176" name="object-176">
            <a:extLst>
              <a:ext uri="{FF2B5EF4-FFF2-40B4-BE49-F238E27FC236}">
                <a16:creationId xmlns:a16="http://schemas.microsoft.com/office/drawing/2014/main" id="{F11CBBD1-82FF-4805-858B-9737A5949796}"/>
              </a:ext>
            </a:extLst>
          </p:cNvPr>
          <p:cNvSpPr>
            <a:spLocks noGrp="1"/>
          </p:cNvSpPr>
          <p:nvPr/>
        </p:nvSpPr>
        <p:spPr>
          <a:xfrm>
            <a:off x="11777663" y="2857500"/>
            <a:ext cx="52388" cy="547688"/>
          </a:xfrm>
          <a:prstGeom prst="rect">
            <a:avLst/>
          </a:prstGeom>
          <a:solidFill>
            <a:srgbClr val="FFFFFF"/>
          </a:solidFill>
          <a:ln w="13097">
            <a:solidFill>
              <a:srgbClr val="172B4D"/>
            </a:solidFill>
          </a:ln>
        </p:spPr>
      </p:sp>
      <p:sp>
        <p:nvSpPr>
          <p:cNvPr id="177" name="object-177">
            <a:extLst>
              <a:ext uri="{FF2B5EF4-FFF2-40B4-BE49-F238E27FC236}">
                <a16:creationId xmlns:a16="http://schemas.microsoft.com/office/drawing/2014/main" id="{77997D6D-4BF2-4200-95D2-9CC6B5559BA1}"/>
              </a:ext>
            </a:extLst>
          </p:cNvPr>
          <p:cNvSpPr>
            <a:spLocks noGrp="1"/>
          </p:cNvSpPr>
          <p:nvPr/>
        </p:nvSpPr>
        <p:spPr>
          <a:xfrm>
            <a:off x="11830050" y="2857500"/>
            <a:ext cx="52388" cy="547688"/>
          </a:xfrm>
          <a:prstGeom prst="rect">
            <a:avLst/>
          </a:prstGeom>
          <a:solidFill>
            <a:srgbClr val="FFFFFF"/>
          </a:solidFill>
          <a:ln w="13097">
            <a:solidFill>
              <a:srgbClr val="172B4D"/>
            </a:solidFill>
          </a:ln>
        </p:spPr>
      </p:sp>
      <p:sp>
        <p:nvSpPr>
          <p:cNvPr id="178" name="object-178">
            <a:extLst>
              <a:ext uri="{FF2B5EF4-FFF2-40B4-BE49-F238E27FC236}">
                <a16:creationId xmlns:a16="http://schemas.microsoft.com/office/drawing/2014/main" id="{E64F6A21-9F12-4810-9DA5-38F65E4882AA}"/>
              </a:ext>
            </a:extLst>
          </p:cNvPr>
          <p:cNvSpPr>
            <a:spLocks noGrp="1"/>
          </p:cNvSpPr>
          <p:nvPr/>
        </p:nvSpPr>
        <p:spPr>
          <a:xfrm>
            <a:off x="11882438" y="2857500"/>
            <a:ext cx="52388" cy="547688"/>
          </a:xfrm>
          <a:prstGeom prst="rect">
            <a:avLst/>
          </a:prstGeom>
          <a:solidFill>
            <a:srgbClr val="FFFFFF"/>
          </a:solidFill>
          <a:ln w="13097">
            <a:solidFill>
              <a:srgbClr val="172B4D"/>
            </a:solidFill>
          </a:ln>
        </p:spPr>
      </p:sp>
      <p:sp>
        <p:nvSpPr>
          <p:cNvPr id="179" name="object-179">
            <a:extLst>
              <a:ext uri="{FF2B5EF4-FFF2-40B4-BE49-F238E27FC236}">
                <a16:creationId xmlns:a16="http://schemas.microsoft.com/office/drawing/2014/main" id="{BDD04185-0B5D-4BE8-A8CA-22AE080B83DF}"/>
              </a:ext>
            </a:extLst>
          </p:cNvPr>
          <p:cNvSpPr>
            <a:spLocks noGrp="1"/>
          </p:cNvSpPr>
          <p:nvPr/>
        </p:nvSpPr>
        <p:spPr>
          <a:xfrm>
            <a:off x="11934825" y="2857500"/>
            <a:ext cx="52388" cy="547688"/>
          </a:xfrm>
          <a:prstGeom prst="rect">
            <a:avLst/>
          </a:prstGeom>
          <a:solidFill>
            <a:srgbClr val="FFFFFF"/>
          </a:solidFill>
          <a:ln w="13097">
            <a:solidFill>
              <a:srgbClr val="172B4D"/>
            </a:solidFill>
          </a:ln>
        </p:spPr>
      </p:sp>
      <p:sp>
        <p:nvSpPr>
          <p:cNvPr id="180" name="object-180">
            <a:extLst>
              <a:ext uri="{FF2B5EF4-FFF2-40B4-BE49-F238E27FC236}">
                <a16:creationId xmlns:a16="http://schemas.microsoft.com/office/drawing/2014/main" id="{F352BF08-854A-4DDB-A2D2-7A25C6A98C1C}"/>
              </a:ext>
            </a:extLst>
          </p:cNvPr>
          <p:cNvSpPr>
            <a:spLocks noGrp="1"/>
          </p:cNvSpPr>
          <p:nvPr/>
        </p:nvSpPr>
        <p:spPr>
          <a:xfrm>
            <a:off x="11987213" y="2857500"/>
            <a:ext cx="52388" cy="547688"/>
          </a:xfrm>
          <a:prstGeom prst="rect">
            <a:avLst/>
          </a:prstGeom>
          <a:solidFill>
            <a:srgbClr val="FFFFFF"/>
          </a:solidFill>
          <a:ln w="13097">
            <a:solidFill>
              <a:srgbClr val="172B4D"/>
            </a:solidFill>
          </a:ln>
        </p:spPr>
      </p:sp>
      <p:sp>
        <p:nvSpPr>
          <p:cNvPr id="181" name="object-181">
            <a:extLst>
              <a:ext uri="{FF2B5EF4-FFF2-40B4-BE49-F238E27FC236}">
                <a16:creationId xmlns:a16="http://schemas.microsoft.com/office/drawing/2014/main" id="{95277710-C7C7-453A-BD60-124E467C2D54}"/>
              </a:ext>
            </a:extLst>
          </p:cNvPr>
          <p:cNvSpPr>
            <a:spLocks noGrp="1"/>
          </p:cNvSpPr>
          <p:nvPr/>
        </p:nvSpPr>
        <p:spPr>
          <a:xfrm>
            <a:off x="12039600" y="2857500"/>
            <a:ext cx="52388" cy="547688"/>
          </a:xfrm>
          <a:prstGeom prst="rect">
            <a:avLst/>
          </a:prstGeom>
          <a:solidFill>
            <a:srgbClr val="FFFFFF"/>
          </a:solidFill>
          <a:ln w="13097">
            <a:solidFill>
              <a:srgbClr val="172B4D"/>
            </a:solidFill>
          </a:ln>
        </p:spPr>
      </p:sp>
      <p:sp>
        <p:nvSpPr>
          <p:cNvPr id="182" name="object-182">
            <a:extLst>
              <a:ext uri="{FF2B5EF4-FFF2-40B4-BE49-F238E27FC236}">
                <a16:creationId xmlns:a16="http://schemas.microsoft.com/office/drawing/2014/main" id="{0311D361-6DCF-478B-8051-12E3DA5380D3}"/>
              </a:ext>
            </a:extLst>
          </p:cNvPr>
          <p:cNvSpPr>
            <a:spLocks noGrp="1"/>
          </p:cNvSpPr>
          <p:nvPr/>
        </p:nvSpPr>
        <p:spPr>
          <a:xfrm>
            <a:off x="12091988" y="2857500"/>
            <a:ext cx="52388" cy="547688"/>
          </a:xfrm>
          <a:prstGeom prst="rect">
            <a:avLst/>
          </a:prstGeom>
          <a:solidFill>
            <a:srgbClr val="FFFFFF"/>
          </a:solidFill>
          <a:ln w="13097">
            <a:solidFill>
              <a:srgbClr val="172B4D"/>
            </a:solidFill>
          </a:ln>
        </p:spPr>
      </p:sp>
      <p:sp>
        <p:nvSpPr>
          <p:cNvPr id="183" name="object-183">
            <a:extLst>
              <a:ext uri="{FF2B5EF4-FFF2-40B4-BE49-F238E27FC236}">
                <a16:creationId xmlns:a16="http://schemas.microsoft.com/office/drawing/2014/main" id="{F500075E-C72D-43F0-AA85-085B2DDEE5CE}"/>
              </a:ext>
            </a:extLst>
          </p:cNvPr>
          <p:cNvSpPr>
            <a:spLocks noGrp="1"/>
          </p:cNvSpPr>
          <p:nvPr/>
        </p:nvSpPr>
        <p:spPr>
          <a:xfrm>
            <a:off x="12144375" y="2857500"/>
            <a:ext cx="52388" cy="547688"/>
          </a:xfrm>
          <a:prstGeom prst="rect">
            <a:avLst/>
          </a:prstGeom>
          <a:solidFill>
            <a:srgbClr val="FFFFFF"/>
          </a:solidFill>
          <a:ln w="13097">
            <a:solidFill>
              <a:srgbClr val="172B4D"/>
            </a:solidFill>
          </a:ln>
        </p:spPr>
      </p:sp>
      <p:sp>
        <p:nvSpPr>
          <p:cNvPr id="184" name="object-184">
            <a:extLst>
              <a:ext uri="{FF2B5EF4-FFF2-40B4-BE49-F238E27FC236}">
                <a16:creationId xmlns:a16="http://schemas.microsoft.com/office/drawing/2014/main" id="{028C11F7-82F4-4BBC-847F-61C3137D7F96}"/>
              </a:ext>
            </a:extLst>
          </p:cNvPr>
          <p:cNvSpPr>
            <a:spLocks noGrp="1"/>
          </p:cNvSpPr>
          <p:nvPr/>
        </p:nvSpPr>
        <p:spPr>
          <a:xfrm>
            <a:off x="12196763" y="2857500"/>
            <a:ext cx="52388" cy="547688"/>
          </a:xfrm>
          <a:prstGeom prst="rect">
            <a:avLst/>
          </a:prstGeom>
          <a:solidFill>
            <a:srgbClr val="FFFFFF"/>
          </a:solidFill>
          <a:ln w="13097">
            <a:solidFill>
              <a:srgbClr val="172B4D"/>
            </a:solidFill>
          </a:ln>
        </p:spPr>
      </p:sp>
      <p:sp>
        <p:nvSpPr>
          <p:cNvPr id="185" name="object-185">
            <a:extLst>
              <a:ext uri="{FF2B5EF4-FFF2-40B4-BE49-F238E27FC236}">
                <a16:creationId xmlns:a16="http://schemas.microsoft.com/office/drawing/2014/main" id="{58691EB1-DF56-4ABB-BBEC-572CAE88BCA6}"/>
              </a:ext>
            </a:extLst>
          </p:cNvPr>
          <p:cNvSpPr>
            <a:spLocks noGrp="1"/>
          </p:cNvSpPr>
          <p:nvPr/>
        </p:nvSpPr>
        <p:spPr>
          <a:xfrm>
            <a:off x="12249150" y="2857500"/>
            <a:ext cx="52388" cy="547688"/>
          </a:xfrm>
          <a:prstGeom prst="rect">
            <a:avLst/>
          </a:prstGeom>
          <a:solidFill>
            <a:srgbClr val="FFFFFF"/>
          </a:solidFill>
          <a:ln w="13097">
            <a:solidFill>
              <a:srgbClr val="172B4D"/>
            </a:solidFill>
          </a:ln>
        </p:spPr>
      </p:sp>
      <p:sp>
        <p:nvSpPr>
          <p:cNvPr id="186" name="object-186">
            <a:extLst>
              <a:ext uri="{FF2B5EF4-FFF2-40B4-BE49-F238E27FC236}">
                <a16:creationId xmlns:a16="http://schemas.microsoft.com/office/drawing/2014/main" id="{3AAD6A0D-2F52-4A22-9C99-E2B124F0A85E}"/>
              </a:ext>
            </a:extLst>
          </p:cNvPr>
          <p:cNvSpPr>
            <a:spLocks noGrp="1"/>
          </p:cNvSpPr>
          <p:nvPr/>
        </p:nvSpPr>
        <p:spPr>
          <a:xfrm>
            <a:off x="12301538" y="2857500"/>
            <a:ext cx="52388" cy="547688"/>
          </a:xfrm>
          <a:prstGeom prst="rect">
            <a:avLst/>
          </a:prstGeom>
          <a:solidFill>
            <a:srgbClr val="FFFFFF"/>
          </a:solidFill>
          <a:ln w="13097">
            <a:solidFill>
              <a:srgbClr val="172B4D"/>
            </a:solidFill>
          </a:ln>
        </p:spPr>
      </p:sp>
      <p:sp>
        <p:nvSpPr>
          <p:cNvPr id="187" name="object-187">
            <a:extLst>
              <a:ext uri="{FF2B5EF4-FFF2-40B4-BE49-F238E27FC236}">
                <a16:creationId xmlns:a16="http://schemas.microsoft.com/office/drawing/2014/main" id="{3F0963E6-7C12-407D-9ECE-5375D973FCBE}"/>
              </a:ext>
            </a:extLst>
          </p:cNvPr>
          <p:cNvSpPr>
            <a:spLocks noGrp="1"/>
          </p:cNvSpPr>
          <p:nvPr/>
        </p:nvSpPr>
        <p:spPr>
          <a:xfrm>
            <a:off x="12353925" y="2857500"/>
            <a:ext cx="52388" cy="547688"/>
          </a:xfrm>
          <a:prstGeom prst="rect">
            <a:avLst/>
          </a:prstGeom>
          <a:solidFill>
            <a:srgbClr val="FFFFFF"/>
          </a:solidFill>
          <a:ln w="13097">
            <a:solidFill>
              <a:srgbClr val="172B4D"/>
            </a:solidFill>
          </a:ln>
        </p:spPr>
      </p:sp>
      <p:sp>
        <p:nvSpPr>
          <p:cNvPr id="188" name="object-188">
            <a:extLst>
              <a:ext uri="{FF2B5EF4-FFF2-40B4-BE49-F238E27FC236}">
                <a16:creationId xmlns:a16="http://schemas.microsoft.com/office/drawing/2014/main" id="{9C2C1C1E-FAB8-4622-BBBE-65B3488972ED}"/>
              </a:ext>
            </a:extLst>
          </p:cNvPr>
          <p:cNvSpPr>
            <a:spLocks noGrp="1"/>
          </p:cNvSpPr>
          <p:nvPr/>
        </p:nvSpPr>
        <p:spPr>
          <a:xfrm>
            <a:off x="12406313" y="2857500"/>
            <a:ext cx="52388" cy="547688"/>
          </a:xfrm>
          <a:prstGeom prst="rect">
            <a:avLst/>
          </a:prstGeom>
          <a:solidFill>
            <a:srgbClr val="FFFFFF"/>
          </a:solidFill>
          <a:ln w="13097">
            <a:solidFill>
              <a:srgbClr val="172B4D"/>
            </a:solidFill>
          </a:ln>
        </p:spPr>
      </p:sp>
      <p:sp>
        <p:nvSpPr>
          <p:cNvPr id="189" name="object-189">
            <a:extLst>
              <a:ext uri="{FF2B5EF4-FFF2-40B4-BE49-F238E27FC236}">
                <a16:creationId xmlns:a16="http://schemas.microsoft.com/office/drawing/2014/main" id="{237ABD06-34C5-4BC2-A971-62789B8573B9}"/>
              </a:ext>
            </a:extLst>
          </p:cNvPr>
          <p:cNvSpPr>
            <a:spLocks noGrp="1"/>
          </p:cNvSpPr>
          <p:nvPr/>
        </p:nvSpPr>
        <p:spPr>
          <a:xfrm>
            <a:off x="12458700" y="2857500"/>
            <a:ext cx="52388" cy="547688"/>
          </a:xfrm>
          <a:prstGeom prst="rect">
            <a:avLst/>
          </a:prstGeom>
          <a:solidFill>
            <a:srgbClr val="FFFFFF"/>
          </a:solidFill>
          <a:ln w="13097">
            <a:solidFill>
              <a:srgbClr val="172B4D"/>
            </a:solidFill>
          </a:ln>
        </p:spPr>
      </p:sp>
      <p:sp>
        <p:nvSpPr>
          <p:cNvPr id="190" name="object-190">
            <a:extLst>
              <a:ext uri="{FF2B5EF4-FFF2-40B4-BE49-F238E27FC236}">
                <a16:creationId xmlns:a16="http://schemas.microsoft.com/office/drawing/2014/main" id="{DC9B3193-2FE1-4AD7-BB68-9D5F395209F1}"/>
              </a:ext>
            </a:extLst>
          </p:cNvPr>
          <p:cNvSpPr>
            <a:spLocks noGrp="1"/>
          </p:cNvSpPr>
          <p:nvPr/>
        </p:nvSpPr>
        <p:spPr>
          <a:xfrm>
            <a:off x="12511088" y="2857500"/>
            <a:ext cx="52388" cy="547688"/>
          </a:xfrm>
          <a:prstGeom prst="rect">
            <a:avLst/>
          </a:prstGeom>
          <a:solidFill>
            <a:srgbClr val="FFFFFF"/>
          </a:solidFill>
          <a:ln w="13097">
            <a:solidFill>
              <a:srgbClr val="172B4D"/>
            </a:solidFill>
          </a:ln>
        </p:spPr>
      </p:sp>
      <p:sp>
        <p:nvSpPr>
          <p:cNvPr id="191" name="object-191">
            <a:extLst>
              <a:ext uri="{FF2B5EF4-FFF2-40B4-BE49-F238E27FC236}">
                <a16:creationId xmlns:a16="http://schemas.microsoft.com/office/drawing/2014/main" id="{9E88139D-C430-4611-9CB3-C665E10DDF24}"/>
              </a:ext>
            </a:extLst>
          </p:cNvPr>
          <p:cNvSpPr>
            <a:spLocks noGrp="1"/>
          </p:cNvSpPr>
          <p:nvPr/>
        </p:nvSpPr>
        <p:spPr>
          <a:xfrm>
            <a:off x="12563475" y="2857500"/>
            <a:ext cx="52388" cy="547688"/>
          </a:xfrm>
          <a:prstGeom prst="rect">
            <a:avLst/>
          </a:prstGeom>
          <a:solidFill>
            <a:srgbClr val="FFFFFF"/>
          </a:solidFill>
          <a:ln w="13097">
            <a:solidFill>
              <a:srgbClr val="172B4D"/>
            </a:solidFill>
          </a:ln>
        </p:spPr>
      </p:sp>
      <p:sp>
        <p:nvSpPr>
          <p:cNvPr id="192" name="object-192">
            <a:extLst>
              <a:ext uri="{FF2B5EF4-FFF2-40B4-BE49-F238E27FC236}">
                <a16:creationId xmlns:a16="http://schemas.microsoft.com/office/drawing/2014/main" id="{0A1D9AED-0E0B-47F3-8BEF-DF1BC7A72FC1}"/>
              </a:ext>
            </a:extLst>
          </p:cNvPr>
          <p:cNvSpPr>
            <a:spLocks noGrp="1"/>
          </p:cNvSpPr>
          <p:nvPr/>
        </p:nvSpPr>
        <p:spPr>
          <a:xfrm>
            <a:off x="12615863" y="2857500"/>
            <a:ext cx="52388" cy="547688"/>
          </a:xfrm>
          <a:prstGeom prst="rect">
            <a:avLst/>
          </a:prstGeom>
          <a:solidFill>
            <a:srgbClr val="FFFFFF"/>
          </a:solidFill>
          <a:ln w="13097">
            <a:solidFill>
              <a:srgbClr val="172B4D"/>
            </a:solidFill>
          </a:ln>
        </p:spPr>
      </p:sp>
      <p:sp>
        <p:nvSpPr>
          <p:cNvPr id="193" name="object-193">
            <a:extLst>
              <a:ext uri="{FF2B5EF4-FFF2-40B4-BE49-F238E27FC236}">
                <a16:creationId xmlns:a16="http://schemas.microsoft.com/office/drawing/2014/main" id="{3F492B49-2DD6-4466-A1B2-AA1C476F9FD0}"/>
              </a:ext>
            </a:extLst>
          </p:cNvPr>
          <p:cNvSpPr>
            <a:spLocks noGrp="1"/>
          </p:cNvSpPr>
          <p:nvPr/>
        </p:nvSpPr>
        <p:spPr>
          <a:xfrm>
            <a:off x="12668250" y="2857500"/>
            <a:ext cx="52388" cy="547688"/>
          </a:xfrm>
          <a:prstGeom prst="rect">
            <a:avLst/>
          </a:prstGeom>
          <a:solidFill>
            <a:srgbClr val="FFFFFF"/>
          </a:solidFill>
          <a:ln w="13097">
            <a:solidFill>
              <a:srgbClr val="172B4D"/>
            </a:solidFill>
          </a:ln>
        </p:spPr>
      </p:sp>
      <p:sp>
        <p:nvSpPr>
          <p:cNvPr id="194" name="object-194">
            <a:extLst>
              <a:ext uri="{FF2B5EF4-FFF2-40B4-BE49-F238E27FC236}">
                <a16:creationId xmlns:a16="http://schemas.microsoft.com/office/drawing/2014/main" id="{ED6FB5A9-B4A9-4CD9-B6F4-557A88FB4197}"/>
              </a:ext>
            </a:extLst>
          </p:cNvPr>
          <p:cNvSpPr>
            <a:spLocks noGrp="1"/>
          </p:cNvSpPr>
          <p:nvPr/>
        </p:nvSpPr>
        <p:spPr>
          <a:xfrm>
            <a:off x="12720638" y="2857500"/>
            <a:ext cx="52388" cy="547688"/>
          </a:xfrm>
          <a:prstGeom prst="rect">
            <a:avLst/>
          </a:prstGeom>
          <a:solidFill>
            <a:srgbClr val="FFFFFF"/>
          </a:solidFill>
          <a:ln w="13097">
            <a:solidFill>
              <a:srgbClr val="172B4D"/>
            </a:solidFill>
          </a:ln>
        </p:spPr>
      </p:sp>
      <p:sp>
        <p:nvSpPr>
          <p:cNvPr id="195" name="object-195">
            <a:extLst>
              <a:ext uri="{FF2B5EF4-FFF2-40B4-BE49-F238E27FC236}">
                <a16:creationId xmlns:a16="http://schemas.microsoft.com/office/drawing/2014/main" id="{FAD61456-3BBB-4DDE-A1B9-B702C42B00FB}"/>
              </a:ext>
            </a:extLst>
          </p:cNvPr>
          <p:cNvSpPr>
            <a:spLocks noGrp="1"/>
          </p:cNvSpPr>
          <p:nvPr/>
        </p:nvSpPr>
        <p:spPr>
          <a:xfrm>
            <a:off x="12773025" y="2857500"/>
            <a:ext cx="52388" cy="547688"/>
          </a:xfrm>
          <a:prstGeom prst="rect">
            <a:avLst/>
          </a:prstGeom>
          <a:solidFill>
            <a:srgbClr val="FFFFFF"/>
          </a:solidFill>
          <a:ln w="13097">
            <a:solidFill>
              <a:srgbClr val="172B4D"/>
            </a:solidFill>
          </a:ln>
        </p:spPr>
      </p:sp>
      <p:sp>
        <p:nvSpPr>
          <p:cNvPr id="196" name="object-196">
            <a:extLst>
              <a:ext uri="{FF2B5EF4-FFF2-40B4-BE49-F238E27FC236}">
                <a16:creationId xmlns:a16="http://schemas.microsoft.com/office/drawing/2014/main" id="{CD70ECA0-5159-4AE7-998A-8A5FEB170ADE}"/>
              </a:ext>
            </a:extLst>
          </p:cNvPr>
          <p:cNvSpPr>
            <a:spLocks noGrp="1"/>
          </p:cNvSpPr>
          <p:nvPr/>
        </p:nvSpPr>
        <p:spPr>
          <a:xfrm>
            <a:off x="12825413" y="2857500"/>
            <a:ext cx="52388" cy="547688"/>
          </a:xfrm>
          <a:prstGeom prst="rect">
            <a:avLst/>
          </a:prstGeom>
          <a:solidFill>
            <a:srgbClr val="FFFFFF"/>
          </a:solidFill>
          <a:ln w="13097">
            <a:solidFill>
              <a:srgbClr val="172B4D"/>
            </a:solidFill>
          </a:ln>
        </p:spPr>
      </p:sp>
      <p:sp>
        <p:nvSpPr>
          <p:cNvPr id="197" name="object-197">
            <a:extLst>
              <a:ext uri="{FF2B5EF4-FFF2-40B4-BE49-F238E27FC236}">
                <a16:creationId xmlns:a16="http://schemas.microsoft.com/office/drawing/2014/main" id="{F54BCCE0-4645-4B6D-A5C3-F7A5E245BFD5}"/>
              </a:ext>
            </a:extLst>
          </p:cNvPr>
          <p:cNvSpPr>
            <a:spLocks noGrp="1"/>
          </p:cNvSpPr>
          <p:nvPr/>
        </p:nvSpPr>
        <p:spPr>
          <a:xfrm>
            <a:off x="12877800" y="2857500"/>
            <a:ext cx="52388" cy="547688"/>
          </a:xfrm>
          <a:prstGeom prst="rect">
            <a:avLst/>
          </a:prstGeom>
          <a:solidFill>
            <a:srgbClr val="FFFFFF"/>
          </a:solidFill>
          <a:ln w="13097">
            <a:solidFill>
              <a:srgbClr val="172B4D"/>
            </a:solidFill>
          </a:ln>
        </p:spPr>
      </p:sp>
      <p:sp>
        <p:nvSpPr>
          <p:cNvPr id="198" name="object-198">
            <a:extLst>
              <a:ext uri="{FF2B5EF4-FFF2-40B4-BE49-F238E27FC236}">
                <a16:creationId xmlns:a16="http://schemas.microsoft.com/office/drawing/2014/main" id="{C7786DEA-42E6-4B35-A9F1-EC9786B9A211}"/>
              </a:ext>
            </a:extLst>
          </p:cNvPr>
          <p:cNvSpPr>
            <a:spLocks noGrp="1"/>
          </p:cNvSpPr>
          <p:nvPr/>
        </p:nvSpPr>
        <p:spPr>
          <a:xfrm>
            <a:off x="12930188" y="2857500"/>
            <a:ext cx="52388" cy="547688"/>
          </a:xfrm>
          <a:prstGeom prst="rect">
            <a:avLst/>
          </a:prstGeom>
          <a:solidFill>
            <a:srgbClr val="FFFFFF"/>
          </a:solidFill>
          <a:ln w="13097">
            <a:solidFill>
              <a:srgbClr val="172B4D"/>
            </a:solidFill>
          </a:ln>
        </p:spPr>
      </p:sp>
      <p:sp>
        <p:nvSpPr>
          <p:cNvPr id="199" name="object-199">
            <a:extLst>
              <a:ext uri="{FF2B5EF4-FFF2-40B4-BE49-F238E27FC236}">
                <a16:creationId xmlns:a16="http://schemas.microsoft.com/office/drawing/2014/main" id="{CF1A28F6-F7CB-4CFD-8960-B12FCF766E02}"/>
              </a:ext>
            </a:extLst>
          </p:cNvPr>
          <p:cNvSpPr>
            <a:spLocks noGrp="1"/>
          </p:cNvSpPr>
          <p:nvPr/>
        </p:nvSpPr>
        <p:spPr>
          <a:xfrm>
            <a:off x="12982575" y="2857500"/>
            <a:ext cx="52388" cy="547688"/>
          </a:xfrm>
          <a:prstGeom prst="rect">
            <a:avLst/>
          </a:prstGeom>
          <a:solidFill>
            <a:srgbClr val="FFFFFF"/>
          </a:solidFill>
          <a:ln w="13097">
            <a:solidFill>
              <a:srgbClr val="172B4D"/>
            </a:solidFill>
          </a:ln>
        </p:spPr>
      </p:sp>
      <p:sp>
        <p:nvSpPr>
          <p:cNvPr id="200" name="object-200">
            <a:extLst>
              <a:ext uri="{FF2B5EF4-FFF2-40B4-BE49-F238E27FC236}">
                <a16:creationId xmlns:a16="http://schemas.microsoft.com/office/drawing/2014/main" id="{57A730FD-D226-4D16-B662-7329E818A365}"/>
              </a:ext>
            </a:extLst>
          </p:cNvPr>
          <p:cNvSpPr>
            <a:spLocks noGrp="1"/>
          </p:cNvSpPr>
          <p:nvPr/>
        </p:nvSpPr>
        <p:spPr>
          <a:xfrm>
            <a:off x="13034963" y="2857500"/>
            <a:ext cx="52388" cy="547688"/>
          </a:xfrm>
          <a:prstGeom prst="rect">
            <a:avLst/>
          </a:prstGeom>
          <a:solidFill>
            <a:srgbClr val="FFFFFF"/>
          </a:solidFill>
          <a:ln w="13097">
            <a:solidFill>
              <a:srgbClr val="172B4D"/>
            </a:solidFill>
          </a:ln>
        </p:spPr>
      </p:sp>
      <p:sp>
        <p:nvSpPr>
          <p:cNvPr id="201" name="object-201">
            <a:extLst>
              <a:ext uri="{FF2B5EF4-FFF2-40B4-BE49-F238E27FC236}">
                <a16:creationId xmlns:a16="http://schemas.microsoft.com/office/drawing/2014/main" id="{E51FEE99-C61C-4A1A-A507-11E8E9BE6B0B}"/>
              </a:ext>
            </a:extLst>
          </p:cNvPr>
          <p:cNvSpPr>
            <a:spLocks noGrp="1"/>
          </p:cNvSpPr>
          <p:nvPr/>
        </p:nvSpPr>
        <p:spPr>
          <a:xfrm>
            <a:off x="13087350" y="2857500"/>
            <a:ext cx="52388" cy="547688"/>
          </a:xfrm>
          <a:prstGeom prst="rect">
            <a:avLst/>
          </a:prstGeom>
          <a:solidFill>
            <a:srgbClr val="FFFFFF"/>
          </a:solidFill>
          <a:ln w="13097">
            <a:solidFill>
              <a:srgbClr val="172B4D"/>
            </a:solidFill>
          </a:ln>
        </p:spPr>
      </p:sp>
      <p:sp>
        <p:nvSpPr>
          <p:cNvPr id="202" name="object-202">
            <a:extLst>
              <a:ext uri="{FF2B5EF4-FFF2-40B4-BE49-F238E27FC236}">
                <a16:creationId xmlns:a16="http://schemas.microsoft.com/office/drawing/2014/main" id="{D1519879-B035-450A-9BBF-A0C765548EC1}"/>
              </a:ext>
            </a:extLst>
          </p:cNvPr>
          <p:cNvSpPr>
            <a:spLocks noGrp="1"/>
          </p:cNvSpPr>
          <p:nvPr/>
        </p:nvSpPr>
        <p:spPr>
          <a:xfrm>
            <a:off x="13139738" y="2857500"/>
            <a:ext cx="52388" cy="547688"/>
          </a:xfrm>
          <a:prstGeom prst="rect">
            <a:avLst/>
          </a:prstGeom>
          <a:solidFill>
            <a:srgbClr val="FFFFFF"/>
          </a:solidFill>
          <a:ln w="13097">
            <a:solidFill>
              <a:srgbClr val="172B4D"/>
            </a:solidFill>
          </a:ln>
        </p:spPr>
      </p:sp>
      <p:sp>
        <p:nvSpPr>
          <p:cNvPr id="203" name="object-203">
            <a:extLst>
              <a:ext uri="{FF2B5EF4-FFF2-40B4-BE49-F238E27FC236}">
                <a16:creationId xmlns:a16="http://schemas.microsoft.com/office/drawing/2014/main" id="{E2572652-8442-47D8-8551-96EAEC1AF272}"/>
              </a:ext>
            </a:extLst>
          </p:cNvPr>
          <p:cNvSpPr>
            <a:spLocks noGrp="1"/>
          </p:cNvSpPr>
          <p:nvPr/>
        </p:nvSpPr>
        <p:spPr>
          <a:xfrm>
            <a:off x="13192125" y="2857500"/>
            <a:ext cx="52388" cy="547688"/>
          </a:xfrm>
          <a:prstGeom prst="rect">
            <a:avLst/>
          </a:prstGeom>
          <a:solidFill>
            <a:srgbClr val="FFFFFF"/>
          </a:solidFill>
          <a:ln w="13097">
            <a:solidFill>
              <a:srgbClr val="172B4D"/>
            </a:solidFill>
          </a:ln>
        </p:spPr>
      </p:sp>
      <p:sp>
        <p:nvSpPr>
          <p:cNvPr id="204" name="object-204">
            <a:extLst>
              <a:ext uri="{FF2B5EF4-FFF2-40B4-BE49-F238E27FC236}">
                <a16:creationId xmlns:a16="http://schemas.microsoft.com/office/drawing/2014/main" id="{20DF2CDF-DBEE-404C-AEDA-9738E9FAE351}"/>
              </a:ext>
            </a:extLst>
          </p:cNvPr>
          <p:cNvSpPr>
            <a:spLocks noGrp="1"/>
          </p:cNvSpPr>
          <p:nvPr/>
        </p:nvSpPr>
        <p:spPr>
          <a:xfrm>
            <a:off x="13244513" y="2857500"/>
            <a:ext cx="52388" cy="547688"/>
          </a:xfrm>
          <a:prstGeom prst="rect">
            <a:avLst/>
          </a:prstGeom>
          <a:solidFill>
            <a:srgbClr val="FFFFFF"/>
          </a:solidFill>
          <a:ln w="13097">
            <a:solidFill>
              <a:srgbClr val="172B4D"/>
            </a:solidFill>
          </a:ln>
        </p:spPr>
      </p:sp>
      <p:sp>
        <p:nvSpPr>
          <p:cNvPr id="205" name="object-205">
            <a:extLst>
              <a:ext uri="{FF2B5EF4-FFF2-40B4-BE49-F238E27FC236}">
                <a16:creationId xmlns:a16="http://schemas.microsoft.com/office/drawing/2014/main" id="{DD5F42D2-E8C9-43E9-949A-369FCC96C86B}"/>
              </a:ext>
            </a:extLst>
          </p:cNvPr>
          <p:cNvSpPr>
            <a:spLocks noGrp="1"/>
          </p:cNvSpPr>
          <p:nvPr/>
        </p:nvSpPr>
        <p:spPr>
          <a:xfrm>
            <a:off x="13296900" y="2857500"/>
            <a:ext cx="52388" cy="547688"/>
          </a:xfrm>
          <a:prstGeom prst="rect">
            <a:avLst/>
          </a:prstGeom>
          <a:solidFill>
            <a:srgbClr val="FFFFFF"/>
          </a:solidFill>
          <a:ln w="13097">
            <a:solidFill>
              <a:srgbClr val="172B4D"/>
            </a:solidFill>
          </a:ln>
        </p:spPr>
      </p:sp>
      <p:sp>
        <p:nvSpPr>
          <p:cNvPr id="206" name="object-206">
            <a:extLst>
              <a:ext uri="{FF2B5EF4-FFF2-40B4-BE49-F238E27FC236}">
                <a16:creationId xmlns:a16="http://schemas.microsoft.com/office/drawing/2014/main" id="{B919824E-66B6-4D47-96A3-8F922366CEAE}"/>
              </a:ext>
            </a:extLst>
          </p:cNvPr>
          <p:cNvSpPr>
            <a:spLocks noGrp="1"/>
          </p:cNvSpPr>
          <p:nvPr/>
        </p:nvSpPr>
        <p:spPr>
          <a:xfrm>
            <a:off x="13349288" y="2857500"/>
            <a:ext cx="52388" cy="547688"/>
          </a:xfrm>
          <a:prstGeom prst="rect">
            <a:avLst/>
          </a:prstGeom>
          <a:solidFill>
            <a:srgbClr val="FFFFFF"/>
          </a:solidFill>
          <a:ln w="13097">
            <a:solidFill>
              <a:srgbClr val="172B4D"/>
            </a:solidFill>
          </a:ln>
        </p:spPr>
      </p:sp>
      <p:sp>
        <p:nvSpPr>
          <p:cNvPr id="207" name="object-207">
            <a:extLst>
              <a:ext uri="{FF2B5EF4-FFF2-40B4-BE49-F238E27FC236}">
                <a16:creationId xmlns:a16="http://schemas.microsoft.com/office/drawing/2014/main" id="{1FC797E2-4834-451B-89F5-7CB1EC0A8711}"/>
              </a:ext>
            </a:extLst>
          </p:cNvPr>
          <p:cNvSpPr>
            <a:spLocks noGrp="1"/>
          </p:cNvSpPr>
          <p:nvPr/>
        </p:nvSpPr>
        <p:spPr>
          <a:xfrm>
            <a:off x="13401675" y="2857500"/>
            <a:ext cx="52388" cy="547688"/>
          </a:xfrm>
          <a:prstGeom prst="rect">
            <a:avLst/>
          </a:prstGeom>
          <a:solidFill>
            <a:srgbClr val="FFFFFF"/>
          </a:solidFill>
          <a:ln w="13097">
            <a:solidFill>
              <a:srgbClr val="172B4D"/>
            </a:solidFill>
          </a:ln>
        </p:spPr>
      </p:sp>
      <p:sp>
        <p:nvSpPr>
          <p:cNvPr id="208" name="object-208">
            <a:extLst>
              <a:ext uri="{FF2B5EF4-FFF2-40B4-BE49-F238E27FC236}">
                <a16:creationId xmlns:a16="http://schemas.microsoft.com/office/drawing/2014/main" id="{F765BECE-8EC3-4BD4-AB38-70115AF943C4}"/>
              </a:ext>
            </a:extLst>
          </p:cNvPr>
          <p:cNvSpPr>
            <a:spLocks noGrp="1"/>
          </p:cNvSpPr>
          <p:nvPr/>
        </p:nvSpPr>
        <p:spPr>
          <a:xfrm>
            <a:off x="12263438" y="3417094"/>
            <a:ext cx="1905000" cy="476250"/>
          </a:xfrm>
          <a:prstGeom prst="rect">
            <a:avLst/>
          </a:prstGeom>
          <a:noFill/>
          <a:ln w="0">
            <a:noFill/>
          </a:ln>
        </p:spPr>
        <p:txBody>
          <a:bodyPr anchor="ctr">
            <a:noAutofit/>
          </a:bodyPr>
          <a:lstStyle/>
          <a:p>
            <a:pPr algn="l">
              <a:defRPr sz="2250" b="1">
                <a:solidFill>
                  <a:srgbClr val="9A5800"/>
                </a:solidFill>
                <a:latin typeface="Arial"/>
                <a:ea typeface="Arial"/>
                <a:cs typeface="Arial"/>
              </a:defRPr>
            </a:pPr>
            <a:r>
              <a:rPr sz="2250" b="1">
                <a:solidFill>
                  <a:srgbClr val="9A5800"/>
                </a:solidFill>
                <a:latin typeface="Arial"/>
                <a:ea typeface="Arial"/>
                <a:cs typeface="Arial"/>
              </a:rPr>
              <a:t>160/100</a:t>
            </a:r>
          </a:p>
        </p:txBody>
      </p:sp>
      <p:sp>
        <p:nvSpPr>
          <p:cNvPr id="209" name="object-209">
            <a:extLst>
              <a:ext uri="{FF2B5EF4-FFF2-40B4-BE49-F238E27FC236}">
                <a16:creationId xmlns:a16="http://schemas.microsoft.com/office/drawing/2014/main" id="{8823DB20-4AA6-45BC-8A60-015CF779CF89}"/>
              </a:ext>
            </a:extLst>
          </p:cNvPr>
          <p:cNvSpPr>
            <a:spLocks noGrp="1"/>
          </p:cNvSpPr>
          <p:nvPr/>
        </p:nvSpPr>
        <p:spPr>
          <a:xfrm>
            <a:off x="833438" y="4048125"/>
            <a:ext cx="1905000" cy="714375"/>
          </a:xfrm>
          <a:prstGeom prst="rect">
            <a:avLst/>
          </a:prstGeom>
          <a:noFill/>
          <a:ln w="0">
            <a:noFill/>
          </a:ln>
        </p:spPr>
        <p:txBody>
          <a:bodyPr anchor="ctr">
            <a:noAutofit/>
          </a:bodyPr>
          <a:lstStyle/>
          <a:p>
            <a:pPr algn="l">
              <a:defRPr sz="3375" b="1">
                <a:solidFill>
                  <a:srgbClr val="1D4ED8"/>
                </a:solidFill>
                <a:latin typeface="Arial"/>
                <a:ea typeface="Arial"/>
                <a:cs typeface="Arial"/>
              </a:defRPr>
            </a:pPr>
            <a:r>
              <a:rPr sz="3375" b="1">
                <a:solidFill>
                  <a:srgbClr val="1D4ED8"/>
                </a:solidFill>
                <a:latin typeface="Arial"/>
                <a:ea typeface="Arial"/>
                <a:cs typeface="Arial"/>
              </a:rPr>
              <a:t>158/100</a:t>
            </a:r>
          </a:p>
        </p:txBody>
      </p:sp>
      <p:sp>
        <p:nvSpPr>
          <p:cNvPr id="210" name="object-210">
            <a:extLst>
              <a:ext uri="{FF2B5EF4-FFF2-40B4-BE49-F238E27FC236}">
                <a16:creationId xmlns:a16="http://schemas.microsoft.com/office/drawing/2014/main" id="{EFB1FC49-FD5F-4A02-B5E4-635A0C83E8F7}"/>
              </a:ext>
            </a:extLst>
          </p:cNvPr>
          <p:cNvSpPr>
            <a:spLocks noGrp="1"/>
          </p:cNvSpPr>
          <p:nvPr/>
        </p:nvSpPr>
        <p:spPr>
          <a:xfrm>
            <a:off x="2976563" y="4048125"/>
            <a:ext cx="52388" cy="547688"/>
          </a:xfrm>
          <a:prstGeom prst="rect">
            <a:avLst/>
          </a:prstGeom>
          <a:solidFill>
            <a:srgbClr val="1D4ED8"/>
          </a:solidFill>
          <a:ln w="13097">
            <a:solidFill>
              <a:srgbClr val="172B4D"/>
            </a:solidFill>
          </a:ln>
        </p:spPr>
      </p:sp>
      <p:sp>
        <p:nvSpPr>
          <p:cNvPr id="211" name="object-211">
            <a:extLst>
              <a:ext uri="{FF2B5EF4-FFF2-40B4-BE49-F238E27FC236}">
                <a16:creationId xmlns:a16="http://schemas.microsoft.com/office/drawing/2014/main" id="{B2BAB107-C4C1-4E21-95C9-2667E4A00F8A}"/>
              </a:ext>
            </a:extLst>
          </p:cNvPr>
          <p:cNvSpPr>
            <a:spLocks noGrp="1"/>
          </p:cNvSpPr>
          <p:nvPr/>
        </p:nvSpPr>
        <p:spPr>
          <a:xfrm>
            <a:off x="3028950" y="4048125"/>
            <a:ext cx="52388" cy="547688"/>
          </a:xfrm>
          <a:prstGeom prst="rect">
            <a:avLst/>
          </a:prstGeom>
          <a:solidFill>
            <a:srgbClr val="1D4ED8"/>
          </a:solidFill>
          <a:ln w="13097">
            <a:solidFill>
              <a:srgbClr val="172B4D"/>
            </a:solidFill>
          </a:ln>
        </p:spPr>
      </p:sp>
      <p:sp>
        <p:nvSpPr>
          <p:cNvPr id="212" name="object-212">
            <a:extLst>
              <a:ext uri="{FF2B5EF4-FFF2-40B4-BE49-F238E27FC236}">
                <a16:creationId xmlns:a16="http://schemas.microsoft.com/office/drawing/2014/main" id="{B65F636E-5DB4-400F-8B4A-CF4C277EE373}"/>
              </a:ext>
            </a:extLst>
          </p:cNvPr>
          <p:cNvSpPr>
            <a:spLocks noGrp="1"/>
          </p:cNvSpPr>
          <p:nvPr/>
        </p:nvSpPr>
        <p:spPr>
          <a:xfrm>
            <a:off x="3081338" y="4048125"/>
            <a:ext cx="52388" cy="547688"/>
          </a:xfrm>
          <a:prstGeom prst="rect">
            <a:avLst/>
          </a:prstGeom>
          <a:solidFill>
            <a:srgbClr val="1D4ED8"/>
          </a:solidFill>
          <a:ln w="13097">
            <a:solidFill>
              <a:srgbClr val="172B4D"/>
            </a:solidFill>
          </a:ln>
        </p:spPr>
      </p:sp>
      <p:sp>
        <p:nvSpPr>
          <p:cNvPr id="213" name="object-213">
            <a:extLst>
              <a:ext uri="{FF2B5EF4-FFF2-40B4-BE49-F238E27FC236}">
                <a16:creationId xmlns:a16="http://schemas.microsoft.com/office/drawing/2014/main" id="{60DD1803-F741-402C-BA83-9A74DC438857}"/>
              </a:ext>
            </a:extLst>
          </p:cNvPr>
          <p:cNvSpPr>
            <a:spLocks noGrp="1"/>
          </p:cNvSpPr>
          <p:nvPr/>
        </p:nvSpPr>
        <p:spPr>
          <a:xfrm>
            <a:off x="3133725" y="4048125"/>
            <a:ext cx="52388" cy="547688"/>
          </a:xfrm>
          <a:prstGeom prst="rect">
            <a:avLst/>
          </a:prstGeom>
          <a:solidFill>
            <a:srgbClr val="1D4ED8"/>
          </a:solidFill>
          <a:ln w="13097">
            <a:solidFill>
              <a:srgbClr val="172B4D"/>
            </a:solidFill>
          </a:ln>
        </p:spPr>
      </p:sp>
      <p:sp>
        <p:nvSpPr>
          <p:cNvPr id="214" name="object-214">
            <a:extLst>
              <a:ext uri="{FF2B5EF4-FFF2-40B4-BE49-F238E27FC236}">
                <a16:creationId xmlns:a16="http://schemas.microsoft.com/office/drawing/2014/main" id="{9F05A313-3F38-4166-93DE-25AD4A4AE404}"/>
              </a:ext>
            </a:extLst>
          </p:cNvPr>
          <p:cNvSpPr>
            <a:spLocks noGrp="1"/>
          </p:cNvSpPr>
          <p:nvPr/>
        </p:nvSpPr>
        <p:spPr>
          <a:xfrm>
            <a:off x="3186113" y="4048125"/>
            <a:ext cx="52388" cy="547688"/>
          </a:xfrm>
          <a:prstGeom prst="rect">
            <a:avLst/>
          </a:prstGeom>
          <a:solidFill>
            <a:srgbClr val="1D4ED8"/>
          </a:solidFill>
          <a:ln w="13097">
            <a:solidFill>
              <a:srgbClr val="172B4D"/>
            </a:solidFill>
          </a:ln>
        </p:spPr>
      </p:sp>
      <p:sp>
        <p:nvSpPr>
          <p:cNvPr id="215" name="object-215">
            <a:extLst>
              <a:ext uri="{FF2B5EF4-FFF2-40B4-BE49-F238E27FC236}">
                <a16:creationId xmlns:a16="http://schemas.microsoft.com/office/drawing/2014/main" id="{7E259484-1BC2-489A-B75F-49265AC57B3B}"/>
              </a:ext>
            </a:extLst>
          </p:cNvPr>
          <p:cNvSpPr>
            <a:spLocks noGrp="1"/>
          </p:cNvSpPr>
          <p:nvPr/>
        </p:nvSpPr>
        <p:spPr>
          <a:xfrm>
            <a:off x="3238500" y="4048125"/>
            <a:ext cx="52388" cy="547688"/>
          </a:xfrm>
          <a:prstGeom prst="rect">
            <a:avLst/>
          </a:prstGeom>
          <a:solidFill>
            <a:srgbClr val="1D4ED8"/>
          </a:solidFill>
          <a:ln w="13097">
            <a:solidFill>
              <a:srgbClr val="172B4D"/>
            </a:solidFill>
          </a:ln>
        </p:spPr>
      </p:sp>
      <p:sp>
        <p:nvSpPr>
          <p:cNvPr id="216" name="object-216">
            <a:extLst>
              <a:ext uri="{FF2B5EF4-FFF2-40B4-BE49-F238E27FC236}">
                <a16:creationId xmlns:a16="http://schemas.microsoft.com/office/drawing/2014/main" id="{50720B10-1AD8-43CA-B31B-B762238E9318}"/>
              </a:ext>
            </a:extLst>
          </p:cNvPr>
          <p:cNvSpPr>
            <a:spLocks noGrp="1"/>
          </p:cNvSpPr>
          <p:nvPr/>
        </p:nvSpPr>
        <p:spPr>
          <a:xfrm>
            <a:off x="3290888" y="4048125"/>
            <a:ext cx="52388" cy="547688"/>
          </a:xfrm>
          <a:prstGeom prst="rect">
            <a:avLst/>
          </a:prstGeom>
          <a:solidFill>
            <a:srgbClr val="1D4ED8"/>
          </a:solidFill>
          <a:ln w="13097">
            <a:solidFill>
              <a:srgbClr val="172B4D"/>
            </a:solidFill>
          </a:ln>
        </p:spPr>
      </p:sp>
      <p:sp>
        <p:nvSpPr>
          <p:cNvPr id="217" name="object-217">
            <a:extLst>
              <a:ext uri="{FF2B5EF4-FFF2-40B4-BE49-F238E27FC236}">
                <a16:creationId xmlns:a16="http://schemas.microsoft.com/office/drawing/2014/main" id="{969CFE4D-4C83-42E4-B7E4-8B2C55601C38}"/>
              </a:ext>
            </a:extLst>
          </p:cNvPr>
          <p:cNvSpPr>
            <a:spLocks noGrp="1"/>
          </p:cNvSpPr>
          <p:nvPr/>
        </p:nvSpPr>
        <p:spPr>
          <a:xfrm>
            <a:off x="3343275" y="4048125"/>
            <a:ext cx="52388" cy="547688"/>
          </a:xfrm>
          <a:prstGeom prst="rect">
            <a:avLst/>
          </a:prstGeom>
          <a:solidFill>
            <a:srgbClr val="1D4ED8"/>
          </a:solidFill>
          <a:ln w="13097">
            <a:solidFill>
              <a:srgbClr val="172B4D"/>
            </a:solidFill>
          </a:ln>
        </p:spPr>
      </p:sp>
      <p:sp>
        <p:nvSpPr>
          <p:cNvPr id="218" name="object-218">
            <a:extLst>
              <a:ext uri="{FF2B5EF4-FFF2-40B4-BE49-F238E27FC236}">
                <a16:creationId xmlns:a16="http://schemas.microsoft.com/office/drawing/2014/main" id="{057DA5B0-80B0-482D-A153-982FCC584386}"/>
              </a:ext>
            </a:extLst>
          </p:cNvPr>
          <p:cNvSpPr>
            <a:spLocks noGrp="1"/>
          </p:cNvSpPr>
          <p:nvPr/>
        </p:nvSpPr>
        <p:spPr>
          <a:xfrm>
            <a:off x="3395663" y="4048125"/>
            <a:ext cx="52388" cy="547688"/>
          </a:xfrm>
          <a:prstGeom prst="rect">
            <a:avLst/>
          </a:prstGeom>
          <a:solidFill>
            <a:srgbClr val="1D4ED8"/>
          </a:solidFill>
          <a:ln w="13097">
            <a:solidFill>
              <a:srgbClr val="172B4D"/>
            </a:solidFill>
          </a:ln>
        </p:spPr>
      </p:sp>
      <p:sp>
        <p:nvSpPr>
          <p:cNvPr id="219" name="object-219">
            <a:extLst>
              <a:ext uri="{FF2B5EF4-FFF2-40B4-BE49-F238E27FC236}">
                <a16:creationId xmlns:a16="http://schemas.microsoft.com/office/drawing/2014/main" id="{04B9DF10-4571-423D-8FB8-88E25926A0E1}"/>
              </a:ext>
            </a:extLst>
          </p:cNvPr>
          <p:cNvSpPr>
            <a:spLocks noGrp="1"/>
          </p:cNvSpPr>
          <p:nvPr/>
        </p:nvSpPr>
        <p:spPr>
          <a:xfrm>
            <a:off x="3448050" y="4048125"/>
            <a:ext cx="52388" cy="547688"/>
          </a:xfrm>
          <a:prstGeom prst="rect">
            <a:avLst/>
          </a:prstGeom>
          <a:solidFill>
            <a:srgbClr val="1D4ED8"/>
          </a:solidFill>
          <a:ln w="13097">
            <a:solidFill>
              <a:srgbClr val="172B4D"/>
            </a:solidFill>
          </a:ln>
        </p:spPr>
      </p:sp>
      <p:sp>
        <p:nvSpPr>
          <p:cNvPr id="220" name="object-220">
            <a:extLst>
              <a:ext uri="{FF2B5EF4-FFF2-40B4-BE49-F238E27FC236}">
                <a16:creationId xmlns:a16="http://schemas.microsoft.com/office/drawing/2014/main" id="{46BF5AF1-5B68-4D40-8860-AB03C10C75EE}"/>
              </a:ext>
            </a:extLst>
          </p:cNvPr>
          <p:cNvSpPr>
            <a:spLocks noGrp="1"/>
          </p:cNvSpPr>
          <p:nvPr/>
        </p:nvSpPr>
        <p:spPr>
          <a:xfrm>
            <a:off x="3500438" y="4048125"/>
            <a:ext cx="52388" cy="547688"/>
          </a:xfrm>
          <a:prstGeom prst="rect">
            <a:avLst/>
          </a:prstGeom>
          <a:solidFill>
            <a:srgbClr val="1D4ED8"/>
          </a:solidFill>
          <a:ln w="13097">
            <a:solidFill>
              <a:srgbClr val="172B4D"/>
            </a:solidFill>
          </a:ln>
        </p:spPr>
      </p:sp>
      <p:sp>
        <p:nvSpPr>
          <p:cNvPr id="221" name="object-221">
            <a:extLst>
              <a:ext uri="{FF2B5EF4-FFF2-40B4-BE49-F238E27FC236}">
                <a16:creationId xmlns:a16="http://schemas.microsoft.com/office/drawing/2014/main" id="{06C336AD-2C79-45E9-AF15-03F816A207A0}"/>
              </a:ext>
            </a:extLst>
          </p:cNvPr>
          <p:cNvSpPr>
            <a:spLocks noGrp="1"/>
          </p:cNvSpPr>
          <p:nvPr/>
        </p:nvSpPr>
        <p:spPr>
          <a:xfrm>
            <a:off x="3552825" y="4048125"/>
            <a:ext cx="52388" cy="547688"/>
          </a:xfrm>
          <a:prstGeom prst="rect">
            <a:avLst/>
          </a:prstGeom>
          <a:solidFill>
            <a:srgbClr val="1D4ED8"/>
          </a:solidFill>
          <a:ln w="13097">
            <a:solidFill>
              <a:srgbClr val="172B4D"/>
            </a:solidFill>
          </a:ln>
        </p:spPr>
      </p:sp>
      <p:sp>
        <p:nvSpPr>
          <p:cNvPr id="222" name="object-222">
            <a:extLst>
              <a:ext uri="{FF2B5EF4-FFF2-40B4-BE49-F238E27FC236}">
                <a16:creationId xmlns:a16="http://schemas.microsoft.com/office/drawing/2014/main" id="{78FAAF1E-AD63-4E7A-904F-B73A53828559}"/>
              </a:ext>
            </a:extLst>
          </p:cNvPr>
          <p:cNvSpPr>
            <a:spLocks noGrp="1"/>
          </p:cNvSpPr>
          <p:nvPr/>
        </p:nvSpPr>
        <p:spPr>
          <a:xfrm>
            <a:off x="3605213" y="4048125"/>
            <a:ext cx="52388" cy="547688"/>
          </a:xfrm>
          <a:prstGeom prst="rect">
            <a:avLst/>
          </a:prstGeom>
          <a:solidFill>
            <a:srgbClr val="1D4ED8"/>
          </a:solidFill>
          <a:ln w="13097">
            <a:solidFill>
              <a:srgbClr val="172B4D"/>
            </a:solidFill>
          </a:ln>
        </p:spPr>
      </p:sp>
      <p:sp>
        <p:nvSpPr>
          <p:cNvPr id="223" name="object-223">
            <a:extLst>
              <a:ext uri="{FF2B5EF4-FFF2-40B4-BE49-F238E27FC236}">
                <a16:creationId xmlns:a16="http://schemas.microsoft.com/office/drawing/2014/main" id="{4E1797EF-F6CF-4E55-AA77-96825AE60766}"/>
              </a:ext>
            </a:extLst>
          </p:cNvPr>
          <p:cNvSpPr>
            <a:spLocks noGrp="1"/>
          </p:cNvSpPr>
          <p:nvPr/>
        </p:nvSpPr>
        <p:spPr>
          <a:xfrm>
            <a:off x="3657600" y="4048125"/>
            <a:ext cx="52388" cy="547688"/>
          </a:xfrm>
          <a:prstGeom prst="rect">
            <a:avLst/>
          </a:prstGeom>
          <a:solidFill>
            <a:srgbClr val="1D4ED8"/>
          </a:solidFill>
          <a:ln w="13097">
            <a:solidFill>
              <a:srgbClr val="172B4D"/>
            </a:solidFill>
          </a:ln>
        </p:spPr>
      </p:sp>
      <p:sp>
        <p:nvSpPr>
          <p:cNvPr id="224" name="object-224">
            <a:extLst>
              <a:ext uri="{FF2B5EF4-FFF2-40B4-BE49-F238E27FC236}">
                <a16:creationId xmlns:a16="http://schemas.microsoft.com/office/drawing/2014/main" id="{A1BBB232-099A-4BC9-A40F-37AA6FB80E36}"/>
              </a:ext>
            </a:extLst>
          </p:cNvPr>
          <p:cNvSpPr>
            <a:spLocks noGrp="1"/>
          </p:cNvSpPr>
          <p:nvPr/>
        </p:nvSpPr>
        <p:spPr>
          <a:xfrm>
            <a:off x="3709988" y="4048125"/>
            <a:ext cx="52388" cy="547688"/>
          </a:xfrm>
          <a:prstGeom prst="rect">
            <a:avLst/>
          </a:prstGeom>
          <a:solidFill>
            <a:srgbClr val="1D4ED8"/>
          </a:solidFill>
          <a:ln w="13097">
            <a:solidFill>
              <a:srgbClr val="172B4D"/>
            </a:solidFill>
          </a:ln>
        </p:spPr>
      </p:sp>
      <p:sp>
        <p:nvSpPr>
          <p:cNvPr id="225" name="object-225">
            <a:extLst>
              <a:ext uri="{FF2B5EF4-FFF2-40B4-BE49-F238E27FC236}">
                <a16:creationId xmlns:a16="http://schemas.microsoft.com/office/drawing/2014/main" id="{A0A10DA9-D2DB-4908-BA5B-AAA61B74BE2E}"/>
              </a:ext>
            </a:extLst>
          </p:cNvPr>
          <p:cNvSpPr>
            <a:spLocks noGrp="1"/>
          </p:cNvSpPr>
          <p:nvPr/>
        </p:nvSpPr>
        <p:spPr>
          <a:xfrm>
            <a:off x="3762375" y="4048125"/>
            <a:ext cx="52388" cy="547688"/>
          </a:xfrm>
          <a:prstGeom prst="rect">
            <a:avLst/>
          </a:prstGeom>
          <a:solidFill>
            <a:srgbClr val="1D4ED8"/>
          </a:solidFill>
          <a:ln w="13097">
            <a:solidFill>
              <a:srgbClr val="172B4D"/>
            </a:solidFill>
          </a:ln>
        </p:spPr>
      </p:sp>
      <p:sp>
        <p:nvSpPr>
          <p:cNvPr id="226" name="object-226">
            <a:extLst>
              <a:ext uri="{FF2B5EF4-FFF2-40B4-BE49-F238E27FC236}">
                <a16:creationId xmlns:a16="http://schemas.microsoft.com/office/drawing/2014/main" id="{1E8F10C5-0962-48FE-8C64-CA9C95C7DA9C}"/>
              </a:ext>
            </a:extLst>
          </p:cNvPr>
          <p:cNvSpPr>
            <a:spLocks noGrp="1"/>
          </p:cNvSpPr>
          <p:nvPr/>
        </p:nvSpPr>
        <p:spPr>
          <a:xfrm>
            <a:off x="3814763" y="4048125"/>
            <a:ext cx="52388" cy="547688"/>
          </a:xfrm>
          <a:prstGeom prst="rect">
            <a:avLst/>
          </a:prstGeom>
          <a:solidFill>
            <a:srgbClr val="1D4ED8"/>
          </a:solidFill>
          <a:ln w="13097">
            <a:solidFill>
              <a:srgbClr val="172B4D"/>
            </a:solidFill>
          </a:ln>
        </p:spPr>
      </p:sp>
      <p:sp>
        <p:nvSpPr>
          <p:cNvPr id="227" name="object-227">
            <a:extLst>
              <a:ext uri="{FF2B5EF4-FFF2-40B4-BE49-F238E27FC236}">
                <a16:creationId xmlns:a16="http://schemas.microsoft.com/office/drawing/2014/main" id="{79F035BF-4748-4548-9302-A9F48964F444}"/>
              </a:ext>
            </a:extLst>
          </p:cNvPr>
          <p:cNvSpPr>
            <a:spLocks noGrp="1"/>
          </p:cNvSpPr>
          <p:nvPr/>
        </p:nvSpPr>
        <p:spPr>
          <a:xfrm>
            <a:off x="3867150" y="4048125"/>
            <a:ext cx="52388" cy="547688"/>
          </a:xfrm>
          <a:prstGeom prst="rect">
            <a:avLst/>
          </a:prstGeom>
          <a:solidFill>
            <a:srgbClr val="1D4ED8"/>
          </a:solidFill>
          <a:ln w="13097">
            <a:solidFill>
              <a:srgbClr val="172B4D"/>
            </a:solidFill>
          </a:ln>
        </p:spPr>
      </p:sp>
      <p:sp>
        <p:nvSpPr>
          <p:cNvPr id="228" name="object-228">
            <a:extLst>
              <a:ext uri="{FF2B5EF4-FFF2-40B4-BE49-F238E27FC236}">
                <a16:creationId xmlns:a16="http://schemas.microsoft.com/office/drawing/2014/main" id="{11132D1B-A74E-4D71-8201-6B9553EABDB7}"/>
              </a:ext>
            </a:extLst>
          </p:cNvPr>
          <p:cNvSpPr>
            <a:spLocks noGrp="1"/>
          </p:cNvSpPr>
          <p:nvPr/>
        </p:nvSpPr>
        <p:spPr>
          <a:xfrm>
            <a:off x="3919538" y="4048125"/>
            <a:ext cx="52388" cy="547688"/>
          </a:xfrm>
          <a:prstGeom prst="rect">
            <a:avLst/>
          </a:prstGeom>
          <a:solidFill>
            <a:srgbClr val="1D4ED8"/>
          </a:solidFill>
          <a:ln w="13097">
            <a:solidFill>
              <a:srgbClr val="172B4D"/>
            </a:solidFill>
          </a:ln>
        </p:spPr>
      </p:sp>
      <p:sp>
        <p:nvSpPr>
          <p:cNvPr id="229" name="object-229">
            <a:extLst>
              <a:ext uri="{FF2B5EF4-FFF2-40B4-BE49-F238E27FC236}">
                <a16:creationId xmlns:a16="http://schemas.microsoft.com/office/drawing/2014/main" id="{F2A0B80A-B21E-4728-B839-8114EB268538}"/>
              </a:ext>
            </a:extLst>
          </p:cNvPr>
          <p:cNvSpPr>
            <a:spLocks noGrp="1"/>
          </p:cNvSpPr>
          <p:nvPr/>
        </p:nvSpPr>
        <p:spPr>
          <a:xfrm>
            <a:off x="3971925" y="4048125"/>
            <a:ext cx="52388" cy="547688"/>
          </a:xfrm>
          <a:prstGeom prst="rect">
            <a:avLst/>
          </a:prstGeom>
          <a:solidFill>
            <a:srgbClr val="1D4ED8"/>
          </a:solidFill>
          <a:ln w="13097">
            <a:solidFill>
              <a:srgbClr val="172B4D"/>
            </a:solidFill>
          </a:ln>
        </p:spPr>
      </p:sp>
      <p:sp>
        <p:nvSpPr>
          <p:cNvPr id="230" name="object-230">
            <a:extLst>
              <a:ext uri="{FF2B5EF4-FFF2-40B4-BE49-F238E27FC236}">
                <a16:creationId xmlns:a16="http://schemas.microsoft.com/office/drawing/2014/main" id="{4D90AC43-7C95-4C5D-9B3F-247A54A0714A}"/>
              </a:ext>
            </a:extLst>
          </p:cNvPr>
          <p:cNvSpPr>
            <a:spLocks noGrp="1"/>
          </p:cNvSpPr>
          <p:nvPr/>
        </p:nvSpPr>
        <p:spPr>
          <a:xfrm>
            <a:off x="4024313" y="4048125"/>
            <a:ext cx="52388" cy="547688"/>
          </a:xfrm>
          <a:prstGeom prst="rect">
            <a:avLst/>
          </a:prstGeom>
          <a:solidFill>
            <a:srgbClr val="1D4ED8"/>
          </a:solidFill>
          <a:ln w="13097">
            <a:solidFill>
              <a:srgbClr val="172B4D"/>
            </a:solidFill>
          </a:ln>
        </p:spPr>
      </p:sp>
      <p:sp>
        <p:nvSpPr>
          <p:cNvPr id="231" name="object-231">
            <a:extLst>
              <a:ext uri="{FF2B5EF4-FFF2-40B4-BE49-F238E27FC236}">
                <a16:creationId xmlns:a16="http://schemas.microsoft.com/office/drawing/2014/main" id="{CAF34E9B-2C5D-4344-BA02-B96C1CDB73FD}"/>
              </a:ext>
            </a:extLst>
          </p:cNvPr>
          <p:cNvSpPr>
            <a:spLocks noGrp="1"/>
          </p:cNvSpPr>
          <p:nvPr/>
        </p:nvSpPr>
        <p:spPr>
          <a:xfrm>
            <a:off x="4076700" y="4048125"/>
            <a:ext cx="52388" cy="547688"/>
          </a:xfrm>
          <a:prstGeom prst="rect">
            <a:avLst/>
          </a:prstGeom>
          <a:solidFill>
            <a:srgbClr val="1D4ED8"/>
          </a:solidFill>
          <a:ln w="13097">
            <a:solidFill>
              <a:srgbClr val="172B4D"/>
            </a:solidFill>
          </a:ln>
        </p:spPr>
      </p:sp>
      <p:sp>
        <p:nvSpPr>
          <p:cNvPr id="232" name="object-232">
            <a:extLst>
              <a:ext uri="{FF2B5EF4-FFF2-40B4-BE49-F238E27FC236}">
                <a16:creationId xmlns:a16="http://schemas.microsoft.com/office/drawing/2014/main" id="{5E9166C8-AF1A-4897-BEC7-93AB786A7C99}"/>
              </a:ext>
            </a:extLst>
          </p:cNvPr>
          <p:cNvSpPr>
            <a:spLocks noGrp="1"/>
          </p:cNvSpPr>
          <p:nvPr/>
        </p:nvSpPr>
        <p:spPr>
          <a:xfrm>
            <a:off x="4129088" y="4048125"/>
            <a:ext cx="52388" cy="547688"/>
          </a:xfrm>
          <a:prstGeom prst="rect">
            <a:avLst/>
          </a:prstGeom>
          <a:solidFill>
            <a:srgbClr val="1D4ED8"/>
          </a:solidFill>
          <a:ln w="13097">
            <a:solidFill>
              <a:srgbClr val="172B4D"/>
            </a:solidFill>
          </a:ln>
        </p:spPr>
      </p:sp>
      <p:sp>
        <p:nvSpPr>
          <p:cNvPr id="233" name="object-233">
            <a:extLst>
              <a:ext uri="{FF2B5EF4-FFF2-40B4-BE49-F238E27FC236}">
                <a16:creationId xmlns:a16="http://schemas.microsoft.com/office/drawing/2014/main" id="{0C349707-3F08-413B-AF8F-3D7B62BA84FC}"/>
              </a:ext>
            </a:extLst>
          </p:cNvPr>
          <p:cNvSpPr>
            <a:spLocks noGrp="1"/>
          </p:cNvSpPr>
          <p:nvPr/>
        </p:nvSpPr>
        <p:spPr>
          <a:xfrm>
            <a:off x="4181475" y="4048125"/>
            <a:ext cx="52388" cy="547688"/>
          </a:xfrm>
          <a:prstGeom prst="rect">
            <a:avLst/>
          </a:prstGeom>
          <a:solidFill>
            <a:srgbClr val="1D4ED8"/>
          </a:solidFill>
          <a:ln w="13097">
            <a:solidFill>
              <a:srgbClr val="172B4D"/>
            </a:solidFill>
          </a:ln>
        </p:spPr>
      </p:sp>
      <p:sp>
        <p:nvSpPr>
          <p:cNvPr id="234" name="object-234">
            <a:extLst>
              <a:ext uri="{FF2B5EF4-FFF2-40B4-BE49-F238E27FC236}">
                <a16:creationId xmlns:a16="http://schemas.microsoft.com/office/drawing/2014/main" id="{1DE1F868-2E67-4B43-97E7-0B777F59FE76}"/>
              </a:ext>
            </a:extLst>
          </p:cNvPr>
          <p:cNvSpPr>
            <a:spLocks noGrp="1"/>
          </p:cNvSpPr>
          <p:nvPr/>
        </p:nvSpPr>
        <p:spPr>
          <a:xfrm>
            <a:off x="4233863" y="4048125"/>
            <a:ext cx="52388" cy="547688"/>
          </a:xfrm>
          <a:prstGeom prst="rect">
            <a:avLst/>
          </a:prstGeom>
          <a:solidFill>
            <a:srgbClr val="1D4ED8"/>
          </a:solidFill>
          <a:ln w="13097">
            <a:solidFill>
              <a:srgbClr val="172B4D"/>
            </a:solidFill>
          </a:ln>
        </p:spPr>
      </p:sp>
      <p:sp>
        <p:nvSpPr>
          <p:cNvPr id="235" name="object-235">
            <a:extLst>
              <a:ext uri="{FF2B5EF4-FFF2-40B4-BE49-F238E27FC236}">
                <a16:creationId xmlns:a16="http://schemas.microsoft.com/office/drawing/2014/main" id="{AEA7F471-D7D6-4161-A32C-28F9A656C8E9}"/>
              </a:ext>
            </a:extLst>
          </p:cNvPr>
          <p:cNvSpPr>
            <a:spLocks noGrp="1"/>
          </p:cNvSpPr>
          <p:nvPr/>
        </p:nvSpPr>
        <p:spPr>
          <a:xfrm>
            <a:off x="4286250" y="4048125"/>
            <a:ext cx="52388" cy="547688"/>
          </a:xfrm>
          <a:prstGeom prst="rect">
            <a:avLst/>
          </a:prstGeom>
          <a:solidFill>
            <a:srgbClr val="1D4ED8"/>
          </a:solidFill>
          <a:ln w="13097">
            <a:solidFill>
              <a:srgbClr val="172B4D"/>
            </a:solidFill>
          </a:ln>
        </p:spPr>
      </p:sp>
      <p:sp>
        <p:nvSpPr>
          <p:cNvPr id="236" name="object-236">
            <a:extLst>
              <a:ext uri="{FF2B5EF4-FFF2-40B4-BE49-F238E27FC236}">
                <a16:creationId xmlns:a16="http://schemas.microsoft.com/office/drawing/2014/main" id="{C0EDAF9A-F4CB-4858-9EAC-C922BA7DB9CD}"/>
              </a:ext>
            </a:extLst>
          </p:cNvPr>
          <p:cNvSpPr>
            <a:spLocks noGrp="1"/>
          </p:cNvSpPr>
          <p:nvPr/>
        </p:nvSpPr>
        <p:spPr>
          <a:xfrm>
            <a:off x="4338638" y="4048125"/>
            <a:ext cx="52388" cy="547688"/>
          </a:xfrm>
          <a:prstGeom prst="rect">
            <a:avLst/>
          </a:prstGeom>
          <a:solidFill>
            <a:srgbClr val="1D4ED8"/>
          </a:solidFill>
          <a:ln w="13097">
            <a:solidFill>
              <a:srgbClr val="172B4D"/>
            </a:solidFill>
          </a:ln>
        </p:spPr>
      </p:sp>
      <p:sp>
        <p:nvSpPr>
          <p:cNvPr id="237" name="object-237">
            <a:extLst>
              <a:ext uri="{FF2B5EF4-FFF2-40B4-BE49-F238E27FC236}">
                <a16:creationId xmlns:a16="http://schemas.microsoft.com/office/drawing/2014/main" id="{BF03119E-316F-437A-968B-38EA6A078057}"/>
              </a:ext>
            </a:extLst>
          </p:cNvPr>
          <p:cNvSpPr>
            <a:spLocks noGrp="1"/>
          </p:cNvSpPr>
          <p:nvPr/>
        </p:nvSpPr>
        <p:spPr>
          <a:xfrm>
            <a:off x="4391025" y="4048125"/>
            <a:ext cx="52388" cy="547688"/>
          </a:xfrm>
          <a:prstGeom prst="rect">
            <a:avLst/>
          </a:prstGeom>
          <a:solidFill>
            <a:srgbClr val="1D4ED8"/>
          </a:solidFill>
          <a:ln w="13097">
            <a:solidFill>
              <a:srgbClr val="172B4D"/>
            </a:solidFill>
          </a:ln>
        </p:spPr>
      </p:sp>
      <p:sp>
        <p:nvSpPr>
          <p:cNvPr id="238" name="object-238">
            <a:extLst>
              <a:ext uri="{FF2B5EF4-FFF2-40B4-BE49-F238E27FC236}">
                <a16:creationId xmlns:a16="http://schemas.microsoft.com/office/drawing/2014/main" id="{8FD46CC8-F469-4408-9BF0-4837D4A1431B}"/>
              </a:ext>
            </a:extLst>
          </p:cNvPr>
          <p:cNvSpPr>
            <a:spLocks noGrp="1"/>
          </p:cNvSpPr>
          <p:nvPr/>
        </p:nvSpPr>
        <p:spPr>
          <a:xfrm>
            <a:off x="4443413" y="4048125"/>
            <a:ext cx="52388" cy="547688"/>
          </a:xfrm>
          <a:prstGeom prst="rect">
            <a:avLst/>
          </a:prstGeom>
          <a:solidFill>
            <a:srgbClr val="1D4ED8"/>
          </a:solidFill>
          <a:ln w="13097">
            <a:solidFill>
              <a:srgbClr val="172B4D"/>
            </a:solidFill>
          </a:ln>
        </p:spPr>
      </p:sp>
      <p:sp>
        <p:nvSpPr>
          <p:cNvPr id="239" name="object-239">
            <a:extLst>
              <a:ext uri="{FF2B5EF4-FFF2-40B4-BE49-F238E27FC236}">
                <a16:creationId xmlns:a16="http://schemas.microsoft.com/office/drawing/2014/main" id="{FCCF0F35-F519-4CF9-8870-79BAE1869993}"/>
              </a:ext>
            </a:extLst>
          </p:cNvPr>
          <p:cNvSpPr>
            <a:spLocks noGrp="1"/>
          </p:cNvSpPr>
          <p:nvPr/>
        </p:nvSpPr>
        <p:spPr>
          <a:xfrm>
            <a:off x="4495800" y="4048125"/>
            <a:ext cx="52388" cy="547688"/>
          </a:xfrm>
          <a:prstGeom prst="rect">
            <a:avLst/>
          </a:prstGeom>
          <a:solidFill>
            <a:srgbClr val="1D4ED8"/>
          </a:solidFill>
          <a:ln w="13097">
            <a:solidFill>
              <a:srgbClr val="172B4D"/>
            </a:solidFill>
          </a:ln>
        </p:spPr>
      </p:sp>
      <p:sp>
        <p:nvSpPr>
          <p:cNvPr id="240" name="object-240">
            <a:extLst>
              <a:ext uri="{FF2B5EF4-FFF2-40B4-BE49-F238E27FC236}">
                <a16:creationId xmlns:a16="http://schemas.microsoft.com/office/drawing/2014/main" id="{A391741B-2DD7-4DE5-805D-602D97EF0654}"/>
              </a:ext>
            </a:extLst>
          </p:cNvPr>
          <p:cNvSpPr>
            <a:spLocks noGrp="1"/>
          </p:cNvSpPr>
          <p:nvPr/>
        </p:nvSpPr>
        <p:spPr>
          <a:xfrm>
            <a:off x="4548188" y="4048125"/>
            <a:ext cx="52388" cy="547688"/>
          </a:xfrm>
          <a:prstGeom prst="rect">
            <a:avLst/>
          </a:prstGeom>
          <a:solidFill>
            <a:srgbClr val="1D4ED8"/>
          </a:solidFill>
          <a:ln w="13097">
            <a:solidFill>
              <a:srgbClr val="172B4D"/>
            </a:solidFill>
          </a:ln>
        </p:spPr>
      </p:sp>
      <p:sp>
        <p:nvSpPr>
          <p:cNvPr id="241" name="object-241">
            <a:extLst>
              <a:ext uri="{FF2B5EF4-FFF2-40B4-BE49-F238E27FC236}">
                <a16:creationId xmlns:a16="http://schemas.microsoft.com/office/drawing/2014/main" id="{2C9007B0-D9BD-4234-BB78-ACDAEA2566AA}"/>
              </a:ext>
            </a:extLst>
          </p:cNvPr>
          <p:cNvSpPr>
            <a:spLocks noGrp="1"/>
          </p:cNvSpPr>
          <p:nvPr/>
        </p:nvSpPr>
        <p:spPr>
          <a:xfrm>
            <a:off x="4600575" y="4048125"/>
            <a:ext cx="52388" cy="547688"/>
          </a:xfrm>
          <a:prstGeom prst="rect">
            <a:avLst/>
          </a:prstGeom>
          <a:solidFill>
            <a:srgbClr val="1D4ED8"/>
          </a:solidFill>
          <a:ln w="13097">
            <a:solidFill>
              <a:srgbClr val="172B4D"/>
            </a:solidFill>
          </a:ln>
        </p:spPr>
      </p:sp>
      <p:sp>
        <p:nvSpPr>
          <p:cNvPr id="242" name="object-242">
            <a:extLst>
              <a:ext uri="{FF2B5EF4-FFF2-40B4-BE49-F238E27FC236}">
                <a16:creationId xmlns:a16="http://schemas.microsoft.com/office/drawing/2014/main" id="{2E57DF8E-651D-4AC6-B23E-4CE3F97D69B3}"/>
              </a:ext>
            </a:extLst>
          </p:cNvPr>
          <p:cNvSpPr>
            <a:spLocks noGrp="1"/>
          </p:cNvSpPr>
          <p:nvPr/>
        </p:nvSpPr>
        <p:spPr>
          <a:xfrm>
            <a:off x="4652963" y="4048125"/>
            <a:ext cx="52388" cy="547688"/>
          </a:xfrm>
          <a:prstGeom prst="rect">
            <a:avLst/>
          </a:prstGeom>
          <a:solidFill>
            <a:srgbClr val="1D4ED8"/>
          </a:solidFill>
          <a:ln w="13097">
            <a:solidFill>
              <a:srgbClr val="172B4D"/>
            </a:solidFill>
          </a:ln>
        </p:spPr>
      </p:sp>
      <p:sp>
        <p:nvSpPr>
          <p:cNvPr id="243" name="object-243">
            <a:extLst>
              <a:ext uri="{FF2B5EF4-FFF2-40B4-BE49-F238E27FC236}">
                <a16:creationId xmlns:a16="http://schemas.microsoft.com/office/drawing/2014/main" id="{4664CB7B-6CB7-4B7C-8ADF-41D5A78409B6}"/>
              </a:ext>
            </a:extLst>
          </p:cNvPr>
          <p:cNvSpPr>
            <a:spLocks noGrp="1"/>
          </p:cNvSpPr>
          <p:nvPr/>
        </p:nvSpPr>
        <p:spPr>
          <a:xfrm>
            <a:off x="4705350" y="4048125"/>
            <a:ext cx="52388" cy="547688"/>
          </a:xfrm>
          <a:prstGeom prst="rect">
            <a:avLst/>
          </a:prstGeom>
          <a:solidFill>
            <a:srgbClr val="1D4ED8"/>
          </a:solidFill>
          <a:ln w="13097">
            <a:solidFill>
              <a:srgbClr val="172B4D"/>
            </a:solidFill>
          </a:ln>
        </p:spPr>
      </p:sp>
      <p:sp>
        <p:nvSpPr>
          <p:cNvPr id="244" name="object-244">
            <a:extLst>
              <a:ext uri="{FF2B5EF4-FFF2-40B4-BE49-F238E27FC236}">
                <a16:creationId xmlns:a16="http://schemas.microsoft.com/office/drawing/2014/main" id="{5B49D2CB-5188-4B26-9CDD-1DDDF647B1B0}"/>
              </a:ext>
            </a:extLst>
          </p:cNvPr>
          <p:cNvSpPr>
            <a:spLocks noGrp="1"/>
          </p:cNvSpPr>
          <p:nvPr/>
        </p:nvSpPr>
        <p:spPr>
          <a:xfrm>
            <a:off x="4757738" y="4048125"/>
            <a:ext cx="52388" cy="547688"/>
          </a:xfrm>
          <a:prstGeom prst="rect">
            <a:avLst/>
          </a:prstGeom>
          <a:solidFill>
            <a:srgbClr val="1D4ED8"/>
          </a:solidFill>
          <a:ln w="13097">
            <a:solidFill>
              <a:srgbClr val="172B4D"/>
            </a:solidFill>
          </a:ln>
        </p:spPr>
      </p:sp>
      <p:sp>
        <p:nvSpPr>
          <p:cNvPr id="245" name="object-245">
            <a:extLst>
              <a:ext uri="{FF2B5EF4-FFF2-40B4-BE49-F238E27FC236}">
                <a16:creationId xmlns:a16="http://schemas.microsoft.com/office/drawing/2014/main" id="{8A0B4552-BC6F-42BE-B777-69FBD40CB50A}"/>
              </a:ext>
            </a:extLst>
          </p:cNvPr>
          <p:cNvSpPr>
            <a:spLocks noGrp="1"/>
          </p:cNvSpPr>
          <p:nvPr/>
        </p:nvSpPr>
        <p:spPr>
          <a:xfrm>
            <a:off x="4810125" y="4048125"/>
            <a:ext cx="52388" cy="547688"/>
          </a:xfrm>
          <a:prstGeom prst="rect">
            <a:avLst/>
          </a:prstGeom>
          <a:solidFill>
            <a:srgbClr val="1D4ED8"/>
          </a:solidFill>
          <a:ln w="13097">
            <a:solidFill>
              <a:srgbClr val="172B4D"/>
            </a:solidFill>
          </a:ln>
        </p:spPr>
      </p:sp>
      <p:sp>
        <p:nvSpPr>
          <p:cNvPr id="246" name="object-246">
            <a:extLst>
              <a:ext uri="{FF2B5EF4-FFF2-40B4-BE49-F238E27FC236}">
                <a16:creationId xmlns:a16="http://schemas.microsoft.com/office/drawing/2014/main" id="{9E69CD0D-95FF-4464-A7DB-EE32F2ADF86C}"/>
              </a:ext>
            </a:extLst>
          </p:cNvPr>
          <p:cNvSpPr>
            <a:spLocks noGrp="1"/>
          </p:cNvSpPr>
          <p:nvPr/>
        </p:nvSpPr>
        <p:spPr>
          <a:xfrm>
            <a:off x="4862513" y="4048125"/>
            <a:ext cx="52388" cy="547688"/>
          </a:xfrm>
          <a:prstGeom prst="rect">
            <a:avLst/>
          </a:prstGeom>
          <a:solidFill>
            <a:srgbClr val="1D4ED8"/>
          </a:solidFill>
          <a:ln w="13097">
            <a:solidFill>
              <a:srgbClr val="172B4D"/>
            </a:solidFill>
          </a:ln>
        </p:spPr>
      </p:sp>
      <p:sp>
        <p:nvSpPr>
          <p:cNvPr id="247" name="object-247">
            <a:extLst>
              <a:ext uri="{FF2B5EF4-FFF2-40B4-BE49-F238E27FC236}">
                <a16:creationId xmlns:a16="http://schemas.microsoft.com/office/drawing/2014/main" id="{DB90A95C-3CB6-483B-A4A3-8D70A0279668}"/>
              </a:ext>
            </a:extLst>
          </p:cNvPr>
          <p:cNvSpPr>
            <a:spLocks noGrp="1"/>
          </p:cNvSpPr>
          <p:nvPr/>
        </p:nvSpPr>
        <p:spPr>
          <a:xfrm>
            <a:off x="4914900" y="4048125"/>
            <a:ext cx="52388" cy="547688"/>
          </a:xfrm>
          <a:prstGeom prst="rect">
            <a:avLst/>
          </a:prstGeom>
          <a:solidFill>
            <a:srgbClr val="1D4ED8"/>
          </a:solidFill>
          <a:ln w="13097">
            <a:solidFill>
              <a:srgbClr val="172B4D"/>
            </a:solidFill>
          </a:ln>
        </p:spPr>
      </p:sp>
      <p:sp>
        <p:nvSpPr>
          <p:cNvPr id="248" name="object-248">
            <a:extLst>
              <a:ext uri="{FF2B5EF4-FFF2-40B4-BE49-F238E27FC236}">
                <a16:creationId xmlns:a16="http://schemas.microsoft.com/office/drawing/2014/main" id="{84CB59A9-238C-4A54-8F27-88716B73CDD8}"/>
              </a:ext>
            </a:extLst>
          </p:cNvPr>
          <p:cNvSpPr>
            <a:spLocks noGrp="1"/>
          </p:cNvSpPr>
          <p:nvPr/>
        </p:nvSpPr>
        <p:spPr>
          <a:xfrm>
            <a:off x="4967288" y="4048125"/>
            <a:ext cx="52388" cy="547688"/>
          </a:xfrm>
          <a:prstGeom prst="rect">
            <a:avLst/>
          </a:prstGeom>
          <a:solidFill>
            <a:srgbClr val="1D4ED8"/>
          </a:solidFill>
          <a:ln w="13097">
            <a:solidFill>
              <a:srgbClr val="172B4D"/>
            </a:solidFill>
          </a:ln>
        </p:spPr>
      </p:sp>
      <p:sp>
        <p:nvSpPr>
          <p:cNvPr id="249" name="object-249">
            <a:extLst>
              <a:ext uri="{FF2B5EF4-FFF2-40B4-BE49-F238E27FC236}">
                <a16:creationId xmlns:a16="http://schemas.microsoft.com/office/drawing/2014/main" id="{48E216CF-A83F-48B6-940D-084817A46611}"/>
              </a:ext>
            </a:extLst>
          </p:cNvPr>
          <p:cNvSpPr>
            <a:spLocks noGrp="1"/>
          </p:cNvSpPr>
          <p:nvPr/>
        </p:nvSpPr>
        <p:spPr>
          <a:xfrm>
            <a:off x="5019675" y="4048125"/>
            <a:ext cx="52388" cy="547688"/>
          </a:xfrm>
          <a:prstGeom prst="rect">
            <a:avLst/>
          </a:prstGeom>
          <a:solidFill>
            <a:srgbClr val="1D4ED8"/>
          </a:solidFill>
          <a:ln w="13097">
            <a:solidFill>
              <a:srgbClr val="172B4D"/>
            </a:solidFill>
          </a:ln>
        </p:spPr>
      </p:sp>
      <p:sp>
        <p:nvSpPr>
          <p:cNvPr id="250" name="object-250">
            <a:extLst>
              <a:ext uri="{FF2B5EF4-FFF2-40B4-BE49-F238E27FC236}">
                <a16:creationId xmlns:a16="http://schemas.microsoft.com/office/drawing/2014/main" id="{85218482-0815-4C2E-A81D-9015E1E5CCD6}"/>
              </a:ext>
            </a:extLst>
          </p:cNvPr>
          <p:cNvSpPr>
            <a:spLocks noGrp="1"/>
          </p:cNvSpPr>
          <p:nvPr/>
        </p:nvSpPr>
        <p:spPr>
          <a:xfrm>
            <a:off x="5072063" y="4048125"/>
            <a:ext cx="52388" cy="547688"/>
          </a:xfrm>
          <a:prstGeom prst="rect">
            <a:avLst/>
          </a:prstGeom>
          <a:solidFill>
            <a:srgbClr val="1D4ED8"/>
          </a:solidFill>
          <a:ln w="13097">
            <a:solidFill>
              <a:srgbClr val="172B4D"/>
            </a:solidFill>
          </a:ln>
        </p:spPr>
      </p:sp>
      <p:sp>
        <p:nvSpPr>
          <p:cNvPr id="251" name="object-251">
            <a:extLst>
              <a:ext uri="{FF2B5EF4-FFF2-40B4-BE49-F238E27FC236}">
                <a16:creationId xmlns:a16="http://schemas.microsoft.com/office/drawing/2014/main" id="{F9B9B736-CB4C-4C22-B053-10311B621FCE}"/>
              </a:ext>
            </a:extLst>
          </p:cNvPr>
          <p:cNvSpPr>
            <a:spLocks noGrp="1"/>
          </p:cNvSpPr>
          <p:nvPr/>
        </p:nvSpPr>
        <p:spPr>
          <a:xfrm>
            <a:off x="5124450" y="4048125"/>
            <a:ext cx="52388" cy="547688"/>
          </a:xfrm>
          <a:prstGeom prst="rect">
            <a:avLst/>
          </a:prstGeom>
          <a:solidFill>
            <a:srgbClr val="1D4ED8"/>
          </a:solidFill>
          <a:ln w="13097">
            <a:solidFill>
              <a:srgbClr val="172B4D"/>
            </a:solidFill>
          </a:ln>
        </p:spPr>
      </p:sp>
      <p:sp>
        <p:nvSpPr>
          <p:cNvPr id="252" name="object-252">
            <a:extLst>
              <a:ext uri="{FF2B5EF4-FFF2-40B4-BE49-F238E27FC236}">
                <a16:creationId xmlns:a16="http://schemas.microsoft.com/office/drawing/2014/main" id="{7EC6A6F9-6405-4725-8394-87D009DA582D}"/>
              </a:ext>
            </a:extLst>
          </p:cNvPr>
          <p:cNvSpPr>
            <a:spLocks noGrp="1"/>
          </p:cNvSpPr>
          <p:nvPr/>
        </p:nvSpPr>
        <p:spPr>
          <a:xfrm>
            <a:off x="5176838" y="4048125"/>
            <a:ext cx="52388" cy="547688"/>
          </a:xfrm>
          <a:prstGeom prst="rect">
            <a:avLst/>
          </a:prstGeom>
          <a:solidFill>
            <a:srgbClr val="1D4ED8"/>
          </a:solidFill>
          <a:ln w="13097">
            <a:solidFill>
              <a:srgbClr val="172B4D"/>
            </a:solidFill>
          </a:ln>
        </p:spPr>
      </p:sp>
      <p:sp>
        <p:nvSpPr>
          <p:cNvPr id="253" name="object-253">
            <a:extLst>
              <a:ext uri="{FF2B5EF4-FFF2-40B4-BE49-F238E27FC236}">
                <a16:creationId xmlns:a16="http://schemas.microsoft.com/office/drawing/2014/main" id="{153D2E3B-B0C9-4CC8-8C77-12A47551055D}"/>
              </a:ext>
            </a:extLst>
          </p:cNvPr>
          <p:cNvSpPr>
            <a:spLocks noGrp="1"/>
          </p:cNvSpPr>
          <p:nvPr/>
        </p:nvSpPr>
        <p:spPr>
          <a:xfrm>
            <a:off x="5229225" y="4048125"/>
            <a:ext cx="52388" cy="547688"/>
          </a:xfrm>
          <a:prstGeom prst="rect">
            <a:avLst/>
          </a:prstGeom>
          <a:solidFill>
            <a:srgbClr val="1D4ED8"/>
          </a:solidFill>
          <a:ln w="13097">
            <a:solidFill>
              <a:srgbClr val="172B4D"/>
            </a:solidFill>
          </a:ln>
        </p:spPr>
      </p:sp>
      <p:sp>
        <p:nvSpPr>
          <p:cNvPr id="254" name="object-254">
            <a:extLst>
              <a:ext uri="{FF2B5EF4-FFF2-40B4-BE49-F238E27FC236}">
                <a16:creationId xmlns:a16="http://schemas.microsoft.com/office/drawing/2014/main" id="{27FC1D9D-518F-440C-8783-839622329ED9}"/>
              </a:ext>
            </a:extLst>
          </p:cNvPr>
          <p:cNvSpPr>
            <a:spLocks noGrp="1"/>
          </p:cNvSpPr>
          <p:nvPr/>
        </p:nvSpPr>
        <p:spPr>
          <a:xfrm>
            <a:off x="5281613" y="4048125"/>
            <a:ext cx="52388" cy="547688"/>
          </a:xfrm>
          <a:prstGeom prst="rect">
            <a:avLst/>
          </a:prstGeom>
          <a:solidFill>
            <a:srgbClr val="1D4ED8"/>
          </a:solidFill>
          <a:ln w="13097">
            <a:solidFill>
              <a:srgbClr val="172B4D"/>
            </a:solidFill>
          </a:ln>
        </p:spPr>
      </p:sp>
      <p:sp>
        <p:nvSpPr>
          <p:cNvPr id="255" name="object-255">
            <a:extLst>
              <a:ext uri="{FF2B5EF4-FFF2-40B4-BE49-F238E27FC236}">
                <a16:creationId xmlns:a16="http://schemas.microsoft.com/office/drawing/2014/main" id="{368DAB88-8317-45D1-BAD5-089432327A6C}"/>
              </a:ext>
            </a:extLst>
          </p:cNvPr>
          <p:cNvSpPr>
            <a:spLocks noGrp="1"/>
          </p:cNvSpPr>
          <p:nvPr/>
        </p:nvSpPr>
        <p:spPr>
          <a:xfrm>
            <a:off x="5334000" y="4048125"/>
            <a:ext cx="52388" cy="547688"/>
          </a:xfrm>
          <a:prstGeom prst="rect">
            <a:avLst/>
          </a:prstGeom>
          <a:solidFill>
            <a:srgbClr val="1D4ED8"/>
          </a:solidFill>
          <a:ln w="13097">
            <a:solidFill>
              <a:srgbClr val="172B4D"/>
            </a:solidFill>
          </a:ln>
        </p:spPr>
      </p:sp>
      <p:sp>
        <p:nvSpPr>
          <p:cNvPr id="256" name="object-256">
            <a:extLst>
              <a:ext uri="{FF2B5EF4-FFF2-40B4-BE49-F238E27FC236}">
                <a16:creationId xmlns:a16="http://schemas.microsoft.com/office/drawing/2014/main" id="{DA5FB602-45C9-46A5-8A1E-E3FBF8A01A76}"/>
              </a:ext>
            </a:extLst>
          </p:cNvPr>
          <p:cNvSpPr>
            <a:spLocks noGrp="1"/>
          </p:cNvSpPr>
          <p:nvPr/>
        </p:nvSpPr>
        <p:spPr>
          <a:xfrm>
            <a:off x="5386388" y="4048125"/>
            <a:ext cx="52388" cy="547688"/>
          </a:xfrm>
          <a:prstGeom prst="rect">
            <a:avLst/>
          </a:prstGeom>
          <a:solidFill>
            <a:srgbClr val="1D4ED8"/>
          </a:solidFill>
          <a:ln w="13097">
            <a:solidFill>
              <a:srgbClr val="172B4D"/>
            </a:solidFill>
          </a:ln>
        </p:spPr>
      </p:sp>
      <p:sp>
        <p:nvSpPr>
          <p:cNvPr id="257" name="object-257">
            <a:extLst>
              <a:ext uri="{FF2B5EF4-FFF2-40B4-BE49-F238E27FC236}">
                <a16:creationId xmlns:a16="http://schemas.microsoft.com/office/drawing/2014/main" id="{35AD1EBC-A476-4167-A19E-E55B0B2969F2}"/>
              </a:ext>
            </a:extLst>
          </p:cNvPr>
          <p:cNvSpPr>
            <a:spLocks noGrp="1"/>
          </p:cNvSpPr>
          <p:nvPr/>
        </p:nvSpPr>
        <p:spPr>
          <a:xfrm>
            <a:off x="5438775" y="4048125"/>
            <a:ext cx="52388" cy="547688"/>
          </a:xfrm>
          <a:prstGeom prst="rect">
            <a:avLst/>
          </a:prstGeom>
          <a:solidFill>
            <a:srgbClr val="1D4ED8"/>
          </a:solidFill>
          <a:ln w="13097">
            <a:solidFill>
              <a:srgbClr val="172B4D"/>
            </a:solidFill>
          </a:ln>
        </p:spPr>
      </p:sp>
      <p:sp>
        <p:nvSpPr>
          <p:cNvPr id="258" name="object-258">
            <a:extLst>
              <a:ext uri="{FF2B5EF4-FFF2-40B4-BE49-F238E27FC236}">
                <a16:creationId xmlns:a16="http://schemas.microsoft.com/office/drawing/2014/main" id="{09E3F28A-A3E2-48ED-9458-A30813B3C095}"/>
              </a:ext>
            </a:extLst>
          </p:cNvPr>
          <p:cNvSpPr>
            <a:spLocks noGrp="1"/>
          </p:cNvSpPr>
          <p:nvPr/>
        </p:nvSpPr>
        <p:spPr>
          <a:xfrm>
            <a:off x="5491163" y="4048125"/>
            <a:ext cx="52388" cy="547688"/>
          </a:xfrm>
          <a:prstGeom prst="rect">
            <a:avLst/>
          </a:prstGeom>
          <a:solidFill>
            <a:srgbClr val="1D4ED8"/>
          </a:solidFill>
          <a:ln w="13097">
            <a:solidFill>
              <a:srgbClr val="172B4D"/>
            </a:solidFill>
          </a:ln>
        </p:spPr>
      </p:sp>
      <p:sp>
        <p:nvSpPr>
          <p:cNvPr id="259" name="object-259">
            <a:extLst>
              <a:ext uri="{FF2B5EF4-FFF2-40B4-BE49-F238E27FC236}">
                <a16:creationId xmlns:a16="http://schemas.microsoft.com/office/drawing/2014/main" id="{EC4D5A1A-63B5-4637-A9C5-1F8DC57D1D55}"/>
              </a:ext>
            </a:extLst>
          </p:cNvPr>
          <p:cNvSpPr>
            <a:spLocks noGrp="1"/>
          </p:cNvSpPr>
          <p:nvPr/>
        </p:nvSpPr>
        <p:spPr>
          <a:xfrm>
            <a:off x="5543550" y="4048125"/>
            <a:ext cx="52388" cy="547688"/>
          </a:xfrm>
          <a:prstGeom prst="rect">
            <a:avLst/>
          </a:prstGeom>
          <a:solidFill>
            <a:srgbClr val="1D4ED8"/>
          </a:solidFill>
          <a:ln w="13097">
            <a:solidFill>
              <a:srgbClr val="172B4D"/>
            </a:solidFill>
          </a:ln>
        </p:spPr>
      </p:sp>
      <p:sp>
        <p:nvSpPr>
          <p:cNvPr id="260" name="object-260">
            <a:extLst>
              <a:ext uri="{FF2B5EF4-FFF2-40B4-BE49-F238E27FC236}">
                <a16:creationId xmlns:a16="http://schemas.microsoft.com/office/drawing/2014/main" id="{1A6E2FF8-06D4-4E47-A9DF-AC16843D64E2}"/>
              </a:ext>
            </a:extLst>
          </p:cNvPr>
          <p:cNvSpPr>
            <a:spLocks noGrp="1"/>
          </p:cNvSpPr>
          <p:nvPr/>
        </p:nvSpPr>
        <p:spPr>
          <a:xfrm>
            <a:off x="5595938" y="4048125"/>
            <a:ext cx="52388" cy="547688"/>
          </a:xfrm>
          <a:prstGeom prst="rect">
            <a:avLst/>
          </a:prstGeom>
          <a:solidFill>
            <a:srgbClr val="1D4ED8"/>
          </a:solidFill>
          <a:ln w="13097">
            <a:solidFill>
              <a:srgbClr val="172B4D"/>
            </a:solidFill>
          </a:ln>
        </p:spPr>
      </p:sp>
      <p:sp>
        <p:nvSpPr>
          <p:cNvPr id="261" name="object-261">
            <a:extLst>
              <a:ext uri="{FF2B5EF4-FFF2-40B4-BE49-F238E27FC236}">
                <a16:creationId xmlns:a16="http://schemas.microsoft.com/office/drawing/2014/main" id="{D3BDC1D7-463C-4544-B187-AF240C2812C0}"/>
              </a:ext>
            </a:extLst>
          </p:cNvPr>
          <p:cNvSpPr>
            <a:spLocks noGrp="1"/>
          </p:cNvSpPr>
          <p:nvPr/>
        </p:nvSpPr>
        <p:spPr>
          <a:xfrm>
            <a:off x="5648325" y="4048125"/>
            <a:ext cx="52388" cy="547688"/>
          </a:xfrm>
          <a:prstGeom prst="rect">
            <a:avLst/>
          </a:prstGeom>
          <a:solidFill>
            <a:srgbClr val="1D4ED8"/>
          </a:solidFill>
          <a:ln w="13097">
            <a:solidFill>
              <a:srgbClr val="172B4D"/>
            </a:solidFill>
          </a:ln>
        </p:spPr>
      </p:sp>
      <p:sp>
        <p:nvSpPr>
          <p:cNvPr id="262" name="object-262">
            <a:extLst>
              <a:ext uri="{FF2B5EF4-FFF2-40B4-BE49-F238E27FC236}">
                <a16:creationId xmlns:a16="http://schemas.microsoft.com/office/drawing/2014/main" id="{2CBCEAA6-4D55-4153-9B30-97E53992726B}"/>
              </a:ext>
            </a:extLst>
          </p:cNvPr>
          <p:cNvSpPr>
            <a:spLocks noGrp="1"/>
          </p:cNvSpPr>
          <p:nvPr/>
        </p:nvSpPr>
        <p:spPr>
          <a:xfrm>
            <a:off x="5700713" y="4048125"/>
            <a:ext cx="52388" cy="547688"/>
          </a:xfrm>
          <a:prstGeom prst="rect">
            <a:avLst/>
          </a:prstGeom>
          <a:solidFill>
            <a:srgbClr val="1D4ED8"/>
          </a:solidFill>
          <a:ln w="13097">
            <a:solidFill>
              <a:srgbClr val="172B4D"/>
            </a:solidFill>
          </a:ln>
        </p:spPr>
      </p:sp>
      <p:sp>
        <p:nvSpPr>
          <p:cNvPr id="263" name="object-263">
            <a:extLst>
              <a:ext uri="{FF2B5EF4-FFF2-40B4-BE49-F238E27FC236}">
                <a16:creationId xmlns:a16="http://schemas.microsoft.com/office/drawing/2014/main" id="{01433843-CDA7-4619-8CCC-7942FA0FC310}"/>
              </a:ext>
            </a:extLst>
          </p:cNvPr>
          <p:cNvSpPr>
            <a:spLocks noGrp="1"/>
          </p:cNvSpPr>
          <p:nvPr/>
        </p:nvSpPr>
        <p:spPr>
          <a:xfrm>
            <a:off x="5753100" y="4048125"/>
            <a:ext cx="52388" cy="547688"/>
          </a:xfrm>
          <a:prstGeom prst="rect">
            <a:avLst/>
          </a:prstGeom>
          <a:solidFill>
            <a:srgbClr val="1D4ED8"/>
          </a:solidFill>
          <a:ln w="13097">
            <a:solidFill>
              <a:srgbClr val="172B4D"/>
            </a:solidFill>
          </a:ln>
        </p:spPr>
      </p:sp>
      <p:sp>
        <p:nvSpPr>
          <p:cNvPr id="264" name="object-264">
            <a:extLst>
              <a:ext uri="{FF2B5EF4-FFF2-40B4-BE49-F238E27FC236}">
                <a16:creationId xmlns:a16="http://schemas.microsoft.com/office/drawing/2014/main" id="{BB9C0076-DB22-40AD-BA90-501AC4142A11}"/>
              </a:ext>
            </a:extLst>
          </p:cNvPr>
          <p:cNvSpPr>
            <a:spLocks noGrp="1"/>
          </p:cNvSpPr>
          <p:nvPr/>
        </p:nvSpPr>
        <p:spPr>
          <a:xfrm>
            <a:off x="5805488" y="4048125"/>
            <a:ext cx="52388" cy="547688"/>
          </a:xfrm>
          <a:prstGeom prst="rect">
            <a:avLst/>
          </a:prstGeom>
          <a:solidFill>
            <a:srgbClr val="1D4ED8"/>
          </a:solidFill>
          <a:ln w="13097">
            <a:solidFill>
              <a:srgbClr val="172B4D"/>
            </a:solidFill>
          </a:ln>
        </p:spPr>
      </p:sp>
      <p:sp>
        <p:nvSpPr>
          <p:cNvPr id="265" name="object-265">
            <a:extLst>
              <a:ext uri="{FF2B5EF4-FFF2-40B4-BE49-F238E27FC236}">
                <a16:creationId xmlns:a16="http://schemas.microsoft.com/office/drawing/2014/main" id="{82D3E137-0DF8-47D2-87CC-2175B0E979CF}"/>
              </a:ext>
            </a:extLst>
          </p:cNvPr>
          <p:cNvSpPr>
            <a:spLocks noGrp="1"/>
          </p:cNvSpPr>
          <p:nvPr/>
        </p:nvSpPr>
        <p:spPr>
          <a:xfrm>
            <a:off x="5857875" y="4048125"/>
            <a:ext cx="52388" cy="547688"/>
          </a:xfrm>
          <a:prstGeom prst="rect">
            <a:avLst/>
          </a:prstGeom>
          <a:solidFill>
            <a:srgbClr val="1D4ED8"/>
          </a:solidFill>
          <a:ln w="13097">
            <a:solidFill>
              <a:srgbClr val="172B4D"/>
            </a:solidFill>
          </a:ln>
        </p:spPr>
      </p:sp>
      <p:sp>
        <p:nvSpPr>
          <p:cNvPr id="266" name="object-266">
            <a:extLst>
              <a:ext uri="{FF2B5EF4-FFF2-40B4-BE49-F238E27FC236}">
                <a16:creationId xmlns:a16="http://schemas.microsoft.com/office/drawing/2014/main" id="{170CE8A9-CF69-4724-B9DD-FD8F831ADED0}"/>
              </a:ext>
            </a:extLst>
          </p:cNvPr>
          <p:cNvSpPr>
            <a:spLocks noGrp="1"/>
          </p:cNvSpPr>
          <p:nvPr/>
        </p:nvSpPr>
        <p:spPr>
          <a:xfrm>
            <a:off x="5910263" y="4048125"/>
            <a:ext cx="52388" cy="547688"/>
          </a:xfrm>
          <a:prstGeom prst="rect">
            <a:avLst/>
          </a:prstGeom>
          <a:solidFill>
            <a:srgbClr val="1D4ED8"/>
          </a:solidFill>
          <a:ln w="13097">
            <a:solidFill>
              <a:srgbClr val="172B4D"/>
            </a:solidFill>
          </a:ln>
        </p:spPr>
      </p:sp>
      <p:sp>
        <p:nvSpPr>
          <p:cNvPr id="267" name="object-267">
            <a:extLst>
              <a:ext uri="{FF2B5EF4-FFF2-40B4-BE49-F238E27FC236}">
                <a16:creationId xmlns:a16="http://schemas.microsoft.com/office/drawing/2014/main" id="{77020A78-4021-48B6-8D11-E76D85E9A04C}"/>
              </a:ext>
            </a:extLst>
          </p:cNvPr>
          <p:cNvSpPr>
            <a:spLocks noGrp="1"/>
          </p:cNvSpPr>
          <p:nvPr/>
        </p:nvSpPr>
        <p:spPr>
          <a:xfrm>
            <a:off x="5962650" y="4048125"/>
            <a:ext cx="52388" cy="547688"/>
          </a:xfrm>
          <a:prstGeom prst="rect">
            <a:avLst/>
          </a:prstGeom>
          <a:solidFill>
            <a:srgbClr val="1D4ED8"/>
          </a:solidFill>
          <a:ln w="13097">
            <a:solidFill>
              <a:srgbClr val="172B4D"/>
            </a:solidFill>
          </a:ln>
        </p:spPr>
      </p:sp>
      <p:sp>
        <p:nvSpPr>
          <p:cNvPr id="268" name="object-268">
            <a:extLst>
              <a:ext uri="{FF2B5EF4-FFF2-40B4-BE49-F238E27FC236}">
                <a16:creationId xmlns:a16="http://schemas.microsoft.com/office/drawing/2014/main" id="{1EF03C78-934A-41B2-97C4-F2C75361545F}"/>
              </a:ext>
            </a:extLst>
          </p:cNvPr>
          <p:cNvSpPr>
            <a:spLocks noGrp="1"/>
          </p:cNvSpPr>
          <p:nvPr/>
        </p:nvSpPr>
        <p:spPr>
          <a:xfrm>
            <a:off x="6015038" y="4048125"/>
            <a:ext cx="52388" cy="547688"/>
          </a:xfrm>
          <a:prstGeom prst="rect">
            <a:avLst/>
          </a:prstGeom>
          <a:solidFill>
            <a:srgbClr val="1D4ED8"/>
          </a:solidFill>
          <a:ln w="13097">
            <a:solidFill>
              <a:srgbClr val="172B4D"/>
            </a:solidFill>
          </a:ln>
        </p:spPr>
      </p:sp>
      <p:sp>
        <p:nvSpPr>
          <p:cNvPr id="269" name="object-269">
            <a:extLst>
              <a:ext uri="{FF2B5EF4-FFF2-40B4-BE49-F238E27FC236}">
                <a16:creationId xmlns:a16="http://schemas.microsoft.com/office/drawing/2014/main" id="{97E5131C-933A-46C4-9048-5C76C56AC357}"/>
              </a:ext>
            </a:extLst>
          </p:cNvPr>
          <p:cNvSpPr>
            <a:spLocks noGrp="1"/>
          </p:cNvSpPr>
          <p:nvPr/>
        </p:nvSpPr>
        <p:spPr>
          <a:xfrm>
            <a:off x="6067425" y="4048125"/>
            <a:ext cx="52388" cy="547688"/>
          </a:xfrm>
          <a:prstGeom prst="rect">
            <a:avLst/>
          </a:prstGeom>
          <a:solidFill>
            <a:srgbClr val="1D4ED8"/>
          </a:solidFill>
          <a:ln w="13097">
            <a:solidFill>
              <a:srgbClr val="172B4D"/>
            </a:solidFill>
          </a:ln>
        </p:spPr>
      </p:sp>
      <p:sp>
        <p:nvSpPr>
          <p:cNvPr id="270" name="object-270">
            <a:extLst>
              <a:ext uri="{FF2B5EF4-FFF2-40B4-BE49-F238E27FC236}">
                <a16:creationId xmlns:a16="http://schemas.microsoft.com/office/drawing/2014/main" id="{9C612D01-72C0-4222-9C3B-49EBF1039ADE}"/>
              </a:ext>
            </a:extLst>
          </p:cNvPr>
          <p:cNvSpPr>
            <a:spLocks noGrp="1"/>
          </p:cNvSpPr>
          <p:nvPr/>
        </p:nvSpPr>
        <p:spPr>
          <a:xfrm>
            <a:off x="6119813" y="4048125"/>
            <a:ext cx="52388" cy="547688"/>
          </a:xfrm>
          <a:prstGeom prst="rect">
            <a:avLst/>
          </a:prstGeom>
          <a:solidFill>
            <a:srgbClr val="1D4ED8"/>
          </a:solidFill>
          <a:ln w="13097">
            <a:solidFill>
              <a:srgbClr val="172B4D"/>
            </a:solidFill>
          </a:ln>
        </p:spPr>
      </p:sp>
      <p:sp>
        <p:nvSpPr>
          <p:cNvPr id="271" name="object-271">
            <a:extLst>
              <a:ext uri="{FF2B5EF4-FFF2-40B4-BE49-F238E27FC236}">
                <a16:creationId xmlns:a16="http://schemas.microsoft.com/office/drawing/2014/main" id="{BE2C6590-11C0-4951-93C2-8AC1942838B9}"/>
              </a:ext>
            </a:extLst>
          </p:cNvPr>
          <p:cNvSpPr>
            <a:spLocks noGrp="1"/>
          </p:cNvSpPr>
          <p:nvPr/>
        </p:nvSpPr>
        <p:spPr>
          <a:xfrm>
            <a:off x="6172200" y="4048125"/>
            <a:ext cx="52388" cy="547688"/>
          </a:xfrm>
          <a:prstGeom prst="rect">
            <a:avLst/>
          </a:prstGeom>
          <a:solidFill>
            <a:srgbClr val="1D4ED8"/>
          </a:solidFill>
          <a:ln w="13097">
            <a:solidFill>
              <a:srgbClr val="172B4D"/>
            </a:solidFill>
          </a:ln>
        </p:spPr>
      </p:sp>
      <p:sp>
        <p:nvSpPr>
          <p:cNvPr id="272" name="object-272">
            <a:extLst>
              <a:ext uri="{FF2B5EF4-FFF2-40B4-BE49-F238E27FC236}">
                <a16:creationId xmlns:a16="http://schemas.microsoft.com/office/drawing/2014/main" id="{6ABF6674-1F62-4825-8AB7-53B16A8A395B}"/>
              </a:ext>
            </a:extLst>
          </p:cNvPr>
          <p:cNvSpPr>
            <a:spLocks noGrp="1"/>
          </p:cNvSpPr>
          <p:nvPr/>
        </p:nvSpPr>
        <p:spPr>
          <a:xfrm>
            <a:off x="6224588" y="4048125"/>
            <a:ext cx="52388" cy="547688"/>
          </a:xfrm>
          <a:prstGeom prst="rect">
            <a:avLst/>
          </a:prstGeom>
          <a:solidFill>
            <a:srgbClr val="1D4ED8"/>
          </a:solidFill>
          <a:ln w="13097">
            <a:solidFill>
              <a:srgbClr val="172B4D"/>
            </a:solidFill>
          </a:ln>
        </p:spPr>
      </p:sp>
      <p:sp>
        <p:nvSpPr>
          <p:cNvPr id="273" name="object-273">
            <a:extLst>
              <a:ext uri="{FF2B5EF4-FFF2-40B4-BE49-F238E27FC236}">
                <a16:creationId xmlns:a16="http://schemas.microsoft.com/office/drawing/2014/main" id="{C3225218-3DB7-4679-9BDA-780B709C801D}"/>
              </a:ext>
            </a:extLst>
          </p:cNvPr>
          <p:cNvSpPr>
            <a:spLocks noGrp="1"/>
          </p:cNvSpPr>
          <p:nvPr/>
        </p:nvSpPr>
        <p:spPr>
          <a:xfrm>
            <a:off x="6276975" y="4048125"/>
            <a:ext cx="52388" cy="547688"/>
          </a:xfrm>
          <a:prstGeom prst="rect">
            <a:avLst/>
          </a:prstGeom>
          <a:solidFill>
            <a:srgbClr val="1D4ED8"/>
          </a:solidFill>
          <a:ln w="13097">
            <a:solidFill>
              <a:srgbClr val="172B4D"/>
            </a:solidFill>
          </a:ln>
        </p:spPr>
      </p:sp>
      <p:sp>
        <p:nvSpPr>
          <p:cNvPr id="274" name="object-274">
            <a:extLst>
              <a:ext uri="{FF2B5EF4-FFF2-40B4-BE49-F238E27FC236}">
                <a16:creationId xmlns:a16="http://schemas.microsoft.com/office/drawing/2014/main" id="{18BF528C-AA53-4038-AAA9-0C7A4AD3CCFF}"/>
              </a:ext>
            </a:extLst>
          </p:cNvPr>
          <p:cNvSpPr>
            <a:spLocks noGrp="1"/>
          </p:cNvSpPr>
          <p:nvPr/>
        </p:nvSpPr>
        <p:spPr>
          <a:xfrm>
            <a:off x="6329363" y="4048125"/>
            <a:ext cx="52388" cy="547688"/>
          </a:xfrm>
          <a:prstGeom prst="rect">
            <a:avLst/>
          </a:prstGeom>
          <a:solidFill>
            <a:srgbClr val="1D4ED8"/>
          </a:solidFill>
          <a:ln w="13097">
            <a:solidFill>
              <a:srgbClr val="172B4D"/>
            </a:solidFill>
          </a:ln>
        </p:spPr>
      </p:sp>
      <p:sp>
        <p:nvSpPr>
          <p:cNvPr id="275" name="object-275">
            <a:extLst>
              <a:ext uri="{FF2B5EF4-FFF2-40B4-BE49-F238E27FC236}">
                <a16:creationId xmlns:a16="http://schemas.microsoft.com/office/drawing/2014/main" id="{990310C9-F3E0-451F-A574-8D4A0CB43DF5}"/>
              </a:ext>
            </a:extLst>
          </p:cNvPr>
          <p:cNvSpPr>
            <a:spLocks noGrp="1"/>
          </p:cNvSpPr>
          <p:nvPr/>
        </p:nvSpPr>
        <p:spPr>
          <a:xfrm>
            <a:off x="6381750" y="4048125"/>
            <a:ext cx="52388" cy="547688"/>
          </a:xfrm>
          <a:prstGeom prst="rect">
            <a:avLst/>
          </a:prstGeom>
          <a:solidFill>
            <a:srgbClr val="1D4ED8"/>
          </a:solidFill>
          <a:ln w="13097">
            <a:solidFill>
              <a:srgbClr val="172B4D"/>
            </a:solidFill>
          </a:ln>
        </p:spPr>
      </p:sp>
      <p:sp>
        <p:nvSpPr>
          <p:cNvPr id="276" name="object-276">
            <a:extLst>
              <a:ext uri="{FF2B5EF4-FFF2-40B4-BE49-F238E27FC236}">
                <a16:creationId xmlns:a16="http://schemas.microsoft.com/office/drawing/2014/main" id="{84D59F3D-BDC1-4AB1-A5CD-38E703389222}"/>
              </a:ext>
            </a:extLst>
          </p:cNvPr>
          <p:cNvSpPr>
            <a:spLocks noGrp="1"/>
          </p:cNvSpPr>
          <p:nvPr/>
        </p:nvSpPr>
        <p:spPr>
          <a:xfrm>
            <a:off x="6434138" y="4048125"/>
            <a:ext cx="52388" cy="547688"/>
          </a:xfrm>
          <a:prstGeom prst="rect">
            <a:avLst/>
          </a:prstGeom>
          <a:solidFill>
            <a:srgbClr val="1D4ED8"/>
          </a:solidFill>
          <a:ln w="13097">
            <a:solidFill>
              <a:srgbClr val="172B4D"/>
            </a:solidFill>
          </a:ln>
        </p:spPr>
      </p:sp>
      <p:sp>
        <p:nvSpPr>
          <p:cNvPr id="277" name="object-277">
            <a:extLst>
              <a:ext uri="{FF2B5EF4-FFF2-40B4-BE49-F238E27FC236}">
                <a16:creationId xmlns:a16="http://schemas.microsoft.com/office/drawing/2014/main" id="{1C84651C-FA55-42C2-8EE5-4BE7358F2116}"/>
              </a:ext>
            </a:extLst>
          </p:cNvPr>
          <p:cNvSpPr>
            <a:spLocks noGrp="1"/>
          </p:cNvSpPr>
          <p:nvPr/>
        </p:nvSpPr>
        <p:spPr>
          <a:xfrm>
            <a:off x="6486525" y="4048125"/>
            <a:ext cx="52388" cy="547688"/>
          </a:xfrm>
          <a:prstGeom prst="rect">
            <a:avLst/>
          </a:prstGeom>
          <a:solidFill>
            <a:srgbClr val="1D4ED8"/>
          </a:solidFill>
          <a:ln w="13097">
            <a:solidFill>
              <a:srgbClr val="172B4D"/>
            </a:solidFill>
          </a:ln>
        </p:spPr>
      </p:sp>
      <p:sp>
        <p:nvSpPr>
          <p:cNvPr id="278" name="object-278">
            <a:extLst>
              <a:ext uri="{FF2B5EF4-FFF2-40B4-BE49-F238E27FC236}">
                <a16:creationId xmlns:a16="http://schemas.microsoft.com/office/drawing/2014/main" id="{A08FAC1E-4C97-4FDD-9CC7-BF4ED9CF674E}"/>
              </a:ext>
            </a:extLst>
          </p:cNvPr>
          <p:cNvSpPr>
            <a:spLocks noGrp="1"/>
          </p:cNvSpPr>
          <p:nvPr/>
        </p:nvSpPr>
        <p:spPr>
          <a:xfrm>
            <a:off x="6538913" y="4048125"/>
            <a:ext cx="52388" cy="547688"/>
          </a:xfrm>
          <a:prstGeom prst="rect">
            <a:avLst/>
          </a:prstGeom>
          <a:solidFill>
            <a:srgbClr val="1D4ED8"/>
          </a:solidFill>
          <a:ln w="13097">
            <a:solidFill>
              <a:srgbClr val="172B4D"/>
            </a:solidFill>
          </a:ln>
        </p:spPr>
      </p:sp>
      <p:sp>
        <p:nvSpPr>
          <p:cNvPr id="279" name="object-279">
            <a:extLst>
              <a:ext uri="{FF2B5EF4-FFF2-40B4-BE49-F238E27FC236}">
                <a16:creationId xmlns:a16="http://schemas.microsoft.com/office/drawing/2014/main" id="{528AB4C5-EDD2-4CD7-A3F1-9B35E4AFB5F3}"/>
              </a:ext>
            </a:extLst>
          </p:cNvPr>
          <p:cNvSpPr>
            <a:spLocks noGrp="1"/>
          </p:cNvSpPr>
          <p:nvPr/>
        </p:nvSpPr>
        <p:spPr>
          <a:xfrm>
            <a:off x="6591300" y="4048125"/>
            <a:ext cx="52388" cy="547688"/>
          </a:xfrm>
          <a:prstGeom prst="rect">
            <a:avLst/>
          </a:prstGeom>
          <a:solidFill>
            <a:srgbClr val="1D4ED8"/>
          </a:solidFill>
          <a:ln w="13097">
            <a:solidFill>
              <a:srgbClr val="172B4D"/>
            </a:solidFill>
          </a:ln>
        </p:spPr>
      </p:sp>
      <p:sp>
        <p:nvSpPr>
          <p:cNvPr id="280" name="object-280">
            <a:extLst>
              <a:ext uri="{FF2B5EF4-FFF2-40B4-BE49-F238E27FC236}">
                <a16:creationId xmlns:a16="http://schemas.microsoft.com/office/drawing/2014/main" id="{07E1E285-AAEC-4345-9EAC-F32F678B22FC}"/>
              </a:ext>
            </a:extLst>
          </p:cNvPr>
          <p:cNvSpPr>
            <a:spLocks noGrp="1"/>
          </p:cNvSpPr>
          <p:nvPr/>
        </p:nvSpPr>
        <p:spPr>
          <a:xfrm>
            <a:off x="6643688" y="4048125"/>
            <a:ext cx="52388" cy="547688"/>
          </a:xfrm>
          <a:prstGeom prst="rect">
            <a:avLst/>
          </a:prstGeom>
          <a:solidFill>
            <a:srgbClr val="1D4ED8"/>
          </a:solidFill>
          <a:ln w="13097">
            <a:solidFill>
              <a:srgbClr val="172B4D"/>
            </a:solidFill>
          </a:ln>
        </p:spPr>
      </p:sp>
      <p:sp>
        <p:nvSpPr>
          <p:cNvPr id="281" name="object-281">
            <a:extLst>
              <a:ext uri="{FF2B5EF4-FFF2-40B4-BE49-F238E27FC236}">
                <a16:creationId xmlns:a16="http://schemas.microsoft.com/office/drawing/2014/main" id="{A061868D-CD67-4D13-AD0D-A499B2B9540E}"/>
              </a:ext>
            </a:extLst>
          </p:cNvPr>
          <p:cNvSpPr>
            <a:spLocks noGrp="1"/>
          </p:cNvSpPr>
          <p:nvPr/>
        </p:nvSpPr>
        <p:spPr>
          <a:xfrm>
            <a:off x="6696075" y="4048125"/>
            <a:ext cx="52388" cy="547688"/>
          </a:xfrm>
          <a:prstGeom prst="rect">
            <a:avLst/>
          </a:prstGeom>
          <a:solidFill>
            <a:srgbClr val="1D4ED8"/>
          </a:solidFill>
          <a:ln w="13097">
            <a:solidFill>
              <a:srgbClr val="172B4D"/>
            </a:solidFill>
          </a:ln>
        </p:spPr>
      </p:sp>
      <p:sp>
        <p:nvSpPr>
          <p:cNvPr id="282" name="object-282">
            <a:extLst>
              <a:ext uri="{FF2B5EF4-FFF2-40B4-BE49-F238E27FC236}">
                <a16:creationId xmlns:a16="http://schemas.microsoft.com/office/drawing/2014/main" id="{D90FF62E-985E-4B35-A765-07D3607A9763}"/>
              </a:ext>
            </a:extLst>
          </p:cNvPr>
          <p:cNvSpPr>
            <a:spLocks noGrp="1"/>
          </p:cNvSpPr>
          <p:nvPr/>
        </p:nvSpPr>
        <p:spPr>
          <a:xfrm>
            <a:off x="6748463" y="4048125"/>
            <a:ext cx="52388" cy="547688"/>
          </a:xfrm>
          <a:prstGeom prst="rect">
            <a:avLst/>
          </a:prstGeom>
          <a:solidFill>
            <a:srgbClr val="1D4ED8"/>
          </a:solidFill>
          <a:ln w="13097">
            <a:solidFill>
              <a:srgbClr val="172B4D"/>
            </a:solidFill>
          </a:ln>
        </p:spPr>
      </p:sp>
      <p:sp>
        <p:nvSpPr>
          <p:cNvPr id="283" name="object-283">
            <a:extLst>
              <a:ext uri="{FF2B5EF4-FFF2-40B4-BE49-F238E27FC236}">
                <a16:creationId xmlns:a16="http://schemas.microsoft.com/office/drawing/2014/main" id="{AF7D7459-8522-456F-B76C-0BD0B29E2FF7}"/>
              </a:ext>
            </a:extLst>
          </p:cNvPr>
          <p:cNvSpPr>
            <a:spLocks noGrp="1"/>
          </p:cNvSpPr>
          <p:nvPr/>
        </p:nvSpPr>
        <p:spPr>
          <a:xfrm>
            <a:off x="6800850" y="4048125"/>
            <a:ext cx="52388" cy="547688"/>
          </a:xfrm>
          <a:prstGeom prst="rect">
            <a:avLst/>
          </a:prstGeom>
          <a:solidFill>
            <a:srgbClr val="1D4ED8"/>
          </a:solidFill>
          <a:ln w="13097">
            <a:solidFill>
              <a:srgbClr val="172B4D"/>
            </a:solidFill>
          </a:ln>
        </p:spPr>
      </p:sp>
      <p:sp>
        <p:nvSpPr>
          <p:cNvPr id="284" name="object-284">
            <a:extLst>
              <a:ext uri="{FF2B5EF4-FFF2-40B4-BE49-F238E27FC236}">
                <a16:creationId xmlns:a16="http://schemas.microsoft.com/office/drawing/2014/main" id="{50B44CDB-AC68-49DB-A874-9A0A0D5EB2F0}"/>
              </a:ext>
            </a:extLst>
          </p:cNvPr>
          <p:cNvSpPr>
            <a:spLocks noGrp="1"/>
          </p:cNvSpPr>
          <p:nvPr/>
        </p:nvSpPr>
        <p:spPr>
          <a:xfrm>
            <a:off x="6853238" y="4048125"/>
            <a:ext cx="52388" cy="547688"/>
          </a:xfrm>
          <a:prstGeom prst="rect">
            <a:avLst/>
          </a:prstGeom>
          <a:solidFill>
            <a:srgbClr val="1D4ED8"/>
          </a:solidFill>
          <a:ln w="13097">
            <a:solidFill>
              <a:srgbClr val="172B4D"/>
            </a:solidFill>
          </a:ln>
        </p:spPr>
      </p:sp>
      <p:sp>
        <p:nvSpPr>
          <p:cNvPr id="285" name="object-285">
            <a:extLst>
              <a:ext uri="{FF2B5EF4-FFF2-40B4-BE49-F238E27FC236}">
                <a16:creationId xmlns:a16="http://schemas.microsoft.com/office/drawing/2014/main" id="{7856BA53-CC00-4231-A661-C82B30D87956}"/>
              </a:ext>
            </a:extLst>
          </p:cNvPr>
          <p:cNvSpPr>
            <a:spLocks noGrp="1"/>
          </p:cNvSpPr>
          <p:nvPr/>
        </p:nvSpPr>
        <p:spPr>
          <a:xfrm>
            <a:off x="6905625" y="4048125"/>
            <a:ext cx="52388" cy="547688"/>
          </a:xfrm>
          <a:prstGeom prst="rect">
            <a:avLst/>
          </a:prstGeom>
          <a:solidFill>
            <a:srgbClr val="1D4ED8"/>
          </a:solidFill>
          <a:ln w="13097">
            <a:solidFill>
              <a:srgbClr val="172B4D"/>
            </a:solidFill>
          </a:ln>
        </p:spPr>
      </p:sp>
      <p:sp>
        <p:nvSpPr>
          <p:cNvPr id="286" name="object-286">
            <a:extLst>
              <a:ext uri="{FF2B5EF4-FFF2-40B4-BE49-F238E27FC236}">
                <a16:creationId xmlns:a16="http://schemas.microsoft.com/office/drawing/2014/main" id="{2DC9F47D-76D0-433C-883A-1BAD5068B890}"/>
              </a:ext>
            </a:extLst>
          </p:cNvPr>
          <p:cNvSpPr>
            <a:spLocks noGrp="1"/>
          </p:cNvSpPr>
          <p:nvPr/>
        </p:nvSpPr>
        <p:spPr>
          <a:xfrm>
            <a:off x="6958013" y="4048125"/>
            <a:ext cx="52388" cy="547688"/>
          </a:xfrm>
          <a:prstGeom prst="rect">
            <a:avLst/>
          </a:prstGeom>
          <a:solidFill>
            <a:srgbClr val="1D4ED8"/>
          </a:solidFill>
          <a:ln w="13097">
            <a:solidFill>
              <a:srgbClr val="172B4D"/>
            </a:solidFill>
          </a:ln>
        </p:spPr>
      </p:sp>
      <p:sp>
        <p:nvSpPr>
          <p:cNvPr id="287" name="object-287">
            <a:extLst>
              <a:ext uri="{FF2B5EF4-FFF2-40B4-BE49-F238E27FC236}">
                <a16:creationId xmlns:a16="http://schemas.microsoft.com/office/drawing/2014/main" id="{900DE9F3-328C-4303-B8D5-CBB80845F636}"/>
              </a:ext>
            </a:extLst>
          </p:cNvPr>
          <p:cNvSpPr>
            <a:spLocks noGrp="1"/>
          </p:cNvSpPr>
          <p:nvPr/>
        </p:nvSpPr>
        <p:spPr>
          <a:xfrm>
            <a:off x="7010400" y="4048125"/>
            <a:ext cx="52388" cy="547688"/>
          </a:xfrm>
          <a:prstGeom prst="rect">
            <a:avLst/>
          </a:prstGeom>
          <a:solidFill>
            <a:srgbClr val="1D4ED8"/>
          </a:solidFill>
          <a:ln w="13097">
            <a:solidFill>
              <a:srgbClr val="172B4D"/>
            </a:solidFill>
          </a:ln>
        </p:spPr>
      </p:sp>
      <p:sp>
        <p:nvSpPr>
          <p:cNvPr id="288" name="object-288">
            <a:extLst>
              <a:ext uri="{FF2B5EF4-FFF2-40B4-BE49-F238E27FC236}">
                <a16:creationId xmlns:a16="http://schemas.microsoft.com/office/drawing/2014/main" id="{B23F60F0-5FC3-4B85-A38E-F4F7FE94EE14}"/>
              </a:ext>
            </a:extLst>
          </p:cNvPr>
          <p:cNvSpPr>
            <a:spLocks noGrp="1"/>
          </p:cNvSpPr>
          <p:nvPr/>
        </p:nvSpPr>
        <p:spPr>
          <a:xfrm>
            <a:off x="7062788" y="4048125"/>
            <a:ext cx="52388" cy="547688"/>
          </a:xfrm>
          <a:prstGeom prst="rect">
            <a:avLst/>
          </a:prstGeom>
          <a:solidFill>
            <a:srgbClr val="1D4ED8"/>
          </a:solidFill>
          <a:ln w="13097">
            <a:solidFill>
              <a:srgbClr val="172B4D"/>
            </a:solidFill>
          </a:ln>
        </p:spPr>
      </p:sp>
      <p:sp>
        <p:nvSpPr>
          <p:cNvPr id="289" name="object-289">
            <a:extLst>
              <a:ext uri="{FF2B5EF4-FFF2-40B4-BE49-F238E27FC236}">
                <a16:creationId xmlns:a16="http://schemas.microsoft.com/office/drawing/2014/main" id="{E507BDA7-830E-4B31-A63E-F9CE1ACA64EE}"/>
              </a:ext>
            </a:extLst>
          </p:cNvPr>
          <p:cNvSpPr>
            <a:spLocks noGrp="1"/>
          </p:cNvSpPr>
          <p:nvPr/>
        </p:nvSpPr>
        <p:spPr>
          <a:xfrm>
            <a:off x="7115175" y="4048125"/>
            <a:ext cx="52388" cy="547688"/>
          </a:xfrm>
          <a:prstGeom prst="rect">
            <a:avLst/>
          </a:prstGeom>
          <a:solidFill>
            <a:srgbClr val="1D4ED8"/>
          </a:solidFill>
          <a:ln w="13097">
            <a:solidFill>
              <a:srgbClr val="172B4D"/>
            </a:solidFill>
          </a:ln>
        </p:spPr>
      </p:sp>
      <p:sp>
        <p:nvSpPr>
          <p:cNvPr id="290" name="object-290">
            <a:extLst>
              <a:ext uri="{FF2B5EF4-FFF2-40B4-BE49-F238E27FC236}">
                <a16:creationId xmlns:a16="http://schemas.microsoft.com/office/drawing/2014/main" id="{82EAB966-EA2A-432E-8B22-B46197F194A9}"/>
              </a:ext>
            </a:extLst>
          </p:cNvPr>
          <p:cNvSpPr>
            <a:spLocks noGrp="1"/>
          </p:cNvSpPr>
          <p:nvPr/>
        </p:nvSpPr>
        <p:spPr>
          <a:xfrm>
            <a:off x="7167563" y="4048125"/>
            <a:ext cx="52388" cy="547688"/>
          </a:xfrm>
          <a:prstGeom prst="rect">
            <a:avLst/>
          </a:prstGeom>
          <a:solidFill>
            <a:srgbClr val="1D4ED8"/>
          </a:solidFill>
          <a:ln w="13097">
            <a:solidFill>
              <a:srgbClr val="172B4D"/>
            </a:solidFill>
          </a:ln>
        </p:spPr>
      </p:sp>
      <p:sp>
        <p:nvSpPr>
          <p:cNvPr id="291" name="object-291">
            <a:extLst>
              <a:ext uri="{FF2B5EF4-FFF2-40B4-BE49-F238E27FC236}">
                <a16:creationId xmlns:a16="http://schemas.microsoft.com/office/drawing/2014/main" id="{E1ED1D07-0E8F-4351-9EA0-714DE5A4C201}"/>
              </a:ext>
            </a:extLst>
          </p:cNvPr>
          <p:cNvSpPr>
            <a:spLocks noGrp="1"/>
          </p:cNvSpPr>
          <p:nvPr/>
        </p:nvSpPr>
        <p:spPr>
          <a:xfrm>
            <a:off x="7219950" y="4048125"/>
            <a:ext cx="52388" cy="547688"/>
          </a:xfrm>
          <a:prstGeom prst="rect">
            <a:avLst/>
          </a:prstGeom>
          <a:solidFill>
            <a:srgbClr val="1D4ED8"/>
          </a:solidFill>
          <a:ln w="13097">
            <a:solidFill>
              <a:srgbClr val="172B4D"/>
            </a:solidFill>
          </a:ln>
        </p:spPr>
      </p:sp>
      <p:sp>
        <p:nvSpPr>
          <p:cNvPr id="292" name="object-292">
            <a:extLst>
              <a:ext uri="{FF2B5EF4-FFF2-40B4-BE49-F238E27FC236}">
                <a16:creationId xmlns:a16="http://schemas.microsoft.com/office/drawing/2014/main" id="{0372709F-B25D-4A34-BA0F-9A7949E9DE4A}"/>
              </a:ext>
            </a:extLst>
          </p:cNvPr>
          <p:cNvSpPr>
            <a:spLocks noGrp="1"/>
          </p:cNvSpPr>
          <p:nvPr/>
        </p:nvSpPr>
        <p:spPr>
          <a:xfrm>
            <a:off x="7272338" y="4048125"/>
            <a:ext cx="52388" cy="547688"/>
          </a:xfrm>
          <a:prstGeom prst="rect">
            <a:avLst/>
          </a:prstGeom>
          <a:solidFill>
            <a:srgbClr val="1D4ED8"/>
          </a:solidFill>
          <a:ln w="13097">
            <a:solidFill>
              <a:srgbClr val="172B4D"/>
            </a:solidFill>
          </a:ln>
        </p:spPr>
      </p:sp>
      <p:sp>
        <p:nvSpPr>
          <p:cNvPr id="293" name="object-293">
            <a:extLst>
              <a:ext uri="{FF2B5EF4-FFF2-40B4-BE49-F238E27FC236}">
                <a16:creationId xmlns:a16="http://schemas.microsoft.com/office/drawing/2014/main" id="{007E2550-CB41-4440-B69B-0250EEE9FD33}"/>
              </a:ext>
            </a:extLst>
          </p:cNvPr>
          <p:cNvSpPr>
            <a:spLocks noGrp="1"/>
          </p:cNvSpPr>
          <p:nvPr/>
        </p:nvSpPr>
        <p:spPr>
          <a:xfrm>
            <a:off x="7324725" y="4048125"/>
            <a:ext cx="52388" cy="547688"/>
          </a:xfrm>
          <a:prstGeom prst="rect">
            <a:avLst/>
          </a:prstGeom>
          <a:solidFill>
            <a:srgbClr val="1D4ED8"/>
          </a:solidFill>
          <a:ln w="13097">
            <a:solidFill>
              <a:srgbClr val="172B4D"/>
            </a:solidFill>
          </a:ln>
        </p:spPr>
      </p:sp>
      <p:sp>
        <p:nvSpPr>
          <p:cNvPr id="294" name="object-294">
            <a:extLst>
              <a:ext uri="{FF2B5EF4-FFF2-40B4-BE49-F238E27FC236}">
                <a16:creationId xmlns:a16="http://schemas.microsoft.com/office/drawing/2014/main" id="{CF5D5B89-EB90-491E-A34C-D52D2372498D}"/>
              </a:ext>
            </a:extLst>
          </p:cNvPr>
          <p:cNvSpPr>
            <a:spLocks noGrp="1"/>
          </p:cNvSpPr>
          <p:nvPr/>
        </p:nvSpPr>
        <p:spPr>
          <a:xfrm>
            <a:off x="7377113" y="4048125"/>
            <a:ext cx="52388" cy="547688"/>
          </a:xfrm>
          <a:prstGeom prst="rect">
            <a:avLst/>
          </a:prstGeom>
          <a:solidFill>
            <a:srgbClr val="1D4ED8"/>
          </a:solidFill>
          <a:ln w="13097">
            <a:solidFill>
              <a:srgbClr val="172B4D"/>
            </a:solidFill>
          </a:ln>
        </p:spPr>
      </p:sp>
      <p:sp>
        <p:nvSpPr>
          <p:cNvPr id="295" name="object-295">
            <a:extLst>
              <a:ext uri="{FF2B5EF4-FFF2-40B4-BE49-F238E27FC236}">
                <a16:creationId xmlns:a16="http://schemas.microsoft.com/office/drawing/2014/main" id="{4C98C7FA-915E-46CC-89D3-64940510BFB5}"/>
              </a:ext>
            </a:extLst>
          </p:cNvPr>
          <p:cNvSpPr>
            <a:spLocks noGrp="1"/>
          </p:cNvSpPr>
          <p:nvPr/>
        </p:nvSpPr>
        <p:spPr>
          <a:xfrm>
            <a:off x="7429500" y="4048125"/>
            <a:ext cx="52388" cy="547688"/>
          </a:xfrm>
          <a:prstGeom prst="rect">
            <a:avLst/>
          </a:prstGeom>
          <a:solidFill>
            <a:srgbClr val="1D4ED8"/>
          </a:solidFill>
          <a:ln w="13097">
            <a:solidFill>
              <a:srgbClr val="172B4D"/>
            </a:solidFill>
          </a:ln>
        </p:spPr>
      </p:sp>
      <p:sp>
        <p:nvSpPr>
          <p:cNvPr id="296" name="object-296">
            <a:extLst>
              <a:ext uri="{FF2B5EF4-FFF2-40B4-BE49-F238E27FC236}">
                <a16:creationId xmlns:a16="http://schemas.microsoft.com/office/drawing/2014/main" id="{32983ECC-6F62-4E0E-93E6-EAA64582D800}"/>
              </a:ext>
            </a:extLst>
          </p:cNvPr>
          <p:cNvSpPr>
            <a:spLocks noGrp="1"/>
          </p:cNvSpPr>
          <p:nvPr/>
        </p:nvSpPr>
        <p:spPr>
          <a:xfrm>
            <a:off x="7481888" y="4048125"/>
            <a:ext cx="52388" cy="547688"/>
          </a:xfrm>
          <a:prstGeom prst="rect">
            <a:avLst/>
          </a:prstGeom>
          <a:solidFill>
            <a:srgbClr val="1D4ED8"/>
          </a:solidFill>
          <a:ln w="13097">
            <a:solidFill>
              <a:srgbClr val="172B4D"/>
            </a:solidFill>
          </a:ln>
        </p:spPr>
      </p:sp>
      <p:sp>
        <p:nvSpPr>
          <p:cNvPr id="297" name="object-297">
            <a:extLst>
              <a:ext uri="{FF2B5EF4-FFF2-40B4-BE49-F238E27FC236}">
                <a16:creationId xmlns:a16="http://schemas.microsoft.com/office/drawing/2014/main" id="{2B4CE923-ADB5-44E6-A969-2200A6E98DD7}"/>
              </a:ext>
            </a:extLst>
          </p:cNvPr>
          <p:cNvSpPr>
            <a:spLocks noGrp="1"/>
          </p:cNvSpPr>
          <p:nvPr/>
        </p:nvSpPr>
        <p:spPr>
          <a:xfrm>
            <a:off x="7534275" y="4048125"/>
            <a:ext cx="52388" cy="547688"/>
          </a:xfrm>
          <a:prstGeom prst="rect">
            <a:avLst/>
          </a:prstGeom>
          <a:solidFill>
            <a:srgbClr val="1D4ED8"/>
          </a:solidFill>
          <a:ln w="13097">
            <a:solidFill>
              <a:srgbClr val="172B4D"/>
            </a:solidFill>
          </a:ln>
        </p:spPr>
      </p:sp>
      <p:sp>
        <p:nvSpPr>
          <p:cNvPr id="298" name="object-298">
            <a:extLst>
              <a:ext uri="{FF2B5EF4-FFF2-40B4-BE49-F238E27FC236}">
                <a16:creationId xmlns:a16="http://schemas.microsoft.com/office/drawing/2014/main" id="{3715D28B-4BD9-4A38-B894-288D92637978}"/>
              </a:ext>
            </a:extLst>
          </p:cNvPr>
          <p:cNvSpPr>
            <a:spLocks noGrp="1"/>
          </p:cNvSpPr>
          <p:nvPr/>
        </p:nvSpPr>
        <p:spPr>
          <a:xfrm>
            <a:off x="7586663" y="4048125"/>
            <a:ext cx="52388" cy="547688"/>
          </a:xfrm>
          <a:prstGeom prst="rect">
            <a:avLst/>
          </a:prstGeom>
          <a:solidFill>
            <a:srgbClr val="1D4ED8"/>
          </a:solidFill>
          <a:ln w="13097">
            <a:solidFill>
              <a:srgbClr val="172B4D"/>
            </a:solidFill>
          </a:ln>
        </p:spPr>
      </p:sp>
      <p:sp>
        <p:nvSpPr>
          <p:cNvPr id="299" name="object-299">
            <a:extLst>
              <a:ext uri="{FF2B5EF4-FFF2-40B4-BE49-F238E27FC236}">
                <a16:creationId xmlns:a16="http://schemas.microsoft.com/office/drawing/2014/main" id="{415ECD5F-165E-4CDD-B8C9-DC28E1677F32}"/>
              </a:ext>
            </a:extLst>
          </p:cNvPr>
          <p:cNvSpPr>
            <a:spLocks noGrp="1"/>
          </p:cNvSpPr>
          <p:nvPr/>
        </p:nvSpPr>
        <p:spPr>
          <a:xfrm>
            <a:off x="7639050" y="4048125"/>
            <a:ext cx="52388" cy="547688"/>
          </a:xfrm>
          <a:prstGeom prst="rect">
            <a:avLst/>
          </a:prstGeom>
          <a:solidFill>
            <a:srgbClr val="1D4ED8"/>
          </a:solidFill>
          <a:ln w="13097">
            <a:solidFill>
              <a:srgbClr val="172B4D"/>
            </a:solidFill>
          </a:ln>
        </p:spPr>
      </p:sp>
      <p:sp>
        <p:nvSpPr>
          <p:cNvPr id="300" name="object-300">
            <a:extLst>
              <a:ext uri="{FF2B5EF4-FFF2-40B4-BE49-F238E27FC236}">
                <a16:creationId xmlns:a16="http://schemas.microsoft.com/office/drawing/2014/main" id="{F9F646CE-D1D5-4173-9D21-660ABBCB6CE3}"/>
              </a:ext>
            </a:extLst>
          </p:cNvPr>
          <p:cNvSpPr>
            <a:spLocks noGrp="1"/>
          </p:cNvSpPr>
          <p:nvPr/>
        </p:nvSpPr>
        <p:spPr>
          <a:xfrm>
            <a:off x="7691438" y="4048125"/>
            <a:ext cx="52388" cy="547688"/>
          </a:xfrm>
          <a:prstGeom prst="rect">
            <a:avLst/>
          </a:prstGeom>
          <a:solidFill>
            <a:srgbClr val="1D4ED8"/>
          </a:solidFill>
          <a:ln w="13097">
            <a:solidFill>
              <a:srgbClr val="172B4D"/>
            </a:solidFill>
          </a:ln>
        </p:spPr>
      </p:sp>
      <p:sp>
        <p:nvSpPr>
          <p:cNvPr id="301" name="object-301">
            <a:extLst>
              <a:ext uri="{FF2B5EF4-FFF2-40B4-BE49-F238E27FC236}">
                <a16:creationId xmlns:a16="http://schemas.microsoft.com/office/drawing/2014/main" id="{127CAA0A-5DCA-4646-AF8D-7B9DC47E78F6}"/>
              </a:ext>
            </a:extLst>
          </p:cNvPr>
          <p:cNvSpPr>
            <a:spLocks noGrp="1"/>
          </p:cNvSpPr>
          <p:nvPr/>
        </p:nvSpPr>
        <p:spPr>
          <a:xfrm>
            <a:off x="7743825" y="4048125"/>
            <a:ext cx="52388" cy="547688"/>
          </a:xfrm>
          <a:prstGeom prst="rect">
            <a:avLst/>
          </a:prstGeom>
          <a:solidFill>
            <a:srgbClr val="1D4ED8"/>
          </a:solidFill>
          <a:ln w="13097">
            <a:solidFill>
              <a:srgbClr val="172B4D"/>
            </a:solidFill>
          </a:ln>
        </p:spPr>
      </p:sp>
      <p:sp>
        <p:nvSpPr>
          <p:cNvPr id="302" name="object-302">
            <a:extLst>
              <a:ext uri="{FF2B5EF4-FFF2-40B4-BE49-F238E27FC236}">
                <a16:creationId xmlns:a16="http://schemas.microsoft.com/office/drawing/2014/main" id="{F5202047-D5A2-4C5C-BDCF-C16E8BA7D1EA}"/>
              </a:ext>
            </a:extLst>
          </p:cNvPr>
          <p:cNvSpPr>
            <a:spLocks noGrp="1"/>
          </p:cNvSpPr>
          <p:nvPr/>
        </p:nvSpPr>
        <p:spPr>
          <a:xfrm>
            <a:off x="7796213" y="4048125"/>
            <a:ext cx="52388" cy="547688"/>
          </a:xfrm>
          <a:prstGeom prst="rect">
            <a:avLst/>
          </a:prstGeom>
          <a:solidFill>
            <a:srgbClr val="1D4ED8"/>
          </a:solidFill>
          <a:ln w="13097">
            <a:solidFill>
              <a:srgbClr val="172B4D"/>
            </a:solidFill>
          </a:ln>
        </p:spPr>
      </p:sp>
      <p:sp>
        <p:nvSpPr>
          <p:cNvPr id="303" name="object-303">
            <a:extLst>
              <a:ext uri="{FF2B5EF4-FFF2-40B4-BE49-F238E27FC236}">
                <a16:creationId xmlns:a16="http://schemas.microsoft.com/office/drawing/2014/main" id="{938C4C8E-2B7D-47A5-8511-0C09E330FB7A}"/>
              </a:ext>
            </a:extLst>
          </p:cNvPr>
          <p:cNvSpPr>
            <a:spLocks noGrp="1"/>
          </p:cNvSpPr>
          <p:nvPr/>
        </p:nvSpPr>
        <p:spPr>
          <a:xfrm>
            <a:off x="7848600" y="4048125"/>
            <a:ext cx="52388" cy="547688"/>
          </a:xfrm>
          <a:prstGeom prst="rect">
            <a:avLst/>
          </a:prstGeom>
          <a:solidFill>
            <a:srgbClr val="1D4ED8"/>
          </a:solidFill>
          <a:ln w="13097">
            <a:solidFill>
              <a:srgbClr val="172B4D"/>
            </a:solidFill>
          </a:ln>
        </p:spPr>
      </p:sp>
      <p:sp>
        <p:nvSpPr>
          <p:cNvPr id="304" name="object-304">
            <a:extLst>
              <a:ext uri="{FF2B5EF4-FFF2-40B4-BE49-F238E27FC236}">
                <a16:creationId xmlns:a16="http://schemas.microsoft.com/office/drawing/2014/main" id="{7BBEE488-FFC0-460C-A24D-5FB1E290002E}"/>
              </a:ext>
            </a:extLst>
          </p:cNvPr>
          <p:cNvSpPr>
            <a:spLocks noGrp="1"/>
          </p:cNvSpPr>
          <p:nvPr/>
        </p:nvSpPr>
        <p:spPr>
          <a:xfrm>
            <a:off x="7900988" y="4048125"/>
            <a:ext cx="52388" cy="547688"/>
          </a:xfrm>
          <a:prstGeom prst="rect">
            <a:avLst/>
          </a:prstGeom>
          <a:solidFill>
            <a:srgbClr val="1D4ED8"/>
          </a:solidFill>
          <a:ln w="13097">
            <a:solidFill>
              <a:srgbClr val="172B4D"/>
            </a:solidFill>
          </a:ln>
        </p:spPr>
      </p:sp>
      <p:sp>
        <p:nvSpPr>
          <p:cNvPr id="305" name="object-305">
            <a:extLst>
              <a:ext uri="{FF2B5EF4-FFF2-40B4-BE49-F238E27FC236}">
                <a16:creationId xmlns:a16="http://schemas.microsoft.com/office/drawing/2014/main" id="{651AF785-189A-4481-A539-DD404FA33163}"/>
              </a:ext>
            </a:extLst>
          </p:cNvPr>
          <p:cNvSpPr>
            <a:spLocks noGrp="1"/>
          </p:cNvSpPr>
          <p:nvPr/>
        </p:nvSpPr>
        <p:spPr>
          <a:xfrm>
            <a:off x="7953375" y="4048125"/>
            <a:ext cx="52388" cy="547688"/>
          </a:xfrm>
          <a:prstGeom prst="rect">
            <a:avLst/>
          </a:prstGeom>
          <a:solidFill>
            <a:srgbClr val="1D4ED8"/>
          </a:solidFill>
          <a:ln w="13097">
            <a:solidFill>
              <a:srgbClr val="172B4D"/>
            </a:solidFill>
          </a:ln>
        </p:spPr>
      </p:sp>
      <p:sp>
        <p:nvSpPr>
          <p:cNvPr id="306" name="object-306">
            <a:extLst>
              <a:ext uri="{FF2B5EF4-FFF2-40B4-BE49-F238E27FC236}">
                <a16:creationId xmlns:a16="http://schemas.microsoft.com/office/drawing/2014/main" id="{AC4B75EC-E630-423B-ACE6-2355A47C1DE8}"/>
              </a:ext>
            </a:extLst>
          </p:cNvPr>
          <p:cNvSpPr>
            <a:spLocks noGrp="1"/>
          </p:cNvSpPr>
          <p:nvPr/>
        </p:nvSpPr>
        <p:spPr>
          <a:xfrm>
            <a:off x="8005763" y="4048125"/>
            <a:ext cx="52388" cy="547688"/>
          </a:xfrm>
          <a:prstGeom prst="rect">
            <a:avLst/>
          </a:prstGeom>
          <a:solidFill>
            <a:srgbClr val="1D4ED8"/>
          </a:solidFill>
          <a:ln w="13097">
            <a:solidFill>
              <a:srgbClr val="172B4D"/>
            </a:solidFill>
          </a:ln>
        </p:spPr>
      </p:sp>
      <p:sp>
        <p:nvSpPr>
          <p:cNvPr id="307" name="object-307">
            <a:extLst>
              <a:ext uri="{FF2B5EF4-FFF2-40B4-BE49-F238E27FC236}">
                <a16:creationId xmlns:a16="http://schemas.microsoft.com/office/drawing/2014/main" id="{CAF6E076-CA28-4EB9-9D8D-0012387323AA}"/>
              </a:ext>
            </a:extLst>
          </p:cNvPr>
          <p:cNvSpPr>
            <a:spLocks noGrp="1"/>
          </p:cNvSpPr>
          <p:nvPr/>
        </p:nvSpPr>
        <p:spPr>
          <a:xfrm>
            <a:off x="8058150" y="4048125"/>
            <a:ext cx="52388" cy="547688"/>
          </a:xfrm>
          <a:prstGeom prst="rect">
            <a:avLst/>
          </a:prstGeom>
          <a:solidFill>
            <a:srgbClr val="1D4ED8"/>
          </a:solidFill>
          <a:ln w="13097">
            <a:solidFill>
              <a:srgbClr val="172B4D"/>
            </a:solidFill>
          </a:ln>
        </p:spPr>
      </p:sp>
      <p:sp>
        <p:nvSpPr>
          <p:cNvPr id="308" name="object-308">
            <a:extLst>
              <a:ext uri="{FF2B5EF4-FFF2-40B4-BE49-F238E27FC236}">
                <a16:creationId xmlns:a16="http://schemas.microsoft.com/office/drawing/2014/main" id="{4F6FACF7-8F4D-4ECA-8CA2-B7C6F16DB5A3}"/>
              </a:ext>
            </a:extLst>
          </p:cNvPr>
          <p:cNvSpPr>
            <a:spLocks noGrp="1"/>
          </p:cNvSpPr>
          <p:nvPr/>
        </p:nvSpPr>
        <p:spPr>
          <a:xfrm>
            <a:off x="8110538" y="4048125"/>
            <a:ext cx="52388" cy="547688"/>
          </a:xfrm>
          <a:prstGeom prst="rect">
            <a:avLst/>
          </a:prstGeom>
          <a:solidFill>
            <a:srgbClr val="1D4ED8"/>
          </a:solidFill>
          <a:ln w="13097">
            <a:solidFill>
              <a:srgbClr val="172B4D"/>
            </a:solidFill>
          </a:ln>
        </p:spPr>
      </p:sp>
      <p:sp>
        <p:nvSpPr>
          <p:cNvPr id="309" name="object-309">
            <a:extLst>
              <a:ext uri="{FF2B5EF4-FFF2-40B4-BE49-F238E27FC236}">
                <a16:creationId xmlns:a16="http://schemas.microsoft.com/office/drawing/2014/main" id="{9B34F08D-24BD-4328-BF02-8A0124778D99}"/>
              </a:ext>
            </a:extLst>
          </p:cNvPr>
          <p:cNvSpPr>
            <a:spLocks noGrp="1"/>
          </p:cNvSpPr>
          <p:nvPr/>
        </p:nvSpPr>
        <p:spPr>
          <a:xfrm>
            <a:off x="8162925" y="4048125"/>
            <a:ext cx="52388" cy="547688"/>
          </a:xfrm>
          <a:prstGeom prst="rect">
            <a:avLst/>
          </a:prstGeom>
          <a:solidFill>
            <a:srgbClr val="1D4ED8"/>
          </a:solidFill>
          <a:ln w="13097">
            <a:solidFill>
              <a:srgbClr val="172B4D"/>
            </a:solidFill>
          </a:ln>
        </p:spPr>
      </p:sp>
      <p:sp>
        <p:nvSpPr>
          <p:cNvPr id="310" name="object-310">
            <a:extLst>
              <a:ext uri="{FF2B5EF4-FFF2-40B4-BE49-F238E27FC236}">
                <a16:creationId xmlns:a16="http://schemas.microsoft.com/office/drawing/2014/main" id="{72B2105D-C6D6-4D3B-A8BF-C94B66F1FFD5}"/>
              </a:ext>
            </a:extLst>
          </p:cNvPr>
          <p:cNvSpPr>
            <a:spLocks noGrp="1"/>
          </p:cNvSpPr>
          <p:nvPr/>
        </p:nvSpPr>
        <p:spPr>
          <a:xfrm>
            <a:off x="8215313" y="4048125"/>
            <a:ext cx="52388" cy="547688"/>
          </a:xfrm>
          <a:prstGeom prst="rect">
            <a:avLst/>
          </a:prstGeom>
          <a:solidFill>
            <a:srgbClr val="1D4ED8"/>
          </a:solidFill>
          <a:ln w="13097">
            <a:solidFill>
              <a:srgbClr val="172B4D"/>
            </a:solidFill>
          </a:ln>
        </p:spPr>
      </p:sp>
      <p:sp>
        <p:nvSpPr>
          <p:cNvPr id="311" name="object-311">
            <a:extLst>
              <a:ext uri="{FF2B5EF4-FFF2-40B4-BE49-F238E27FC236}">
                <a16:creationId xmlns:a16="http://schemas.microsoft.com/office/drawing/2014/main" id="{F9BD590B-6008-421A-80A7-379BD0A422F8}"/>
              </a:ext>
            </a:extLst>
          </p:cNvPr>
          <p:cNvSpPr>
            <a:spLocks noGrp="1"/>
          </p:cNvSpPr>
          <p:nvPr/>
        </p:nvSpPr>
        <p:spPr>
          <a:xfrm>
            <a:off x="8267700" y="4048125"/>
            <a:ext cx="52388" cy="547688"/>
          </a:xfrm>
          <a:prstGeom prst="rect">
            <a:avLst/>
          </a:prstGeom>
          <a:solidFill>
            <a:srgbClr val="1D4ED8"/>
          </a:solidFill>
          <a:ln w="13097">
            <a:solidFill>
              <a:srgbClr val="172B4D"/>
            </a:solidFill>
          </a:ln>
        </p:spPr>
      </p:sp>
      <p:sp>
        <p:nvSpPr>
          <p:cNvPr id="312" name="object-312">
            <a:extLst>
              <a:ext uri="{FF2B5EF4-FFF2-40B4-BE49-F238E27FC236}">
                <a16:creationId xmlns:a16="http://schemas.microsoft.com/office/drawing/2014/main" id="{B296B656-196A-41CD-A0A5-428B1B262795}"/>
              </a:ext>
            </a:extLst>
          </p:cNvPr>
          <p:cNvSpPr>
            <a:spLocks noGrp="1"/>
          </p:cNvSpPr>
          <p:nvPr/>
        </p:nvSpPr>
        <p:spPr>
          <a:xfrm>
            <a:off x="8320088" y="4048125"/>
            <a:ext cx="52388" cy="547688"/>
          </a:xfrm>
          <a:prstGeom prst="rect">
            <a:avLst/>
          </a:prstGeom>
          <a:solidFill>
            <a:srgbClr val="1D4ED8"/>
          </a:solidFill>
          <a:ln w="13097">
            <a:solidFill>
              <a:srgbClr val="172B4D"/>
            </a:solidFill>
          </a:ln>
        </p:spPr>
      </p:sp>
      <p:sp>
        <p:nvSpPr>
          <p:cNvPr id="313" name="object-313">
            <a:extLst>
              <a:ext uri="{FF2B5EF4-FFF2-40B4-BE49-F238E27FC236}">
                <a16:creationId xmlns:a16="http://schemas.microsoft.com/office/drawing/2014/main" id="{73951B80-6EDA-48CD-AEE2-C3214A78ED34}"/>
              </a:ext>
            </a:extLst>
          </p:cNvPr>
          <p:cNvSpPr>
            <a:spLocks noGrp="1"/>
          </p:cNvSpPr>
          <p:nvPr/>
        </p:nvSpPr>
        <p:spPr>
          <a:xfrm>
            <a:off x="8372475" y="4048125"/>
            <a:ext cx="52388" cy="547688"/>
          </a:xfrm>
          <a:prstGeom prst="rect">
            <a:avLst/>
          </a:prstGeom>
          <a:solidFill>
            <a:srgbClr val="1D4ED8"/>
          </a:solidFill>
          <a:ln w="13097">
            <a:solidFill>
              <a:srgbClr val="172B4D"/>
            </a:solidFill>
          </a:ln>
        </p:spPr>
      </p:sp>
      <p:sp>
        <p:nvSpPr>
          <p:cNvPr id="314" name="object-314">
            <a:extLst>
              <a:ext uri="{FF2B5EF4-FFF2-40B4-BE49-F238E27FC236}">
                <a16:creationId xmlns:a16="http://schemas.microsoft.com/office/drawing/2014/main" id="{CCBB6B61-2068-40A0-A7ED-83812C7E21BE}"/>
              </a:ext>
            </a:extLst>
          </p:cNvPr>
          <p:cNvSpPr>
            <a:spLocks noGrp="1"/>
          </p:cNvSpPr>
          <p:nvPr/>
        </p:nvSpPr>
        <p:spPr>
          <a:xfrm>
            <a:off x="8424863" y="4048125"/>
            <a:ext cx="52388" cy="547688"/>
          </a:xfrm>
          <a:prstGeom prst="rect">
            <a:avLst/>
          </a:prstGeom>
          <a:solidFill>
            <a:srgbClr val="1D4ED8"/>
          </a:solidFill>
          <a:ln w="13097">
            <a:solidFill>
              <a:srgbClr val="172B4D"/>
            </a:solidFill>
          </a:ln>
        </p:spPr>
      </p:sp>
      <p:sp>
        <p:nvSpPr>
          <p:cNvPr id="315" name="object-315">
            <a:extLst>
              <a:ext uri="{FF2B5EF4-FFF2-40B4-BE49-F238E27FC236}">
                <a16:creationId xmlns:a16="http://schemas.microsoft.com/office/drawing/2014/main" id="{74E43174-09BC-4DC6-8601-BDAD70E80E04}"/>
              </a:ext>
            </a:extLst>
          </p:cNvPr>
          <p:cNvSpPr>
            <a:spLocks noGrp="1"/>
          </p:cNvSpPr>
          <p:nvPr/>
        </p:nvSpPr>
        <p:spPr>
          <a:xfrm>
            <a:off x="8477250" y="4048125"/>
            <a:ext cx="52388" cy="547688"/>
          </a:xfrm>
          <a:prstGeom prst="rect">
            <a:avLst/>
          </a:prstGeom>
          <a:solidFill>
            <a:srgbClr val="1D4ED8"/>
          </a:solidFill>
          <a:ln w="13097">
            <a:solidFill>
              <a:srgbClr val="172B4D"/>
            </a:solidFill>
          </a:ln>
        </p:spPr>
      </p:sp>
      <p:sp>
        <p:nvSpPr>
          <p:cNvPr id="316" name="object-316">
            <a:extLst>
              <a:ext uri="{FF2B5EF4-FFF2-40B4-BE49-F238E27FC236}">
                <a16:creationId xmlns:a16="http://schemas.microsoft.com/office/drawing/2014/main" id="{DCA774D9-CB0A-4982-993D-6D6EC23C0343}"/>
              </a:ext>
            </a:extLst>
          </p:cNvPr>
          <p:cNvSpPr>
            <a:spLocks noGrp="1"/>
          </p:cNvSpPr>
          <p:nvPr/>
        </p:nvSpPr>
        <p:spPr>
          <a:xfrm>
            <a:off x="8529638" y="4048125"/>
            <a:ext cx="52388" cy="547688"/>
          </a:xfrm>
          <a:prstGeom prst="rect">
            <a:avLst/>
          </a:prstGeom>
          <a:solidFill>
            <a:srgbClr val="1D4ED8"/>
          </a:solidFill>
          <a:ln w="13097">
            <a:solidFill>
              <a:srgbClr val="172B4D"/>
            </a:solidFill>
          </a:ln>
        </p:spPr>
      </p:sp>
      <p:sp>
        <p:nvSpPr>
          <p:cNvPr id="317" name="object-317">
            <a:extLst>
              <a:ext uri="{FF2B5EF4-FFF2-40B4-BE49-F238E27FC236}">
                <a16:creationId xmlns:a16="http://schemas.microsoft.com/office/drawing/2014/main" id="{3FF947D8-4E73-4EB0-A0B4-9EBF3666FCF4}"/>
              </a:ext>
            </a:extLst>
          </p:cNvPr>
          <p:cNvSpPr>
            <a:spLocks noGrp="1"/>
          </p:cNvSpPr>
          <p:nvPr/>
        </p:nvSpPr>
        <p:spPr>
          <a:xfrm>
            <a:off x="8582025" y="4048125"/>
            <a:ext cx="52388" cy="547688"/>
          </a:xfrm>
          <a:prstGeom prst="rect">
            <a:avLst/>
          </a:prstGeom>
          <a:solidFill>
            <a:srgbClr val="1D4ED8"/>
          </a:solidFill>
          <a:ln w="13097">
            <a:solidFill>
              <a:srgbClr val="172B4D"/>
            </a:solidFill>
          </a:ln>
        </p:spPr>
      </p:sp>
      <p:sp>
        <p:nvSpPr>
          <p:cNvPr id="318" name="object-318">
            <a:extLst>
              <a:ext uri="{FF2B5EF4-FFF2-40B4-BE49-F238E27FC236}">
                <a16:creationId xmlns:a16="http://schemas.microsoft.com/office/drawing/2014/main" id="{31E40B8E-70BA-4D20-ABF1-65C276D998A8}"/>
              </a:ext>
            </a:extLst>
          </p:cNvPr>
          <p:cNvSpPr>
            <a:spLocks noGrp="1"/>
          </p:cNvSpPr>
          <p:nvPr/>
        </p:nvSpPr>
        <p:spPr>
          <a:xfrm>
            <a:off x="8634413" y="4048125"/>
            <a:ext cx="52388" cy="547688"/>
          </a:xfrm>
          <a:prstGeom prst="rect">
            <a:avLst/>
          </a:prstGeom>
          <a:solidFill>
            <a:srgbClr val="1D4ED8"/>
          </a:solidFill>
          <a:ln w="13097">
            <a:solidFill>
              <a:srgbClr val="172B4D"/>
            </a:solidFill>
          </a:ln>
        </p:spPr>
      </p:sp>
      <p:sp>
        <p:nvSpPr>
          <p:cNvPr id="319" name="object-319">
            <a:extLst>
              <a:ext uri="{FF2B5EF4-FFF2-40B4-BE49-F238E27FC236}">
                <a16:creationId xmlns:a16="http://schemas.microsoft.com/office/drawing/2014/main" id="{7B856160-0D7C-4BB4-A54B-12FDB797FEA9}"/>
              </a:ext>
            </a:extLst>
          </p:cNvPr>
          <p:cNvSpPr>
            <a:spLocks noGrp="1"/>
          </p:cNvSpPr>
          <p:nvPr/>
        </p:nvSpPr>
        <p:spPr>
          <a:xfrm>
            <a:off x="8686800" y="4048125"/>
            <a:ext cx="52388" cy="547688"/>
          </a:xfrm>
          <a:prstGeom prst="rect">
            <a:avLst/>
          </a:prstGeom>
          <a:solidFill>
            <a:srgbClr val="1D4ED8"/>
          </a:solidFill>
          <a:ln w="13097">
            <a:solidFill>
              <a:srgbClr val="172B4D"/>
            </a:solidFill>
          </a:ln>
        </p:spPr>
      </p:sp>
      <p:sp>
        <p:nvSpPr>
          <p:cNvPr id="320" name="object-320">
            <a:extLst>
              <a:ext uri="{FF2B5EF4-FFF2-40B4-BE49-F238E27FC236}">
                <a16:creationId xmlns:a16="http://schemas.microsoft.com/office/drawing/2014/main" id="{24D11D5E-DC5F-456C-AFEF-14463A8CCA31}"/>
              </a:ext>
            </a:extLst>
          </p:cNvPr>
          <p:cNvSpPr>
            <a:spLocks noGrp="1"/>
          </p:cNvSpPr>
          <p:nvPr/>
        </p:nvSpPr>
        <p:spPr>
          <a:xfrm>
            <a:off x="8739188" y="4048125"/>
            <a:ext cx="52388" cy="547688"/>
          </a:xfrm>
          <a:prstGeom prst="rect">
            <a:avLst/>
          </a:prstGeom>
          <a:solidFill>
            <a:srgbClr val="1D4ED8"/>
          </a:solidFill>
          <a:ln w="13097">
            <a:solidFill>
              <a:srgbClr val="172B4D"/>
            </a:solidFill>
          </a:ln>
        </p:spPr>
      </p:sp>
      <p:sp>
        <p:nvSpPr>
          <p:cNvPr id="321" name="object-321">
            <a:extLst>
              <a:ext uri="{FF2B5EF4-FFF2-40B4-BE49-F238E27FC236}">
                <a16:creationId xmlns:a16="http://schemas.microsoft.com/office/drawing/2014/main" id="{53D8C6BD-B87D-45F4-BF2C-9D8FFA69676D}"/>
              </a:ext>
            </a:extLst>
          </p:cNvPr>
          <p:cNvSpPr>
            <a:spLocks noGrp="1"/>
          </p:cNvSpPr>
          <p:nvPr/>
        </p:nvSpPr>
        <p:spPr>
          <a:xfrm>
            <a:off x="8791575" y="4048125"/>
            <a:ext cx="52388" cy="547688"/>
          </a:xfrm>
          <a:prstGeom prst="rect">
            <a:avLst/>
          </a:prstGeom>
          <a:solidFill>
            <a:srgbClr val="1D4ED8"/>
          </a:solidFill>
          <a:ln w="13097">
            <a:solidFill>
              <a:srgbClr val="172B4D"/>
            </a:solidFill>
          </a:ln>
        </p:spPr>
      </p:sp>
      <p:sp>
        <p:nvSpPr>
          <p:cNvPr id="322" name="object-322">
            <a:extLst>
              <a:ext uri="{FF2B5EF4-FFF2-40B4-BE49-F238E27FC236}">
                <a16:creationId xmlns:a16="http://schemas.microsoft.com/office/drawing/2014/main" id="{6AF21F36-BC81-45B7-AD9D-F0BD419A5E06}"/>
              </a:ext>
            </a:extLst>
          </p:cNvPr>
          <p:cNvSpPr>
            <a:spLocks noGrp="1"/>
          </p:cNvSpPr>
          <p:nvPr/>
        </p:nvSpPr>
        <p:spPr>
          <a:xfrm>
            <a:off x="8843963" y="4048125"/>
            <a:ext cx="52388" cy="547688"/>
          </a:xfrm>
          <a:prstGeom prst="rect">
            <a:avLst/>
          </a:prstGeom>
          <a:solidFill>
            <a:srgbClr val="1D4ED8"/>
          </a:solidFill>
          <a:ln w="13097">
            <a:solidFill>
              <a:srgbClr val="172B4D"/>
            </a:solidFill>
          </a:ln>
        </p:spPr>
      </p:sp>
      <p:sp>
        <p:nvSpPr>
          <p:cNvPr id="323" name="object-323">
            <a:extLst>
              <a:ext uri="{FF2B5EF4-FFF2-40B4-BE49-F238E27FC236}">
                <a16:creationId xmlns:a16="http://schemas.microsoft.com/office/drawing/2014/main" id="{BC4BAE32-7426-4A5C-964B-488E7AB7EA75}"/>
              </a:ext>
            </a:extLst>
          </p:cNvPr>
          <p:cNvSpPr>
            <a:spLocks noGrp="1"/>
          </p:cNvSpPr>
          <p:nvPr/>
        </p:nvSpPr>
        <p:spPr>
          <a:xfrm>
            <a:off x="8896350" y="4048125"/>
            <a:ext cx="52388" cy="547688"/>
          </a:xfrm>
          <a:prstGeom prst="rect">
            <a:avLst/>
          </a:prstGeom>
          <a:solidFill>
            <a:srgbClr val="1D4ED8"/>
          </a:solidFill>
          <a:ln w="13097">
            <a:solidFill>
              <a:srgbClr val="172B4D"/>
            </a:solidFill>
          </a:ln>
        </p:spPr>
      </p:sp>
      <p:sp>
        <p:nvSpPr>
          <p:cNvPr id="324" name="object-324">
            <a:extLst>
              <a:ext uri="{FF2B5EF4-FFF2-40B4-BE49-F238E27FC236}">
                <a16:creationId xmlns:a16="http://schemas.microsoft.com/office/drawing/2014/main" id="{1DA7862B-CCDC-4FBE-9AF8-B39E8D3BBFC6}"/>
              </a:ext>
            </a:extLst>
          </p:cNvPr>
          <p:cNvSpPr>
            <a:spLocks noGrp="1"/>
          </p:cNvSpPr>
          <p:nvPr/>
        </p:nvSpPr>
        <p:spPr>
          <a:xfrm>
            <a:off x="8948738" y="4048125"/>
            <a:ext cx="52388" cy="547688"/>
          </a:xfrm>
          <a:prstGeom prst="rect">
            <a:avLst/>
          </a:prstGeom>
          <a:solidFill>
            <a:srgbClr val="1D4ED8"/>
          </a:solidFill>
          <a:ln w="13097">
            <a:solidFill>
              <a:srgbClr val="172B4D"/>
            </a:solidFill>
          </a:ln>
        </p:spPr>
      </p:sp>
      <p:sp>
        <p:nvSpPr>
          <p:cNvPr id="325" name="object-325">
            <a:extLst>
              <a:ext uri="{FF2B5EF4-FFF2-40B4-BE49-F238E27FC236}">
                <a16:creationId xmlns:a16="http://schemas.microsoft.com/office/drawing/2014/main" id="{B38925CA-4076-4EF6-B916-6B5DCD24D1CE}"/>
              </a:ext>
            </a:extLst>
          </p:cNvPr>
          <p:cNvSpPr>
            <a:spLocks noGrp="1"/>
          </p:cNvSpPr>
          <p:nvPr/>
        </p:nvSpPr>
        <p:spPr>
          <a:xfrm>
            <a:off x="9001125" y="4048125"/>
            <a:ext cx="52388" cy="547688"/>
          </a:xfrm>
          <a:prstGeom prst="rect">
            <a:avLst/>
          </a:prstGeom>
          <a:solidFill>
            <a:srgbClr val="1D4ED8"/>
          </a:solidFill>
          <a:ln w="13097">
            <a:solidFill>
              <a:srgbClr val="172B4D"/>
            </a:solidFill>
          </a:ln>
        </p:spPr>
      </p:sp>
      <p:sp>
        <p:nvSpPr>
          <p:cNvPr id="326" name="object-326">
            <a:extLst>
              <a:ext uri="{FF2B5EF4-FFF2-40B4-BE49-F238E27FC236}">
                <a16:creationId xmlns:a16="http://schemas.microsoft.com/office/drawing/2014/main" id="{E77A86A1-C3D6-415C-BC0D-9CF8E0C1ADE9}"/>
              </a:ext>
            </a:extLst>
          </p:cNvPr>
          <p:cNvSpPr>
            <a:spLocks noGrp="1"/>
          </p:cNvSpPr>
          <p:nvPr/>
        </p:nvSpPr>
        <p:spPr>
          <a:xfrm>
            <a:off x="9053513" y="4048125"/>
            <a:ext cx="52388" cy="547688"/>
          </a:xfrm>
          <a:prstGeom prst="rect">
            <a:avLst/>
          </a:prstGeom>
          <a:solidFill>
            <a:srgbClr val="1D4ED8"/>
          </a:solidFill>
          <a:ln w="13097">
            <a:solidFill>
              <a:srgbClr val="172B4D"/>
            </a:solidFill>
          </a:ln>
        </p:spPr>
      </p:sp>
      <p:sp>
        <p:nvSpPr>
          <p:cNvPr id="327" name="object-327">
            <a:extLst>
              <a:ext uri="{FF2B5EF4-FFF2-40B4-BE49-F238E27FC236}">
                <a16:creationId xmlns:a16="http://schemas.microsoft.com/office/drawing/2014/main" id="{99EFA1FF-33F4-4DE7-9B9B-E145FB9BE15C}"/>
              </a:ext>
            </a:extLst>
          </p:cNvPr>
          <p:cNvSpPr>
            <a:spLocks noGrp="1"/>
          </p:cNvSpPr>
          <p:nvPr/>
        </p:nvSpPr>
        <p:spPr>
          <a:xfrm>
            <a:off x="9105900" y="4048125"/>
            <a:ext cx="52388" cy="547688"/>
          </a:xfrm>
          <a:prstGeom prst="rect">
            <a:avLst/>
          </a:prstGeom>
          <a:solidFill>
            <a:srgbClr val="1D4ED8"/>
          </a:solidFill>
          <a:ln w="13097">
            <a:solidFill>
              <a:srgbClr val="172B4D"/>
            </a:solidFill>
          </a:ln>
        </p:spPr>
      </p:sp>
      <p:sp>
        <p:nvSpPr>
          <p:cNvPr id="328" name="object-328">
            <a:extLst>
              <a:ext uri="{FF2B5EF4-FFF2-40B4-BE49-F238E27FC236}">
                <a16:creationId xmlns:a16="http://schemas.microsoft.com/office/drawing/2014/main" id="{3387E224-449F-4DE2-9AAF-C35E191337B1}"/>
              </a:ext>
            </a:extLst>
          </p:cNvPr>
          <p:cNvSpPr>
            <a:spLocks noGrp="1"/>
          </p:cNvSpPr>
          <p:nvPr/>
        </p:nvSpPr>
        <p:spPr>
          <a:xfrm>
            <a:off x="9158288" y="4048125"/>
            <a:ext cx="52388" cy="547688"/>
          </a:xfrm>
          <a:prstGeom prst="rect">
            <a:avLst/>
          </a:prstGeom>
          <a:solidFill>
            <a:srgbClr val="1D4ED8"/>
          </a:solidFill>
          <a:ln w="13097">
            <a:solidFill>
              <a:srgbClr val="172B4D"/>
            </a:solidFill>
          </a:ln>
        </p:spPr>
      </p:sp>
      <p:sp>
        <p:nvSpPr>
          <p:cNvPr id="329" name="object-329">
            <a:extLst>
              <a:ext uri="{FF2B5EF4-FFF2-40B4-BE49-F238E27FC236}">
                <a16:creationId xmlns:a16="http://schemas.microsoft.com/office/drawing/2014/main" id="{2B00DDE6-6061-4934-92C6-BDA2071BD078}"/>
              </a:ext>
            </a:extLst>
          </p:cNvPr>
          <p:cNvSpPr>
            <a:spLocks noGrp="1"/>
          </p:cNvSpPr>
          <p:nvPr/>
        </p:nvSpPr>
        <p:spPr>
          <a:xfrm>
            <a:off x="9210675" y="4048125"/>
            <a:ext cx="52388" cy="547688"/>
          </a:xfrm>
          <a:prstGeom prst="rect">
            <a:avLst/>
          </a:prstGeom>
          <a:solidFill>
            <a:srgbClr val="1D4ED8"/>
          </a:solidFill>
          <a:ln w="13097">
            <a:solidFill>
              <a:srgbClr val="172B4D"/>
            </a:solidFill>
          </a:ln>
        </p:spPr>
      </p:sp>
      <p:sp>
        <p:nvSpPr>
          <p:cNvPr id="330" name="object-330">
            <a:extLst>
              <a:ext uri="{FF2B5EF4-FFF2-40B4-BE49-F238E27FC236}">
                <a16:creationId xmlns:a16="http://schemas.microsoft.com/office/drawing/2014/main" id="{1776EBCE-53D2-4CD2-9656-B0D19AC78BFF}"/>
              </a:ext>
            </a:extLst>
          </p:cNvPr>
          <p:cNvSpPr>
            <a:spLocks noGrp="1"/>
          </p:cNvSpPr>
          <p:nvPr/>
        </p:nvSpPr>
        <p:spPr>
          <a:xfrm>
            <a:off x="9263063" y="4048125"/>
            <a:ext cx="52388" cy="547688"/>
          </a:xfrm>
          <a:prstGeom prst="rect">
            <a:avLst/>
          </a:prstGeom>
          <a:solidFill>
            <a:srgbClr val="1D4ED8"/>
          </a:solidFill>
          <a:ln w="13097">
            <a:solidFill>
              <a:srgbClr val="172B4D"/>
            </a:solidFill>
          </a:ln>
        </p:spPr>
      </p:sp>
      <p:sp>
        <p:nvSpPr>
          <p:cNvPr id="331" name="object-331">
            <a:extLst>
              <a:ext uri="{FF2B5EF4-FFF2-40B4-BE49-F238E27FC236}">
                <a16:creationId xmlns:a16="http://schemas.microsoft.com/office/drawing/2014/main" id="{6384A61D-F941-43F7-BF31-712EF88365EF}"/>
              </a:ext>
            </a:extLst>
          </p:cNvPr>
          <p:cNvSpPr>
            <a:spLocks noGrp="1"/>
          </p:cNvSpPr>
          <p:nvPr/>
        </p:nvSpPr>
        <p:spPr>
          <a:xfrm>
            <a:off x="9315450" y="4048125"/>
            <a:ext cx="52388" cy="547688"/>
          </a:xfrm>
          <a:prstGeom prst="rect">
            <a:avLst/>
          </a:prstGeom>
          <a:solidFill>
            <a:srgbClr val="1D4ED8"/>
          </a:solidFill>
          <a:ln w="13097">
            <a:solidFill>
              <a:srgbClr val="172B4D"/>
            </a:solidFill>
          </a:ln>
        </p:spPr>
      </p:sp>
      <p:sp>
        <p:nvSpPr>
          <p:cNvPr id="332" name="object-332">
            <a:extLst>
              <a:ext uri="{FF2B5EF4-FFF2-40B4-BE49-F238E27FC236}">
                <a16:creationId xmlns:a16="http://schemas.microsoft.com/office/drawing/2014/main" id="{98B5828C-43FC-408A-8893-18E538F0FE5D}"/>
              </a:ext>
            </a:extLst>
          </p:cNvPr>
          <p:cNvSpPr>
            <a:spLocks noGrp="1"/>
          </p:cNvSpPr>
          <p:nvPr/>
        </p:nvSpPr>
        <p:spPr>
          <a:xfrm>
            <a:off x="9367838" y="4048125"/>
            <a:ext cx="52388" cy="547688"/>
          </a:xfrm>
          <a:prstGeom prst="rect">
            <a:avLst/>
          </a:prstGeom>
          <a:solidFill>
            <a:srgbClr val="1D4ED8"/>
          </a:solidFill>
          <a:ln w="13097">
            <a:solidFill>
              <a:srgbClr val="172B4D"/>
            </a:solidFill>
          </a:ln>
        </p:spPr>
      </p:sp>
      <p:sp>
        <p:nvSpPr>
          <p:cNvPr id="333" name="object-333">
            <a:extLst>
              <a:ext uri="{FF2B5EF4-FFF2-40B4-BE49-F238E27FC236}">
                <a16:creationId xmlns:a16="http://schemas.microsoft.com/office/drawing/2014/main" id="{6E212DD9-6BA7-4965-9850-88A835FF61FC}"/>
              </a:ext>
            </a:extLst>
          </p:cNvPr>
          <p:cNvSpPr>
            <a:spLocks noGrp="1"/>
          </p:cNvSpPr>
          <p:nvPr/>
        </p:nvSpPr>
        <p:spPr>
          <a:xfrm>
            <a:off x="9420225" y="4048125"/>
            <a:ext cx="52388" cy="547688"/>
          </a:xfrm>
          <a:prstGeom prst="rect">
            <a:avLst/>
          </a:prstGeom>
          <a:solidFill>
            <a:srgbClr val="1D4ED8"/>
          </a:solidFill>
          <a:ln w="13097">
            <a:solidFill>
              <a:srgbClr val="172B4D"/>
            </a:solidFill>
          </a:ln>
        </p:spPr>
      </p:sp>
      <p:sp>
        <p:nvSpPr>
          <p:cNvPr id="334" name="object-334">
            <a:extLst>
              <a:ext uri="{FF2B5EF4-FFF2-40B4-BE49-F238E27FC236}">
                <a16:creationId xmlns:a16="http://schemas.microsoft.com/office/drawing/2014/main" id="{84BBCFC2-92BF-4B12-BE82-0D52282C3D79}"/>
              </a:ext>
            </a:extLst>
          </p:cNvPr>
          <p:cNvSpPr>
            <a:spLocks noGrp="1"/>
          </p:cNvSpPr>
          <p:nvPr/>
        </p:nvSpPr>
        <p:spPr>
          <a:xfrm>
            <a:off x="9472613" y="4048125"/>
            <a:ext cx="52388" cy="547688"/>
          </a:xfrm>
          <a:prstGeom prst="rect">
            <a:avLst/>
          </a:prstGeom>
          <a:solidFill>
            <a:srgbClr val="1D4ED8"/>
          </a:solidFill>
          <a:ln w="13097">
            <a:solidFill>
              <a:srgbClr val="172B4D"/>
            </a:solidFill>
          </a:ln>
        </p:spPr>
      </p:sp>
      <p:sp>
        <p:nvSpPr>
          <p:cNvPr id="335" name="object-335">
            <a:extLst>
              <a:ext uri="{FF2B5EF4-FFF2-40B4-BE49-F238E27FC236}">
                <a16:creationId xmlns:a16="http://schemas.microsoft.com/office/drawing/2014/main" id="{6A40FD39-7CC2-464D-8D51-CAA0D8902853}"/>
              </a:ext>
            </a:extLst>
          </p:cNvPr>
          <p:cNvSpPr>
            <a:spLocks noGrp="1"/>
          </p:cNvSpPr>
          <p:nvPr/>
        </p:nvSpPr>
        <p:spPr>
          <a:xfrm>
            <a:off x="9525000" y="4048125"/>
            <a:ext cx="52388" cy="547688"/>
          </a:xfrm>
          <a:prstGeom prst="rect">
            <a:avLst/>
          </a:prstGeom>
          <a:solidFill>
            <a:srgbClr val="1D4ED8"/>
          </a:solidFill>
          <a:ln w="13097">
            <a:solidFill>
              <a:srgbClr val="172B4D"/>
            </a:solidFill>
          </a:ln>
        </p:spPr>
      </p:sp>
      <p:sp>
        <p:nvSpPr>
          <p:cNvPr id="336" name="object-336">
            <a:extLst>
              <a:ext uri="{FF2B5EF4-FFF2-40B4-BE49-F238E27FC236}">
                <a16:creationId xmlns:a16="http://schemas.microsoft.com/office/drawing/2014/main" id="{68CFAB10-7DD4-4F38-B862-539B8D4ED9F3}"/>
              </a:ext>
            </a:extLst>
          </p:cNvPr>
          <p:cNvSpPr>
            <a:spLocks noGrp="1"/>
          </p:cNvSpPr>
          <p:nvPr/>
        </p:nvSpPr>
        <p:spPr>
          <a:xfrm>
            <a:off x="9577388" y="4048125"/>
            <a:ext cx="52388" cy="547688"/>
          </a:xfrm>
          <a:prstGeom prst="rect">
            <a:avLst/>
          </a:prstGeom>
          <a:solidFill>
            <a:srgbClr val="1D4ED8"/>
          </a:solidFill>
          <a:ln w="13097">
            <a:solidFill>
              <a:srgbClr val="172B4D"/>
            </a:solidFill>
          </a:ln>
        </p:spPr>
      </p:sp>
      <p:sp>
        <p:nvSpPr>
          <p:cNvPr id="337" name="object-337">
            <a:extLst>
              <a:ext uri="{FF2B5EF4-FFF2-40B4-BE49-F238E27FC236}">
                <a16:creationId xmlns:a16="http://schemas.microsoft.com/office/drawing/2014/main" id="{CCA833A7-EB7C-45F4-BB2D-C72EE1EC36BD}"/>
              </a:ext>
            </a:extLst>
          </p:cNvPr>
          <p:cNvSpPr>
            <a:spLocks noGrp="1"/>
          </p:cNvSpPr>
          <p:nvPr/>
        </p:nvSpPr>
        <p:spPr>
          <a:xfrm>
            <a:off x="9629775" y="4048125"/>
            <a:ext cx="52388" cy="547688"/>
          </a:xfrm>
          <a:prstGeom prst="rect">
            <a:avLst/>
          </a:prstGeom>
          <a:solidFill>
            <a:srgbClr val="1D4ED8"/>
          </a:solidFill>
          <a:ln w="13097">
            <a:solidFill>
              <a:srgbClr val="172B4D"/>
            </a:solidFill>
          </a:ln>
        </p:spPr>
      </p:sp>
      <p:sp>
        <p:nvSpPr>
          <p:cNvPr id="338" name="object-338">
            <a:extLst>
              <a:ext uri="{FF2B5EF4-FFF2-40B4-BE49-F238E27FC236}">
                <a16:creationId xmlns:a16="http://schemas.microsoft.com/office/drawing/2014/main" id="{55D132A5-F491-4674-9237-F4708152BD41}"/>
              </a:ext>
            </a:extLst>
          </p:cNvPr>
          <p:cNvSpPr>
            <a:spLocks noGrp="1"/>
          </p:cNvSpPr>
          <p:nvPr/>
        </p:nvSpPr>
        <p:spPr>
          <a:xfrm>
            <a:off x="9682163" y="4048125"/>
            <a:ext cx="52388" cy="547688"/>
          </a:xfrm>
          <a:prstGeom prst="rect">
            <a:avLst/>
          </a:prstGeom>
          <a:solidFill>
            <a:srgbClr val="1D4ED8"/>
          </a:solidFill>
          <a:ln w="13097">
            <a:solidFill>
              <a:srgbClr val="172B4D"/>
            </a:solidFill>
          </a:ln>
        </p:spPr>
      </p:sp>
      <p:sp>
        <p:nvSpPr>
          <p:cNvPr id="339" name="object-339">
            <a:extLst>
              <a:ext uri="{FF2B5EF4-FFF2-40B4-BE49-F238E27FC236}">
                <a16:creationId xmlns:a16="http://schemas.microsoft.com/office/drawing/2014/main" id="{0D206864-3BD8-45F4-8061-6F38039EB2B8}"/>
              </a:ext>
            </a:extLst>
          </p:cNvPr>
          <p:cNvSpPr>
            <a:spLocks noGrp="1"/>
          </p:cNvSpPr>
          <p:nvPr/>
        </p:nvSpPr>
        <p:spPr>
          <a:xfrm>
            <a:off x="9734550" y="4048125"/>
            <a:ext cx="52388" cy="547688"/>
          </a:xfrm>
          <a:prstGeom prst="rect">
            <a:avLst/>
          </a:prstGeom>
          <a:solidFill>
            <a:srgbClr val="1D4ED8"/>
          </a:solidFill>
          <a:ln w="13097">
            <a:solidFill>
              <a:srgbClr val="172B4D"/>
            </a:solidFill>
          </a:ln>
        </p:spPr>
      </p:sp>
      <p:sp>
        <p:nvSpPr>
          <p:cNvPr id="340" name="object-340">
            <a:extLst>
              <a:ext uri="{FF2B5EF4-FFF2-40B4-BE49-F238E27FC236}">
                <a16:creationId xmlns:a16="http://schemas.microsoft.com/office/drawing/2014/main" id="{9EA69DBA-991C-4647-B6E0-B6EFB6D6DEBF}"/>
              </a:ext>
            </a:extLst>
          </p:cNvPr>
          <p:cNvSpPr>
            <a:spLocks noGrp="1"/>
          </p:cNvSpPr>
          <p:nvPr/>
        </p:nvSpPr>
        <p:spPr>
          <a:xfrm>
            <a:off x="9786938" y="4048125"/>
            <a:ext cx="52388" cy="547688"/>
          </a:xfrm>
          <a:prstGeom prst="rect">
            <a:avLst/>
          </a:prstGeom>
          <a:solidFill>
            <a:srgbClr val="1D4ED8"/>
          </a:solidFill>
          <a:ln w="13097">
            <a:solidFill>
              <a:srgbClr val="172B4D"/>
            </a:solidFill>
          </a:ln>
        </p:spPr>
      </p:sp>
      <p:sp>
        <p:nvSpPr>
          <p:cNvPr id="341" name="object-341">
            <a:extLst>
              <a:ext uri="{FF2B5EF4-FFF2-40B4-BE49-F238E27FC236}">
                <a16:creationId xmlns:a16="http://schemas.microsoft.com/office/drawing/2014/main" id="{FC1BEC47-2CDB-41D5-86C1-302C248B2857}"/>
              </a:ext>
            </a:extLst>
          </p:cNvPr>
          <p:cNvSpPr>
            <a:spLocks noGrp="1"/>
          </p:cNvSpPr>
          <p:nvPr/>
        </p:nvSpPr>
        <p:spPr>
          <a:xfrm>
            <a:off x="9839325" y="4048125"/>
            <a:ext cx="52388" cy="547688"/>
          </a:xfrm>
          <a:prstGeom prst="rect">
            <a:avLst/>
          </a:prstGeom>
          <a:solidFill>
            <a:srgbClr val="1D4ED8"/>
          </a:solidFill>
          <a:ln w="13097">
            <a:solidFill>
              <a:srgbClr val="172B4D"/>
            </a:solidFill>
          </a:ln>
        </p:spPr>
      </p:sp>
      <p:sp>
        <p:nvSpPr>
          <p:cNvPr id="342" name="object-342">
            <a:extLst>
              <a:ext uri="{FF2B5EF4-FFF2-40B4-BE49-F238E27FC236}">
                <a16:creationId xmlns:a16="http://schemas.microsoft.com/office/drawing/2014/main" id="{C3359937-6826-4E2E-9161-7382734C0229}"/>
              </a:ext>
            </a:extLst>
          </p:cNvPr>
          <p:cNvSpPr>
            <a:spLocks noGrp="1"/>
          </p:cNvSpPr>
          <p:nvPr/>
        </p:nvSpPr>
        <p:spPr>
          <a:xfrm>
            <a:off x="9891713" y="4048125"/>
            <a:ext cx="52388" cy="547688"/>
          </a:xfrm>
          <a:prstGeom prst="rect">
            <a:avLst/>
          </a:prstGeom>
          <a:solidFill>
            <a:srgbClr val="1D4ED8"/>
          </a:solidFill>
          <a:ln w="13097">
            <a:solidFill>
              <a:srgbClr val="172B4D"/>
            </a:solidFill>
          </a:ln>
        </p:spPr>
      </p:sp>
      <p:sp>
        <p:nvSpPr>
          <p:cNvPr id="343" name="object-343">
            <a:extLst>
              <a:ext uri="{FF2B5EF4-FFF2-40B4-BE49-F238E27FC236}">
                <a16:creationId xmlns:a16="http://schemas.microsoft.com/office/drawing/2014/main" id="{6AFD6F5A-379B-44F8-992D-6C3D9AC4C46A}"/>
              </a:ext>
            </a:extLst>
          </p:cNvPr>
          <p:cNvSpPr>
            <a:spLocks noGrp="1"/>
          </p:cNvSpPr>
          <p:nvPr/>
        </p:nvSpPr>
        <p:spPr>
          <a:xfrm>
            <a:off x="9944100" y="4048125"/>
            <a:ext cx="52388" cy="547688"/>
          </a:xfrm>
          <a:prstGeom prst="rect">
            <a:avLst/>
          </a:prstGeom>
          <a:solidFill>
            <a:srgbClr val="1D4ED8"/>
          </a:solidFill>
          <a:ln w="13097">
            <a:solidFill>
              <a:srgbClr val="172B4D"/>
            </a:solidFill>
          </a:ln>
        </p:spPr>
      </p:sp>
      <p:sp>
        <p:nvSpPr>
          <p:cNvPr id="344" name="object-344">
            <a:extLst>
              <a:ext uri="{FF2B5EF4-FFF2-40B4-BE49-F238E27FC236}">
                <a16:creationId xmlns:a16="http://schemas.microsoft.com/office/drawing/2014/main" id="{DBCFB3E7-23B3-485E-B139-63BF6DABFB49}"/>
              </a:ext>
            </a:extLst>
          </p:cNvPr>
          <p:cNvSpPr>
            <a:spLocks noGrp="1"/>
          </p:cNvSpPr>
          <p:nvPr/>
        </p:nvSpPr>
        <p:spPr>
          <a:xfrm>
            <a:off x="9996488" y="4048125"/>
            <a:ext cx="52388" cy="547688"/>
          </a:xfrm>
          <a:prstGeom prst="rect">
            <a:avLst/>
          </a:prstGeom>
          <a:solidFill>
            <a:srgbClr val="1D4ED8"/>
          </a:solidFill>
          <a:ln w="13097">
            <a:solidFill>
              <a:srgbClr val="172B4D"/>
            </a:solidFill>
          </a:ln>
        </p:spPr>
      </p:sp>
      <p:sp>
        <p:nvSpPr>
          <p:cNvPr id="345" name="object-345">
            <a:extLst>
              <a:ext uri="{FF2B5EF4-FFF2-40B4-BE49-F238E27FC236}">
                <a16:creationId xmlns:a16="http://schemas.microsoft.com/office/drawing/2014/main" id="{EBC2700F-EB99-4A28-8DFE-5E1C81154EE5}"/>
              </a:ext>
            </a:extLst>
          </p:cNvPr>
          <p:cNvSpPr>
            <a:spLocks noGrp="1"/>
          </p:cNvSpPr>
          <p:nvPr/>
        </p:nvSpPr>
        <p:spPr>
          <a:xfrm>
            <a:off x="10048875" y="4048125"/>
            <a:ext cx="52388" cy="547688"/>
          </a:xfrm>
          <a:prstGeom prst="rect">
            <a:avLst/>
          </a:prstGeom>
          <a:solidFill>
            <a:srgbClr val="1D4ED8"/>
          </a:solidFill>
          <a:ln w="13097">
            <a:solidFill>
              <a:srgbClr val="172B4D"/>
            </a:solidFill>
          </a:ln>
        </p:spPr>
      </p:sp>
      <p:sp>
        <p:nvSpPr>
          <p:cNvPr id="346" name="object-346">
            <a:extLst>
              <a:ext uri="{FF2B5EF4-FFF2-40B4-BE49-F238E27FC236}">
                <a16:creationId xmlns:a16="http://schemas.microsoft.com/office/drawing/2014/main" id="{AF0BDF52-5B05-46C2-A03E-74B457FCAB2A}"/>
              </a:ext>
            </a:extLst>
          </p:cNvPr>
          <p:cNvSpPr>
            <a:spLocks noGrp="1"/>
          </p:cNvSpPr>
          <p:nvPr/>
        </p:nvSpPr>
        <p:spPr>
          <a:xfrm>
            <a:off x="10101263" y="4048125"/>
            <a:ext cx="52388" cy="547688"/>
          </a:xfrm>
          <a:prstGeom prst="rect">
            <a:avLst/>
          </a:prstGeom>
          <a:solidFill>
            <a:srgbClr val="1D4ED8"/>
          </a:solidFill>
          <a:ln w="13097">
            <a:solidFill>
              <a:srgbClr val="172B4D"/>
            </a:solidFill>
          </a:ln>
        </p:spPr>
      </p:sp>
      <p:sp>
        <p:nvSpPr>
          <p:cNvPr id="347" name="object-347">
            <a:extLst>
              <a:ext uri="{FF2B5EF4-FFF2-40B4-BE49-F238E27FC236}">
                <a16:creationId xmlns:a16="http://schemas.microsoft.com/office/drawing/2014/main" id="{8B90B15F-5DA1-4779-A787-301E044FC73B}"/>
              </a:ext>
            </a:extLst>
          </p:cNvPr>
          <p:cNvSpPr>
            <a:spLocks noGrp="1"/>
          </p:cNvSpPr>
          <p:nvPr/>
        </p:nvSpPr>
        <p:spPr>
          <a:xfrm>
            <a:off x="10153650" y="4048125"/>
            <a:ext cx="52388" cy="547688"/>
          </a:xfrm>
          <a:prstGeom prst="rect">
            <a:avLst/>
          </a:prstGeom>
          <a:solidFill>
            <a:srgbClr val="1D4ED8"/>
          </a:solidFill>
          <a:ln w="13097">
            <a:solidFill>
              <a:srgbClr val="172B4D"/>
            </a:solidFill>
          </a:ln>
        </p:spPr>
      </p:sp>
      <p:sp>
        <p:nvSpPr>
          <p:cNvPr id="348" name="object-348">
            <a:extLst>
              <a:ext uri="{FF2B5EF4-FFF2-40B4-BE49-F238E27FC236}">
                <a16:creationId xmlns:a16="http://schemas.microsoft.com/office/drawing/2014/main" id="{4101E260-5399-4FE2-98FB-BFF908812271}"/>
              </a:ext>
            </a:extLst>
          </p:cNvPr>
          <p:cNvSpPr>
            <a:spLocks noGrp="1"/>
          </p:cNvSpPr>
          <p:nvPr/>
        </p:nvSpPr>
        <p:spPr>
          <a:xfrm>
            <a:off x="10206038" y="4048125"/>
            <a:ext cx="52388" cy="547688"/>
          </a:xfrm>
          <a:prstGeom prst="rect">
            <a:avLst/>
          </a:prstGeom>
          <a:solidFill>
            <a:srgbClr val="1D4ED8"/>
          </a:solidFill>
          <a:ln w="13097">
            <a:solidFill>
              <a:srgbClr val="172B4D"/>
            </a:solidFill>
          </a:ln>
        </p:spPr>
      </p:sp>
      <p:sp>
        <p:nvSpPr>
          <p:cNvPr id="349" name="object-349">
            <a:extLst>
              <a:ext uri="{FF2B5EF4-FFF2-40B4-BE49-F238E27FC236}">
                <a16:creationId xmlns:a16="http://schemas.microsoft.com/office/drawing/2014/main" id="{7DFDB391-DD5B-44FE-8A49-F899353F69D5}"/>
              </a:ext>
            </a:extLst>
          </p:cNvPr>
          <p:cNvSpPr>
            <a:spLocks noGrp="1"/>
          </p:cNvSpPr>
          <p:nvPr/>
        </p:nvSpPr>
        <p:spPr>
          <a:xfrm>
            <a:off x="10258425" y="4048125"/>
            <a:ext cx="52388" cy="547688"/>
          </a:xfrm>
          <a:prstGeom prst="rect">
            <a:avLst/>
          </a:prstGeom>
          <a:solidFill>
            <a:srgbClr val="1D4ED8"/>
          </a:solidFill>
          <a:ln w="13097">
            <a:solidFill>
              <a:srgbClr val="172B4D"/>
            </a:solidFill>
          </a:ln>
        </p:spPr>
      </p:sp>
      <p:sp>
        <p:nvSpPr>
          <p:cNvPr id="350" name="object-350">
            <a:extLst>
              <a:ext uri="{FF2B5EF4-FFF2-40B4-BE49-F238E27FC236}">
                <a16:creationId xmlns:a16="http://schemas.microsoft.com/office/drawing/2014/main" id="{508BBEA0-3882-4B55-9E00-FBF8E3BFE8FF}"/>
              </a:ext>
            </a:extLst>
          </p:cNvPr>
          <p:cNvSpPr>
            <a:spLocks noGrp="1"/>
          </p:cNvSpPr>
          <p:nvPr/>
        </p:nvSpPr>
        <p:spPr>
          <a:xfrm>
            <a:off x="10310813" y="4048125"/>
            <a:ext cx="52388" cy="547688"/>
          </a:xfrm>
          <a:prstGeom prst="rect">
            <a:avLst/>
          </a:prstGeom>
          <a:solidFill>
            <a:srgbClr val="1D4ED8"/>
          </a:solidFill>
          <a:ln w="13097">
            <a:solidFill>
              <a:srgbClr val="172B4D"/>
            </a:solidFill>
          </a:ln>
        </p:spPr>
      </p:sp>
      <p:sp>
        <p:nvSpPr>
          <p:cNvPr id="351" name="object-351">
            <a:extLst>
              <a:ext uri="{FF2B5EF4-FFF2-40B4-BE49-F238E27FC236}">
                <a16:creationId xmlns:a16="http://schemas.microsoft.com/office/drawing/2014/main" id="{D4A82627-EB55-473D-B0ED-D04554C926CF}"/>
              </a:ext>
            </a:extLst>
          </p:cNvPr>
          <p:cNvSpPr>
            <a:spLocks noGrp="1"/>
          </p:cNvSpPr>
          <p:nvPr/>
        </p:nvSpPr>
        <p:spPr>
          <a:xfrm>
            <a:off x="10363200" y="4048125"/>
            <a:ext cx="52388" cy="547688"/>
          </a:xfrm>
          <a:prstGeom prst="rect">
            <a:avLst/>
          </a:prstGeom>
          <a:solidFill>
            <a:srgbClr val="1D4ED8"/>
          </a:solidFill>
          <a:ln w="13097">
            <a:solidFill>
              <a:srgbClr val="172B4D"/>
            </a:solidFill>
          </a:ln>
        </p:spPr>
      </p:sp>
      <p:sp>
        <p:nvSpPr>
          <p:cNvPr id="352" name="object-352">
            <a:extLst>
              <a:ext uri="{FF2B5EF4-FFF2-40B4-BE49-F238E27FC236}">
                <a16:creationId xmlns:a16="http://schemas.microsoft.com/office/drawing/2014/main" id="{147C00C0-3583-4ABF-8784-FB117B18210E}"/>
              </a:ext>
            </a:extLst>
          </p:cNvPr>
          <p:cNvSpPr>
            <a:spLocks noGrp="1"/>
          </p:cNvSpPr>
          <p:nvPr/>
        </p:nvSpPr>
        <p:spPr>
          <a:xfrm>
            <a:off x="10415588" y="4048125"/>
            <a:ext cx="52388" cy="547688"/>
          </a:xfrm>
          <a:prstGeom prst="rect">
            <a:avLst/>
          </a:prstGeom>
          <a:solidFill>
            <a:srgbClr val="1D4ED8"/>
          </a:solidFill>
          <a:ln w="13097">
            <a:solidFill>
              <a:srgbClr val="172B4D"/>
            </a:solidFill>
          </a:ln>
        </p:spPr>
      </p:sp>
      <p:sp>
        <p:nvSpPr>
          <p:cNvPr id="353" name="object-353">
            <a:extLst>
              <a:ext uri="{FF2B5EF4-FFF2-40B4-BE49-F238E27FC236}">
                <a16:creationId xmlns:a16="http://schemas.microsoft.com/office/drawing/2014/main" id="{585E2C1D-BB60-404F-BCA7-9A023C12A222}"/>
              </a:ext>
            </a:extLst>
          </p:cNvPr>
          <p:cNvSpPr>
            <a:spLocks noGrp="1"/>
          </p:cNvSpPr>
          <p:nvPr/>
        </p:nvSpPr>
        <p:spPr>
          <a:xfrm>
            <a:off x="10467975" y="4048125"/>
            <a:ext cx="52388" cy="547688"/>
          </a:xfrm>
          <a:prstGeom prst="rect">
            <a:avLst/>
          </a:prstGeom>
          <a:solidFill>
            <a:srgbClr val="1D4ED8"/>
          </a:solidFill>
          <a:ln w="13097">
            <a:solidFill>
              <a:srgbClr val="172B4D"/>
            </a:solidFill>
          </a:ln>
        </p:spPr>
      </p:sp>
      <p:sp>
        <p:nvSpPr>
          <p:cNvPr id="354" name="object-354">
            <a:extLst>
              <a:ext uri="{FF2B5EF4-FFF2-40B4-BE49-F238E27FC236}">
                <a16:creationId xmlns:a16="http://schemas.microsoft.com/office/drawing/2014/main" id="{149FA213-B6B1-45C9-BFEE-46D3C52C2971}"/>
              </a:ext>
            </a:extLst>
          </p:cNvPr>
          <p:cNvSpPr>
            <a:spLocks noGrp="1"/>
          </p:cNvSpPr>
          <p:nvPr/>
        </p:nvSpPr>
        <p:spPr>
          <a:xfrm>
            <a:off x="10520363" y="4048125"/>
            <a:ext cx="52388" cy="547688"/>
          </a:xfrm>
          <a:prstGeom prst="rect">
            <a:avLst/>
          </a:prstGeom>
          <a:solidFill>
            <a:srgbClr val="1D4ED8"/>
          </a:solidFill>
          <a:ln w="13097">
            <a:solidFill>
              <a:srgbClr val="172B4D"/>
            </a:solidFill>
          </a:ln>
        </p:spPr>
      </p:sp>
      <p:sp>
        <p:nvSpPr>
          <p:cNvPr id="355" name="object-355">
            <a:extLst>
              <a:ext uri="{FF2B5EF4-FFF2-40B4-BE49-F238E27FC236}">
                <a16:creationId xmlns:a16="http://schemas.microsoft.com/office/drawing/2014/main" id="{F9486DE1-6A56-4316-815C-10F89FB1DFEA}"/>
              </a:ext>
            </a:extLst>
          </p:cNvPr>
          <p:cNvSpPr>
            <a:spLocks noGrp="1"/>
          </p:cNvSpPr>
          <p:nvPr/>
        </p:nvSpPr>
        <p:spPr>
          <a:xfrm>
            <a:off x="10572750" y="4048125"/>
            <a:ext cx="52388" cy="547688"/>
          </a:xfrm>
          <a:prstGeom prst="rect">
            <a:avLst/>
          </a:prstGeom>
          <a:solidFill>
            <a:srgbClr val="1D4ED8"/>
          </a:solidFill>
          <a:ln w="13097">
            <a:solidFill>
              <a:srgbClr val="172B4D"/>
            </a:solidFill>
          </a:ln>
        </p:spPr>
      </p:sp>
      <p:sp>
        <p:nvSpPr>
          <p:cNvPr id="356" name="object-356">
            <a:extLst>
              <a:ext uri="{FF2B5EF4-FFF2-40B4-BE49-F238E27FC236}">
                <a16:creationId xmlns:a16="http://schemas.microsoft.com/office/drawing/2014/main" id="{CAEA32CF-2D7D-4646-A28A-4AB1ED2261BE}"/>
              </a:ext>
            </a:extLst>
          </p:cNvPr>
          <p:cNvSpPr>
            <a:spLocks noGrp="1"/>
          </p:cNvSpPr>
          <p:nvPr/>
        </p:nvSpPr>
        <p:spPr>
          <a:xfrm>
            <a:off x="10625138" y="4048125"/>
            <a:ext cx="52388" cy="547688"/>
          </a:xfrm>
          <a:prstGeom prst="rect">
            <a:avLst/>
          </a:prstGeom>
          <a:solidFill>
            <a:srgbClr val="1D4ED8"/>
          </a:solidFill>
          <a:ln w="13097">
            <a:solidFill>
              <a:srgbClr val="172B4D"/>
            </a:solidFill>
          </a:ln>
        </p:spPr>
      </p:sp>
      <p:sp>
        <p:nvSpPr>
          <p:cNvPr id="357" name="object-357">
            <a:extLst>
              <a:ext uri="{FF2B5EF4-FFF2-40B4-BE49-F238E27FC236}">
                <a16:creationId xmlns:a16="http://schemas.microsoft.com/office/drawing/2014/main" id="{DB675F1E-4D32-4072-B4C9-C64A996A3D97}"/>
              </a:ext>
            </a:extLst>
          </p:cNvPr>
          <p:cNvSpPr>
            <a:spLocks noGrp="1"/>
          </p:cNvSpPr>
          <p:nvPr/>
        </p:nvSpPr>
        <p:spPr>
          <a:xfrm>
            <a:off x="10677525" y="4048125"/>
            <a:ext cx="52388" cy="547688"/>
          </a:xfrm>
          <a:prstGeom prst="rect">
            <a:avLst/>
          </a:prstGeom>
          <a:solidFill>
            <a:srgbClr val="1D4ED8"/>
          </a:solidFill>
          <a:ln w="13097">
            <a:solidFill>
              <a:srgbClr val="172B4D"/>
            </a:solidFill>
          </a:ln>
        </p:spPr>
      </p:sp>
      <p:sp>
        <p:nvSpPr>
          <p:cNvPr id="358" name="object-358">
            <a:extLst>
              <a:ext uri="{FF2B5EF4-FFF2-40B4-BE49-F238E27FC236}">
                <a16:creationId xmlns:a16="http://schemas.microsoft.com/office/drawing/2014/main" id="{ABA3048C-356D-4FBC-87FD-298A1924C806}"/>
              </a:ext>
            </a:extLst>
          </p:cNvPr>
          <p:cNvSpPr>
            <a:spLocks noGrp="1"/>
          </p:cNvSpPr>
          <p:nvPr/>
        </p:nvSpPr>
        <p:spPr>
          <a:xfrm>
            <a:off x="10729913" y="4048125"/>
            <a:ext cx="52388" cy="547688"/>
          </a:xfrm>
          <a:prstGeom prst="rect">
            <a:avLst/>
          </a:prstGeom>
          <a:solidFill>
            <a:srgbClr val="1D4ED8"/>
          </a:solidFill>
          <a:ln w="13097">
            <a:solidFill>
              <a:srgbClr val="172B4D"/>
            </a:solidFill>
          </a:ln>
        </p:spPr>
      </p:sp>
      <p:sp>
        <p:nvSpPr>
          <p:cNvPr id="359" name="object-359">
            <a:extLst>
              <a:ext uri="{FF2B5EF4-FFF2-40B4-BE49-F238E27FC236}">
                <a16:creationId xmlns:a16="http://schemas.microsoft.com/office/drawing/2014/main" id="{69058FEB-BB8C-46E0-850F-335B96D536C7}"/>
              </a:ext>
            </a:extLst>
          </p:cNvPr>
          <p:cNvSpPr>
            <a:spLocks noGrp="1"/>
          </p:cNvSpPr>
          <p:nvPr/>
        </p:nvSpPr>
        <p:spPr>
          <a:xfrm>
            <a:off x="10782300" y="4048125"/>
            <a:ext cx="52388" cy="547688"/>
          </a:xfrm>
          <a:prstGeom prst="rect">
            <a:avLst/>
          </a:prstGeom>
          <a:solidFill>
            <a:srgbClr val="1D4ED8"/>
          </a:solidFill>
          <a:ln w="13097">
            <a:solidFill>
              <a:srgbClr val="172B4D"/>
            </a:solidFill>
          </a:ln>
        </p:spPr>
      </p:sp>
      <p:sp>
        <p:nvSpPr>
          <p:cNvPr id="360" name="object-360">
            <a:extLst>
              <a:ext uri="{FF2B5EF4-FFF2-40B4-BE49-F238E27FC236}">
                <a16:creationId xmlns:a16="http://schemas.microsoft.com/office/drawing/2014/main" id="{778A696C-0156-45AA-A474-FEE74A146CBA}"/>
              </a:ext>
            </a:extLst>
          </p:cNvPr>
          <p:cNvSpPr>
            <a:spLocks noGrp="1"/>
          </p:cNvSpPr>
          <p:nvPr/>
        </p:nvSpPr>
        <p:spPr>
          <a:xfrm>
            <a:off x="10834688" y="4048125"/>
            <a:ext cx="52388" cy="547688"/>
          </a:xfrm>
          <a:prstGeom prst="rect">
            <a:avLst/>
          </a:prstGeom>
          <a:solidFill>
            <a:srgbClr val="1D4ED8"/>
          </a:solidFill>
          <a:ln w="13097">
            <a:solidFill>
              <a:srgbClr val="172B4D"/>
            </a:solidFill>
          </a:ln>
        </p:spPr>
      </p:sp>
      <p:sp>
        <p:nvSpPr>
          <p:cNvPr id="361" name="object-361">
            <a:extLst>
              <a:ext uri="{FF2B5EF4-FFF2-40B4-BE49-F238E27FC236}">
                <a16:creationId xmlns:a16="http://schemas.microsoft.com/office/drawing/2014/main" id="{2860D68B-99CE-4A67-89C4-0FD7934F5447}"/>
              </a:ext>
            </a:extLst>
          </p:cNvPr>
          <p:cNvSpPr>
            <a:spLocks noGrp="1"/>
          </p:cNvSpPr>
          <p:nvPr/>
        </p:nvSpPr>
        <p:spPr>
          <a:xfrm>
            <a:off x="10887075" y="4048125"/>
            <a:ext cx="52388" cy="547688"/>
          </a:xfrm>
          <a:prstGeom prst="rect">
            <a:avLst/>
          </a:prstGeom>
          <a:solidFill>
            <a:srgbClr val="1D4ED8"/>
          </a:solidFill>
          <a:ln w="13097">
            <a:solidFill>
              <a:srgbClr val="172B4D"/>
            </a:solidFill>
          </a:ln>
        </p:spPr>
      </p:sp>
      <p:sp>
        <p:nvSpPr>
          <p:cNvPr id="362" name="object-362">
            <a:extLst>
              <a:ext uri="{FF2B5EF4-FFF2-40B4-BE49-F238E27FC236}">
                <a16:creationId xmlns:a16="http://schemas.microsoft.com/office/drawing/2014/main" id="{B0CE22D6-F695-4EB2-8647-15C587BEDBD8}"/>
              </a:ext>
            </a:extLst>
          </p:cNvPr>
          <p:cNvSpPr>
            <a:spLocks noGrp="1"/>
          </p:cNvSpPr>
          <p:nvPr/>
        </p:nvSpPr>
        <p:spPr>
          <a:xfrm>
            <a:off x="10939463" y="4048125"/>
            <a:ext cx="52388" cy="547688"/>
          </a:xfrm>
          <a:prstGeom prst="rect">
            <a:avLst/>
          </a:prstGeom>
          <a:solidFill>
            <a:srgbClr val="1D4ED8"/>
          </a:solidFill>
          <a:ln w="13097">
            <a:solidFill>
              <a:srgbClr val="172B4D"/>
            </a:solidFill>
          </a:ln>
        </p:spPr>
      </p:sp>
      <p:sp>
        <p:nvSpPr>
          <p:cNvPr id="363" name="object-363">
            <a:extLst>
              <a:ext uri="{FF2B5EF4-FFF2-40B4-BE49-F238E27FC236}">
                <a16:creationId xmlns:a16="http://schemas.microsoft.com/office/drawing/2014/main" id="{AB958BB1-7030-4222-98BB-EF5157D7ACC2}"/>
              </a:ext>
            </a:extLst>
          </p:cNvPr>
          <p:cNvSpPr>
            <a:spLocks noGrp="1"/>
          </p:cNvSpPr>
          <p:nvPr/>
        </p:nvSpPr>
        <p:spPr>
          <a:xfrm>
            <a:off x="10991850" y="4048125"/>
            <a:ext cx="52388" cy="547688"/>
          </a:xfrm>
          <a:prstGeom prst="rect">
            <a:avLst/>
          </a:prstGeom>
          <a:solidFill>
            <a:srgbClr val="1D4ED8"/>
          </a:solidFill>
          <a:ln w="13097">
            <a:solidFill>
              <a:srgbClr val="172B4D"/>
            </a:solidFill>
          </a:ln>
        </p:spPr>
      </p:sp>
      <p:sp>
        <p:nvSpPr>
          <p:cNvPr id="364" name="object-364">
            <a:extLst>
              <a:ext uri="{FF2B5EF4-FFF2-40B4-BE49-F238E27FC236}">
                <a16:creationId xmlns:a16="http://schemas.microsoft.com/office/drawing/2014/main" id="{2F26AE3D-51F8-4494-9020-6600C29CFE4E}"/>
              </a:ext>
            </a:extLst>
          </p:cNvPr>
          <p:cNvSpPr>
            <a:spLocks noGrp="1"/>
          </p:cNvSpPr>
          <p:nvPr/>
        </p:nvSpPr>
        <p:spPr>
          <a:xfrm>
            <a:off x="11044238" y="4048125"/>
            <a:ext cx="52388" cy="547688"/>
          </a:xfrm>
          <a:prstGeom prst="rect">
            <a:avLst/>
          </a:prstGeom>
          <a:solidFill>
            <a:srgbClr val="1D4ED8"/>
          </a:solidFill>
          <a:ln w="13097">
            <a:solidFill>
              <a:srgbClr val="172B4D"/>
            </a:solidFill>
          </a:ln>
        </p:spPr>
      </p:sp>
      <p:sp>
        <p:nvSpPr>
          <p:cNvPr id="365" name="object-365">
            <a:extLst>
              <a:ext uri="{FF2B5EF4-FFF2-40B4-BE49-F238E27FC236}">
                <a16:creationId xmlns:a16="http://schemas.microsoft.com/office/drawing/2014/main" id="{90D6870E-277F-450A-B748-7903B33AA857}"/>
              </a:ext>
            </a:extLst>
          </p:cNvPr>
          <p:cNvSpPr>
            <a:spLocks noGrp="1"/>
          </p:cNvSpPr>
          <p:nvPr/>
        </p:nvSpPr>
        <p:spPr>
          <a:xfrm>
            <a:off x="11096625" y="4048125"/>
            <a:ext cx="52388" cy="547688"/>
          </a:xfrm>
          <a:prstGeom prst="rect">
            <a:avLst/>
          </a:prstGeom>
          <a:solidFill>
            <a:srgbClr val="1D4ED8"/>
          </a:solidFill>
          <a:ln w="13097">
            <a:solidFill>
              <a:srgbClr val="172B4D"/>
            </a:solidFill>
          </a:ln>
        </p:spPr>
      </p:sp>
      <p:sp>
        <p:nvSpPr>
          <p:cNvPr id="366" name="object-366">
            <a:extLst>
              <a:ext uri="{FF2B5EF4-FFF2-40B4-BE49-F238E27FC236}">
                <a16:creationId xmlns:a16="http://schemas.microsoft.com/office/drawing/2014/main" id="{AFCC285E-FCC1-42CB-88A5-000EB221BC5B}"/>
              </a:ext>
            </a:extLst>
          </p:cNvPr>
          <p:cNvSpPr>
            <a:spLocks noGrp="1"/>
          </p:cNvSpPr>
          <p:nvPr/>
        </p:nvSpPr>
        <p:spPr>
          <a:xfrm>
            <a:off x="11149013" y="4048125"/>
            <a:ext cx="52388" cy="547688"/>
          </a:xfrm>
          <a:prstGeom prst="rect">
            <a:avLst/>
          </a:prstGeom>
          <a:solidFill>
            <a:srgbClr val="1D4ED8"/>
          </a:solidFill>
          <a:ln w="13097">
            <a:solidFill>
              <a:srgbClr val="172B4D"/>
            </a:solidFill>
          </a:ln>
        </p:spPr>
      </p:sp>
      <p:sp>
        <p:nvSpPr>
          <p:cNvPr id="367" name="object-367">
            <a:extLst>
              <a:ext uri="{FF2B5EF4-FFF2-40B4-BE49-F238E27FC236}">
                <a16:creationId xmlns:a16="http://schemas.microsoft.com/office/drawing/2014/main" id="{5A879C74-B5EC-4AEB-87B8-9EEBAA482FB2}"/>
              </a:ext>
            </a:extLst>
          </p:cNvPr>
          <p:cNvSpPr>
            <a:spLocks noGrp="1"/>
          </p:cNvSpPr>
          <p:nvPr/>
        </p:nvSpPr>
        <p:spPr>
          <a:xfrm>
            <a:off x="11201400" y="4048125"/>
            <a:ext cx="52388" cy="547688"/>
          </a:xfrm>
          <a:prstGeom prst="rect">
            <a:avLst/>
          </a:prstGeom>
          <a:solidFill>
            <a:srgbClr val="1D4ED8"/>
          </a:solidFill>
          <a:ln w="13097">
            <a:solidFill>
              <a:srgbClr val="172B4D"/>
            </a:solidFill>
          </a:ln>
        </p:spPr>
      </p:sp>
      <p:sp>
        <p:nvSpPr>
          <p:cNvPr id="368" name="object-368">
            <a:extLst>
              <a:ext uri="{FF2B5EF4-FFF2-40B4-BE49-F238E27FC236}">
                <a16:creationId xmlns:a16="http://schemas.microsoft.com/office/drawing/2014/main" id="{A16415D0-DDDD-409B-A4EB-E1AA57109A3F}"/>
              </a:ext>
            </a:extLst>
          </p:cNvPr>
          <p:cNvSpPr>
            <a:spLocks noGrp="1"/>
          </p:cNvSpPr>
          <p:nvPr/>
        </p:nvSpPr>
        <p:spPr>
          <a:xfrm>
            <a:off x="11253788" y="4048125"/>
            <a:ext cx="52388" cy="547688"/>
          </a:xfrm>
          <a:prstGeom prst="rect">
            <a:avLst/>
          </a:prstGeom>
          <a:solidFill>
            <a:srgbClr val="FFFFFF"/>
          </a:solidFill>
          <a:ln w="13097">
            <a:solidFill>
              <a:srgbClr val="172B4D"/>
            </a:solidFill>
          </a:ln>
        </p:spPr>
      </p:sp>
      <p:sp>
        <p:nvSpPr>
          <p:cNvPr id="369" name="object-369">
            <a:extLst>
              <a:ext uri="{FF2B5EF4-FFF2-40B4-BE49-F238E27FC236}">
                <a16:creationId xmlns:a16="http://schemas.microsoft.com/office/drawing/2014/main" id="{1B2EF409-67E7-40E2-84F6-97FD835390CB}"/>
              </a:ext>
            </a:extLst>
          </p:cNvPr>
          <p:cNvSpPr>
            <a:spLocks noGrp="1"/>
          </p:cNvSpPr>
          <p:nvPr/>
        </p:nvSpPr>
        <p:spPr>
          <a:xfrm>
            <a:off x="11306175" y="4048125"/>
            <a:ext cx="52388" cy="547688"/>
          </a:xfrm>
          <a:prstGeom prst="rect">
            <a:avLst/>
          </a:prstGeom>
          <a:solidFill>
            <a:srgbClr val="FFFFFF"/>
          </a:solidFill>
          <a:ln w="13097">
            <a:solidFill>
              <a:srgbClr val="172B4D"/>
            </a:solidFill>
          </a:ln>
        </p:spPr>
      </p:sp>
      <p:sp>
        <p:nvSpPr>
          <p:cNvPr id="370" name="object-370">
            <a:extLst>
              <a:ext uri="{FF2B5EF4-FFF2-40B4-BE49-F238E27FC236}">
                <a16:creationId xmlns:a16="http://schemas.microsoft.com/office/drawing/2014/main" id="{A6BD9C57-995B-4A30-85E0-F6DA23D6A82E}"/>
              </a:ext>
            </a:extLst>
          </p:cNvPr>
          <p:cNvSpPr>
            <a:spLocks noGrp="1"/>
          </p:cNvSpPr>
          <p:nvPr/>
        </p:nvSpPr>
        <p:spPr>
          <a:xfrm>
            <a:off x="11358563" y="4048125"/>
            <a:ext cx="52388" cy="547688"/>
          </a:xfrm>
          <a:prstGeom prst="rect">
            <a:avLst/>
          </a:prstGeom>
          <a:solidFill>
            <a:srgbClr val="FFFFFF"/>
          </a:solidFill>
          <a:ln w="13097">
            <a:solidFill>
              <a:srgbClr val="172B4D"/>
            </a:solidFill>
          </a:ln>
        </p:spPr>
      </p:sp>
      <p:sp>
        <p:nvSpPr>
          <p:cNvPr id="371" name="object-371">
            <a:extLst>
              <a:ext uri="{FF2B5EF4-FFF2-40B4-BE49-F238E27FC236}">
                <a16:creationId xmlns:a16="http://schemas.microsoft.com/office/drawing/2014/main" id="{5E722150-C571-48F0-A37B-CF2C78F7B66F}"/>
              </a:ext>
            </a:extLst>
          </p:cNvPr>
          <p:cNvSpPr>
            <a:spLocks noGrp="1"/>
          </p:cNvSpPr>
          <p:nvPr/>
        </p:nvSpPr>
        <p:spPr>
          <a:xfrm>
            <a:off x="11410950" y="4048125"/>
            <a:ext cx="52388" cy="547688"/>
          </a:xfrm>
          <a:prstGeom prst="rect">
            <a:avLst/>
          </a:prstGeom>
          <a:solidFill>
            <a:srgbClr val="FFFFFF"/>
          </a:solidFill>
          <a:ln w="13097">
            <a:solidFill>
              <a:srgbClr val="172B4D"/>
            </a:solidFill>
          </a:ln>
        </p:spPr>
      </p:sp>
      <p:sp>
        <p:nvSpPr>
          <p:cNvPr id="372" name="object-372">
            <a:extLst>
              <a:ext uri="{FF2B5EF4-FFF2-40B4-BE49-F238E27FC236}">
                <a16:creationId xmlns:a16="http://schemas.microsoft.com/office/drawing/2014/main" id="{2EF8338E-69D2-4281-9F7C-9D13950090F7}"/>
              </a:ext>
            </a:extLst>
          </p:cNvPr>
          <p:cNvSpPr>
            <a:spLocks noGrp="1"/>
          </p:cNvSpPr>
          <p:nvPr/>
        </p:nvSpPr>
        <p:spPr>
          <a:xfrm>
            <a:off x="11463338" y="4048125"/>
            <a:ext cx="52388" cy="547688"/>
          </a:xfrm>
          <a:prstGeom prst="rect">
            <a:avLst/>
          </a:prstGeom>
          <a:solidFill>
            <a:srgbClr val="FFFFFF"/>
          </a:solidFill>
          <a:ln w="13097">
            <a:solidFill>
              <a:srgbClr val="172B4D"/>
            </a:solidFill>
          </a:ln>
        </p:spPr>
      </p:sp>
      <p:sp>
        <p:nvSpPr>
          <p:cNvPr id="373" name="object-373">
            <a:extLst>
              <a:ext uri="{FF2B5EF4-FFF2-40B4-BE49-F238E27FC236}">
                <a16:creationId xmlns:a16="http://schemas.microsoft.com/office/drawing/2014/main" id="{A0736309-F089-4BE3-BB7E-5D2E753C1CA6}"/>
              </a:ext>
            </a:extLst>
          </p:cNvPr>
          <p:cNvSpPr>
            <a:spLocks noGrp="1"/>
          </p:cNvSpPr>
          <p:nvPr/>
        </p:nvSpPr>
        <p:spPr>
          <a:xfrm>
            <a:off x="11515725" y="4048125"/>
            <a:ext cx="52388" cy="547688"/>
          </a:xfrm>
          <a:prstGeom prst="rect">
            <a:avLst/>
          </a:prstGeom>
          <a:solidFill>
            <a:srgbClr val="FFFFFF"/>
          </a:solidFill>
          <a:ln w="13097">
            <a:solidFill>
              <a:srgbClr val="172B4D"/>
            </a:solidFill>
          </a:ln>
        </p:spPr>
      </p:sp>
      <p:sp>
        <p:nvSpPr>
          <p:cNvPr id="374" name="object-374">
            <a:extLst>
              <a:ext uri="{FF2B5EF4-FFF2-40B4-BE49-F238E27FC236}">
                <a16:creationId xmlns:a16="http://schemas.microsoft.com/office/drawing/2014/main" id="{A5E773A8-182E-4167-9A41-37D10B6C9F05}"/>
              </a:ext>
            </a:extLst>
          </p:cNvPr>
          <p:cNvSpPr>
            <a:spLocks noGrp="1"/>
          </p:cNvSpPr>
          <p:nvPr/>
        </p:nvSpPr>
        <p:spPr>
          <a:xfrm>
            <a:off x="11568113" y="4048125"/>
            <a:ext cx="52388" cy="547688"/>
          </a:xfrm>
          <a:prstGeom prst="rect">
            <a:avLst/>
          </a:prstGeom>
          <a:solidFill>
            <a:srgbClr val="FFFFFF"/>
          </a:solidFill>
          <a:ln w="13097">
            <a:solidFill>
              <a:srgbClr val="172B4D"/>
            </a:solidFill>
          </a:ln>
        </p:spPr>
      </p:sp>
      <p:sp>
        <p:nvSpPr>
          <p:cNvPr id="375" name="object-375">
            <a:extLst>
              <a:ext uri="{FF2B5EF4-FFF2-40B4-BE49-F238E27FC236}">
                <a16:creationId xmlns:a16="http://schemas.microsoft.com/office/drawing/2014/main" id="{EAB6F4D9-F787-4716-A21E-75222087883E}"/>
              </a:ext>
            </a:extLst>
          </p:cNvPr>
          <p:cNvSpPr>
            <a:spLocks noGrp="1"/>
          </p:cNvSpPr>
          <p:nvPr/>
        </p:nvSpPr>
        <p:spPr>
          <a:xfrm>
            <a:off x="11620500" y="4048125"/>
            <a:ext cx="52388" cy="547688"/>
          </a:xfrm>
          <a:prstGeom prst="rect">
            <a:avLst/>
          </a:prstGeom>
          <a:solidFill>
            <a:srgbClr val="FFFFFF"/>
          </a:solidFill>
          <a:ln w="13097">
            <a:solidFill>
              <a:srgbClr val="172B4D"/>
            </a:solidFill>
          </a:ln>
        </p:spPr>
      </p:sp>
      <p:sp>
        <p:nvSpPr>
          <p:cNvPr id="376" name="object-376">
            <a:extLst>
              <a:ext uri="{FF2B5EF4-FFF2-40B4-BE49-F238E27FC236}">
                <a16:creationId xmlns:a16="http://schemas.microsoft.com/office/drawing/2014/main" id="{F026F4EC-B739-423A-9374-66C3539CDD52}"/>
              </a:ext>
            </a:extLst>
          </p:cNvPr>
          <p:cNvSpPr>
            <a:spLocks noGrp="1"/>
          </p:cNvSpPr>
          <p:nvPr/>
        </p:nvSpPr>
        <p:spPr>
          <a:xfrm>
            <a:off x="11672888" y="4048125"/>
            <a:ext cx="52388" cy="547688"/>
          </a:xfrm>
          <a:prstGeom prst="rect">
            <a:avLst/>
          </a:prstGeom>
          <a:solidFill>
            <a:srgbClr val="FFFFFF"/>
          </a:solidFill>
          <a:ln w="13097">
            <a:solidFill>
              <a:srgbClr val="172B4D"/>
            </a:solidFill>
          </a:ln>
        </p:spPr>
      </p:sp>
      <p:sp>
        <p:nvSpPr>
          <p:cNvPr id="377" name="object-377">
            <a:extLst>
              <a:ext uri="{FF2B5EF4-FFF2-40B4-BE49-F238E27FC236}">
                <a16:creationId xmlns:a16="http://schemas.microsoft.com/office/drawing/2014/main" id="{98AEA139-37DA-4725-8EF2-30707AB351CF}"/>
              </a:ext>
            </a:extLst>
          </p:cNvPr>
          <p:cNvSpPr>
            <a:spLocks noGrp="1"/>
          </p:cNvSpPr>
          <p:nvPr/>
        </p:nvSpPr>
        <p:spPr>
          <a:xfrm>
            <a:off x="11725275" y="4048125"/>
            <a:ext cx="52388" cy="547688"/>
          </a:xfrm>
          <a:prstGeom prst="rect">
            <a:avLst/>
          </a:prstGeom>
          <a:solidFill>
            <a:srgbClr val="FFFFFF"/>
          </a:solidFill>
          <a:ln w="13097">
            <a:solidFill>
              <a:srgbClr val="172B4D"/>
            </a:solidFill>
          </a:ln>
        </p:spPr>
      </p:sp>
      <p:sp>
        <p:nvSpPr>
          <p:cNvPr id="378" name="object-378">
            <a:extLst>
              <a:ext uri="{FF2B5EF4-FFF2-40B4-BE49-F238E27FC236}">
                <a16:creationId xmlns:a16="http://schemas.microsoft.com/office/drawing/2014/main" id="{553D926A-09FF-44AD-B24D-FB4BBC5BA9C1}"/>
              </a:ext>
            </a:extLst>
          </p:cNvPr>
          <p:cNvSpPr>
            <a:spLocks noGrp="1"/>
          </p:cNvSpPr>
          <p:nvPr/>
        </p:nvSpPr>
        <p:spPr>
          <a:xfrm>
            <a:off x="11777663" y="4048125"/>
            <a:ext cx="52388" cy="547688"/>
          </a:xfrm>
          <a:prstGeom prst="rect">
            <a:avLst/>
          </a:prstGeom>
          <a:solidFill>
            <a:srgbClr val="FFFFFF"/>
          </a:solidFill>
          <a:ln w="13097">
            <a:solidFill>
              <a:srgbClr val="172B4D"/>
            </a:solidFill>
          </a:ln>
        </p:spPr>
      </p:sp>
      <p:sp>
        <p:nvSpPr>
          <p:cNvPr id="379" name="object-379">
            <a:extLst>
              <a:ext uri="{FF2B5EF4-FFF2-40B4-BE49-F238E27FC236}">
                <a16:creationId xmlns:a16="http://schemas.microsoft.com/office/drawing/2014/main" id="{E8BF9EE0-6D0E-49AD-823E-B52A4E3FFC31}"/>
              </a:ext>
            </a:extLst>
          </p:cNvPr>
          <p:cNvSpPr>
            <a:spLocks noGrp="1"/>
          </p:cNvSpPr>
          <p:nvPr/>
        </p:nvSpPr>
        <p:spPr>
          <a:xfrm>
            <a:off x="11830050" y="4048125"/>
            <a:ext cx="52388" cy="547688"/>
          </a:xfrm>
          <a:prstGeom prst="rect">
            <a:avLst/>
          </a:prstGeom>
          <a:solidFill>
            <a:srgbClr val="FFFFFF"/>
          </a:solidFill>
          <a:ln w="13097">
            <a:solidFill>
              <a:srgbClr val="172B4D"/>
            </a:solidFill>
          </a:ln>
        </p:spPr>
      </p:sp>
      <p:sp>
        <p:nvSpPr>
          <p:cNvPr id="380" name="object-380">
            <a:extLst>
              <a:ext uri="{FF2B5EF4-FFF2-40B4-BE49-F238E27FC236}">
                <a16:creationId xmlns:a16="http://schemas.microsoft.com/office/drawing/2014/main" id="{1FFC82E0-AF32-4092-BDFA-831EE8479BF9}"/>
              </a:ext>
            </a:extLst>
          </p:cNvPr>
          <p:cNvSpPr>
            <a:spLocks noGrp="1"/>
          </p:cNvSpPr>
          <p:nvPr/>
        </p:nvSpPr>
        <p:spPr>
          <a:xfrm>
            <a:off x="11882438" y="4048125"/>
            <a:ext cx="52388" cy="547688"/>
          </a:xfrm>
          <a:prstGeom prst="rect">
            <a:avLst/>
          </a:prstGeom>
          <a:solidFill>
            <a:srgbClr val="FFFFFF"/>
          </a:solidFill>
          <a:ln w="13097">
            <a:solidFill>
              <a:srgbClr val="172B4D"/>
            </a:solidFill>
          </a:ln>
        </p:spPr>
      </p:sp>
      <p:sp>
        <p:nvSpPr>
          <p:cNvPr id="381" name="object-381">
            <a:extLst>
              <a:ext uri="{FF2B5EF4-FFF2-40B4-BE49-F238E27FC236}">
                <a16:creationId xmlns:a16="http://schemas.microsoft.com/office/drawing/2014/main" id="{6832A0E0-B8FA-4A68-B55D-4A80380F1BBB}"/>
              </a:ext>
            </a:extLst>
          </p:cNvPr>
          <p:cNvSpPr>
            <a:spLocks noGrp="1"/>
          </p:cNvSpPr>
          <p:nvPr/>
        </p:nvSpPr>
        <p:spPr>
          <a:xfrm>
            <a:off x="11934825" y="4048125"/>
            <a:ext cx="52388" cy="547688"/>
          </a:xfrm>
          <a:prstGeom prst="rect">
            <a:avLst/>
          </a:prstGeom>
          <a:solidFill>
            <a:srgbClr val="FFFFFF"/>
          </a:solidFill>
          <a:ln w="13097">
            <a:solidFill>
              <a:srgbClr val="172B4D"/>
            </a:solidFill>
          </a:ln>
        </p:spPr>
      </p:sp>
      <p:sp>
        <p:nvSpPr>
          <p:cNvPr id="382" name="object-382">
            <a:extLst>
              <a:ext uri="{FF2B5EF4-FFF2-40B4-BE49-F238E27FC236}">
                <a16:creationId xmlns:a16="http://schemas.microsoft.com/office/drawing/2014/main" id="{37954304-C264-4497-A3DE-7AA18007D78C}"/>
              </a:ext>
            </a:extLst>
          </p:cNvPr>
          <p:cNvSpPr>
            <a:spLocks noGrp="1"/>
          </p:cNvSpPr>
          <p:nvPr/>
        </p:nvSpPr>
        <p:spPr>
          <a:xfrm>
            <a:off x="11987213" y="4048125"/>
            <a:ext cx="52388" cy="547688"/>
          </a:xfrm>
          <a:prstGeom prst="rect">
            <a:avLst/>
          </a:prstGeom>
          <a:solidFill>
            <a:srgbClr val="FFFFFF"/>
          </a:solidFill>
          <a:ln w="13097">
            <a:solidFill>
              <a:srgbClr val="172B4D"/>
            </a:solidFill>
          </a:ln>
        </p:spPr>
      </p:sp>
      <p:sp>
        <p:nvSpPr>
          <p:cNvPr id="383" name="object-383">
            <a:extLst>
              <a:ext uri="{FF2B5EF4-FFF2-40B4-BE49-F238E27FC236}">
                <a16:creationId xmlns:a16="http://schemas.microsoft.com/office/drawing/2014/main" id="{6095E5DA-E0C0-48F2-AE77-628F773848B5}"/>
              </a:ext>
            </a:extLst>
          </p:cNvPr>
          <p:cNvSpPr>
            <a:spLocks noGrp="1"/>
          </p:cNvSpPr>
          <p:nvPr/>
        </p:nvSpPr>
        <p:spPr>
          <a:xfrm>
            <a:off x="12039600" y="4048125"/>
            <a:ext cx="52388" cy="547688"/>
          </a:xfrm>
          <a:prstGeom prst="rect">
            <a:avLst/>
          </a:prstGeom>
          <a:solidFill>
            <a:srgbClr val="FFFFFF"/>
          </a:solidFill>
          <a:ln w="13097">
            <a:solidFill>
              <a:srgbClr val="172B4D"/>
            </a:solidFill>
          </a:ln>
        </p:spPr>
      </p:sp>
      <p:sp>
        <p:nvSpPr>
          <p:cNvPr id="384" name="object-384">
            <a:extLst>
              <a:ext uri="{FF2B5EF4-FFF2-40B4-BE49-F238E27FC236}">
                <a16:creationId xmlns:a16="http://schemas.microsoft.com/office/drawing/2014/main" id="{1061DB82-0C18-4D51-B176-97AB80DE3B72}"/>
              </a:ext>
            </a:extLst>
          </p:cNvPr>
          <p:cNvSpPr>
            <a:spLocks noGrp="1"/>
          </p:cNvSpPr>
          <p:nvPr/>
        </p:nvSpPr>
        <p:spPr>
          <a:xfrm>
            <a:off x="12091988" y="4048125"/>
            <a:ext cx="52388" cy="547688"/>
          </a:xfrm>
          <a:prstGeom prst="rect">
            <a:avLst/>
          </a:prstGeom>
          <a:solidFill>
            <a:srgbClr val="FFFFFF"/>
          </a:solidFill>
          <a:ln w="13097">
            <a:solidFill>
              <a:srgbClr val="172B4D"/>
            </a:solidFill>
          </a:ln>
        </p:spPr>
      </p:sp>
      <p:sp>
        <p:nvSpPr>
          <p:cNvPr id="385" name="object-385">
            <a:extLst>
              <a:ext uri="{FF2B5EF4-FFF2-40B4-BE49-F238E27FC236}">
                <a16:creationId xmlns:a16="http://schemas.microsoft.com/office/drawing/2014/main" id="{3D92207F-922B-4C22-9DB9-AB540F077478}"/>
              </a:ext>
            </a:extLst>
          </p:cNvPr>
          <p:cNvSpPr>
            <a:spLocks noGrp="1"/>
          </p:cNvSpPr>
          <p:nvPr/>
        </p:nvSpPr>
        <p:spPr>
          <a:xfrm>
            <a:off x="12144375" y="4048125"/>
            <a:ext cx="52388" cy="547688"/>
          </a:xfrm>
          <a:prstGeom prst="rect">
            <a:avLst/>
          </a:prstGeom>
          <a:solidFill>
            <a:srgbClr val="FFFFFF"/>
          </a:solidFill>
          <a:ln w="13097">
            <a:solidFill>
              <a:srgbClr val="172B4D"/>
            </a:solidFill>
          </a:ln>
        </p:spPr>
      </p:sp>
      <p:sp>
        <p:nvSpPr>
          <p:cNvPr id="386" name="object-386">
            <a:extLst>
              <a:ext uri="{FF2B5EF4-FFF2-40B4-BE49-F238E27FC236}">
                <a16:creationId xmlns:a16="http://schemas.microsoft.com/office/drawing/2014/main" id="{5D642C33-8E31-4A36-ABE3-FDCBDCFDEF18}"/>
              </a:ext>
            </a:extLst>
          </p:cNvPr>
          <p:cNvSpPr>
            <a:spLocks noGrp="1"/>
          </p:cNvSpPr>
          <p:nvPr/>
        </p:nvSpPr>
        <p:spPr>
          <a:xfrm>
            <a:off x="12196763" y="4048125"/>
            <a:ext cx="52388" cy="547688"/>
          </a:xfrm>
          <a:prstGeom prst="rect">
            <a:avLst/>
          </a:prstGeom>
          <a:solidFill>
            <a:srgbClr val="FFFFFF"/>
          </a:solidFill>
          <a:ln w="13097">
            <a:solidFill>
              <a:srgbClr val="172B4D"/>
            </a:solidFill>
          </a:ln>
        </p:spPr>
      </p:sp>
      <p:sp>
        <p:nvSpPr>
          <p:cNvPr id="387" name="object-387">
            <a:extLst>
              <a:ext uri="{FF2B5EF4-FFF2-40B4-BE49-F238E27FC236}">
                <a16:creationId xmlns:a16="http://schemas.microsoft.com/office/drawing/2014/main" id="{85E0EE95-0590-4B00-9D69-165970D1CE94}"/>
              </a:ext>
            </a:extLst>
          </p:cNvPr>
          <p:cNvSpPr>
            <a:spLocks noGrp="1"/>
          </p:cNvSpPr>
          <p:nvPr/>
        </p:nvSpPr>
        <p:spPr>
          <a:xfrm>
            <a:off x="12249150" y="4048125"/>
            <a:ext cx="52388" cy="547688"/>
          </a:xfrm>
          <a:prstGeom prst="rect">
            <a:avLst/>
          </a:prstGeom>
          <a:solidFill>
            <a:srgbClr val="FFFFFF"/>
          </a:solidFill>
          <a:ln w="13097">
            <a:solidFill>
              <a:srgbClr val="172B4D"/>
            </a:solidFill>
          </a:ln>
        </p:spPr>
      </p:sp>
      <p:sp>
        <p:nvSpPr>
          <p:cNvPr id="388" name="object-388">
            <a:extLst>
              <a:ext uri="{FF2B5EF4-FFF2-40B4-BE49-F238E27FC236}">
                <a16:creationId xmlns:a16="http://schemas.microsoft.com/office/drawing/2014/main" id="{48482414-2CDE-49A6-9968-A531D3259237}"/>
              </a:ext>
            </a:extLst>
          </p:cNvPr>
          <p:cNvSpPr>
            <a:spLocks noGrp="1"/>
          </p:cNvSpPr>
          <p:nvPr/>
        </p:nvSpPr>
        <p:spPr>
          <a:xfrm>
            <a:off x="12301538" y="4048125"/>
            <a:ext cx="52388" cy="547688"/>
          </a:xfrm>
          <a:prstGeom prst="rect">
            <a:avLst/>
          </a:prstGeom>
          <a:solidFill>
            <a:srgbClr val="FFFFFF"/>
          </a:solidFill>
          <a:ln w="13097">
            <a:solidFill>
              <a:srgbClr val="172B4D"/>
            </a:solidFill>
          </a:ln>
        </p:spPr>
      </p:sp>
      <p:sp>
        <p:nvSpPr>
          <p:cNvPr id="389" name="object-389">
            <a:extLst>
              <a:ext uri="{FF2B5EF4-FFF2-40B4-BE49-F238E27FC236}">
                <a16:creationId xmlns:a16="http://schemas.microsoft.com/office/drawing/2014/main" id="{5E77C2E4-82DB-48F4-BB27-D0EFF8CBBB0E}"/>
              </a:ext>
            </a:extLst>
          </p:cNvPr>
          <p:cNvSpPr>
            <a:spLocks noGrp="1"/>
          </p:cNvSpPr>
          <p:nvPr/>
        </p:nvSpPr>
        <p:spPr>
          <a:xfrm>
            <a:off x="12353925" y="4048125"/>
            <a:ext cx="52388" cy="547688"/>
          </a:xfrm>
          <a:prstGeom prst="rect">
            <a:avLst/>
          </a:prstGeom>
          <a:solidFill>
            <a:srgbClr val="FFFFFF"/>
          </a:solidFill>
          <a:ln w="13097">
            <a:solidFill>
              <a:srgbClr val="172B4D"/>
            </a:solidFill>
          </a:ln>
        </p:spPr>
      </p:sp>
      <p:sp>
        <p:nvSpPr>
          <p:cNvPr id="390" name="object-390">
            <a:extLst>
              <a:ext uri="{FF2B5EF4-FFF2-40B4-BE49-F238E27FC236}">
                <a16:creationId xmlns:a16="http://schemas.microsoft.com/office/drawing/2014/main" id="{FF53C9B4-E1DE-4056-BF12-37814E9BCB69}"/>
              </a:ext>
            </a:extLst>
          </p:cNvPr>
          <p:cNvSpPr>
            <a:spLocks noGrp="1"/>
          </p:cNvSpPr>
          <p:nvPr/>
        </p:nvSpPr>
        <p:spPr>
          <a:xfrm>
            <a:off x="12406313" y="4048125"/>
            <a:ext cx="52388" cy="547688"/>
          </a:xfrm>
          <a:prstGeom prst="rect">
            <a:avLst/>
          </a:prstGeom>
          <a:solidFill>
            <a:srgbClr val="FFFFFF"/>
          </a:solidFill>
          <a:ln w="13097">
            <a:solidFill>
              <a:srgbClr val="172B4D"/>
            </a:solidFill>
          </a:ln>
        </p:spPr>
      </p:sp>
      <p:sp>
        <p:nvSpPr>
          <p:cNvPr id="391" name="object-391">
            <a:extLst>
              <a:ext uri="{FF2B5EF4-FFF2-40B4-BE49-F238E27FC236}">
                <a16:creationId xmlns:a16="http://schemas.microsoft.com/office/drawing/2014/main" id="{A2E543CE-44D0-4942-A64B-C20FA18D2DA7}"/>
              </a:ext>
            </a:extLst>
          </p:cNvPr>
          <p:cNvSpPr>
            <a:spLocks noGrp="1"/>
          </p:cNvSpPr>
          <p:nvPr/>
        </p:nvSpPr>
        <p:spPr>
          <a:xfrm>
            <a:off x="12458700" y="4048125"/>
            <a:ext cx="52388" cy="547688"/>
          </a:xfrm>
          <a:prstGeom prst="rect">
            <a:avLst/>
          </a:prstGeom>
          <a:solidFill>
            <a:srgbClr val="FFFFFF"/>
          </a:solidFill>
          <a:ln w="13097">
            <a:solidFill>
              <a:srgbClr val="172B4D"/>
            </a:solidFill>
          </a:ln>
        </p:spPr>
      </p:sp>
      <p:sp>
        <p:nvSpPr>
          <p:cNvPr id="392" name="object-392">
            <a:extLst>
              <a:ext uri="{FF2B5EF4-FFF2-40B4-BE49-F238E27FC236}">
                <a16:creationId xmlns:a16="http://schemas.microsoft.com/office/drawing/2014/main" id="{A4C734B0-D518-40A1-B8A8-3620A68DCAFA}"/>
              </a:ext>
            </a:extLst>
          </p:cNvPr>
          <p:cNvSpPr>
            <a:spLocks noGrp="1"/>
          </p:cNvSpPr>
          <p:nvPr/>
        </p:nvSpPr>
        <p:spPr>
          <a:xfrm>
            <a:off x="12511088" y="4048125"/>
            <a:ext cx="52388" cy="547688"/>
          </a:xfrm>
          <a:prstGeom prst="rect">
            <a:avLst/>
          </a:prstGeom>
          <a:solidFill>
            <a:srgbClr val="FFFFFF"/>
          </a:solidFill>
          <a:ln w="13097">
            <a:solidFill>
              <a:srgbClr val="172B4D"/>
            </a:solidFill>
          </a:ln>
        </p:spPr>
      </p:sp>
      <p:sp>
        <p:nvSpPr>
          <p:cNvPr id="393" name="object-393">
            <a:extLst>
              <a:ext uri="{FF2B5EF4-FFF2-40B4-BE49-F238E27FC236}">
                <a16:creationId xmlns:a16="http://schemas.microsoft.com/office/drawing/2014/main" id="{7B5352CB-7082-42D9-BFB6-EC9DBA3C1219}"/>
              </a:ext>
            </a:extLst>
          </p:cNvPr>
          <p:cNvSpPr>
            <a:spLocks noGrp="1"/>
          </p:cNvSpPr>
          <p:nvPr/>
        </p:nvSpPr>
        <p:spPr>
          <a:xfrm>
            <a:off x="12563475" y="4048125"/>
            <a:ext cx="52388" cy="547688"/>
          </a:xfrm>
          <a:prstGeom prst="rect">
            <a:avLst/>
          </a:prstGeom>
          <a:solidFill>
            <a:srgbClr val="FFFFFF"/>
          </a:solidFill>
          <a:ln w="13097">
            <a:solidFill>
              <a:srgbClr val="172B4D"/>
            </a:solidFill>
          </a:ln>
        </p:spPr>
      </p:sp>
      <p:sp>
        <p:nvSpPr>
          <p:cNvPr id="394" name="object-394">
            <a:extLst>
              <a:ext uri="{FF2B5EF4-FFF2-40B4-BE49-F238E27FC236}">
                <a16:creationId xmlns:a16="http://schemas.microsoft.com/office/drawing/2014/main" id="{AD134D02-D3F9-410F-845B-5C95993B3FD3}"/>
              </a:ext>
            </a:extLst>
          </p:cNvPr>
          <p:cNvSpPr>
            <a:spLocks noGrp="1"/>
          </p:cNvSpPr>
          <p:nvPr/>
        </p:nvSpPr>
        <p:spPr>
          <a:xfrm>
            <a:off x="12615863" y="4048125"/>
            <a:ext cx="52388" cy="547688"/>
          </a:xfrm>
          <a:prstGeom prst="rect">
            <a:avLst/>
          </a:prstGeom>
          <a:solidFill>
            <a:srgbClr val="FFFFFF"/>
          </a:solidFill>
          <a:ln w="13097">
            <a:solidFill>
              <a:srgbClr val="172B4D"/>
            </a:solidFill>
          </a:ln>
        </p:spPr>
      </p:sp>
      <p:sp>
        <p:nvSpPr>
          <p:cNvPr id="395" name="object-395">
            <a:extLst>
              <a:ext uri="{FF2B5EF4-FFF2-40B4-BE49-F238E27FC236}">
                <a16:creationId xmlns:a16="http://schemas.microsoft.com/office/drawing/2014/main" id="{07845F13-DF0C-48B0-9B31-39782198ED11}"/>
              </a:ext>
            </a:extLst>
          </p:cNvPr>
          <p:cNvSpPr>
            <a:spLocks noGrp="1"/>
          </p:cNvSpPr>
          <p:nvPr/>
        </p:nvSpPr>
        <p:spPr>
          <a:xfrm>
            <a:off x="12668250" y="4048125"/>
            <a:ext cx="52388" cy="547688"/>
          </a:xfrm>
          <a:prstGeom prst="rect">
            <a:avLst/>
          </a:prstGeom>
          <a:solidFill>
            <a:srgbClr val="FFFFFF"/>
          </a:solidFill>
          <a:ln w="13097">
            <a:solidFill>
              <a:srgbClr val="172B4D"/>
            </a:solidFill>
          </a:ln>
        </p:spPr>
      </p:sp>
      <p:sp>
        <p:nvSpPr>
          <p:cNvPr id="396" name="object-396">
            <a:extLst>
              <a:ext uri="{FF2B5EF4-FFF2-40B4-BE49-F238E27FC236}">
                <a16:creationId xmlns:a16="http://schemas.microsoft.com/office/drawing/2014/main" id="{BCC89D58-6D91-402C-A0DC-033C87A37FE0}"/>
              </a:ext>
            </a:extLst>
          </p:cNvPr>
          <p:cNvSpPr>
            <a:spLocks noGrp="1"/>
          </p:cNvSpPr>
          <p:nvPr/>
        </p:nvSpPr>
        <p:spPr>
          <a:xfrm>
            <a:off x="12720638" y="4048125"/>
            <a:ext cx="52388" cy="547688"/>
          </a:xfrm>
          <a:prstGeom prst="rect">
            <a:avLst/>
          </a:prstGeom>
          <a:solidFill>
            <a:srgbClr val="FFFFFF"/>
          </a:solidFill>
          <a:ln w="13097">
            <a:solidFill>
              <a:srgbClr val="172B4D"/>
            </a:solidFill>
          </a:ln>
        </p:spPr>
      </p:sp>
      <p:sp>
        <p:nvSpPr>
          <p:cNvPr id="397" name="object-397">
            <a:extLst>
              <a:ext uri="{FF2B5EF4-FFF2-40B4-BE49-F238E27FC236}">
                <a16:creationId xmlns:a16="http://schemas.microsoft.com/office/drawing/2014/main" id="{8626C818-3F93-4CF2-8C82-E0F623489F73}"/>
              </a:ext>
            </a:extLst>
          </p:cNvPr>
          <p:cNvSpPr>
            <a:spLocks noGrp="1"/>
          </p:cNvSpPr>
          <p:nvPr/>
        </p:nvSpPr>
        <p:spPr>
          <a:xfrm>
            <a:off x="12773025" y="4048125"/>
            <a:ext cx="52388" cy="547688"/>
          </a:xfrm>
          <a:prstGeom prst="rect">
            <a:avLst/>
          </a:prstGeom>
          <a:solidFill>
            <a:srgbClr val="FFFFFF"/>
          </a:solidFill>
          <a:ln w="13097">
            <a:solidFill>
              <a:srgbClr val="172B4D"/>
            </a:solidFill>
          </a:ln>
        </p:spPr>
      </p:sp>
      <p:sp>
        <p:nvSpPr>
          <p:cNvPr id="398" name="object-398">
            <a:extLst>
              <a:ext uri="{FF2B5EF4-FFF2-40B4-BE49-F238E27FC236}">
                <a16:creationId xmlns:a16="http://schemas.microsoft.com/office/drawing/2014/main" id="{1455A4DC-363A-41C5-AD7F-70272294C42B}"/>
              </a:ext>
            </a:extLst>
          </p:cNvPr>
          <p:cNvSpPr>
            <a:spLocks noGrp="1"/>
          </p:cNvSpPr>
          <p:nvPr/>
        </p:nvSpPr>
        <p:spPr>
          <a:xfrm>
            <a:off x="12825413" y="4048125"/>
            <a:ext cx="52388" cy="547688"/>
          </a:xfrm>
          <a:prstGeom prst="rect">
            <a:avLst/>
          </a:prstGeom>
          <a:solidFill>
            <a:srgbClr val="FFFFFF"/>
          </a:solidFill>
          <a:ln w="13097">
            <a:solidFill>
              <a:srgbClr val="172B4D"/>
            </a:solidFill>
          </a:ln>
        </p:spPr>
      </p:sp>
      <p:sp>
        <p:nvSpPr>
          <p:cNvPr id="399" name="object-399">
            <a:extLst>
              <a:ext uri="{FF2B5EF4-FFF2-40B4-BE49-F238E27FC236}">
                <a16:creationId xmlns:a16="http://schemas.microsoft.com/office/drawing/2014/main" id="{7DBAE2D9-46A0-4203-AC33-EBB81383AE24}"/>
              </a:ext>
            </a:extLst>
          </p:cNvPr>
          <p:cNvSpPr>
            <a:spLocks noGrp="1"/>
          </p:cNvSpPr>
          <p:nvPr/>
        </p:nvSpPr>
        <p:spPr>
          <a:xfrm>
            <a:off x="12877800" y="4048125"/>
            <a:ext cx="52388" cy="547688"/>
          </a:xfrm>
          <a:prstGeom prst="rect">
            <a:avLst/>
          </a:prstGeom>
          <a:solidFill>
            <a:srgbClr val="FFFFFF"/>
          </a:solidFill>
          <a:ln w="13097">
            <a:solidFill>
              <a:srgbClr val="172B4D"/>
            </a:solidFill>
          </a:ln>
        </p:spPr>
      </p:sp>
      <p:sp>
        <p:nvSpPr>
          <p:cNvPr id="400" name="object-400">
            <a:extLst>
              <a:ext uri="{FF2B5EF4-FFF2-40B4-BE49-F238E27FC236}">
                <a16:creationId xmlns:a16="http://schemas.microsoft.com/office/drawing/2014/main" id="{A57716A0-AFD5-4023-8C6F-138624568B84}"/>
              </a:ext>
            </a:extLst>
          </p:cNvPr>
          <p:cNvSpPr>
            <a:spLocks noGrp="1"/>
          </p:cNvSpPr>
          <p:nvPr/>
        </p:nvSpPr>
        <p:spPr>
          <a:xfrm>
            <a:off x="12930188" y="4048125"/>
            <a:ext cx="52388" cy="547688"/>
          </a:xfrm>
          <a:prstGeom prst="rect">
            <a:avLst/>
          </a:prstGeom>
          <a:solidFill>
            <a:srgbClr val="FFFFFF"/>
          </a:solidFill>
          <a:ln w="13097">
            <a:solidFill>
              <a:srgbClr val="172B4D"/>
            </a:solidFill>
          </a:ln>
        </p:spPr>
      </p:sp>
      <p:sp>
        <p:nvSpPr>
          <p:cNvPr id="401" name="object-401">
            <a:extLst>
              <a:ext uri="{FF2B5EF4-FFF2-40B4-BE49-F238E27FC236}">
                <a16:creationId xmlns:a16="http://schemas.microsoft.com/office/drawing/2014/main" id="{19E97CFB-7481-4F9D-A206-4F94382E36F3}"/>
              </a:ext>
            </a:extLst>
          </p:cNvPr>
          <p:cNvSpPr>
            <a:spLocks noGrp="1"/>
          </p:cNvSpPr>
          <p:nvPr/>
        </p:nvSpPr>
        <p:spPr>
          <a:xfrm>
            <a:off x="12982575" y="4048125"/>
            <a:ext cx="52388" cy="547688"/>
          </a:xfrm>
          <a:prstGeom prst="rect">
            <a:avLst/>
          </a:prstGeom>
          <a:solidFill>
            <a:srgbClr val="FFFFFF"/>
          </a:solidFill>
          <a:ln w="13097">
            <a:solidFill>
              <a:srgbClr val="172B4D"/>
            </a:solidFill>
          </a:ln>
        </p:spPr>
      </p:sp>
      <p:sp>
        <p:nvSpPr>
          <p:cNvPr id="402" name="object-402">
            <a:extLst>
              <a:ext uri="{FF2B5EF4-FFF2-40B4-BE49-F238E27FC236}">
                <a16:creationId xmlns:a16="http://schemas.microsoft.com/office/drawing/2014/main" id="{1B2AC344-F3BF-4674-967C-8A416501BC5C}"/>
              </a:ext>
            </a:extLst>
          </p:cNvPr>
          <p:cNvSpPr>
            <a:spLocks noGrp="1"/>
          </p:cNvSpPr>
          <p:nvPr/>
        </p:nvSpPr>
        <p:spPr>
          <a:xfrm>
            <a:off x="13034963" y="4048125"/>
            <a:ext cx="52388" cy="547688"/>
          </a:xfrm>
          <a:prstGeom prst="rect">
            <a:avLst/>
          </a:prstGeom>
          <a:solidFill>
            <a:srgbClr val="FFFFFF"/>
          </a:solidFill>
          <a:ln w="13097">
            <a:solidFill>
              <a:srgbClr val="172B4D"/>
            </a:solidFill>
          </a:ln>
        </p:spPr>
      </p:sp>
      <p:sp>
        <p:nvSpPr>
          <p:cNvPr id="403" name="object-403">
            <a:extLst>
              <a:ext uri="{FF2B5EF4-FFF2-40B4-BE49-F238E27FC236}">
                <a16:creationId xmlns:a16="http://schemas.microsoft.com/office/drawing/2014/main" id="{7E5261B9-B48F-4397-B719-7A2E12A2B80A}"/>
              </a:ext>
            </a:extLst>
          </p:cNvPr>
          <p:cNvSpPr>
            <a:spLocks noGrp="1"/>
          </p:cNvSpPr>
          <p:nvPr/>
        </p:nvSpPr>
        <p:spPr>
          <a:xfrm>
            <a:off x="13087350" y="4048125"/>
            <a:ext cx="52388" cy="547688"/>
          </a:xfrm>
          <a:prstGeom prst="rect">
            <a:avLst/>
          </a:prstGeom>
          <a:solidFill>
            <a:srgbClr val="FFFFFF"/>
          </a:solidFill>
          <a:ln w="13097">
            <a:solidFill>
              <a:srgbClr val="172B4D"/>
            </a:solidFill>
          </a:ln>
        </p:spPr>
      </p:sp>
      <p:sp>
        <p:nvSpPr>
          <p:cNvPr id="404" name="object-404">
            <a:extLst>
              <a:ext uri="{FF2B5EF4-FFF2-40B4-BE49-F238E27FC236}">
                <a16:creationId xmlns:a16="http://schemas.microsoft.com/office/drawing/2014/main" id="{F766AADF-DE5A-4B7E-8B36-E0C173C9F9E9}"/>
              </a:ext>
            </a:extLst>
          </p:cNvPr>
          <p:cNvSpPr>
            <a:spLocks noGrp="1"/>
          </p:cNvSpPr>
          <p:nvPr/>
        </p:nvSpPr>
        <p:spPr>
          <a:xfrm>
            <a:off x="13139738" y="4048125"/>
            <a:ext cx="52388" cy="547688"/>
          </a:xfrm>
          <a:prstGeom prst="rect">
            <a:avLst/>
          </a:prstGeom>
          <a:solidFill>
            <a:srgbClr val="FFFFFF"/>
          </a:solidFill>
          <a:ln w="13097">
            <a:solidFill>
              <a:srgbClr val="172B4D"/>
            </a:solidFill>
          </a:ln>
        </p:spPr>
      </p:sp>
      <p:sp>
        <p:nvSpPr>
          <p:cNvPr id="405" name="object-405">
            <a:extLst>
              <a:ext uri="{FF2B5EF4-FFF2-40B4-BE49-F238E27FC236}">
                <a16:creationId xmlns:a16="http://schemas.microsoft.com/office/drawing/2014/main" id="{FE30FCE9-C638-4FAA-AC57-FF4254FCEBEF}"/>
              </a:ext>
            </a:extLst>
          </p:cNvPr>
          <p:cNvSpPr>
            <a:spLocks noGrp="1"/>
          </p:cNvSpPr>
          <p:nvPr/>
        </p:nvSpPr>
        <p:spPr>
          <a:xfrm>
            <a:off x="13192125" y="4048125"/>
            <a:ext cx="52388" cy="547688"/>
          </a:xfrm>
          <a:prstGeom prst="rect">
            <a:avLst/>
          </a:prstGeom>
          <a:solidFill>
            <a:srgbClr val="FFFFFF"/>
          </a:solidFill>
          <a:ln w="13097">
            <a:solidFill>
              <a:srgbClr val="172B4D"/>
            </a:solidFill>
          </a:ln>
        </p:spPr>
      </p:sp>
      <p:sp>
        <p:nvSpPr>
          <p:cNvPr id="406" name="object-406">
            <a:extLst>
              <a:ext uri="{FF2B5EF4-FFF2-40B4-BE49-F238E27FC236}">
                <a16:creationId xmlns:a16="http://schemas.microsoft.com/office/drawing/2014/main" id="{13E4D1FC-978E-4D45-B691-52BFB94A4DF1}"/>
              </a:ext>
            </a:extLst>
          </p:cNvPr>
          <p:cNvSpPr>
            <a:spLocks noGrp="1"/>
          </p:cNvSpPr>
          <p:nvPr/>
        </p:nvSpPr>
        <p:spPr>
          <a:xfrm>
            <a:off x="13244513" y="4048125"/>
            <a:ext cx="52388" cy="547688"/>
          </a:xfrm>
          <a:prstGeom prst="rect">
            <a:avLst/>
          </a:prstGeom>
          <a:solidFill>
            <a:srgbClr val="FFFFFF"/>
          </a:solidFill>
          <a:ln w="13097">
            <a:solidFill>
              <a:srgbClr val="172B4D"/>
            </a:solidFill>
          </a:ln>
        </p:spPr>
      </p:sp>
      <p:sp>
        <p:nvSpPr>
          <p:cNvPr id="407" name="object-407">
            <a:extLst>
              <a:ext uri="{FF2B5EF4-FFF2-40B4-BE49-F238E27FC236}">
                <a16:creationId xmlns:a16="http://schemas.microsoft.com/office/drawing/2014/main" id="{53C03808-B1D5-4E14-8965-0D5DCE7E4CF7}"/>
              </a:ext>
            </a:extLst>
          </p:cNvPr>
          <p:cNvSpPr>
            <a:spLocks noGrp="1"/>
          </p:cNvSpPr>
          <p:nvPr/>
        </p:nvSpPr>
        <p:spPr>
          <a:xfrm>
            <a:off x="13296900" y="4048125"/>
            <a:ext cx="52388" cy="547688"/>
          </a:xfrm>
          <a:prstGeom prst="rect">
            <a:avLst/>
          </a:prstGeom>
          <a:solidFill>
            <a:srgbClr val="FFFFFF"/>
          </a:solidFill>
          <a:ln w="13097">
            <a:solidFill>
              <a:srgbClr val="172B4D"/>
            </a:solidFill>
          </a:ln>
        </p:spPr>
      </p:sp>
      <p:sp>
        <p:nvSpPr>
          <p:cNvPr id="408" name="object-408">
            <a:extLst>
              <a:ext uri="{FF2B5EF4-FFF2-40B4-BE49-F238E27FC236}">
                <a16:creationId xmlns:a16="http://schemas.microsoft.com/office/drawing/2014/main" id="{88C9AE8A-C747-48B6-AAA1-88666BE694C1}"/>
              </a:ext>
            </a:extLst>
          </p:cNvPr>
          <p:cNvSpPr>
            <a:spLocks noGrp="1"/>
          </p:cNvSpPr>
          <p:nvPr/>
        </p:nvSpPr>
        <p:spPr>
          <a:xfrm>
            <a:off x="13349288" y="4048125"/>
            <a:ext cx="52388" cy="547688"/>
          </a:xfrm>
          <a:prstGeom prst="rect">
            <a:avLst/>
          </a:prstGeom>
          <a:solidFill>
            <a:srgbClr val="FFFFFF"/>
          </a:solidFill>
          <a:ln w="13097">
            <a:solidFill>
              <a:srgbClr val="172B4D"/>
            </a:solidFill>
          </a:ln>
        </p:spPr>
      </p:sp>
      <p:sp>
        <p:nvSpPr>
          <p:cNvPr id="409" name="object-409">
            <a:extLst>
              <a:ext uri="{FF2B5EF4-FFF2-40B4-BE49-F238E27FC236}">
                <a16:creationId xmlns:a16="http://schemas.microsoft.com/office/drawing/2014/main" id="{89A37B03-8BEF-451B-9167-713B83879E97}"/>
              </a:ext>
            </a:extLst>
          </p:cNvPr>
          <p:cNvSpPr>
            <a:spLocks noGrp="1"/>
          </p:cNvSpPr>
          <p:nvPr/>
        </p:nvSpPr>
        <p:spPr>
          <a:xfrm>
            <a:off x="13401675" y="4048125"/>
            <a:ext cx="52388" cy="547688"/>
          </a:xfrm>
          <a:prstGeom prst="rect">
            <a:avLst/>
          </a:prstGeom>
          <a:solidFill>
            <a:srgbClr val="FFFFFF"/>
          </a:solidFill>
          <a:ln w="13097">
            <a:solidFill>
              <a:srgbClr val="172B4D"/>
            </a:solidFill>
          </a:ln>
        </p:spPr>
      </p:sp>
      <p:sp>
        <p:nvSpPr>
          <p:cNvPr id="410" name="object-410">
            <a:extLst>
              <a:ext uri="{FF2B5EF4-FFF2-40B4-BE49-F238E27FC236}">
                <a16:creationId xmlns:a16="http://schemas.microsoft.com/office/drawing/2014/main" id="{C421866F-12D8-456E-9F4E-63792BB59096}"/>
              </a:ext>
            </a:extLst>
          </p:cNvPr>
          <p:cNvSpPr>
            <a:spLocks noGrp="1"/>
          </p:cNvSpPr>
          <p:nvPr/>
        </p:nvSpPr>
        <p:spPr>
          <a:xfrm>
            <a:off x="12263438" y="4607719"/>
            <a:ext cx="1905000" cy="476250"/>
          </a:xfrm>
          <a:prstGeom prst="rect">
            <a:avLst/>
          </a:prstGeom>
          <a:noFill/>
          <a:ln w="0">
            <a:noFill/>
          </a:ln>
        </p:spPr>
        <p:txBody>
          <a:bodyPr anchor="ctr">
            <a:noAutofit/>
          </a:bodyPr>
          <a:lstStyle/>
          <a:p>
            <a:pPr algn="l">
              <a:defRPr sz="2250" b="1">
                <a:solidFill>
                  <a:srgbClr val="9A5800"/>
                </a:solidFill>
                <a:latin typeface="Arial"/>
                <a:ea typeface="Arial"/>
                <a:cs typeface="Arial"/>
              </a:defRPr>
            </a:pPr>
            <a:r>
              <a:rPr sz="2250" b="1">
                <a:solidFill>
                  <a:srgbClr val="9A5800"/>
                </a:solidFill>
                <a:latin typeface="Arial"/>
                <a:ea typeface="Arial"/>
                <a:cs typeface="Arial"/>
              </a:rPr>
              <a:t>158/100</a:t>
            </a:r>
          </a:p>
        </p:txBody>
      </p:sp>
      <p:sp>
        <p:nvSpPr>
          <p:cNvPr id="411" name="object-411">
            <a:extLst>
              <a:ext uri="{FF2B5EF4-FFF2-40B4-BE49-F238E27FC236}">
                <a16:creationId xmlns:a16="http://schemas.microsoft.com/office/drawing/2014/main" id="{59BF932F-443E-48D8-8DD0-649672A4BA9D}"/>
              </a:ext>
            </a:extLst>
          </p:cNvPr>
          <p:cNvSpPr>
            <a:spLocks noGrp="1"/>
          </p:cNvSpPr>
          <p:nvPr/>
        </p:nvSpPr>
        <p:spPr>
          <a:xfrm>
            <a:off x="833438" y="5238750"/>
            <a:ext cx="1905000" cy="714375"/>
          </a:xfrm>
          <a:prstGeom prst="rect">
            <a:avLst/>
          </a:prstGeom>
          <a:noFill/>
          <a:ln w="0">
            <a:noFill/>
          </a:ln>
        </p:spPr>
        <p:txBody>
          <a:bodyPr anchor="ctr">
            <a:noAutofit/>
          </a:bodyPr>
          <a:lstStyle/>
          <a:p>
            <a:pPr algn="l">
              <a:defRPr sz="3375" b="1">
                <a:solidFill>
                  <a:srgbClr val="1D4ED8"/>
                </a:solidFill>
                <a:latin typeface="Arial"/>
                <a:ea typeface="Arial"/>
                <a:cs typeface="Arial"/>
              </a:defRPr>
            </a:pPr>
            <a:r>
              <a:rPr sz="3375" b="1">
                <a:solidFill>
                  <a:srgbClr val="1D4ED8"/>
                </a:solidFill>
                <a:latin typeface="Arial"/>
                <a:ea typeface="Arial"/>
                <a:cs typeface="Arial"/>
              </a:rPr>
              <a:t>162%</a:t>
            </a:r>
          </a:p>
        </p:txBody>
      </p:sp>
      <p:sp>
        <p:nvSpPr>
          <p:cNvPr id="412" name="object-412">
            <a:extLst>
              <a:ext uri="{FF2B5EF4-FFF2-40B4-BE49-F238E27FC236}">
                <a16:creationId xmlns:a16="http://schemas.microsoft.com/office/drawing/2014/main" id="{633C4747-34CC-4961-806A-BAADBC115523}"/>
              </a:ext>
            </a:extLst>
          </p:cNvPr>
          <p:cNvSpPr>
            <a:spLocks noGrp="1"/>
          </p:cNvSpPr>
          <p:nvPr/>
        </p:nvSpPr>
        <p:spPr>
          <a:xfrm>
            <a:off x="2976563" y="5238750"/>
            <a:ext cx="52388" cy="547688"/>
          </a:xfrm>
          <a:prstGeom prst="rect">
            <a:avLst/>
          </a:prstGeom>
          <a:solidFill>
            <a:srgbClr val="1D4ED8"/>
          </a:solidFill>
          <a:ln w="13097">
            <a:solidFill>
              <a:srgbClr val="172B4D"/>
            </a:solidFill>
          </a:ln>
        </p:spPr>
      </p:sp>
      <p:sp>
        <p:nvSpPr>
          <p:cNvPr id="413" name="object-413">
            <a:extLst>
              <a:ext uri="{FF2B5EF4-FFF2-40B4-BE49-F238E27FC236}">
                <a16:creationId xmlns:a16="http://schemas.microsoft.com/office/drawing/2014/main" id="{6BA2346B-7E9D-41DF-8B0A-96212272004E}"/>
              </a:ext>
            </a:extLst>
          </p:cNvPr>
          <p:cNvSpPr>
            <a:spLocks noGrp="1"/>
          </p:cNvSpPr>
          <p:nvPr/>
        </p:nvSpPr>
        <p:spPr>
          <a:xfrm>
            <a:off x="3028950" y="5238750"/>
            <a:ext cx="52388" cy="547688"/>
          </a:xfrm>
          <a:prstGeom prst="rect">
            <a:avLst/>
          </a:prstGeom>
          <a:solidFill>
            <a:srgbClr val="1D4ED8"/>
          </a:solidFill>
          <a:ln w="13097">
            <a:solidFill>
              <a:srgbClr val="172B4D"/>
            </a:solidFill>
          </a:ln>
        </p:spPr>
      </p:sp>
      <p:sp>
        <p:nvSpPr>
          <p:cNvPr id="414" name="object-414">
            <a:extLst>
              <a:ext uri="{FF2B5EF4-FFF2-40B4-BE49-F238E27FC236}">
                <a16:creationId xmlns:a16="http://schemas.microsoft.com/office/drawing/2014/main" id="{4326CF3A-424B-43EC-8A95-99A3C65DAF0A}"/>
              </a:ext>
            </a:extLst>
          </p:cNvPr>
          <p:cNvSpPr>
            <a:spLocks noGrp="1"/>
          </p:cNvSpPr>
          <p:nvPr/>
        </p:nvSpPr>
        <p:spPr>
          <a:xfrm>
            <a:off x="3081338" y="5238750"/>
            <a:ext cx="52388" cy="547688"/>
          </a:xfrm>
          <a:prstGeom prst="rect">
            <a:avLst/>
          </a:prstGeom>
          <a:solidFill>
            <a:srgbClr val="1D4ED8"/>
          </a:solidFill>
          <a:ln w="13097">
            <a:solidFill>
              <a:srgbClr val="172B4D"/>
            </a:solidFill>
          </a:ln>
        </p:spPr>
      </p:sp>
      <p:sp>
        <p:nvSpPr>
          <p:cNvPr id="415" name="object-415">
            <a:extLst>
              <a:ext uri="{FF2B5EF4-FFF2-40B4-BE49-F238E27FC236}">
                <a16:creationId xmlns:a16="http://schemas.microsoft.com/office/drawing/2014/main" id="{DFD4FA3F-9A86-481D-9CB7-C48BD368A5B8}"/>
              </a:ext>
            </a:extLst>
          </p:cNvPr>
          <p:cNvSpPr>
            <a:spLocks noGrp="1"/>
          </p:cNvSpPr>
          <p:nvPr/>
        </p:nvSpPr>
        <p:spPr>
          <a:xfrm>
            <a:off x="3133725" y="5238750"/>
            <a:ext cx="52388" cy="547688"/>
          </a:xfrm>
          <a:prstGeom prst="rect">
            <a:avLst/>
          </a:prstGeom>
          <a:solidFill>
            <a:srgbClr val="1D4ED8"/>
          </a:solidFill>
          <a:ln w="13097">
            <a:solidFill>
              <a:srgbClr val="172B4D"/>
            </a:solidFill>
          </a:ln>
        </p:spPr>
      </p:sp>
      <p:sp>
        <p:nvSpPr>
          <p:cNvPr id="416" name="object-416">
            <a:extLst>
              <a:ext uri="{FF2B5EF4-FFF2-40B4-BE49-F238E27FC236}">
                <a16:creationId xmlns:a16="http://schemas.microsoft.com/office/drawing/2014/main" id="{5470B7E1-3B8A-40F5-A3CF-942C2237C7E5}"/>
              </a:ext>
            </a:extLst>
          </p:cNvPr>
          <p:cNvSpPr>
            <a:spLocks noGrp="1"/>
          </p:cNvSpPr>
          <p:nvPr/>
        </p:nvSpPr>
        <p:spPr>
          <a:xfrm>
            <a:off x="3186113" y="5238750"/>
            <a:ext cx="52388" cy="547688"/>
          </a:xfrm>
          <a:prstGeom prst="rect">
            <a:avLst/>
          </a:prstGeom>
          <a:solidFill>
            <a:srgbClr val="1D4ED8"/>
          </a:solidFill>
          <a:ln w="13097">
            <a:solidFill>
              <a:srgbClr val="172B4D"/>
            </a:solidFill>
          </a:ln>
        </p:spPr>
      </p:sp>
      <p:sp>
        <p:nvSpPr>
          <p:cNvPr id="417" name="object-417">
            <a:extLst>
              <a:ext uri="{FF2B5EF4-FFF2-40B4-BE49-F238E27FC236}">
                <a16:creationId xmlns:a16="http://schemas.microsoft.com/office/drawing/2014/main" id="{3913D167-0BD5-4646-99F3-55C8A77E6FEF}"/>
              </a:ext>
            </a:extLst>
          </p:cNvPr>
          <p:cNvSpPr>
            <a:spLocks noGrp="1"/>
          </p:cNvSpPr>
          <p:nvPr/>
        </p:nvSpPr>
        <p:spPr>
          <a:xfrm>
            <a:off x="3238500" y="5238750"/>
            <a:ext cx="52388" cy="547688"/>
          </a:xfrm>
          <a:prstGeom prst="rect">
            <a:avLst/>
          </a:prstGeom>
          <a:solidFill>
            <a:srgbClr val="1D4ED8"/>
          </a:solidFill>
          <a:ln w="13097">
            <a:solidFill>
              <a:srgbClr val="172B4D"/>
            </a:solidFill>
          </a:ln>
        </p:spPr>
      </p:sp>
      <p:sp>
        <p:nvSpPr>
          <p:cNvPr id="418" name="object-418">
            <a:extLst>
              <a:ext uri="{FF2B5EF4-FFF2-40B4-BE49-F238E27FC236}">
                <a16:creationId xmlns:a16="http://schemas.microsoft.com/office/drawing/2014/main" id="{F74E4711-3B00-4A50-BCF8-E76CA0B7FEC3}"/>
              </a:ext>
            </a:extLst>
          </p:cNvPr>
          <p:cNvSpPr>
            <a:spLocks noGrp="1"/>
          </p:cNvSpPr>
          <p:nvPr/>
        </p:nvSpPr>
        <p:spPr>
          <a:xfrm>
            <a:off x="3290888" y="5238750"/>
            <a:ext cx="52388" cy="547688"/>
          </a:xfrm>
          <a:prstGeom prst="rect">
            <a:avLst/>
          </a:prstGeom>
          <a:solidFill>
            <a:srgbClr val="1D4ED8"/>
          </a:solidFill>
          <a:ln w="13097">
            <a:solidFill>
              <a:srgbClr val="172B4D"/>
            </a:solidFill>
          </a:ln>
        </p:spPr>
      </p:sp>
      <p:sp>
        <p:nvSpPr>
          <p:cNvPr id="419" name="object-419">
            <a:extLst>
              <a:ext uri="{FF2B5EF4-FFF2-40B4-BE49-F238E27FC236}">
                <a16:creationId xmlns:a16="http://schemas.microsoft.com/office/drawing/2014/main" id="{93BD9194-ADF8-4213-AC38-08F35E0B4E42}"/>
              </a:ext>
            </a:extLst>
          </p:cNvPr>
          <p:cNvSpPr>
            <a:spLocks noGrp="1"/>
          </p:cNvSpPr>
          <p:nvPr/>
        </p:nvSpPr>
        <p:spPr>
          <a:xfrm>
            <a:off x="3343275" y="5238750"/>
            <a:ext cx="52388" cy="547688"/>
          </a:xfrm>
          <a:prstGeom prst="rect">
            <a:avLst/>
          </a:prstGeom>
          <a:solidFill>
            <a:srgbClr val="1D4ED8"/>
          </a:solidFill>
          <a:ln w="13097">
            <a:solidFill>
              <a:srgbClr val="172B4D"/>
            </a:solidFill>
          </a:ln>
        </p:spPr>
      </p:sp>
      <p:sp>
        <p:nvSpPr>
          <p:cNvPr id="420" name="object-420">
            <a:extLst>
              <a:ext uri="{FF2B5EF4-FFF2-40B4-BE49-F238E27FC236}">
                <a16:creationId xmlns:a16="http://schemas.microsoft.com/office/drawing/2014/main" id="{4CBFDBAF-5B9E-4544-9D56-DB7578D968E8}"/>
              </a:ext>
            </a:extLst>
          </p:cNvPr>
          <p:cNvSpPr>
            <a:spLocks noGrp="1"/>
          </p:cNvSpPr>
          <p:nvPr/>
        </p:nvSpPr>
        <p:spPr>
          <a:xfrm>
            <a:off x="3395663" y="5238750"/>
            <a:ext cx="52388" cy="547688"/>
          </a:xfrm>
          <a:prstGeom prst="rect">
            <a:avLst/>
          </a:prstGeom>
          <a:solidFill>
            <a:srgbClr val="1D4ED8"/>
          </a:solidFill>
          <a:ln w="13097">
            <a:solidFill>
              <a:srgbClr val="172B4D"/>
            </a:solidFill>
          </a:ln>
        </p:spPr>
      </p:sp>
      <p:sp>
        <p:nvSpPr>
          <p:cNvPr id="421" name="object-421">
            <a:extLst>
              <a:ext uri="{FF2B5EF4-FFF2-40B4-BE49-F238E27FC236}">
                <a16:creationId xmlns:a16="http://schemas.microsoft.com/office/drawing/2014/main" id="{6ACA51CC-0E67-41C3-9794-C8C3B22760C4}"/>
              </a:ext>
            </a:extLst>
          </p:cNvPr>
          <p:cNvSpPr>
            <a:spLocks noGrp="1"/>
          </p:cNvSpPr>
          <p:nvPr/>
        </p:nvSpPr>
        <p:spPr>
          <a:xfrm>
            <a:off x="3448050" y="5238750"/>
            <a:ext cx="52388" cy="547688"/>
          </a:xfrm>
          <a:prstGeom prst="rect">
            <a:avLst/>
          </a:prstGeom>
          <a:solidFill>
            <a:srgbClr val="1D4ED8"/>
          </a:solidFill>
          <a:ln w="13097">
            <a:solidFill>
              <a:srgbClr val="172B4D"/>
            </a:solidFill>
          </a:ln>
        </p:spPr>
      </p:sp>
      <p:sp>
        <p:nvSpPr>
          <p:cNvPr id="422" name="object-422">
            <a:extLst>
              <a:ext uri="{FF2B5EF4-FFF2-40B4-BE49-F238E27FC236}">
                <a16:creationId xmlns:a16="http://schemas.microsoft.com/office/drawing/2014/main" id="{383096CE-09C5-44B6-A0FB-5CF992162156}"/>
              </a:ext>
            </a:extLst>
          </p:cNvPr>
          <p:cNvSpPr>
            <a:spLocks noGrp="1"/>
          </p:cNvSpPr>
          <p:nvPr/>
        </p:nvSpPr>
        <p:spPr>
          <a:xfrm>
            <a:off x="3500438" y="5238750"/>
            <a:ext cx="52388" cy="547688"/>
          </a:xfrm>
          <a:prstGeom prst="rect">
            <a:avLst/>
          </a:prstGeom>
          <a:solidFill>
            <a:srgbClr val="1D4ED8"/>
          </a:solidFill>
          <a:ln w="13097">
            <a:solidFill>
              <a:srgbClr val="172B4D"/>
            </a:solidFill>
          </a:ln>
        </p:spPr>
      </p:sp>
      <p:sp>
        <p:nvSpPr>
          <p:cNvPr id="423" name="object-423">
            <a:extLst>
              <a:ext uri="{FF2B5EF4-FFF2-40B4-BE49-F238E27FC236}">
                <a16:creationId xmlns:a16="http://schemas.microsoft.com/office/drawing/2014/main" id="{DB7A5741-C618-41AC-894D-A6069ED51617}"/>
              </a:ext>
            </a:extLst>
          </p:cNvPr>
          <p:cNvSpPr>
            <a:spLocks noGrp="1"/>
          </p:cNvSpPr>
          <p:nvPr/>
        </p:nvSpPr>
        <p:spPr>
          <a:xfrm>
            <a:off x="3552825" y="5238750"/>
            <a:ext cx="52388" cy="547688"/>
          </a:xfrm>
          <a:prstGeom prst="rect">
            <a:avLst/>
          </a:prstGeom>
          <a:solidFill>
            <a:srgbClr val="1D4ED8"/>
          </a:solidFill>
          <a:ln w="13097">
            <a:solidFill>
              <a:srgbClr val="172B4D"/>
            </a:solidFill>
          </a:ln>
        </p:spPr>
      </p:sp>
      <p:sp>
        <p:nvSpPr>
          <p:cNvPr id="424" name="object-424">
            <a:extLst>
              <a:ext uri="{FF2B5EF4-FFF2-40B4-BE49-F238E27FC236}">
                <a16:creationId xmlns:a16="http://schemas.microsoft.com/office/drawing/2014/main" id="{3C20E326-510C-4518-BA00-F79901C19611}"/>
              </a:ext>
            </a:extLst>
          </p:cNvPr>
          <p:cNvSpPr>
            <a:spLocks noGrp="1"/>
          </p:cNvSpPr>
          <p:nvPr/>
        </p:nvSpPr>
        <p:spPr>
          <a:xfrm>
            <a:off x="3605213" y="5238750"/>
            <a:ext cx="52388" cy="547688"/>
          </a:xfrm>
          <a:prstGeom prst="rect">
            <a:avLst/>
          </a:prstGeom>
          <a:solidFill>
            <a:srgbClr val="1D4ED8"/>
          </a:solidFill>
          <a:ln w="13097">
            <a:solidFill>
              <a:srgbClr val="172B4D"/>
            </a:solidFill>
          </a:ln>
        </p:spPr>
      </p:sp>
      <p:sp>
        <p:nvSpPr>
          <p:cNvPr id="425" name="object-425">
            <a:extLst>
              <a:ext uri="{FF2B5EF4-FFF2-40B4-BE49-F238E27FC236}">
                <a16:creationId xmlns:a16="http://schemas.microsoft.com/office/drawing/2014/main" id="{9E873936-783D-4CFD-AD33-3B2C53901617}"/>
              </a:ext>
            </a:extLst>
          </p:cNvPr>
          <p:cNvSpPr>
            <a:spLocks noGrp="1"/>
          </p:cNvSpPr>
          <p:nvPr/>
        </p:nvSpPr>
        <p:spPr>
          <a:xfrm>
            <a:off x="3657600" y="5238750"/>
            <a:ext cx="52388" cy="547688"/>
          </a:xfrm>
          <a:prstGeom prst="rect">
            <a:avLst/>
          </a:prstGeom>
          <a:solidFill>
            <a:srgbClr val="1D4ED8"/>
          </a:solidFill>
          <a:ln w="13097">
            <a:solidFill>
              <a:srgbClr val="172B4D"/>
            </a:solidFill>
          </a:ln>
        </p:spPr>
      </p:sp>
      <p:sp>
        <p:nvSpPr>
          <p:cNvPr id="426" name="object-426">
            <a:extLst>
              <a:ext uri="{FF2B5EF4-FFF2-40B4-BE49-F238E27FC236}">
                <a16:creationId xmlns:a16="http://schemas.microsoft.com/office/drawing/2014/main" id="{9F15B5B3-5D54-4A21-9E9B-B8B452C6B19C}"/>
              </a:ext>
            </a:extLst>
          </p:cNvPr>
          <p:cNvSpPr>
            <a:spLocks noGrp="1"/>
          </p:cNvSpPr>
          <p:nvPr/>
        </p:nvSpPr>
        <p:spPr>
          <a:xfrm>
            <a:off x="3709988" y="5238750"/>
            <a:ext cx="52388" cy="547688"/>
          </a:xfrm>
          <a:prstGeom prst="rect">
            <a:avLst/>
          </a:prstGeom>
          <a:solidFill>
            <a:srgbClr val="1D4ED8"/>
          </a:solidFill>
          <a:ln w="13097">
            <a:solidFill>
              <a:srgbClr val="172B4D"/>
            </a:solidFill>
          </a:ln>
        </p:spPr>
      </p:sp>
      <p:sp>
        <p:nvSpPr>
          <p:cNvPr id="427" name="object-427">
            <a:extLst>
              <a:ext uri="{FF2B5EF4-FFF2-40B4-BE49-F238E27FC236}">
                <a16:creationId xmlns:a16="http://schemas.microsoft.com/office/drawing/2014/main" id="{4BDC7C5B-3D48-446D-B223-7917E6BBDEA2}"/>
              </a:ext>
            </a:extLst>
          </p:cNvPr>
          <p:cNvSpPr>
            <a:spLocks noGrp="1"/>
          </p:cNvSpPr>
          <p:nvPr/>
        </p:nvSpPr>
        <p:spPr>
          <a:xfrm>
            <a:off x="3762375" y="5238750"/>
            <a:ext cx="52388" cy="547688"/>
          </a:xfrm>
          <a:prstGeom prst="rect">
            <a:avLst/>
          </a:prstGeom>
          <a:solidFill>
            <a:srgbClr val="1D4ED8"/>
          </a:solidFill>
          <a:ln w="13097">
            <a:solidFill>
              <a:srgbClr val="172B4D"/>
            </a:solidFill>
          </a:ln>
        </p:spPr>
      </p:sp>
      <p:sp>
        <p:nvSpPr>
          <p:cNvPr id="428" name="object-428">
            <a:extLst>
              <a:ext uri="{FF2B5EF4-FFF2-40B4-BE49-F238E27FC236}">
                <a16:creationId xmlns:a16="http://schemas.microsoft.com/office/drawing/2014/main" id="{B402B5D9-98BC-4A58-9B4C-DB863F483BCA}"/>
              </a:ext>
            </a:extLst>
          </p:cNvPr>
          <p:cNvSpPr>
            <a:spLocks noGrp="1"/>
          </p:cNvSpPr>
          <p:nvPr/>
        </p:nvSpPr>
        <p:spPr>
          <a:xfrm>
            <a:off x="3814763" y="5238750"/>
            <a:ext cx="52388" cy="547688"/>
          </a:xfrm>
          <a:prstGeom prst="rect">
            <a:avLst/>
          </a:prstGeom>
          <a:solidFill>
            <a:srgbClr val="1D4ED8"/>
          </a:solidFill>
          <a:ln w="13097">
            <a:solidFill>
              <a:srgbClr val="172B4D"/>
            </a:solidFill>
          </a:ln>
        </p:spPr>
      </p:sp>
      <p:sp>
        <p:nvSpPr>
          <p:cNvPr id="429" name="object-429">
            <a:extLst>
              <a:ext uri="{FF2B5EF4-FFF2-40B4-BE49-F238E27FC236}">
                <a16:creationId xmlns:a16="http://schemas.microsoft.com/office/drawing/2014/main" id="{05642C9E-357B-4A65-BB50-0D0F3E65BF6A}"/>
              </a:ext>
            </a:extLst>
          </p:cNvPr>
          <p:cNvSpPr>
            <a:spLocks noGrp="1"/>
          </p:cNvSpPr>
          <p:nvPr/>
        </p:nvSpPr>
        <p:spPr>
          <a:xfrm>
            <a:off x="3867150" y="5238750"/>
            <a:ext cx="52388" cy="547688"/>
          </a:xfrm>
          <a:prstGeom prst="rect">
            <a:avLst/>
          </a:prstGeom>
          <a:solidFill>
            <a:srgbClr val="1D4ED8"/>
          </a:solidFill>
          <a:ln w="13097">
            <a:solidFill>
              <a:srgbClr val="172B4D"/>
            </a:solidFill>
          </a:ln>
        </p:spPr>
      </p:sp>
      <p:sp>
        <p:nvSpPr>
          <p:cNvPr id="430" name="object-430">
            <a:extLst>
              <a:ext uri="{FF2B5EF4-FFF2-40B4-BE49-F238E27FC236}">
                <a16:creationId xmlns:a16="http://schemas.microsoft.com/office/drawing/2014/main" id="{AA8F68D4-9065-4D66-99F4-69F61370192B}"/>
              </a:ext>
            </a:extLst>
          </p:cNvPr>
          <p:cNvSpPr>
            <a:spLocks noGrp="1"/>
          </p:cNvSpPr>
          <p:nvPr/>
        </p:nvSpPr>
        <p:spPr>
          <a:xfrm>
            <a:off x="3919538" y="5238750"/>
            <a:ext cx="52388" cy="547688"/>
          </a:xfrm>
          <a:prstGeom prst="rect">
            <a:avLst/>
          </a:prstGeom>
          <a:solidFill>
            <a:srgbClr val="1D4ED8"/>
          </a:solidFill>
          <a:ln w="13097">
            <a:solidFill>
              <a:srgbClr val="172B4D"/>
            </a:solidFill>
          </a:ln>
        </p:spPr>
      </p:sp>
      <p:sp>
        <p:nvSpPr>
          <p:cNvPr id="431" name="object-431">
            <a:extLst>
              <a:ext uri="{FF2B5EF4-FFF2-40B4-BE49-F238E27FC236}">
                <a16:creationId xmlns:a16="http://schemas.microsoft.com/office/drawing/2014/main" id="{1064AC6B-85A7-4E82-B6D3-1CAAC1CDB11F}"/>
              </a:ext>
            </a:extLst>
          </p:cNvPr>
          <p:cNvSpPr>
            <a:spLocks noGrp="1"/>
          </p:cNvSpPr>
          <p:nvPr/>
        </p:nvSpPr>
        <p:spPr>
          <a:xfrm>
            <a:off x="3971925" y="5238750"/>
            <a:ext cx="52388" cy="547688"/>
          </a:xfrm>
          <a:prstGeom prst="rect">
            <a:avLst/>
          </a:prstGeom>
          <a:solidFill>
            <a:srgbClr val="1D4ED8"/>
          </a:solidFill>
          <a:ln w="13097">
            <a:solidFill>
              <a:srgbClr val="172B4D"/>
            </a:solidFill>
          </a:ln>
        </p:spPr>
      </p:sp>
      <p:sp>
        <p:nvSpPr>
          <p:cNvPr id="432" name="object-432">
            <a:extLst>
              <a:ext uri="{FF2B5EF4-FFF2-40B4-BE49-F238E27FC236}">
                <a16:creationId xmlns:a16="http://schemas.microsoft.com/office/drawing/2014/main" id="{F888551F-3DC7-4770-B664-76F66C913D50}"/>
              </a:ext>
            </a:extLst>
          </p:cNvPr>
          <p:cNvSpPr>
            <a:spLocks noGrp="1"/>
          </p:cNvSpPr>
          <p:nvPr/>
        </p:nvSpPr>
        <p:spPr>
          <a:xfrm>
            <a:off x="4024313" y="5238750"/>
            <a:ext cx="52388" cy="547688"/>
          </a:xfrm>
          <a:prstGeom prst="rect">
            <a:avLst/>
          </a:prstGeom>
          <a:solidFill>
            <a:srgbClr val="1D4ED8"/>
          </a:solidFill>
          <a:ln w="13097">
            <a:solidFill>
              <a:srgbClr val="172B4D"/>
            </a:solidFill>
          </a:ln>
        </p:spPr>
      </p:sp>
      <p:sp>
        <p:nvSpPr>
          <p:cNvPr id="433" name="object-433">
            <a:extLst>
              <a:ext uri="{FF2B5EF4-FFF2-40B4-BE49-F238E27FC236}">
                <a16:creationId xmlns:a16="http://schemas.microsoft.com/office/drawing/2014/main" id="{7A318BA4-D663-4752-BA8A-3A03316AF0E9}"/>
              </a:ext>
            </a:extLst>
          </p:cNvPr>
          <p:cNvSpPr>
            <a:spLocks noGrp="1"/>
          </p:cNvSpPr>
          <p:nvPr/>
        </p:nvSpPr>
        <p:spPr>
          <a:xfrm>
            <a:off x="4076700" y="5238750"/>
            <a:ext cx="52388" cy="547688"/>
          </a:xfrm>
          <a:prstGeom prst="rect">
            <a:avLst/>
          </a:prstGeom>
          <a:solidFill>
            <a:srgbClr val="1D4ED8"/>
          </a:solidFill>
          <a:ln w="13097">
            <a:solidFill>
              <a:srgbClr val="172B4D"/>
            </a:solidFill>
          </a:ln>
        </p:spPr>
      </p:sp>
      <p:sp>
        <p:nvSpPr>
          <p:cNvPr id="434" name="object-434">
            <a:extLst>
              <a:ext uri="{FF2B5EF4-FFF2-40B4-BE49-F238E27FC236}">
                <a16:creationId xmlns:a16="http://schemas.microsoft.com/office/drawing/2014/main" id="{15FEFD1B-5120-430D-A1E4-44EF54180F65}"/>
              </a:ext>
            </a:extLst>
          </p:cNvPr>
          <p:cNvSpPr>
            <a:spLocks noGrp="1"/>
          </p:cNvSpPr>
          <p:nvPr/>
        </p:nvSpPr>
        <p:spPr>
          <a:xfrm>
            <a:off x="4129088" y="5238750"/>
            <a:ext cx="52388" cy="547688"/>
          </a:xfrm>
          <a:prstGeom prst="rect">
            <a:avLst/>
          </a:prstGeom>
          <a:solidFill>
            <a:srgbClr val="1D4ED8"/>
          </a:solidFill>
          <a:ln w="13097">
            <a:solidFill>
              <a:srgbClr val="172B4D"/>
            </a:solidFill>
          </a:ln>
        </p:spPr>
      </p:sp>
      <p:sp>
        <p:nvSpPr>
          <p:cNvPr id="435" name="object-435">
            <a:extLst>
              <a:ext uri="{FF2B5EF4-FFF2-40B4-BE49-F238E27FC236}">
                <a16:creationId xmlns:a16="http://schemas.microsoft.com/office/drawing/2014/main" id="{93C14398-7983-4014-B6FB-68D2A558C791}"/>
              </a:ext>
            </a:extLst>
          </p:cNvPr>
          <p:cNvSpPr>
            <a:spLocks noGrp="1"/>
          </p:cNvSpPr>
          <p:nvPr/>
        </p:nvSpPr>
        <p:spPr>
          <a:xfrm>
            <a:off x="4181475" y="5238750"/>
            <a:ext cx="52388" cy="547688"/>
          </a:xfrm>
          <a:prstGeom prst="rect">
            <a:avLst/>
          </a:prstGeom>
          <a:solidFill>
            <a:srgbClr val="1D4ED8"/>
          </a:solidFill>
          <a:ln w="13097">
            <a:solidFill>
              <a:srgbClr val="172B4D"/>
            </a:solidFill>
          </a:ln>
        </p:spPr>
      </p:sp>
      <p:sp>
        <p:nvSpPr>
          <p:cNvPr id="436" name="object-436">
            <a:extLst>
              <a:ext uri="{FF2B5EF4-FFF2-40B4-BE49-F238E27FC236}">
                <a16:creationId xmlns:a16="http://schemas.microsoft.com/office/drawing/2014/main" id="{7423F9C3-3C17-4E26-A060-DE66D700BC44}"/>
              </a:ext>
            </a:extLst>
          </p:cNvPr>
          <p:cNvSpPr>
            <a:spLocks noGrp="1"/>
          </p:cNvSpPr>
          <p:nvPr/>
        </p:nvSpPr>
        <p:spPr>
          <a:xfrm>
            <a:off x="4233863" y="5238750"/>
            <a:ext cx="52388" cy="547688"/>
          </a:xfrm>
          <a:prstGeom prst="rect">
            <a:avLst/>
          </a:prstGeom>
          <a:solidFill>
            <a:srgbClr val="1D4ED8"/>
          </a:solidFill>
          <a:ln w="13097">
            <a:solidFill>
              <a:srgbClr val="172B4D"/>
            </a:solidFill>
          </a:ln>
        </p:spPr>
      </p:sp>
      <p:sp>
        <p:nvSpPr>
          <p:cNvPr id="437" name="object-437">
            <a:extLst>
              <a:ext uri="{FF2B5EF4-FFF2-40B4-BE49-F238E27FC236}">
                <a16:creationId xmlns:a16="http://schemas.microsoft.com/office/drawing/2014/main" id="{C4C4BE75-584C-4CE3-AF53-ED5BCA414382}"/>
              </a:ext>
            </a:extLst>
          </p:cNvPr>
          <p:cNvSpPr>
            <a:spLocks noGrp="1"/>
          </p:cNvSpPr>
          <p:nvPr/>
        </p:nvSpPr>
        <p:spPr>
          <a:xfrm>
            <a:off x="4286250" y="5238750"/>
            <a:ext cx="52388" cy="547688"/>
          </a:xfrm>
          <a:prstGeom prst="rect">
            <a:avLst/>
          </a:prstGeom>
          <a:solidFill>
            <a:srgbClr val="1D4ED8"/>
          </a:solidFill>
          <a:ln w="13097">
            <a:solidFill>
              <a:srgbClr val="172B4D"/>
            </a:solidFill>
          </a:ln>
        </p:spPr>
      </p:sp>
      <p:sp>
        <p:nvSpPr>
          <p:cNvPr id="438" name="object-438">
            <a:extLst>
              <a:ext uri="{FF2B5EF4-FFF2-40B4-BE49-F238E27FC236}">
                <a16:creationId xmlns:a16="http://schemas.microsoft.com/office/drawing/2014/main" id="{50DA0085-D249-4385-A4FF-2CA695BB1249}"/>
              </a:ext>
            </a:extLst>
          </p:cNvPr>
          <p:cNvSpPr>
            <a:spLocks noGrp="1"/>
          </p:cNvSpPr>
          <p:nvPr/>
        </p:nvSpPr>
        <p:spPr>
          <a:xfrm>
            <a:off x="4338638" y="5238750"/>
            <a:ext cx="52388" cy="547688"/>
          </a:xfrm>
          <a:prstGeom prst="rect">
            <a:avLst/>
          </a:prstGeom>
          <a:solidFill>
            <a:srgbClr val="1D4ED8"/>
          </a:solidFill>
          <a:ln w="13097">
            <a:solidFill>
              <a:srgbClr val="172B4D"/>
            </a:solidFill>
          </a:ln>
        </p:spPr>
      </p:sp>
      <p:sp>
        <p:nvSpPr>
          <p:cNvPr id="439" name="object-439">
            <a:extLst>
              <a:ext uri="{FF2B5EF4-FFF2-40B4-BE49-F238E27FC236}">
                <a16:creationId xmlns:a16="http://schemas.microsoft.com/office/drawing/2014/main" id="{4672E68C-AECE-48A4-BDD7-EFA0E0438B63}"/>
              </a:ext>
            </a:extLst>
          </p:cNvPr>
          <p:cNvSpPr>
            <a:spLocks noGrp="1"/>
          </p:cNvSpPr>
          <p:nvPr/>
        </p:nvSpPr>
        <p:spPr>
          <a:xfrm>
            <a:off x="4391025" y="5238750"/>
            <a:ext cx="52388" cy="547688"/>
          </a:xfrm>
          <a:prstGeom prst="rect">
            <a:avLst/>
          </a:prstGeom>
          <a:solidFill>
            <a:srgbClr val="1D4ED8"/>
          </a:solidFill>
          <a:ln w="13097">
            <a:solidFill>
              <a:srgbClr val="172B4D"/>
            </a:solidFill>
          </a:ln>
        </p:spPr>
      </p:sp>
      <p:sp>
        <p:nvSpPr>
          <p:cNvPr id="440" name="object-440">
            <a:extLst>
              <a:ext uri="{FF2B5EF4-FFF2-40B4-BE49-F238E27FC236}">
                <a16:creationId xmlns:a16="http://schemas.microsoft.com/office/drawing/2014/main" id="{A0A7CA51-E8CD-47C9-8391-C5EF78BB710C}"/>
              </a:ext>
            </a:extLst>
          </p:cNvPr>
          <p:cNvSpPr>
            <a:spLocks noGrp="1"/>
          </p:cNvSpPr>
          <p:nvPr/>
        </p:nvSpPr>
        <p:spPr>
          <a:xfrm>
            <a:off x="4443413" y="5238750"/>
            <a:ext cx="52388" cy="547688"/>
          </a:xfrm>
          <a:prstGeom prst="rect">
            <a:avLst/>
          </a:prstGeom>
          <a:solidFill>
            <a:srgbClr val="1D4ED8"/>
          </a:solidFill>
          <a:ln w="13097">
            <a:solidFill>
              <a:srgbClr val="172B4D"/>
            </a:solidFill>
          </a:ln>
        </p:spPr>
      </p:sp>
      <p:sp>
        <p:nvSpPr>
          <p:cNvPr id="441" name="object-441">
            <a:extLst>
              <a:ext uri="{FF2B5EF4-FFF2-40B4-BE49-F238E27FC236}">
                <a16:creationId xmlns:a16="http://schemas.microsoft.com/office/drawing/2014/main" id="{9C390EB4-38AD-4F38-8338-54CDC3E418D4}"/>
              </a:ext>
            </a:extLst>
          </p:cNvPr>
          <p:cNvSpPr>
            <a:spLocks noGrp="1"/>
          </p:cNvSpPr>
          <p:nvPr/>
        </p:nvSpPr>
        <p:spPr>
          <a:xfrm>
            <a:off x="4495800" y="5238750"/>
            <a:ext cx="52388" cy="547688"/>
          </a:xfrm>
          <a:prstGeom prst="rect">
            <a:avLst/>
          </a:prstGeom>
          <a:solidFill>
            <a:srgbClr val="1D4ED8"/>
          </a:solidFill>
          <a:ln w="13097">
            <a:solidFill>
              <a:srgbClr val="172B4D"/>
            </a:solidFill>
          </a:ln>
        </p:spPr>
      </p:sp>
      <p:sp>
        <p:nvSpPr>
          <p:cNvPr id="442" name="object-442">
            <a:extLst>
              <a:ext uri="{FF2B5EF4-FFF2-40B4-BE49-F238E27FC236}">
                <a16:creationId xmlns:a16="http://schemas.microsoft.com/office/drawing/2014/main" id="{A41FBBFA-0692-4914-82EE-346A0FA6FBC0}"/>
              </a:ext>
            </a:extLst>
          </p:cNvPr>
          <p:cNvSpPr>
            <a:spLocks noGrp="1"/>
          </p:cNvSpPr>
          <p:nvPr/>
        </p:nvSpPr>
        <p:spPr>
          <a:xfrm>
            <a:off x="4548188" y="5238750"/>
            <a:ext cx="52388" cy="547688"/>
          </a:xfrm>
          <a:prstGeom prst="rect">
            <a:avLst/>
          </a:prstGeom>
          <a:solidFill>
            <a:srgbClr val="1D4ED8"/>
          </a:solidFill>
          <a:ln w="13097">
            <a:solidFill>
              <a:srgbClr val="172B4D"/>
            </a:solidFill>
          </a:ln>
        </p:spPr>
      </p:sp>
      <p:sp>
        <p:nvSpPr>
          <p:cNvPr id="443" name="object-443">
            <a:extLst>
              <a:ext uri="{FF2B5EF4-FFF2-40B4-BE49-F238E27FC236}">
                <a16:creationId xmlns:a16="http://schemas.microsoft.com/office/drawing/2014/main" id="{3BBF89C1-7D92-456C-8172-B2B89479D7F1}"/>
              </a:ext>
            </a:extLst>
          </p:cNvPr>
          <p:cNvSpPr>
            <a:spLocks noGrp="1"/>
          </p:cNvSpPr>
          <p:nvPr/>
        </p:nvSpPr>
        <p:spPr>
          <a:xfrm>
            <a:off x="4600575" y="5238750"/>
            <a:ext cx="52388" cy="547688"/>
          </a:xfrm>
          <a:prstGeom prst="rect">
            <a:avLst/>
          </a:prstGeom>
          <a:solidFill>
            <a:srgbClr val="1D4ED8"/>
          </a:solidFill>
          <a:ln w="13097">
            <a:solidFill>
              <a:srgbClr val="172B4D"/>
            </a:solidFill>
          </a:ln>
        </p:spPr>
      </p:sp>
      <p:sp>
        <p:nvSpPr>
          <p:cNvPr id="444" name="object-444">
            <a:extLst>
              <a:ext uri="{FF2B5EF4-FFF2-40B4-BE49-F238E27FC236}">
                <a16:creationId xmlns:a16="http://schemas.microsoft.com/office/drawing/2014/main" id="{C565C51C-E005-470F-8D04-352C898ADF25}"/>
              </a:ext>
            </a:extLst>
          </p:cNvPr>
          <p:cNvSpPr>
            <a:spLocks noGrp="1"/>
          </p:cNvSpPr>
          <p:nvPr/>
        </p:nvSpPr>
        <p:spPr>
          <a:xfrm>
            <a:off x="4652963" y="5238750"/>
            <a:ext cx="52388" cy="547688"/>
          </a:xfrm>
          <a:prstGeom prst="rect">
            <a:avLst/>
          </a:prstGeom>
          <a:solidFill>
            <a:srgbClr val="1D4ED8"/>
          </a:solidFill>
          <a:ln w="13097">
            <a:solidFill>
              <a:srgbClr val="172B4D"/>
            </a:solidFill>
          </a:ln>
        </p:spPr>
      </p:sp>
      <p:sp>
        <p:nvSpPr>
          <p:cNvPr id="445" name="object-445">
            <a:extLst>
              <a:ext uri="{FF2B5EF4-FFF2-40B4-BE49-F238E27FC236}">
                <a16:creationId xmlns:a16="http://schemas.microsoft.com/office/drawing/2014/main" id="{F4DEDD5D-E1BE-4B71-8F7E-8F6BA2092606}"/>
              </a:ext>
            </a:extLst>
          </p:cNvPr>
          <p:cNvSpPr>
            <a:spLocks noGrp="1"/>
          </p:cNvSpPr>
          <p:nvPr/>
        </p:nvSpPr>
        <p:spPr>
          <a:xfrm>
            <a:off x="4705350" y="5238750"/>
            <a:ext cx="52388" cy="547688"/>
          </a:xfrm>
          <a:prstGeom prst="rect">
            <a:avLst/>
          </a:prstGeom>
          <a:solidFill>
            <a:srgbClr val="1D4ED8"/>
          </a:solidFill>
          <a:ln w="13097">
            <a:solidFill>
              <a:srgbClr val="172B4D"/>
            </a:solidFill>
          </a:ln>
        </p:spPr>
      </p:sp>
      <p:sp>
        <p:nvSpPr>
          <p:cNvPr id="446" name="object-446">
            <a:extLst>
              <a:ext uri="{FF2B5EF4-FFF2-40B4-BE49-F238E27FC236}">
                <a16:creationId xmlns:a16="http://schemas.microsoft.com/office/drawing/2014/main" id="{756CC121-F600-4038-9AC9-7CD50FF4DF35}"/>
              </a:ext>
            </a:extLst>
          </p:cNvPr>
          <p:cNvSpPr>
            <a:spLocks noGrp="1"/>
          </p:cNvSpPr>
          <p:nvPr/>
        </p:nvSpPr>
        <p:spPr>
          <a:xfrm>
            <a:off x="4757738" y="5238750"/>
            <a:ext cx="52388" cy="547688"/>
          </a:xfrm>
          <a:prstGeom prst="rect">
            <a:avLst/>
          </a:prstGeom>
          <a:solidFill>
            <a:srgbClr val="1D4ED8"/>
          </a:solidFill>
          <a:ln w="13097">
            <a:solidFill>
              <a:srgbClr val="172B4D"/>
            </a:solidFill>
          </a:ln>
        </p:spPr>
      </p:sp>
      <p:sp>
        <p:nvSpPr>
          <p:cNvPr id="447" name="object-447">
            <a:extLst>
              <a:ext uri="{FF2B5EF4-FFF2-40B4-BE49-F238E27FC236}">
                <a16:creationId xmlns:a16="http://schemas.microsoft.com/office/drawing/2014/main" id="{0D5D3DC6-6D1E-4B12-9D6E-B37C324E2668}"/>
              </a:ext>
            </a:extLst>
          </p:cNvPr>
          <p:cNvSpPr>
            <a:spLocks noGrp="1"/>
          </p:cNvSpPr>
          <p:nvPr/>
        </p:nvSpPr>
        <p:spPr>
          <a:xfrm>
            <a:off x="4810125" y="5238750"/>
            <a:ext cx="52388" cy="547688"/>
          </a:xfrm>
          <a:prstGeom prst="rect">
            <a:avLst/>
          </a:prstGeom>
          <a:solidFill>
            <a:srgbClr val="1D4ED8"/>
          </a:solidFill>
          <a:ln w="13097">
            <a:solidFill>
              <a:srgbClr val="172B4D"/>
            </a:solidFill>
          </a:ln>
        </p:spPr>
      </p:sp>
      <p:sp>
        <p:nvSpPr>
          <p:cNvPr id="448" name="object-448">
            <a:extLst>
              <a:ext uri="{FF2B5EF4-FFF2-40B4-BE49-F238E27FC236}">
                <a16:creationId xmlns:a16="http://schemas.microsoft.com/office/drawing/2014/main" id="{547A0C77-F309-4BD5-87CD-AD130C3FDC46}"/>
              </a:ext>
            </a:extLst>
          </p:cNvPr>
          <p:cNvSpPr>
            <a:spLocks noGrp="1"/>
          </p:cNvSpPr>
          <p:nvPr/>
        </p:nvSpPr>
        <p:spPr>
          <a:xfrm>
            <a:off x="4862513" y="5238750"/>
            <a:ext cx="52388" cy="547688"/>
          </a:xfrm>
          <a:prstGeom prst="rect">
            <a:avLst/>
          </a:prstGeom>
          <a:solidFill>
            <a:srgbClr val="1D4ED8"/>
          </a:solidFill>
          <a:ln w="13097">
            <a:solidFill>
              <a:srgbClr val="172B4D"/>
            </a:solidFill>
          </a:ln>
        </p:spPr>
      </p:sp>
      <p:sp>
        <p:nvSpPr>
          <p:cNvPr id="449" name="object-449">
            <a:extLst>
              <a:ext uri="{FF2B5EF4-FFF2-40B4-BE49-F238E27FC236}">
                <a16:creationId xmlns:a16="http://schemas.microsoft.com/office/drawing/2014/main" id="{AAD98895-E1E3-4E4A-8C1C-85227E7978E0}"/>
              </a:ext>
            </a:extLst>
          </p:cNvPr>
          <p:cNvSpPr>
            <a:spLocks noGrp="1"/>
          </p:cNvSpPr>
          <p:nvPr/>
        </p:nvSpPr>
        <p:spPr>
          <a:xfrm>
            <a:off x="4914900" y="5238750"/>
            <a:ext cx="52388" cy="547688"/>
          </a:xfrm>
          <a:prstGeom prst="rect">
            <a:avLst/>
          </a:prstGeom>
          <a:solidFill>
            <a:srgbClr val="1D4ED8"/>
          </a:solidFill>
          <a:ln w="13097">
            <a:solidFill>
              <a:srgbClr val="172B4D"/>
            </a:solidFill>
          </a:ln>
        </p:spPr>
      </p:sp>
      <p:sp>
        <p:nvSpPr>
          <p:cNvPr id="450" name="object-450">
            <a:extLst>
              <a:ext uri="{FF2B5EF4-FFF2-40B4-BE49-F238E27FC236}">
                <a16:creationId xmlns:a16="http://schemas.microsoft.com/office/drawing/2014/main" id="{5C4D1D26-7AEB-49C8-B307-387CF64DDCE2}"/>
              </a:ext>
            </a:extLst>
          </p:cNvPr>
          <p:cNvSpPr>
            <a:spLocks noGrp="1"/>
          </p:cNvSpPr>
          <p:nvPr/>
        </p:nvSpPr>
        <p:spPr>
          <a:xfrm>
            <a:off x="4967288" y="5238750"/>
            <a:ext cx="52388" cy="547688"/>
          </a:xfrm>
          <a:prstGeom prst="rect">
            <a:avLst/>
          </a:prstGeom>
          <a:solidFill>
            <a:srgbClr val="1D4ED8"/>
          </a:solidFill>
          <a:ln w="13097">
            <a:solidFill>
              <a:srgbClr val="172B4D"/>
            </a:solidFill>
          </a:ln>
        </p:spPr>
      </p:sp>
      <p:sp>
        <p:nvSpPr>
          <p:cNvPr id="451" name="object-451">
            <a:extLst>
              <a:ext uri="{FF2B5EF4-FFF2-40B4-BE49-F238E27FC236}">
                <a16:creationId xmlns:a16="http://schemas.microsoft.com/office/drawing/2014/main" id="{49F044A7-CD3F-4B26-B0BC-4FCFAA8DC9B6}"/>
              </a:ext>
            </a:extLst>
          </p:cNvPr>
          <p:cNvSpPr>
            <a:spLocks noGrp="1"/>
          </p:cNvSpPr>
          <p:nvPr/>
        </p:nvSpPr>
        <p:spPr>
          <a:xfrm>
            <a:off x="5019675" y="5238750"/>
            <a:ext cx="52388" cy="547688"/>
          </a:xfrm>
          <a:prstGeom prst="rect">
            <a:avLst/>
          </a:prstGeom>
          <a:solidFill>
            <a:srgbClr val="1D4ED8"/>
          </a:solidFill>
          <a:ln w="13097">
            <a:solidFill>
              <a:srgbClr val="172B4D"/>
            </a:solidFill>
          </a:ln>
        </p:spPr>
      </p:sp>
      <p:sp>
        <p:nvSpPr>
          <p:cNvPr id="452" name="object-452">
            <a:extLst>
              <a:ext uri="{FF2B5EF4-FFF2-40B4-BE49-F238E27FC236}">
                <a16:creationId xmlns:a16="http://schemas.microsoft.com/office/drawing/2014/main" id="{79FAEAA4-3710-4094-898A-BDB9E737C70E}"/>
              </a:ext>
            </a:extLst>
          </p:cNvPr>
          <p:cNvSpPr>
            <a:spLocks noGrp="1"/>
          </p:cNvSpPr>
          <p:nvPr/>
        </p:nvSpPr>
        <p:spPr>
          <a:xfrm>
            <a:off x="5072063" y="5238750"/>
            <a:ext cx="52388" cy="547688"/>
          </a:xfrm>
          <a:prstGeom prst="rect">
            <a:avLst/>
          </a:prstGeom>
          <a:solidFill>
            <a:srgbClr val="1D4ED8"/>
          </a:solidFill>
          <a:ln w="13097">
            <a:solidFill>
              <a:srgbClr val="172B4D"/>
            </a:solidFill>
          </a:ln>
        </p:spPr>
      </p:sp>
      <p:sp>
        <p:nvSpPr>
          <p:cNvPr id="453" name="object-453">
            <a:extLst>
              <a:ext uri="{FF2B5EF4-FFF2-40B4-BE49-F238E27FC236}">
                <a16:creationId xmlns:a16="http://schemas.microsoft.com/office/drawing/2014/main" id="{D16F5332-9C9D-462C-A951-5CEE15FB0BDD}"/>
              </a:ext>
            </a:extLst>
          </p:cNvPr>
          <p:cNvSpPr>
            <a:spLocks noGrp="1"/>
          </p:cNvSpPr>
          <p:nvPr/>
        </p:nvSpPr>
        <p:spPr>
          <a:xfrm>
            <a:off x="5124450" y="5238750"/>
            <a:ext cx="52388" cy="547688"/>
          </a:xfrm>
          <a:prstGeom prst="rect">
            <a:avLst/>
          </a:prstGeom>
          <a:solidFill>
            <a:srgbClr val="1D4ED8"/>
          </a:solidFill>
          <a:ln w="13097">
            <a:solidFill>
              <a:srgbClr val="172B4D"/>
            </a:solidFill>
          </a:ln>
        </p:spPr>
      </p:sp>
      <p:sp>
        <p:nvSpPr>
          <p:cNvPr id="454" name="object-454">
            <a:extLst>
              <a:ext uri="{FF2B5EF4-FFF2-40B4-BE49-F238E27FC236}">
                <a16:creationId xmlns:a16="http://schemas.microsoft.com/office/drawing/2014/main" id="{6F102C90-5677-42C9-BBC6-761DA5320F32}"/>
              </a:ext>
            </a:extLst>
          </p:cNvPr>
          <p:cNvSpPr>
            <a:spLocks noGrp="1"/>
          </p:cNvSpPr>
          <p:nvPr/>
        </p:nvSpPr>
        <p:spPr>
          <a:xfrm>
            <a:off x="5176838" y="5238750"/>
            <a:ext cx="52388" cy="547688"/>
          </a:xfrm>
          <a:prstGeom prst="rect">
            <a:avLst/>
          </a:prstGeom>
          <a:solidFill>
            <a:srgbClr val="1D4ED8"/>
          </a:solidFill>
          <a:ln w="13097">
            <a:solidFill>
              <a:srgbClr val="172B4D"/>
            </a:solidFill>
          </a:ln>
        </p:spPr>
      </p:sp>
      <p:sp>
        <p:nvSpPr>
          <p:cNvPr id="455" name="object-455">
            <a:extLst>
              <a:ext uri="{FF2B5EF4-FFF2-40B4-BE49-F238E27FC236}">
                <a16:creationId xmlns:a16="http://schemas.microsoft.com/office/drawing/2014/main" id="{D6DA03F6-4063-48CF-B9CC-3F950C5985D9}"/>
              </a:ext>
            </a:extLst>
          </p:cNvPr>
          <p:cNvSpPr>
            <a:spLocks noGrp="1"/>
          </p:cNvSpPr>
          <p:nvPr/>
        </p:nvSpPr>
        <p:spPr>
          <a:xfrm>
            <a:off x="5229225" y="5238750"/>
            <a:ext cx="52388" cy="547688"/>
          </a:xfrm>
          <a:prstGeom prst="rect">
            <a:avLst/>
          </a:prstGeom>
          <a:solidFill>
            <a:srgbClr val="1D4ED8"/>
          </a:solidFill>
          <a:ln w="13097">
            <a:solidFill>
              <a:srgbClr val="172B4D"/>
            </a:solidFill>
          </a:ln>
        </p:spPr>
      </p:sp>
      <p:sp>
        <p:nvSpPr>
          <p:cNvPr id="456" name="object-456">
            <a:extLst>
              <a:ext uri="{FF2B5EF4-FFF2-40B4-BE49-F238E27FC236}">
                <a16:creationId xmlns:a16="http://schemas.microsoft.com/office/drawing/2014/main" id="{368B616D-2F71-4EAC-AA2A-104278BBD321}"/>
              </a:ext>
            </a:extLst>
          </p:cNvPr>
          <p:cNvSpPr>
            <a:spLocks noGrp="1"/>
          </p:cNvSpPr>
          <p:nvPr/>
        </p:nvSpPr>
        <p:spPr>
          <a:xfrm>
            <a:off x="5281613" y="5238750"/>
            <a:ext cx="52388" cy="547688"/>
          </a:xfrm>
          <a:prstGeom prst="rect">
            <a:avLst/>
          </a:prstGeom>
          <a:solidFill>
            <a:srgbClr val="1D4ED8"/>
          </a:solidFill>
          <a:ln w="13097">
            <a:solidFill>
              <a:srgbClr val="172B4D"/>
            </a:solidFill>
          </a:ln>
        </p:spPr>
      </p:sp>
      <p:sp>
        <p:nvSpPr>
          <p:cNvPr id="457" name="object-457">
            <a:extLst>
              <a:ext uri="{FF2B5EF4-FFF2-40B4-BE49-F238E27FC236}">
                <a16:creationId xmlns:a16="http://schemas.microsoft.com/office/drawing/2014/main" id="{B1C32509-7A2A-4581-9D08-400E2EDCBEA5}"/>
              </a:ext>
            </a:extLst>
          </p:cNvPr>
          <p:cNvSpPr>
            <a:spLocks noGrp="1"/>
          </p:cNvSpPr>
          <p:nvPr/>
        </p:nvSpPr>
        <p:spPr>
          <a:xfrm>
            <a:off x="5334000" y="5238750"/>
            <a:ext cx="52388" cy="547688"/>
          </a:xfrm>
          <a:prstGeom prst="rect">
            <a:avLst/>
          </a:prstGeom>
          <a:solidFill>
            <a:srgbClr val="1D4ED8"/>
          </a:solidFill>
          <a:ln w="13097">
            <a:solidFill>
              <a:srgbClr val="172B4D"/>
            </a:solidFill>
          </a:ln>
        </p:spPr>
      </p:sp>
      <p:sp>
        <p:nvSpPr>
          <p:cNvPr id="458" name="object-458">
            <a:extLst>
              <a:ext uri="{FF2B5EF4-FFF2-40B4-BE49-F238E27FC236}">
                <a16:creationId xmlns:a16="http://schemas.microsoft.com/office/drawing/2014/main" id="{1CD1DA4E-90A6-4078-AE49-DFB0EFA398F1}"/>
              </a:ext>
            </a:extLst>
          </p:cNvPr>
          <p:cNvSpPr>
            <a:spLocks noGrp="1"/>
          </p:cNvSpPr>
          <p:nvPr/>
        </p:nvSpPr>
        <p:spPr>
          <a:xfrm>
            <a:off x="5386388" y="5238750"/>
            <a:ext cx="52388" cy="547688"/>
          </a:xfrm>
          <a:prstGeom prst="rect">
            <a:avLst/>
          </a:prstGeom>
          <a:solidFill>
            <a:srgbClr val="1D4ED8"/>
          </a:solidFill>
          <a:ln w="13097">
            <a:solidFill>
              <a:srgbClr val="172B4D"/>
            </a:solidFill>
          </a:ln>
        </p:spPr>
      </p:sp>
      <p:sp>
        <p:nvSpPr>
          <p:cNvPr id="459" name="object-459">
            <a:extLst>
              <a:ext uri="{FF2B5EF4-FFF2-40B4-BE49-F238E27FC236}">
                <a16:creationId xmlns:a16="http://schemas.microsoft.com/office/drawing/2014/main" id="{EA6F9945-DF30-45A8-8CEE-F6AEE506B6FD}"/>
              </a:ext>
            </a:extLst>
          </p:cNvPr>
          <p:cNvSpPr>
            <a:spLocks noGrp="1"/>
          </p:cNvSpPr>
          <p:nvPr/>
        </p:nvSpPr>
        <p:spPr>
          <a:xfrm>
            <a:off x="5438775" y="5238750"/>
            <a:ext cx="52388" cy="547688"/>
          </a:xfrm>
          <a:prstGeom prst="rect">
            <a:avLst/>
          </a:prstGeom>
          <a:solidFill>
            <a:srgbClr val="1D4ED8"/>
          </a:solidFill>
          <a:ln w="13097">
            <a:solidFill>
              <a:srgbClr val="172B4D"/>
            </a:solidFill>
          </a:ln>
        </p:spPr>
      </p:sp>
      <p:sp>
        <p:nvSpPr>
          <p:cNvPr id="460" name="object-460">
            <a:extLst>
              <a:ext uri="{FF2B5EF4-FFF2-40B4-BE49-F238E27FC236}">
                <a16:creationId xmlns:a16="http://schemas.microsoft.com/office/drawing/2014/main" id="{45C1B749-7144-4D2A-B254-5C446BE1EF5B}"/>
              </a:ext>
            </a:extLst>
          </p:cNvPr>
          <p:cNvSpPr>
            <a:spLocks noGrp="1"/>
          </p:cNvSpPr>
          <p:nvPr/>
        </p:nvSpPr>
        <p:spPr>
          <a:xfrm>
            <a:off x="5491163" y="5238750"/>
            <a:ext cx="52388" cy="547688"/>
          </a:xfrm>
          <a:prstGeom prst="rect">
            <a:avLst/>
          </a:prstGeom>
          <a:solidFill>
            <a:srgbClr val="1D4ED8"/>
          </a:solidFill>
          <a:ln w="13097">
            <a:solidFill>
              <a:srgbClr val="172B4D"/>
            </a:solidFill>
          </a:ln>
        </p:spPr>
      </p:sp>
      <p:sp>
        <p:nvSpPr>
          <p:cNvPr id="461" name="object-461">
            <a:extLst>
              <a:ext uri="{FF2B5EF4-FFF2-40B4-BE49-F238E27FC236}">
                <a16:creationId xmlns:a16="http://schemas.microsoft.com/office/drawing/2014/main" id="{47EA0C20-314D-4E70-8938-BC5F47073D54}"/>
              </a:ext>
            </a:extLst>
          </p:cNvPr>
          <p:cNvSpPr>
            <a:spLocks noGrp="1"/>
          </p:cNvSpPr>
          <p:nvPr/>
        </p:nvSpPr>
        <p:spPr>
          <a:xfrm>
            <a:off x="5543550" y="5238750"/>
            <a:ext cx="52388" cy="547688"/>
          </a:xfrm>
          <a:prstGeom prst="rect">
            <a:avLst/>
          </a:prstGeom>
          <a:solidFill>
            <a:srgbClr val="1D4ED8"/>
          </a:solidFill>
          <a:ln w="13097">
            <a:solidFill>
              <a:srgbClr val="172B4D"/>
            </a:solidFill>
          </a:ln>
        </p:spPr>
      </p:sp>
      <p:sp>
        <p:nvSpPr>
          <p:cNvPr id="462" name="object-462">
            <a:extLst>
              <a:ext uri="{FF2B5EF4-FFF2-40B4-BE49-F238E27FC236}">
                <a16:creationId xmlns:a16="http://schemas.microsoft.com/office/drawing/2014/main" id="{B0724182-0277-4709-9930-67496A203986}"/>
              </a:ext>
            </a:extLst>
          </p:cNvPr>
          <p:cNvSpPr>
            <a:spLocks noGrp="1"/>
          </p:cNvSpPr>
          <p:nvPr/>
        </p:nvSpPr>
        <p:spPr>
          <a:xfrm>
            <a:off x="5595938" y="5238750"/>
            <a:ext cx="52388" cy="547688"/>
          </a:xfrm>
          <a:prstGeom prst="rect">
            <a:avLst/>
          </a:prstGeom>
          <a:solidFill>
            <a:srgbClr val="1D4ED8"/>
          </a:solidFill>
          <a:ln w="13097">
            <a:solidFill>
              <a:srgbClr val="172B4D"/>
            </a:solidFill>
          </a:ln>
        </p:spPr>
      </p:sp>
      <p:sp>
        <p:nvSpPr>
          <p:cNvPr id="463" name="object-463">
            <a:extLst>
              <a:ext uri="{FF2B5EF4-FFF2-40B4-BE49-F238E27FC236}">
                <a16:creationId xmlns:a16="http://schemas.microsoft.com/office/drawing/2014/main" id="{16724808-46DF-49ED-8132-46321536622A}"/>
              </a:ext>
            </a:extLst>
          </p:cNvPr>
          <p:cNvSpPr>
            <a:spLocks noGrp="1"/>
          </p:cNvSpPr>
          <p:nvPr/>
        </p:nvSpPr>
        <p:spPr>
          <a:xfrm>
            <a:off x="5648325" y="5238750"/>
            <a:ext cx="52388" cy="547688"/>
          </a:xfrm>
          <a:prstGeom prst="rect">
            <a:avLst/>
          </a:prstGeom>
          <a:solidFill>
            <a:srgbClr val="1D4ED8"/>
          </a:solidFill>
          <a:ln w="13097">
            <a:solidFill>
              <a:srgbClr val="172B4D"/>
            </a:solidFill>
          </a:ln>
        </p:spPr>
      </p:sp>
      <p:sp>
        <p:nvSpPr>
          <p:cNvPr id="464" name="object-464">
            <a:extLst>
              <a:ext uri="{FF2B5EF4-FFF2-40B4-BE49-F238E27FC236}">
                <a16:creationId xmlns:a16="http://schemas.microsoft.com/office/drawing/2014/main" id="{6F158DFB-810F-4FAC-B456-55AA817624CE}"/>
              </a:ext>
            </a:extLst>
          </p:cNvPr>
          <p:cNvSpPr>
            <a:spLocks noGrp="1"/>
          </p:cNvSpPr>
          <p:nvPr/>
        </p:nvSpPr>
        <p:spPr>
          <a:xfrm>
            <a:off x="5700713" y="5238750"/>
            <a:ext cx="52388" cy="547688"/>
          </a:xfrm>
          <a:prstGeom prst="rect">
            <a:avLst/>
          </a:prstGeom>
          <a:solidFill>
            <a:srgbClr val="1D4ED8"/>
          </a:solidFill>
          <a:ln w="13097">
            <a:solidFill>
              <a:srgbClr val="172B4D"/>
            </a:solidFill>
          </a:ln>
        </p:spPr>
      </p:sp>
      <p:sp>
        <p:nvSpPr>
          <p:cNvPr id="465" name="object-465">
            <a:extLst>
              <a:ext uri="{FF2B5EF4-FFF2-40B4-BE49-F238E27FC236}">
                <a16:creationId xmlns:a16="http://schemas.microsoft.com/office/drawing/2014/main" id="{42FB3CB7-5A03-4895-9169-F48C870D5314}"/>
              </a:ext>
            </a:extLst>
          </p:cNvPr>
          <p:cNvSpPr>
            <a:spLocks noGrp="1"/>
          </p:cNvSpPr>
          <p:nvPr/>
        </p:nvSpPr>
        <p:spPr>
          <a:xfrm>
            <a:off x="5753100" y="5238750"/>
            <a:ext cx="52388" cy="547688"/>
          </a:xfrm>
          <a:prstGeom prst="rect">
            <a:avLst/>
          </a:prstGeom>
          <a:solidFill>
            <a:srgbClr val="1D4ED8"/>
          </a:solidFill>
          <a:ln w="13097">
            <a:solidFill>
              <a:srgbClr val="172B4D"/>
            </a:solidFill>
          </a:ln>
        </p:spPr>
      </p:sp>
      <p:sp>
        <p:nvSpPr>
          <p:cNvPr id="466" name="object-466">
            <a:extLst>
              <a:ext uri="{FF2B5EF4-FFF2-40B4-BE49-F238E27FC236}">
                <a16:creationId xmlns:a16="http://schemas.microsoft.com/office/drawing/2014/main" id="{CBDDF61B-4C55-45EC-9832-98E9B2A72718}"/>
              </a:ext>
            </a:extLst>
          </p:cNvPr>
          <p:cNvSpPr>
            <a:spLocks noGrp="1"/>
          </p:cNvSpPr>
          <p:nvPr/>
        </p:nvSpPr>
        <p:spPr>
          <a:xfrm>
            <a:off x="5805488" y="5238750"/>
            <a:ext cx="52388" cy="547688"/>
          </a:xfrm>
          <a:prstGeom prst="rect">
            <a:avLst/>
          </a:prstGeom>
          <a:solidFill>
            <a:srgbClr val="1D4ED8"/>
          </a:solidFill>
          <a:ln w="13097">
            <a:solidFill>
              <a:srgbClr val="172B4D"/>
            </a:solidFill>
          </a:ln>
        </p:spPr>
      </p:sp>
      <p:sp>
        <p:nvSpPr>
          <p:cNvPr id="467" name="object-467">
            <a:extLst>
              <a:ext uri="{FF2B5EF4-FFF2-40B4-BE49-F238E27FC236}">
                <a16:creationId xmlns:a16="http://schemas.microsoft.com/office/drawing/2014/main" id="{C6B09581-24A0-48BF-998A-65CF4E44F3F6}"/>
              </a:ext>
            </a:extLst>
          </p:cNvPr>
          <p:cNvSpPr>
            <a:spLocks noGrp="1"/>
          </p:cNvSpPr>
          <p:nvPr/>
        </p:nvSpPr>
        <p:spPr>
          <a:xfrm>
            <a:off x="5857875" y="5238750"/>
            <a:ext cx="52388" cy="547688"/>
          </a:xfrm>
          <a:prstGeom prst="rect">
            <a:avLst/>
          </a:prstGeom>
          <a:solidFill>
            <a:srgbClr val="1D4ED8"/>
          </a:solidFill>
          <a:ln w="13097">
            <a:solidFill>
              <a:srgbClr val="172B4D"/>
            </a:solidFill>
          </a:ln>
        </p:spPr>
      </p:sp>
      <p:sp>
        <p:nvSpPr>
          <p:cNvPr id="468" name="object-468">
            <a:extLst>
              <a:ext uri="{FF2B5EF4-FFF2-40B4-BE49-F238E27FC236}">
                <a16:creationId xmlns:a16="http://schemas.microsoft.com/office/drawing/2014/main" id="{E16A4A7E-2324-4B0C-8990-D542C80164CB}"/>
              </a:ext>
            </a:extLst>
          </p:cNvPr>
          <p:cNvSpPr>
            <a:spLocks noGrp="1"/>
          </p:cNvSpPr>
          <p:nvPr/>
        </p:nvSpPr>
        <p:spPr>
          <a:xfrm>
            <a:off x="5910263" y="5238750"/>
            <a:ext cx="52388" cy="547688"/>
          </a:xfrm>
          <a:prstGeom prst="rect">
            <a:avLst/>
          </a:prstGeom>
          <a:solidFill>
            <a:srgbClr val="1D4ED8"/>
          </a:solidFill>
          <a:ln w="13097">
            <a:solidFill>
              <a:srgbClr val="172B4D"/>
            </a:solidFill>
          </a:ln>
        </p:spPr>
      </p:sp>
      <p:sp>
        <p:nvSpPr>
          <p:cNvPr id="469" name="object-469">
            <a:extLst>
              <a:ext uri="{FF2B5EF4-FFF2-40B4-BE49-F238E27FC236}">
                <a16:creationId xmlns:a16="http://schemas.microsoft.com/office/drawing/2014/main" id="{29ECEDEC-70C4-404D-B16A-7A20B69B6422}"/>
              </a:ext>
            </a:extLst>
          </p:cNvPr>
          <p:cNvSpPr>
            <a:spLocks noGrp="1"/>
          </p:cNvSpPr>
          <p:nvPr/>
        </p:nvSpPr>
        <p:spPr>
          <a:xfrm>
            <a:off x="5962650" y="5238750"/>
            <a:ext cx="52388" cy="547688"/>
          </a:xfrm>
          <a:prstGeom prst="rect">
            <a:avLst/>
          </a:prstGeom>
          <a:solidFill>
            <a:srgbClr val="1D4ED8"/>
          </a:solidFill>
          <a:ln w="13097">
            <a:solidFill>
              <a:srgbClr val="172B4D"/>
            </a:solidFill>
          </a:ln>
        </p:spPr>
      </p:sp>
      <p:sp>
        <p:nvSpPr>
          <p:cNvPr id="470" name="object-470">
            <a:extLst>
              <a:ext uri="{FF2B5EF4-FFF2-40B4-BE49-F238E27FC236}">
                <a16:creationId xmlns:a16="http://schemas.microsoft.com/office/drawing/2014/main" id="{D73190DB-107E-4DA0-83DC-82126A15D108}"/>
              </a:ext>
            </a:extLst>
          </p:cNvPr>
          <p:cNvSpPr>
            <a:spLocks noGrp="1"/>
          </p:cNvSpPr>
          <p:nvPr/>
        </p:nvSpPr>
        <p:spPr>
          <a:xfrm>
            <a:off x="6015038" y="5238750"/>
            <a:ext cx="52388" cy="547688"/>
          </a:xfrm>
          <a:prstGeom prst="rect">
            <a:avLst/>
          </a:prstGeom>
          <a:solidFill>
            <a:srgbClr val="1D4ED8"/>
          </a:solidFill>
          <a:ln w="13097">
            <a:solidFill>
              <a:srgbClr val="172B4D"/>
            </a:solidFill>
          </a:ln>
        </p:spPr>
      </p:sp>
      <p:sp>
        <p:nvSpPr>
          <p:cNvPr id="471" name="object-471">
            <a:extLst>
              <a:ext uri="{FF2B5EF4-FFF2-40B4-BE49-F238E27FC236}">
                <a16:creationId xmlns:a16="http://schemas.microsoft.com/office/drawing/2014/main" id="{D8C18AA2-9F5B-4842-9DF7-5E9B325C95EA}"/>
              </a:ext>
            </a:extLst>
          </p:cNvPr>
          <p:cNvSpPr>
            <a:spLocks noGrp="1"/>
          </p:cNvSpPr>
          <p:nvPr/>
        </p:nvSpPr>
        <p:spPr>
          <a:xfrm>
            <a:off x="6067425" y="5238750"/>
            <a:ext cx="52388" cy="547688"/>
          </a:xfrm>
          <a:prstGeom prst="rect">
            <a:avLst/>
          </a:prstGeom>
          <a:solidFill>
            <a:srgbClr val="1D4ED8"/>
          </a:solidFill>
          <a:ln w="13097">
            <a:solidFill>
              <a:srgbClr val="172B4D"/>
            </a:solidFill>
          </a:ln>
        </p:spPr>
      </p:sp>
      <p:sp>
        <p:nvSpPr>
          <p:cNvPr id="472" name="object-472">
            <a:extLst>
              <a:ext uri="{FF2B5EF4-FFF2-40B4-BE49-F238E27FC236}">
                <a16:creationId xmlns:a16="http://schemas.microsoft.com/office/drawing/2014/main" id="{DF57CC97-BA9C-4E9D-BCCC-4043D34048FF}"/>
              </a:ext>
            </a:extLst>
          </p:cNvPr>
          <p:cNvSpPr>
            <a:spLocks noGrp="1"/>
          </p:cNvSpPr>
          <p:nvPr/>
        </p:nvSpPr>
        <p:spPr>
          <a:xfrm>
            <a:off x="6119813" y="5238750"/>
            <a:ext cx="52388" cy="547688"/>
          </a:xfrm>
          <a:prstGeom prst="rect">
            <a:avLst/>
          </a:prstGeom>
          <a:solidFill>
            <a:srgbClr val="1D4ED8"/>
          </a:solidFill>
          <a:ln w="13097">
            <a:solidFill>
              <a:srgbClr val="172B4D"/>
            </a:solidFill>
          </a:ln>
        </p:spPr>
      </p:sp>
      <p:sp>
        <p:nvSpPr>
          <p:cNvPr id="473" name="object-473">
            <a:extLst>
              <a:ext uri="{FF2B5EF4-FFF2-40B4-BE49-F238E27FC236}">
                <a16:creationId xmlns:a16="http://schemas.microsoft.com/office/drawing/2014/main" id="{227D6280-D80B-408A-AF1C-AE6C22B12B72}"/>
              </a:ext>
            </a:extLst>
          </p:cNvPr>
          <p:cNvSpPr>
            <a:spLocks noGrp="1"/>
          </p:cNvSpPr>
          <p:nvPr/>
        </p:nvSpPr>
        <p:spPr>
          <a:xfrm>
            <a:off x="6172200" y="5238750"/>
            <a:ext cx="52388" cy="547688"/>
          </a:xfrm>
          <a:prstGeom prst="rect">
            <a:avLst/>
          </a:prstGeom>
          <a:solidFill>
            <a:srgbClr val="1D4ED8"/>
          </a:solidFill>
          <a:ln w="13097">
            <a:solidFill>
              <a:srgbClr val="172B4D"/>
            </a:solidFill>
          </a:ln>
        </p:spPr>
      </p:sp>
      <p:sp>
        <p:nvSpPr>
          <p:cNvPr id="474" name="object-474">
            <a:extLst>
              <a:ext uri="{FF2B5EF4-FFF2-40B4-BE49-F238E27FC236}">
                <a16:creationId xmlns:a16="http://schemas.microsoft.com/office/drawing/2014/main" id="{14F6873E-141C-4BC6-B32F-5D18B14535C3}"/>
              </a:ext>
            </a:extLst>
          </p:cNvPr>
          <p:cNvSpPr>
            <a:spLocks noGrp="1"/>
          </p:cNvSpPr>
          <p:nvPr/>
        </p:nvSpPr>
        <p:spPr>
          <a:xfrm>
            <a:off x="6224588" y="5238750"/>
            <a:ext cx="52388" cy="547688"/>
          </a:xfrm>
          <a:prstGeom prst="rect">
            <a:avLst/>
          </a:prstGeom>
          <a:solidFill>
            <a:srgbClr val="1D4ED8"/>
          </a:solidFill>
          <a:ln w="13097">
            <a:solidFill>
              <a:srgbClr val="172B4D"/>
            </a:solidFill>
          </a:ln>
        </p:spPr>
      </p:sp>
      <p:sp>
        <p:nvSpPr>
          <p:cNvPr id="475" name="object-475">
            <a:extLst>
              <a:ext uri="{FF2B5EF4-FFF2-40B4-BE49-F238E27FC236}">
                <a16:creationId xmlns:a16="http://schemas.microsoft.com/office/drawing/2014/main" id="{6D3DE7FD-70A8-490E-A943-FA11CDE4BC22}"/>
              </a:ext>
            </a:extLst>
          </p:cNvPr>
          <p:cNvSpPr>
            <a:spLocks noGrp="1"/>
          </p:cNvSpPr>
          <p:nvPr/>
        </p:nvSpPr>
        <p:spPr>
          <a:xfrm>
            <a:off x="6276975" y="5238750"/>
            <a:ext cx="52388" cy="547688"/>
          </a:xfrm>
          <a:prstGeom prst="rect">
            <a:avLst/>
          </a:prstGeom>
          <a:solidFill>
            <a:srgbClr val="1D4ED8"/>
          </a:solidFill>
          <a:ln w="13097">
            <a:solidFill>
              <a:srgbClr val="172B4D"/>
            </a:solidFill>
          </a:ln>
        </p:spPr>
      </p:sp>
      <p:sp>
        <p:nvSpPr>
          <p:cNvPr id="476" name="object-476">
            <a:extLst>
              <a:ext uri="{FF2B5EF4-FFF2-40B4-BE49-F238E27FC236}">
                <a16:creationId xmlns:a16="http://schemas.microsoft.com/office/drawing/2014/main" id="{E49D1F8B-63AE-4712-AF6E-CE0C55294EDE}"/>
              </a:ext>
            </a:extLst>
          </p:cNvPr>
          <p:cNvSpPr>
            <a:spLocks noGrp="1"/>
          </p:cNvSpPr>
          <p:nvPr/>
        </p:nvSpPr>
        <p:spPr>
          <a:xfrm>
            <a:off x="6329363" y="5238750"/>
            <a:ext cx="52388" cy="547688"/>
          </a:xfrm>
          <a:prstGeom prst="rect">
            <a:avLst/>
          </a:prstGeom>
          <a:solidFill>
            <a:srgbClr val="1D4ED8"/>
          </a:solidFill>
          <a:ln w="13097">
            <a:solidFill>
              <a:srgbClr val="172B4D"/>
            </a:solidFill>
          </a:ln>
        </p:spPr>
      </p:sp>
      <p:sp>
        <p:nvSpPr>
          <p:cNvPr id="477" name="object-477">
            <a:extLst>
              <a:ext uri="{FF2B5EF4-FFF2-40B4-BE49-F238E27FC236}">
                <a16:creationId xmlns:a16="http://schemas.microsoft.com/office/drawing/2014/main" id="{54715B30-C0A8-4934-B5B9-EC941B5C11BD}"/>
              </a:ext>
            </a:extLst>
          </p:cNvPr>
          <p:cNvSpPr>
            <a:spLocks noGrp="1"/>
          </p:cNvSpPr>
          <p:nvPr/>
        </p:nvSpPr>
        <p:spPr>
          <a:xfrm>
            <a:off x="6381750" y="5238750"/>
            <a:ext cx="52388" cy="547688"/>
          </a:xfrm>
          <a:prstGeom prst="rect">
            <a:avLst/>
          </a:prstGeom>
          <a:solidFill>
            <a:srgbClr val="1D4ED8"/>
          </a:solidFill>
          <a:ln w="13097">
            <a:solidFill>
              <a:srgbClr val="172B4D"/>
            </a:solidFill>
          </a:ln>
        </p:spPr>
      </p:sp>
      <p:sp>
        <p:nvSpPr>
          <p:cNvPr id="478" name="object-478">
            <a:extLst>
              <a:ext uri="{FF2B5EF4-FFF2-40B4-BE49-F238E27FC236}">
                <a16:creationId xmlns:a16="http://schemas.microsoft.com/office/drawing/2014/main" id="{83F6830F-FF22-4167-83DA-40C9D24D8A74}"/>
              </a:ext>
            </a:extLst>
          </p:cNvPr>
          <p:cNvSpPr>
            <a:spLocks noGrp="1"/>
          </p:cNvSpPr>
          <p:nvPr/>
        </p:nvSpPr>
        <p:spPr>
          <a:xfrm>
            <a:off x="6434138" y="5238750"/>
            <a:ext cx="52388" cy="547688"/>
          </a:xfrm>
          <a:prstGeom prst="rect">
            <a:avLst/>
          </a:prstGeom>
          <a:solidFill>
            <a:srgbClr val="1D4ED8"/>
          </a:solidFill>
          <a:ln w="13097">
            <a:solidFill>
              <a:srgbClr val="172B4D"/>
            </a:solidFill>
          </a:ln>
        </p:spPr>
      </p:sp>
      <p:sp>
        <p:nvSpPr>
          <p:cNvPr id="479" name="object-479">
            <a:extLst>
              <a:ext uri="{FF2B5EF4-FFF2-40B4-BE49-F238E27FC236}">
                <a16:creationId xmlns:a16="http://schemas.microsoft.com/office/drawing/2014/main" id="{1AB73B05-D205-41C9-A292-E5F1E1016BEB}"/>
              </a:ext>
            </a:extLst>
          </p:cNvPr>
          <p:cNvSpPr>
            <a:spLocks noGrp="1"/>
          </p:cNvSpPr>
          <p:nvPr/>
        </p:nvSpPr>
        <p:spPr>
          <a:xfrm>
            <a:off x="6486525" y="5238750"/>
            <a:ext cx="52388" cy="547688"/>
          </a:xfrm>
          <a:prstGeom prst="rect">
            <a:avLst/>
          </a:prstGeom>
          <a:solidFill>
            <a:srgbClr val="1D4ED8"/>
          </a:solidFill>
          <a:ln w="13097">
            <a:solidFill>
              <a:srgbClr val="172B4D"/>
            </a:solidFill>
          </a:ln>
        </p:spPr>
      </p:sp>
      <p:sp>
        <p:nvSpPr>
          <p:cNvPr id="480" name="object-480">
            <a:extLst>
              <a:ext uri="{FF2B5EF4-FFF2-40B4-BE49-F238E27FC236}">
                <a16:creationId xmlns:a16="http://schemas.microsoft.com/office/drawing/2014/main" id="{0451AF82-5276-4AC6-8483-43363426AE51}"/>
              </a:ext>
            </a:extLst>
          </p:cNvPr>
          <p:cNvSpPr>
            <a:spLocks noGrp="1"/>
          </p:cNvSpPr>
          <p:nvPr/>
        </p:nvSpPr>
        <p:spPr>
          <a:xfrm>
            <a:off x="6538913" y="5238750"/>
            <a:ext cx="52388" cy="547688"/>
          </a:xfrm>
          <a:prstGeom prst="rect">
            <a:avLst/>
          </a:prstGeom>
          <a:solidFill>
            <a:srgbClr val="1D4ED8"/>
          </a:solidFill>
          <a:ln w="13097">
            <a:solidFill>
              <a:srgbClr val="172B4D"/>
            </a:solidFill>
          </a:ln>
        </p:spPr>
      </p:sp>
      <p:sp>
        <p:nvSpPr>
          <p:cNvPr id="481" name="object-481">
            <a:extLst>
              <a:ext uri="{FF2B5EF4-FFF2-40B4-BE49-F238E27FC236}">
                <a16:creationId xmlns:a16="http://schemas.microsoft.com/office/drawing/2014/main" id="{DFF4B380-3D93-4E86-BA09-B57C41C06E7F}"/>
              </a:ext>
            </a:extLst>
          </p:cNvPr>
          <p:cNvSpPr>
            <a:spLocks noGrp="1"/>
          </p:cNvSpPr>
          <p:nvPr/>
        </p:nvSpPr>
        <p:spPr>
          <a:xfrm>
            <a:off x="6591300" y="5238750"/>
            <a:ext cx="52388" cy="547688"/>
          </a:xfrm>
          <a:prstGeom prst="rect">
            <a:avLst/>
          </a:prstGeom>
          <a:solidFill>
            <a:srgbClr val="1D4ED8"/>
          </a:solidFill>
          <a:ln w="13097">
            <a:solidFill>
              <a:srgbClr val="172B4D"/>
            </a:solidFill>
          </a:ln>
        </p:spPr>
      </p:sp>
      <p:sp>
        <p:nvSpPr>
          <p:cNvPr id="482" name="object-482">
            <a:extLst>
              <a:ext uri="{FF2B5EF4-FFF2-40B4-BE49-F238E27FC236}">
                <a16:creationId xmlns:a16="http://schemas.microsoft.com/office/drawing/2014/main" id="{7AE2A27A-7FAD-44C2-A731-D3AB1A16724A}"/>
              </a:ext>
            </a:extLst>
          </p:cNvPr>
          <p:cNvSpPr>
            <a:spLocks noGrp="1"/>
          </p:cNvSpPr>
          <p:nvPr/>
        </p:nvSpPr>
        <p:spPr>
          <a:xfrm>
            <a:off x="6643688" y="5238750"/>
            <a:ext cx="52388" cy="547688"/>
          </a:xfrm>
          <a:prstGeom prst="rect">
            <a:avLst/>
          </a:prstGeom>
          <a:solidFill>
            <a:srgbClr val="1D4ED8"/>
          </a:solidFill>
          <a:ln w="13097">
            <a:solidFill>
              <a:srgbClr val="172B4D"/>
            </a:solidFill>
          </a:ln>
        </p:spPr>
      </p:sp>
      <p:sp>
        <p:nvSpPr>
          <p:cNvPr id="483" name="object-483">
            <a:extLst>
              <a:ext uri="{FF2B5EF4-FFF2-40B4-BE49-F238E27FC236}">
                <a16:creationId xmlns:a16="http://schemas.microsoft.com/office/drawing/2014/main" id="{BE62ECB3-D211-43E5-BACE-F5D79687A971}"/>
              </a:ext>
            </a:extLst>
          </p:cNvPr>
          <p:cNvSpPr>
            <a:spLocks noGrp="1"/>
          </p:cNvSpPr>
          <p:nvPr/>
        </p:nvSpPr>
        <p:spPr>
          <a:xfrm>
            <a:off x="6696075" y="5238750"/>
            <a:ext cx="52388" cy="547688"/>
          </a:xfrm>
          <a:prstGeom prst="rect">
            <a:avLst/>
          </a:prstGeom>
          <a:solidFill>
            <a:srgbClr val="1D4ED8"/>
          </a:solidFill>
          <a:ln w="13097">
            <a:solidFill>
              <a:srgbClr val="172B4D"/>
            </a:solidFill>
          </a:ln>
        </p:spPr>
      </p:sp>
      <p:sp>
        <p:nvSpPr>
          <p:cNvPr id="484" name="object-484">
            <a:extLst>
              <a:ext uri="{FF2B5EF4-FFF2-40B4-BE49-F238E27FC236}">
                <a16:creationId xmlns:a16="http://schemas.microsoft.com/office/drawing/2014/main" id="{94965396-B3AB-44BD-BE08-3ABF66718B1B}"/>
              </a:ext>
            </a:extLst>
          </p:cNvPr>
          <p:cNvSpPr>
            <a:spLocks noGrp="1"/>
          </p:cNvSpPr>
          <p:nvPr/>
        </p:nvSpPr>
        <p:spPr>
          <a:xfrm>
            <a:off x="6748463" y="5238750"/>
            <a:ext cx="52388" cy="547688"/>
          </a:xfrm>
          <a:prstGeom prst="rect">
            <a:avLst/>
          </a:prstGeom>
          <a:solidFill>
            <a:srgbClr val="1D4ED8"/>
          </a:solidFill>
          <a:ln w="13097">
            <a:solidFill>
              <a:srgbClr val="172B4D"/>
            </a:solidFill>
          </a:ln>
        </p:spPr>
      </p:sp>
      <p:sp>
        <p:nvSpPr>
          <p:cNvPr id="485" name="object-485">
            <a:extLst>
              <a:ext uri="{FF2B5EF4-FFF2-40B4-BE49-F238E27FC236}">
                <a16:creationId xmlns:a16="http://schemas.microsoft.com/office/drawing/2014/main" id="{59B6B98D-B46F-4CC7-8F28-1A015D49384C}"/>
              </a:ext>
            </a:extLst>
          </p:cNvPr>
          <p:cNvSpPr>
            <a:spLocks noGrp="1"/>
          </p:cNvSpPr>
          <p:nvPr/>
        </p:nvSpPr>
        <p:spPr>
          <a:xfrm>
            <a:off x="6800850" y="5238750"/>
            <a:ext cx="52388" cy="547688"/>
          </a:xfrm>
          <a:prstGeom prst="rect">
            <a:avLst/>
          </a:prstGeom>
          <a:solidFill>
            <a:srgbClr val="1D4ED8"/>
          </a:solidFill>
          <a:ln w="13097">
            <a:solidFill>
              <a:srgbClr val="172B4D"/>
            </a:solidFill>
          </a:ln>
        </p:spPr>
      </p:sp>
      <p:sp>
        <p:nvSpPr>
          <p:cNvPr id="486" name="object-486">
            <a:extLst>
              <a:ext uri="{FF2B5EF4-FFF2-40B4-BE49-F238E27FC236}">
                <a16:creationId xmlns:a16="http://schemas.microsoft.com/office/drawing/2014/main" id="{E0D81D03-5970-4D60-9D34-FBB4C23E626A}"/>
              </a:ext>
            </a:extLst>
          </p:cNvPr>
          <p:cNvSpPr>
            <a:spLocks noGrp="1"/>
          </p:cNvSpPr>
          <p:nvPr/>
        </p:nvSpPr>
        <p:spPr>
          <a:xfrm>
            <a:off x="6853238" y="5238750"/>
            <a:ext cx="52388" cy="547688"/>
          </a:xfrm>
          <a:prstGeom prst="rect">
            <a:avLst/>
          </a:prstGeom>
          <a:solidFill>
            <a:srgbClr val="1D4ED8"/>
          </a:solidFill>
          <a:ln w="13097">
            <a:solidFill>
              <a:srgbClr val="172B4D"/>
            </a:solidFill>
          </a:ln>
        </p:spPr>
      </p:sp>
      <p:sp>
        <p:nvSpPr>
          <p:cNvPr id="487" name="object-487">
            <a:extLst>
              <a:ext uri="{FF2B5EF4-FFF2-40B4-BE49-F238E27FC236}">
                <a16:creationId xmlns:a16="http://schemas.microsoft.com/office/drawing/2014/main" id="{D6E11DB2-3A8A-440A-8A43-74ADF9B24450}"/>
              </a:ext>
            </a:extLst>
          </p:cNvPr>
          <p:cNvSpPr>
            <a:spLocks noGrp="1"/>
          </p:cNvSpPr>
          <p:nvPr/>
        </p:nvSpPr>
        <p:spPr>
          <a:xfrm>
            <a:off x="6905625" y="5238750"/>
            <a:ext cx="52388" cy="547688"/>
          </a:xfrm>
          <a:prstGeom prst="rect">
            <a:avLst/>
          </a:prstGeom>
          <a:solidFill>
            <a:srgbClr val="1D4ED8"/>
          </a:solidFill>
          <a:ln w="13097">
            <a:solidFill>
              <a:srgbClr val="172B4D"/>
            </a:solidFill>
          </a:ln>
        </p:spPr>
      </p:sp>
      <p:sp>
        <p:nvSpPr>
          <p:cNvPr id="488" name="object-488">
            <a:extLst>
              <a:ext uri="{FF2B5EF4-FFF2-40B4-BE49-F238E27FC236}">
                <a16:creationId xmlns:a16="http://schemas.microsoft.com/office/drawing/2014/main" id="{34613366-9869-4553-B0D4-74E59F937F39}"/>
              </a:ext>
            </a:extLst>
          </p:cNvPr>
          <p:cNvSpPr>
            <a:spLocks noGrp="1"/>
          </p:cNvSpPr>
          <p:nvPr/>
        </p:nvSpPr>
        <p:spPr>
          <a:xfrm>
            <a:off x="6958013" y="5238750"/>
            <a:ext cx="52388" cy="547688"/>
          </a:xfrm>
          <a:prstGeom prst="rect">
            <a:avLst/>
          </a:prstGeom>
          <a:solidFill>
            <a:srgbClr val="1D4ED8"/>
          </a:solidFill>
          <a:ln w="13097">
            <a:solidFill>
              <a:srgbClr val="172B4D"/>
            </a:solidFill>
          </a:ln>
        </p:spPr>
      </p:sp>
      <p:sp>
        <p:nvSpPr>
          <p:cNvPr id="489" name="object-489">
            <a:extLst>
              <a:ext uri="{FF2B5EF4-FFF2-40B4-BE49-F238E27FC236}">
                <a16:creationId xmlns:a16="http://schemas.microsoft.com/office/drawing/2014/main" id="{DB4273C4-B1B9-444C-B845-E184781D254A}"/>
              </a:ext>
            </a:extLst>
          </p:cNvPr>
          <p:cNvSpPr>
            <a:spLocks noGrp="1"/>
          </p:cNvSpPr>
          <p:nvPr/>
        </p:nvSpPr>
        <p:spPr>
          <a:xfrm>
            <a:off x="7010400" y="5238750"/>
            <a:ext cx="52388" cy="547688"/>
          </a:xfrm>
          <a:prstGeom prst="rect">
            <a:avLst/>
          </a:prstGeom>
          <a:solidFill>
            <a:srgbClr val="1D4ED8"/>
          </a:solidFill>
          <a:ln w="13097">
            <a:solidFill>
              <a:srgbClr val="172B4D"/>
            </a:solidFill>
          </a:ln>
        </p:spPr>
      </p:sp>
      <p:sp>
        <p:nvSpPr>
          <p:cNvPr id="490" name="object-490">
            <a:extLst>
              <a:ext uri="{FF2B5EF4-FFF2-40B4-BE49-F238E27FC236}">
                <a16:creationId xmlns:a16="http://schemas.microsoft.com/office/drawing/2014/main" id="{069E40AE-C32F-4912-94F8-CA19008364C9}"/>
              </a:ext>
            </a:extLst>
          </p:cNvPr>
          <p:cNvSpPr>
            <a:spLocks noGrp="1"/>
          </p:cNvSpPr>
          <p:nvPr/>
        </p:nvSpPr>
        <p:spPr>
          <a:xfrm>
            <a:off x="7062788" y="5238750"/>
            <a:ext cx="52388" cy="547688"/>
          </a:xfrm>
          <a:prstGeom prst="rect">
            <a:avLst/>
          </a:prstGeom>
          <a:solidFill>
            <a:srgbClr val="1D4ED8"/>
          </a:solidFill>
          <a:ln w="13097">
            <a:solidFill>
              <a:srgbClr val="172B4D"/>
            </a:solidFill>
          </a:ln>
        </p:spPr>
      </p:sp>
      <p:sp>
        <p:nvSpPr>
          <p:cNvPr id="491" name="object-491">
            <a:extLst>
              <a:ext uri="{FF2B5EF4-FFF2-40B4-BE49-F238E27FC236}">
                <a16:creationId xmlns:a16="http://schemas.microsoft.com/office/drawing/2014/main" id="{5DF739F7-AC9B-47F9-8712-0DCBA29C5ECB}"/>
              </a:ext>
            </a:extLst>
          </p:cNvPr>
          <p:cNvSpPr>
            <a:spLocks noGrp="1"/>
          </p:cNvSpPr>
          <p:nvPr/>
        </p:nvSpPr>
        <p:spPr>
          <a:xfrm>
            <a:off x="7115175" y="5238750"/>
            <a:ext cx="52388" cy="547688"/>
          </a:xfrm>
          <a:prstGeom prst="rect">
            <a:avLst/>
          </a:prstGeom>
          <a:solidFill>
            <a:srgbClr val="1D4ED8"/>
          </a:solidFill>
          <a:ln w="13097">
            <a:solidFill>
              <a:srgbClr val="172B4D"/>
            </a:solidFill>
          </a:ln>
        </p:spPr>
      </p:sp>
      <p:sp>
        <p:nvSpPr>
          <p:cNvPr id="492" name="object-492">
            <a:extLst>
              <a:ext uri="{FF2B5EF4-FFF2-40B4-BE49-F238E27FC236}">
                <a16:creationId xmlns:a16="http://schemas.microsoft.com/office/drawing/2014/main" id="{6D88ACC0-16D7-47A8-858D-963860D9B6C6}"/>
              </a:ext>
            </a:extLst>
          </p:cNvPr>
          <p:cNvSpPr>
            <a:spLocks noGrp="1"/>
          </p:cNvSpPr>
          <p:nvPr/>
        </p:nvSpPr>
        <p:spPr>
          <a:xfrm>
            <a:off x="7167563" y="5238750"/>
            <a:ext cx="52388" cy="547688"/>
          </a:xfrm>
          <a:prstGeom prst="rect">
            <a:avLst/>
          </a:prstGeom>
          <a:solidFill>
            <a:srgbClr val="1D4ED8"/>
          </a:solidFill>
          <a:ln w="13097">
            <a:solidFill>
              <a:srgbClr val="172B4D"/>
            </a:solidFill>
          </a:ln>
        </p:spPr>
      </p:sp>
      <p:sp>
        <p:nvSpPr>
          <p:cNvPr id="493" name="object-493">
            <a:extLst>
              <a:ext uri="{FF2B5EF4-FFF2-40B4-BE49-F238E27FC236}">
                <a16:creationId xmlns:a16="http://schemas.microsoft.com/office/drawing/2014/main" id="{F0CADAF5-D73C-4164-9EB9-0E6501F5C272}"/>
              </a:ext>
            </a:extLst>
          </p:cNvPr>
          <p:cNvSpPr>
            <a:spLocks noGrp="1"/>
          </p:cNvSpPr>
          <p:nvPr/>
        </p:nvSpPr>
        <p:spPr>
          <a:xfrm>
            <a:off x="7219950" y="5238750"/>
            <a:ext cx="52388" cy="547688"/>
          </a:xfrm>
          <a:prstGeom prst="rect">
            <a:avLst/>
          </a:prstGeom>
          <a:solidFill>
            <a:srgbClr val="1D4ED8"/>
          </a:solidFill>
          <a:ln w="13097">
            <a:solidFill>
              <a:srgbClr val="172B4D"/>
            </a:solidFill>
          </a:ln>
        </p:spPr>
      </p:sp>
      <p:sp>
        <p:nvSpPr>
          <p:cNvPr id="494" name="object-494">
            <a:extLst>
              <a:ext uri="{FF2B5EF4-FFF2-40B4-BE49-F238E27FC236}">
                <a16:creationId xmlns:a16="http://schemas.microsoft.com/office/drawing/2014/main" id="{068131C9-CD16-40FE-81D6-680736DFD9C4}"/>
              </a:ext>
            </a:extLst>
          </p:cNvPr>
          <p:cNvSpPr>
            <a:spLocks noGrp="1"/>
          </p:cNvSpPr>
          <p:nvPr/>
        </p:nvSpPr>
        <p:spPr>
          <a:xfrm>
            <a:off x="7272338" y="5238750"/>
            <a:ext cx="52388" cy="547688"/>
          </a:xfrm>
          <a:prstGeom prst="rect">
            <a:avLst/>
          </a:prstGeom>
          <a:solidFill>
            <a:srgbClr val="1D4ED8"/>
          </a:solidFill>
          <a:ln w="13097">
            <a:solidFill>
              <a:srgbClr val="172B4D"/>
            </a:solidFill>
          </a:ln>
        </p:spPr>
      </p:sp>
      <p:sp>
        <p:nvSpPr>
          <p:cNvPr id="495" name="object-495">
            <a:extLst>
              <a:ext uri="{FF2B5EF4-FFF2-40B4-BE49-F238E27FC236}">
                <a16:creationId xmlns:a16="http://schemas.microsoft.com/office/drawing/2014/main" id="{F241B731-127E-4AD5-95A4-D09C4A4AA223}"/>
              </a:ext>
            </a:extLst>
          </p:cNvPr>
          <p:cNvSpPr>
            <a:spLocks noGrp="1"/>
          </p:cNvSpPr>
          <p:nvPr/>
        </p:nvSpPr>
        <p:spPr>
          <a:xfrm>
            <a:off x="7324725" y="5238750"/>
            <a:ext cx="52388" cy="547688"/>
          </a:xfrm>
          <a:prstGeom prst="rect">
            <a:avLst/>
          </a:prstGeom>
          <a:solidFill>
            <a:srgbClr val="1D4ED8"/>
          </a:solidFill>
          <a:ln w="13097">
            <a:solidFill>
              <a:srgbClr val="172B4D"/>
            </a:solidFill>
          </a:ln>
        </p:spPr>
      </p:sp>
      <p:sp>
        <p:nvSpPr>
          <p:cNvPr id="496" name="object-496">
            <a:extLst>
              <a:ext uri="{FF2B5EF4-FFF2-40B4-BE49-F238E27FC236}">
                <a16:creationId xmlns:a16="http://schemas.microsoft.com/office/drawing/2014/main" id="{D3F67B83-21BE-4CFD-A544-8FFF7F5C7037}"/>
              </a:ext>
            </a:extLst>
          </p:cNvPr>
          <p:cNvSpPr>
            <a:spLocks noGrp="1"/>
          </p:cNvSpPr>
          <p:nvPr/>
        </p:nvSpPr>
        <p:spPr>
          <a:xfrm>
            <a:off x="7377113" y="5238750"/>
            <a:ext cx="52388" cy="547688"/>
          </a:xfrm>
          <a:prstGeom prst="rect">
            <a:avLst/>
          </a:prstGeom>
          <a:solidFill>
            <a:srgbClr val="1D4ED8"/>
          </a:solidFill>
          <a:ln w="13097">
            <a:solidFill>
              <a:srgbClr val="172B4D"/>
            </a:solidFill>
          </a:ln>
        </p:spPr>
      </p:sp>
      <p:sp>
        <p:nvSpPr>
          <p:cNvPr id="497" name="object-497">
            <a:extLst>
              <a:ext uri="{FF2B5EF4-FFF2-40B4-BE49-F238E27FC236}">
                <a16:creationId xmlns:a16="http://schemas.microsoft.com/office/drawing/2014/main" id="{D8E8E385-1499-4CC1-81F7-117C37CBA001}"/>
              </a:ext>
            </a:extLst>
          </p:cNvPr>
          <p:cNvSpPr>
            <a:spLocks noGrp="1"/>
          </p:cNvSpPr>
          <p:nvPr/>
        </p:nvSpPr>
        <p:spPr>
          <a:xfrm>
            <a:off x="7429500" y="5238750"/>
            <a:ext cx="52388" cy="547688"/>
          </a:xfrm>
          <a:prstGeom prst="rect">
            <a:avLst/>
          </a:prstGeom>
          <a:solidFill>
            <a:srgbClr val="1D4ED8"/>
          </a:solidFill>
          <a:ln w="13097">
            <a:solidFill>
              <a:srgbClr val="172B4D"/>
            </a:solidFill>
          </a:ln>
        </p:spPr>
      </p:sp>
      <p:sp>
        <p:nvSpPr>
          <p:cNvPr id="498" name="object-498">
            <a:extLst>
              <a:ext uri="{FF2B5EF4-FFF2-40B4-BE49-F238E27FC236}">
                <a16:creationId xmlns:a16="http://schemas.microsoft.com/office/drawing/2014/main" id="{70CE090D-E8D2-4378-94F8-96BD112E9B20}"/>
              </a:ext>
            </a:extLst>
          </p:cNvPr>
          <p:cNvSpPr>
            <a:spLocks noGrp="1"/>
          </p:cNvSpPr>
          <p:nvPr/>
        </p:nvSpPr>
        <p:spPr>
          <a:xfrm>
            <a:off x="7481888" y="5238750"/>
            <a:ext cx="52388" cy="547688"/>
          </a:xfrm>
          <a:prstGeom prst="rect">
            <a:avLst/>
          </a:prstGeom>
          <a:solidFill>
            <a:srgbClr val="1D4ED8"/>
          </a:solidFill>
          <a:ln w="13097">
            <a:solidFill>
              <a:srgbClr val="172B4D"/>
            </a:solidFill>
          </a:ln>
        </p:spPr>
      </p:sp>
      <p:sp>
        <p:nvSpPr>
          <p:cNvPr id="499" name="object-499">
            <a:extLst>
              <a:ext uri="{FF2B5EF4-FFF2-40B4-BE49-F238E27FC236}">
                <a16:creationId xmlns:a16="http://schemas.microsoft.com/office/drawing/2014/main" id="{24C20792-3042-4441-A4D7-03D001A45928}"/>
              </a:ext>
            </a:extLst>
          </p:cNvPr>
          <p:cNvSpPr>
            <a:spLocks noGrp="1"/>
          </p:cNvSpPr>
          <p:nvPr/>
        </p:nvSpPr>
        <p:spPr>
          <a:xfrm>
            <a:off x="7534275" y="5238750"/>
            <a:ext cx="52388" cy="547688"/>
          </a:xfrm>
          <a:prstGeom prst="rect">
            <a:avLst/>
          </a:prstGeom>
          <a:solidFill>
            <a:srgbClr val="1D4ED8"/>
          </a:solidFill>
          <a:ln w="13097">
            <a:solidFill>
              <a:srgbClr val="172B4D"/>
            </a:solidFill>
          </a:ln>
        </p:spPr>
      </p:sp>
      <p:sp>
        <p:nvSpPr>
          <p:cNvPr id="500" name="object-500">
            <a:extLst>
              <a:ext uri="{FF2B5EF4-FFF2-40B4-BE49-F238E27FC236}">
                <a16:creationId xmlns:a16="http://schemas.microsoft.com/office/drawing/2014/main" id="{54F71549-7A71-45B0-B91D-1078185D9B23}"/>
              </a:ext>
            </a:extLst>
          </p:cNvPr>
          <p:cNvSpPr>
            <a:spLocks noGrp="1"/>
          </p:cNvSpPr>
          <p:nvPr/>
        </p:nvSpPr>
        <p:spPr>
          <a:xfrm>
            <a:off x="7586663" y="5238750"/>
            <a:ext cx="52388" cy="547688"/>
          </a:xfrm>
          <a:prstGeom prst="rect">
            <a:avLst/>
          </a:prstGeom>
          <a:solidFill>
            <a:srgbClr val="1D4ED8"/>
          </a:solidFill>
          <a:ln w="13097">
            <a:solidFill>
              <a:srgbClr val="172B4D"/>
            </a:solidFill>
          </a:ln>
        </p:spPr>
      </p:sp>
      <p:sp>
        <p:nvSpPr>
          <p:cNvPr id="501" name="object-501">
            <a:extLst>
              <a:ext uri="{FF2B5EF4-FFF2-40B4-BE49-F238E27FC236}">
                <a16:creationId xmlns:a16="http://schemas.microsoft.com/office/drawing/2014/main" id="{5E9F7F21-1825-4255-8E4C-8CFC49F3C005}"/>
              </a:ext>
            </a:extLst>
          </p:cNvPr>
          <p:cNvSpPr>
            <a:spLocks noGrp="1"/>
          </p:cNvSpPr>
          <p:nvPr/>
        </p:nvSpPr>
        <p:spPr>
          <a:xfrm>
            <a:off x="7639050" y="5238750"/>
            <a:ext cx="52388" cy="547688"/>
          </a:xfrm>
          <a:prstGeom prst="rect">
            <a:avLst/>
          </a:prstGeom>
          <a:solidFill>
            <a:srgbClr val="1D4ED8"/>
          </a:solidFill>
          <a:ln w="13097">
            <a:solidFill>
              <a:srgbClr val="172B4D"/>
            </a:solidFill>
          </a:ln>
        </p:spPr>
      </p:sp>
      <p:sp>
        <p:nvSpPr>
          <p:cNvPr id="502" name="object-502">
            <a:extLst>
              <a:ext uri="{FF2B5EF4-FFF2-40B4-BE49-F238E27FC236}">
                <a16:creationId xmlns:a16="http://schemas.microsoft.com/office/drawing/2014/main" id="{D0336931-DCC8-4238-9DF9-634B29459FC0}"/>
              </a:ext>
            </a:extLst>
          </p:cNvPr>
          <p:cNvSpPr>
            <a:spLocks noGrp="1"/>
          </p:cNvSpPr>
          <p:nvPr/>
        </p:nvSpPr>
        <p:spPr>
          <a:xfrm>
            <a:off x="7691438" y="5238750"/>
            <a:ext cx="52388" cy="547688"/>
          </a:xfrm>
          <a:prstGeom prst="rect">
            <a:avLst/>
          </a:prstGeom>
          <a:solidFill>
            <a:srgbClr val="1D4ED8"/>
          </a:solidFill>
          <a:ln w="13097">
            <a:solidFill>
              <a:srgbClr val="172B4D"/>
            </a:solidFill>
          </a:ln>
        </p:spPr>
      </p:sp>
      <p:sp>
        <p:nvSpPr>
          <p:cNvPr id="503" name="object-503">
            <a:extLst>
              <a:ext uri="{FF2B5EF4-FFF2-40B4-BE49-F238E27FC236}">
                <a16:creationId xmlns:a16="http://schemas.microsoft.com/office/drawing/2014/main" id="{E6DC152E-0EDA-4EC5-B2AD-484B69AAB70B}"/>
              </a:ext>
            </a:extLst>
          </p:cNvPr>
          <p:cNvSpPr>
            <a:spLocks noGrp="1"/>
          </p:cNvSpPr>
          <p:nvPr/>
        </p:nvSpPr>
        <p:spPr>
          <a:xfrm>
            <a:off x="7743825" y="5238750"/>
            <a:ext cx="52388" cy="547688"/>
          </a:xfrm>
          <a:prstGeom prst="rect">
            <a:avLst/>
          </a:prstGeom>
          <a:solidFill>
            <a:srgbClr val="1D4ED8"/>
          </a:solidFill>
          <a:ln w="13097">
            <a:solidFill>
              <a:srgbClr val="172B4D"/>
            </a:solidFill>
          </a:ln>
        </p:spPr>
      </p:sp>
      <p:sp>
        <p:nvSpPr>
          <p:cNvPr id="504" name="object-504">
            <a:extLst>
              <a:ext uri="{FF2B5EF4-FFF2-40B4-BE49-F238E27FC236}">
                <a16:creationId xmlns:a16="http://schemas.microsoft.com/office/drawing/2014/main" id="{DE7456F6-F35F-4A92-B8AF-611106A334D0}"/>
              </a:ext>
            </a:extLst>
          </p:cNvPr>
          <p:cNvSpPr>
            <a:spLocks noGrp="1"/>
          </p:cNvSpPr>
          <p:nvPr/>
        </p:nvSpPr>
        <p:spPr>
          <a:xfrm>
            <a:off x="7796213" y="5238750"/>
            <a:ext cx="52388" cy="547688"/>
          </a:xfrm>
          <a:prstGeom prst="rect">
            <a:avLst/>
          </a:prstGeom>
          <a:solidFill>
            <a:srgbClr val="1D4ED8"/>
          </a:solidFill>
          <a:ln w="13097">
            <a:solidFill>
              <a:srgbClr val="172B4D"/>
            </a:solidFill>
          </a:ln>
        </p:spPr>
      </p:sp>
      <p:sp>
        <p:nvSpPr>
          <p:cNvPr id="505" name="object-505">
            <a:extLst>
              <a:ext uri="{FF2B5EF4-FFF2-40B4-BE49-F238E27FC236}">
                <a16:creationId xmlns:a16="http://schemas.microsoft.com/office/drawing/2014/main" id="{78803D90-0FE5-4C7E-BE77-4613644BFDF2}"/>
              </a:ext>
            </a:extLst>
          </p:cNvPr>
          <p:cNvSpPr>
            <a:spLocks noGrp="1"/>
          </p:cNvSpPr>
          <p:nvPr/>
        </p:nvSpPr>
        <p:spPr>
          <a:xfrm>
            <a:off x="7848600" y="5238750"/>
            <a:ext cx="52388" cy="547688"/>
          </a:xfrm>
          <a:prstGeom prst="rect">
            <a:avLst/>
          </a:prstGeom>
          <a:solidFill>
            <a:srgbClr val="1D4ED8"/>
          </a:solidFill>
          <a:ln w="13097">
            <a:solidFill>
              <a:srgbClr val="172B4D"/>
            </a:solidFill>
          </a:ln>
        </p:spPr>
      </p:sp>
      <p:sp>
        <p:nvSpPr>
          <p:cNvPr id="506" name="object-506">
            <a:extLst>
              <a:ext uri="{FF2B5EF4-FFF2-40B4-BE49-F238E27FC236}">
                <a16:creationId xmlns:a16="http://schemas.microsoft.com/office/drawing/2014/main" id="{101188D8-7B80-44F1-889A-CB90CD405CB7}"/>
              </a:ext>
            </a:extLst>
          </p:cNvPr>
          <p:cNvSpPr>
            <a:spLocks noGrp="1"/>
          </p:cNvSpPr>
          <p:nvPr/>
        </p:nvSpPr>
        <p:spPr>
          <a:xfrm>
            <a:off x="7900988" y="5238750"/>
            <a:ext cx="52388" cy="547688"/>
          </a:xfrm>
          <a:prstGeom prst="rect">
            <a:avLst/>
          </a:prstGeom>
          <a:solidFill>
            <a:srgbClr val="1D4ED8"/>
          </a:solidFill>
          <a:ln w="13097">
            <a:solidFill>
              <a:srgbClr val="172B4D"/>
            </a:solidFill>
          </a:ln>
        </p:spPr>
      </p:sp>
      <p:sp>
        <p:nvSpPr>
          <p:cNvPr id="507" name="object-507">
            <a:extLst>
              <a:ext uri="{FF2B5EF4-FFF2-40B4-BE49-F238E27FC236}">
                <a16:creationId xmlns:a16="http://schemas.microsoft.com/office/drawing/2014/main" id="{95B505EF-6149-461A-B1D6-BB533E66AA4B}"/>
              </a:ext>
            </a:extLst>
          </p:cNvPr>
          <p:cNvSpPr>
            <a:spLocks noGrp="1"/>
          </p:cNvSpPr>
          <p:nvPr/>
        </p:nvSpPr>
        <p:spPr>
          <a:xfrm>
            <a:off x="7953375" y="5238750"/>
            <a:ext cx="52388" cy="547688"/>
          </a:xfrm>
          <a:prstGeom prst="rect">
            <a:avLst/>
          </a:prstGeom>
          <a:solidFill>
            <a:srgbClr val="1D4ED8"/>
          </a:solidFill>
          <a:ln w="13097">
            <a:solidFill>
              <a:srgbClr val="172B4D"/>
            </a:solidFill>
          </a:ln>
        </p:spPr>
      </p:sp>
      <p:sp>
        <p:nvSpPr>
          <p:cNvPr id="508" name="object-508">
            <a:extLst>
              <a:ext uri="{FF2B5EF4-FFF2-40B4-BE49-F238E27FC236}">
                <a16:creationId xmlns:a16="http://schemas.microsoft.com/office/drawing/2014/main" id="{002F17E0-9E86-440E-9E48-C63DB8DACE8A}"/>
              </a:ext>
            </a:extLst>
          </p:cNvPr>
          <p:cNvSpPr>
            <a:spLocks noGrp="1"/>
          </p:cNvSpPr>
          <p:nvPr/>
        </p:nvSpPr>
        <p:spPr>
          <a:xfrm>
            <a:off x="8005763" y="5238750"/>
            <a:ext cx="52388" cy="547688"/>
          </a:xfrm>
          <a:prstGeom prst="rect">
            <a:avLst/>
          </a:prstGeom>
          <a:solidFill>
            <a:srgbClr val="1D4ED8"/>
          </a:solidFill>
          <a:ln w="13097">
            <a:solidFill>
              <a:srgbClr val="172B4D"/>
            </a:solidFill>
          </a:ln>
        </p:spPr>
      </p:sp>
      <p:sp>
        <p:nvSpPr>
          <p:cNvPr id="509" name="object-509">
            <a:extLst>
              <a:ext uri="{FF2B5EF4-FFF2-40B4-BE49-F238E27FC236}">
                <a16:creationId xmlns:a16="http://schemas.microsoft.com/office/drawing/2014/main" id="{898A2DC4-57A2-46B7-8AC8-207C820142AB}"/>
              </a:ext>
            </a:extLst>
          </p:cNvPr>
          <p:cNvSpPr>
            <a:spLocks noGrp="1"/>
          </p:cNvSpPr>
          <p:nvPr/>
        </p:nvSpPr>
        <p:spPr>
          <a:xfrm>
            <a:off x="8058150" y="5238750"/>
            <a:ext cx="52388" cy="547688"/>
          </a:xfrm>
          <a:prstGeom prst="rect">
            <a:avLst/>
          </a:prstGeom>
          <a:solidFill>
            <a:srgbClr val="1D4ED8"/>
          </a:solidFill>
          <a:ln w="13097">
            <a:solidFill>
              <a:srgbClr val="172B4D"/>
            </a:solidFill>
          </a:ln>
        </p:spPr>
      </p:sp>
      <p:sp>
        <p:nvSpPr>
          <p:cNvPr id="510" name="object-510">
            <a:extLst>
              <a:ext uri="{FF2B5EF4-FFF2-40B4-BE49-F238E27FC236}">
                <a16:creationId xmlns:a16="http://schemas.microsoft.com/office/drawing/2014/main" id="{E7C76B7C-E484-4110-BF1C-BED96F1FFDFF}"/>
              </a:ext>
            </a:extLst>
          </p:cNvPr>
          <p:cNvSpPr>
            <a:spLocks noGrp="1"/>
          </p:cNvSpPr>
          <p:nvPr/>
        </p:nvSpPr>
        <p:spPr>
          <a:xfrm>
            <a:off x="8110538" y="5238750"/>
            <a:ext cx="52388" cy="547688"/>
          </a:xfrm>
          <a:prstGeom prst="rect">
            <a:avLst/>
          </a:prstGeom>
          <a:solidFill>
            <a:srgbClr val="1D4ED8"/>
          </a:solidFill>
          <a:ln w="13097">
            <a:solidFill>
              <a:srgbClr val="172B4D"/>
            </a:solidFill>
          </a:ln>
        </p:spPr>
      </p:sp>
      <p:sp>
        <p:nvSpPr>
          <p:cNvPr id="511" name="object-511">
            <a:extLst>
              <a:ext uri="{FF2B5EF4-FFF2-40B4-BE49-F238E27FC236}">
                <a16:creationId xmlns:a16="http://schemas.microsoft.com/office/drawing/2014/main" id="{1D656554-184C-41B8-BBCE-5EB1DED99A99}"/>
              </a:ext>
            </a:extLst>
          </p:cNvPr>
          <p:cNvSpPr>
            <a:spLocks noGrp="1"/>
          </p:cNvSpPr>
          <p:nvPr/>
        </p:nvSpPr>
        <p:spPr>
          <a:xfrm>
            <a:off x="8162925" y="5238750"/>
            <a:ext cx="52388" cy="547688"/>
          </a:xfrm>
          <a:prstGeom prst="rect">
            <a:avLst/>
          </a:prstGeom>
          <a:solidFill>
            <a:srgbClr val="1D4ED8"/>
          </a:solidFill>
          <a:ln w="13097">
            <a:solidFill>
              <a:srgbClr val="172B4D"/>
            </a:solidFill>
          </a:ln>
        </p:spPr>
      </p:sp>
      <p:sp>
        <p:nvSpPr>
          <p:cNvPr id="512" name="object-512">
            <a:extLst>
              <a:ext uri="{FF2B5EF4-FFF2-40B4-BE49-F238E27FC236}">
                <a16:creationId xmlns:a16="http://schemas.microsoft.com/office/drawing/2014/main" id="{70EA6BB4-66DE-4170-B20D-EBAD733F8651}"/>
              </a:ext>
            </a:extLst>
          </p:cNvPr>
          <p:cNvSpPr>
            <a:spLocks noGrp="1"/>
          </p:cNvSpPr>
          <p:nvPr/>
        </p:nvSpPr>
        <p:spPr>
          <a:xfrm>
            <a:off x="8215313" y="5238750"/>
            <a:ext cx="52388" cy="547688"/>
          </a:xfrm>
          <a:prstGeom prst="rect">
            <a:avLst/>
          </a:prstGeom>
          <a:solidFill>
            <a:srgbClr val="1D4ED8"/>
          </a:solidFill>
          <a:ln w="13097">
            <a:solidFill>
              <a:srgbClr val="172B4D"/>
            </a:solidFill>
          </a:ln>
        </p:spPr>
      </p:sp>
      <p:sp>
        <p:nvSpPr>
          <p:cNvPr id="513" name="object-513">
            <a:extLst>
              <a:ext uri="{FF2B5EF4-FFF2-40B4-BE49-F238E27FC236}">
                <a16:creationId xmlns:a16="http://schemas.microsoft.com/office/drawing/2014/main" id="{90B5CE3F-1695-43FF-A5B6-D583F57237DD}"/>
              </a:ext>
            </a:extLst>
          </p:cNvPr>
          <p:cNvSpPr>
            <a:spLocks noGrp="1"/>
          </p:cNvSpPr>
          <p:nvPr/>
        </p:nvSpPr>
        <p:spPr>
          <a:xfrm>
            <a:off x="8267700" y="5238750"/>
            <a:ext cx="52388" cy="547688"/>
          </a:xfrm>
          <a:prstGeom prst="rect">
            <a:avLst/>
          </a:prstGeom>
          <a:solidFill>
            <a:srgbClr val="1D4ED8"/>
          </a:solidFill>
          <a:ln w="13097">
            <a:solidFill>
              <a:srgbClr val="172B4D"/>
            </a:solidFill>
          </a:ln>
        </p:spPr>
      </p:sp>
      <p:sp>
        <p:nvSpPr>
          <p:cNvPr id="514" name="object-514">
            <a:extLst>
              <a:ext uri="{FF2B5EF4-FFF2-40B4-BE49-F238E27FC236}">
                <a16:creationId xmlns:a16="http://schemas.microsoft.com/office/drawing/2014/main" id="{CBA8F334-94D5-465F-81C3-14A24883E9A6}"/>
              </a:ext>
            </a:extLst>
          </p:cNvPr>
          <p:cNvSpPr>
            <a:spLocks noGrp="1"/>
          </p:cNvSpPr>
          <p:nvPr/>
        </p:nvSpPr>
        <p:spPr>
          <a:xfrm>
            <a:off x="8320088" y="5238750"/>
            <a:ext cx="52388" cy="547688"/>
          </a:xfrm>
          <a:prstGeom prst="rect">
            <a:avLst/>
          </a:prstGeom>
          <a:solidFill>
            <a:srgbClr val="1D4ED8"/>
          </a:solidFill>
          <a:ln w="13097">
            <a:solidFill>
              <a:srgbClr val="172B4D"/>
            </a:solidFill>
          </a:ln>
        </p:spPr>
      </p:sp>
      <p:sp>
        <p:nvSpPr>
          <p:cNvPr id="515" name="object-515">
            <a:extLst>
              <a:ext uri="{FF2B5EF4-FFF2-40B4-BE49-F238E27FC236}">
                <a16:creationId xmlns:a16="http://schemas.microsoft.com/office/drawing/2014/main" id="{72B37E25-1658-4FE9-AAF6-B1CF36A779DF}"/>
              </a:ext>
            </a:extLst>
          </p:cNvPr>
          <p:cNvSpPr>
            <a:spLocks noGrp="1"/>
          </p:cNvSpPr>
          <p:nvPr/>
        </p:nvSpPr>
        <p:spPr>
          <a:xfrm>
            <a:off x="8372475" y="5238750"/>
            <a:ext cx="52388" cy="547688"/>
          </a:xfrm>
          <a:prstGeom prst="rect">
            <a:avLst/>
          </a:prstGeom>
          <a:solidFill>
            <a:srgbClr val="1D4ED8"/>
          </a:solidFill>
          <a:ln w="13097">
            <a:solidFill>
              <a:srgbClr val="172B4D"/>
            </a:solidFill>
          </a:ln>
        </p:spPr>
      </p:sp>
      <p:sp>
        <p:nvSpPr>
          <p:cNvPr id="516" name="object-516">
            <a:extLst>
              <a:ext uri="{FF2B5EF4-FFF2-40B4-BE49-F238E27FC236}">
                <a16:creationId xmlns:a16="http://schemas.microsoft.com/office/drawing/2014/main" id="{8FCBBBB9-4CE9-455C-AA3D-244CC49B6B32}"/>
              </a:ext>
            </a:extLst>
          </p:cNvPr>
          <p:cNvSpPr>
            <a:spLocks noGrp="1"/>
          </p:cNvSpPr>
          <p:nvPr/>
        </p:nvSpPr>
        <p:spPr>
          <a:xfrm>
            <a:off x="8424863" y="5238750"/>
            <a:ext cx="52388" cy="547688"/>
          </a:xfrm>
          <a:prstGeom prst="rect">
            <a:avLst/>
          </a:prstGeom>
          <a:solidFill>
            <a:srgbClr val="1D4ED8"/>
          </a:solidFill>
          <a:ln w="13097">
            <a:solidFill>
              <a:srgbClr val="172B4D"/>
            </a:solidFill>
          </a:ln>
        </p:spPr>
      </p:sp>
      <p:sp>
        <p:nvSpPr>
          <p:cNvPr id="517" name="object-517">
            <a:extLst>
              <a:ext uri="{FF2B5EF4-FFF2-40B4-BE49-F238E27FC236}">
                <a16:creationId xmlns:a16="http://schemas.microsoft.com/office/drawing/2014/main" id="{A30229F8-6912-43EE-ABAC-F8F60C003B07}"/>
              </a:ext>
            </a:extLst>
          </p:cNvPr>
          <p:cNvSpPr>
            <a:spLocks noGrp="1"/>
          </p:cNvSpPr>
          <p:nvPr/>
        </p:nvSpPr>
        <p:spPr>
          <a:xfrm>
            <a:off x="8477250" y="5238750"/>
            <a:ext cx="52388" cy="547688"/>
          </a:xfrm>
          <a:prstGeom prst="rect">
            <a:avLst/>
          </a:prstGeom>
          <a:solidFill>
            <a:srgbClr val="1D4ED8"/>
          </a:solidFill>
          <a:ln w="13097">
            <a:solidFill>
              <a:srgbClr val="172B4D"/>
            </a:solidFill>
          </a:ln>
        </p:spPr>
      </p:sp>
      <p:sp>
        <p:nvSpPr>
          <p:cNvPr id="518" name="object-518">
            <a:extLst>
              <a:ext uri="{FF2B5EF4-FFF2-40B4-BE49-F238E27FC236}">
                <a16:creationId xmlns:a16="http://schemas.microsoft.com/office/drawing/2014/main" id="{13F0DBF9-C703-4FD0-ADBC-8DC41FBF6ED2}"/>
              </a:ext>
            </a:extLst>
          </p:cNvPr>
          <p:cNvSpPr>
            <a:spLocks noGrp="1"/>
          </p:cNvSpPr>
          <p:nvPr/>
        </p:nvSpPr>
        <p:spPr>
          <a:xfrm>
            <a:off x="8529638" y="5238750"/>
            <a:ext cx="52388" cy="547688"/>
          </a:xfrm>
          <a:prstGeom prst="rect">
            <a:avLst/>
          </a:prstGeom>
          <a:solidFill>
            <a:srgbClr val="1D4ED8"/>
          </a:solidFill>
          <a:ln w="13097">
            <a:solidFill>
              <a:srgbClr val="172B4D"/>
            </a:solidFill>
          </a:ln>
        </p:spPr>
      </p:sp>
      <p:sp>
        <p:nvSpPr>
          <p:cNvPr id="519" name="object-519">
            <a:extLst>
              <a:ext uri="{FF2B5EF4-FFF2-40B4-BE49-F238E27FC236}">
                <a16:creationId xmlns:a16="http://schemas.microsoft.com/office/drawing/2014/main" id="{830AC96D-9F1D-4C4C-8C18-C3CF515B390E}"/>
              </a:ext>
            </a:extLst>
          </p:cNvPr>
          <p:cNvSpPr>
            <a:spLocks noGrp="1"/>
          </p:cNvSpPr>
          <p:nvPr/>
        </p:nvSpPr>
        <p:spPr>
          <a:xfrm>
            <a:off x="8582025" y="5238750"/>
            <a:ext cx="52388" cy="547688"/>
          </a:xfrm>
          <a:prstGeom prst="rect">
            <a:avLst/>
          </a:prstGeom>
          <a:solidFill>
            <a:srgbClr val="1D4ED8"/>
          </a:solidFill>
          <a:ln w="13097">
            <a:solidFill>
              <a:srgbClr val="172B4D"/>
            </a:solidFill>
          </a:ln>
        </p:spPr>
      </p:sp>
      <p:sp>
        <p:nvSpPr>
          <p:cNvPr id="520" name="object-520">
            <a:extLst>
              <a:ext uri="{FF2B5EF4-FFF2-40B4-BE49-F238E27FC236}">
                <a16:creationId xmlns:a16="http://schemas.microsoft.com/office/drawing/2014/main" id="{20761249-4096-4C8B-BAA5-0035AFFA0CA5}"/>
              </a:ext>
            </a:extLst>
          </p:cNvPr>
          <p:cNvSpPr>
            <a:spLocks noGrp="1"/>
          </p:cNvSpPr>
          <p:nvPr/>
        </p:nvSpPr>
        <p:spPr>
          <a:xfrm>
            <a:off x="8634413" y="5238750"/>
            <a:ext cx="52388" cy="547688"/>
          </a:xfrm>
          <a:prstGeom prst="rect">
            <a:avLst/>
          </a:prstGeom>
          <a:solidFill>
            <a:srgbClr val="1D4ED8"/>
          </a:solidFill>
          <a:ln w="13097">
            <a:solidFill>
              <a:srgbClr val="172B4D"/>
            </a:solidFill>
          </a:ln>
        </p:spPr>
      </p:sp>
      <p:sp>
        <p:nvSpPr>
          <p:cNvPr id="521" name="object-521">
            <a:extLst>
              <a:ext uri="{FF2B5EF4-FFF2-40B4-BE49-F238E27FC236}">
                <a16:creationId xmlns:a16="http://schemas.microsoft.com/office/drawing/2014/main" id="{4A3FC88F-727A-4467-94C4-6558C37409C6}"/>
              </a:ext>
            </a:extLst>
          </p:cNvPr>
          <p:cNvSpPr>
            <a:spLocks noGrp="1"/>
          </p:cNvSpPr>
          <p:nvPr/>
        </p:nvSpPr>
        <p:spPr>
          <a:xfrm>
            <a:off x="8686800" y="5238750"/>
            <a:ext cx="52388" cy="547688"/>
          </a:xfrm>
          <a:prstGeom prst="rect">
            <a:avLst/>
          </a:prstGeom>
          <a:solidFill>
            <a:srgbClr val="1D4ED8"/>
          </a:solidFill>
          <a:ln w="13097">
            <a:solidFill>
              <a:srgbClr val="172B4D"/>
            </a:solidFill>
          </a:ln>
        </p:spPr>
      </p:sp>
      <p:sp>
        <p:nvSpPr>
          <p:cNvPr id="522" name="object-522">
            <a:extLst>
              <a:ext uri="{FF2B5EF4-FFF2-40B4-BE49-F238E27FC236}">
                <a16:creationId xmlns:a16="http://schemas.microsoft.com/office/drawing/2014/main" id="{2F2BF2A5-6123-42AA-B072-F715948A59D1}"/>
              </a:ext>
            </a:extLst>
          </p:cNvPr>
          <p:cNvSpPr>
            <a:spLocks noGrp="1"/>
          </p:cNvSpPr>
          <p:nvPr/>
        </p:nvSpPr>
        <p:spPr>
          <a:xfrm>
            <a:off x="8739188" y="5238750"/>
            <a:ext cx="52388" cy="547688"/>
          </a:xfrm>
          <a:prstGeom prst="rect">
            <a:avLst/>
          </a:prstGeom>
          <a:solidFill>
            <a:srgbClr val="1D4ED8"/>
          </a:solidFill>
          <a:ln w="13097">
            <a:solidFill>
              <a:srgbClr val="172B4D"/>
            </a:solidFill>
          </a:ln>
        </p:spPr>
      </p:sp>
      <p:sp>
        <p:nvSpPr>
          <p:cNvPr id="523" name="object-523">
            <a:extLst>
              <a:ext uri="{FF2B5EF4-FFF2-40B4-BE49-F238E27FC236}">
                <a16:creationId xmlns:a16="http://schemas.microsoft.com/office/drawing/2014/main" id="{D396736D-3FDA-4BCE-B119-74CD35D588ED}"/>
              </a:ext>
            </a:extLst>
          </p:cNvPr>
          <p:cNvSpPr>
            <a:spLocks noGrp="1"/>
          </p:cNvSpPr>
          <p:nvPr/>
        </p:nvSpPr>
        <p:spPr>
          <a:xfrm>
            <a:off x="8791575" y="5238750"/>
            <a:ext cx="52388" cy="547688"/>
          </a:xfrm>
          <a:prstGeom prst="rect">
            <a:avLst/>
          </a:prstGeom>
          <a:solidFill>
            <a:srgbClr val="1D4ED8"/>
          </a:solidFill>
          <a:ln w="13097">
            <a:solidFill>
              <a:srgbClr val="172B4D"/>
            </a:solidFill>
          </a:ln>
        </p:spPr>
      </p:sp>
      <p:sp>
        <p:nvSpPr>
          <p:cNvPr id="524" name="object-524">
            <a:extLst>
              <a:ext uri="{FF2B5EF4-FFF2-40B4-BE49-F238E27FC236}">
                <a16:creationId xmlns:a16="http://schemas.microsoft.com/office/drawing/2014/main" id="{3251727E-EB95-407F-9D33-0FFECEB760BA}"/>
              </a:ext>
            </a:extLst>
          </p:cNvPr>
          <p:cNvSpPr>
            <a:spLocks noGrp="1"/>
          </p:cNvSpPr>
          <p:nvPr/>
        </p:nvSpPr>
        <p:spPr>
          <a:xfrm>
            <a:off x="8843963" y="5238750"/>
            <a:ext cx="52388" cy="547688"/>
          </a:xfrm>
          <a:prstGeom prst="rect">
            <a:avLst/>
          </a:prstGeom>
          <a:solidFill>
            <a:srgbClr val="1D4ED8"/>
          </a:solidFill>
          <a:ln w="13097">
            <a:solidFill>
              <a:srgbClr val="172B4D"/>
            </a:solidFill>
          </a:ln>
        </p:spPr>
      </p:sp>
      <p:sp>
        <p:nvSpPr>
          <p:cNvPr id="525" name="object-525">
            <a:extLst>
              <a:ext uri="{FF2B5EF4-FFF2-40B4-BE49-F238E27FC236}">
                <a16:creationId xmlns:a16="http://schemas.microsoft.com/office/drawing/2014/main" id="{7E77750D-48F0-46F6-824D-FFD125E24AF1}"/>
              </a:ext>
            </a:extLst>
          </p:cNvPr>
          <p:cNvSpPr>
            <a:spLocks noGrp="1"/>
          </p:cNvSpPr>
          <p:nvPr/>
        </p:nvSpPr>
        <p:spPr>
          <a:xfrm>
            <a:off x="8896350" y="5238750"/>
            <a:ext cx="52388" cy="547688"/>
          </a:xfrm>
          <a:prstGeom prst="rect">
            <a:avLst/>
          </a:prstGeom>
          <a:solidFill>
            <a:srgbClr val="1D4ED8"/>
          </a:solidFill>
          <a:ln w="13097">
            <a:solidFill>
              <a:srgbClr val="172B4D"/>
            </a:solidFill>
          </a:ln>
        </p:spPr>
      </p:sp>
      <p:sp>
        <p:nvSpPr>
          <p:cNvPr id="526" name="object-526">
            <a:extLst>
              <a:ext uri="{FF2B5EF4-FFF2-40B4-BE49-F238E27FC236}">
                <a16:creationId xmlns:a16="http://schemas.microsoft.com/office/drawing/2014/main" id="{FE176C69-CF4D-47DE-8E8F-2528C9AE1861}"/>
              </a:ext>
            </a:extLst>
          </p:cNvPr>
          <p:cNvSpPr>
            <a:spLocks noGrp="1"/>
          </p:cNvSpPr>
          <p:nvPr/>
        </p:nvSpPr>
        <p:spPr>
          <a:xfrm>
            <a:off x="8948738" y="5238750"/>
            <a:ext cx="52388" cy="547688"/>
          </a:xfrm>
          <a:prstGeom prst="rect">
            <a:avLst/>
          </a:prstGeom>
          <a:solidFill>
            <a:srgbClr val="1D4ED8"/>
          </a:solidFill>
          <a:ln w="13097">
            <a:solidFill>
              <a:srgbClr val="172B4D"/>
            </a:solidFill>
          </a:ln>
        </p:spPr>
      </p:sp>
      <p:sp>
        <p:nvSpPr>
          <p:cNvPr id="527" name="object-527">
            <a:extLst>
              <a:ext uri="{FF2B5EF4-FFF2-40B4-BE49-F238E27FC236}">
                <a16:creationId xmlns:a16="http://schemas.microsoft.com/office/drawing/2014/main" id="{FC885229-A7D2-4649-AA53-55EC2BAA7E60}"/>
              </a:ext>
            </a:extLst>
          </p:cNvPr>
          <p:cNvSpPr>
            <a:spLocks noGrp="1"/>
          </p:cNvSpPr>
          <p:nvPr/>
        </p:nvSpPr>
        <p:spPr>
          <a:xfrm>
            <a:off x="9001125" y="5238750"/>
            <a:ext cx="52388" cy="547688"/>
          </a:xfrm>
          <a:prstGeom prst="rect">
            <a:avLst/>
          </a:prstGeom>
          <a:solidFill>
            <a:srgbClr val="1D4ED8"/>
          </a:solidFill>
          <a:ln w="13097">
            <a:solidFill>
              <a:srgbClr val="172B4D"/>
            </a:solidFill>
          </a:ln>
        </p:spPr>
      </p:sp>
      <p:sp>
        <p:nvSpPr>
          <p:cNvPr id="528" name="object-528">
            <a:extLst>
              <a:ext uri="{FF2B5EF4-FFF2-40B4-BE49-F238E27FC236}">
                <a16:creationId xmlns:a16="http://schemas.microsoft.com/office/drawing/2014/main" id="{57F17F54-7A4E-4FA3-8272-4769D0451936}"/>
              </a:ext>
            </a:extLst>
          </p:cNvPr>
          <p:cNvSpPr>
            <a:spLocks noGrp="1"/>
          </p:cNvSpPr>
          <p:nvPr/>
        </p:nvSpPr>
        <p:spPr>
          <a:xfrm>
            <a:off x="9053513" y="5238750"/>
            <a:ext cx="52388" cy="547688"/>
          </a:xfrm>
          <a:prstGeom prst="rect">
            <a:avLst/>
          </a:prstGeom>
          <a:solidFill>
            <a:srgbClr val="1D4ED8"/>
          </a:solidFill>
          <a:ln w="13097">
            <a:solidFill>
              <a:srgbClr val="172B4D"/>
            </a:solidFill>
          </a:ln>
        </p:spPr>
      </p:sp>
      <p:sp>
        <p:nvSpPr>
          <p:cNvPr id="529" name="object-529">
            <a:extLst>
              <a:ext uri="{FF2B5EF4-FFF2-40B4-BE49-F238E27FC236}">
                <a16:creationId xmlns:a16="http://schemas.microsoft.com/office/drawing/2014/main" id="{70190781-E210-4E71-BEF5-18B2D39C6AF6}"/>
              </a:ext>
            </a:extLst>
          </p:cNvPr>
          <p:cNvSpPr>
            <a:spLocks noGrp="1"/>
          </p:cNvSpPr>
          <p:nvPr/>
        </p:nvSpPr>
        <p:spPr>
          <a:xfrm>
            <a:off x="9105900" y="5238750"/>
            <a:ext cx="52388" cy="547688"/>
          </a:xfrm>
          <a:prstGeom prst="rect">
            <a:avLst/>
          </a:prstGeom>
          <a:solidFill>
            <a:srgbClr val="1D4ED8"/>
          </a:solidFill>
          <a:ln w="13097">
            <a:solidFill>
              <a:srgbClr val="172B4D"/>
            </a:solidFill>
          </a:ln>
        </p:spPr>
      </p:sp>
      <p:sp>
        <p:nvSpPr>
          <p:cNvPr id="530" name="object-530">
            <a:extLst>
              <a:ext uri="{FF2B5EF4-FFF2-40B4-BE49-F238E27FC236}">
                <a16:creationId xmlns:a16="http://schemas.microsoft.com/office/drawing/2014/main" id="{16D17478-4CE9-45EB-AE8E-B5F9B5EDCE0C}"/>
              </a:ext>
            </a:extLst>
          </p:cNvPr>
          <p:cNvSpPr>
            <a:spLocks noGrp="1"/>
          </p:cNvSpPr>
          <p:nvPr/>
        </p:nvSpPr>
        <p:spPr>
          <a:xfrm>
            <a:off x="9158288" y="5238750"/>
            <a:ext cx="52388" cy="547688"/>
          </a:xfrm>
          <a:prstGeom prst="rect">
            <a:avLst/>
          </a:prstGeom>
          <a:solidFill>
            <a:srgbClr val="1D4ED8"/>
          </a:solidFill>
          <a:ln w="13097">
            <a:solidFill>
              <a:srgbClr val="172B4D"/>
            </a:solidFill>
          </a:ln>
        </p:spPr>
      </p:sp>
      <p:sp>
        <p:nvSpPr>
          <p:cNvPr id="531" name="object-531">
            <a:extLst>
              <a:ext uri="{FF2B5EF4-FFF2-40B4-BE49-F238E27FC236}">
                <a16:creationId xmlns:a16="http://schemas.microsoft.com/office/drawing/2014/main" id="{53ADBAEF-8045-441A-8366-8F68FC7F6972}"/>
              </a:ext>
            </a:extLst>
          </p:cNvPr>
          <p:cNvSpPr>
            <a:spLocks noGrp="1"/>
          </p:cNvSpPr>
          <p:nvPr/>
        </p:nvSpPr>
        <p:spPr>
          <a:xfrm>
            <a:off x="9210675" y="5238750"/>
            <a:ext cx="52388" cy="547688"/>
          </a:xfrm>
          <a:prstGeom prst="rect">
            <a:avLst/>
          </a:prstGeom>
          <a:solidFill>
            <a:srgbClr val="1D4ED8"/>
          </a:solidFill>
          <a:ln w="13097">
            <a:solidFill>
              <a:srgbClr val="172B4D"/>
            </a:solidFill>
          </a:ln>
        </p:spPr>
      </p:sp>
      <p:sp>
        <p:nvSpPr>
          <p:cNvPr id="532" name="object-532">
            <a:extLst>
              <a:ext uri="{FF2B5EF4-FFF2-40B4-BE49-F238E27FC236}">
                <a16:creationId xmlns:a16="http://schemas.microsoft.com/office/drawing/2014/main" id="{AACF9528-9065-49AA-93E4-9942A8C08674}"/>
              </a:ext>
            </a:extLst>
          </p:cNvPr>
          <p:cNvSpPr>
            <a:spLocks noGrp="1"/>
          </p:cNvSpPr>
          <p:nvPr/>
        </p:nvSpPr>
        <p:spPr>
          <a:xfrm>
            <a:off x="9263063" y="5238750"/>
            <a:ext cx="52388" cy="547688"/>
          </a:xfrm>
          <a:prstGeom prst="rect">
            <a:avLst/>
          </a:prstGeom>
          <a:solidFill>
            <a:srgbClr val="1D4ED8"/>
          </a:solidFill>
          <a:ln w="13097">
            <a:solidFill>
              <a:srgbClr val="172B4D"/>
            </a:solidFill>
          </a:ln>
        </p:spPr>
      </p:sp>
      <p:sp>
        <p:nvSpPr>
          <p:cNvPr id="533" name="object-533">
            <a:extLst>
              <a:ext uri="{FF2B5EF4-FFF2-40B4-BE49-F238E27FC236}">
                <a16:creationId xmlns:a16="http://schemas.microsoft.com/office/drawing/2014/main" id="{A4C91EAA-E3D7-4990-BE69-2EC3423C428F}"/>
              </a:ext>
            </a:extLst>
          </p:cNvPr>
          <p:cNvSpPr>
            <a:spLocks noGrp="1"/>
          </p:cNvSpPr>
          <p:nvPr/>
        </p:nvSpPr>
        <p:spPr>
          <a:xfrm>
            <a:off x="9315450" y="5238750"/>
            <a:ext cx="52388" cy="547688"/>
          </a:xfrm>
          <a:prstGeom prst="rect">
            <a:avLst/>
          </a:prstGeom>
          <a:solidFill>
            <a:srgbClr val="1D4ED8"/>
          </a:solidFill>
          <a:ln w="13097">
            <a:solidFill>
              <a:srgbClr val="172B4D"/>
            </a:solidFill>
          </a:ln>
        </p:spPr>
      </p:sp>
      <p:sp>
        <p:nvSpPr>
          <p:cNvPr id="534" name="object-534">
            <a:extLst>
              <a:ext uri="{FF2B5EF4-FFF2-40B4-BE49-F238E27FC236}">
                <a16:creationId xmlns:a16="http://schemas.microsoft.com/office/drawing/2014/main" id="{D7F938FD-8115-4351-B76C-440676144A20}"/>
              </a:ext>
            </a:extLst>
          </p:cNvPr>
          <p:cNvSpPr>
            <a:spLocks noGrp="1"/>
          </p:cNvSpPr>
          <p:nvPr/>
        </p:nvSpPr>
        <p:spPr>
          <a:xfrm>
            <a:off x="9367838" y="5238750"/>
            <a:ext cx="52388" cy="547688"/>
          </a:xfrm>
          <a:prstGeom prst="rect">
            <a:avLst/>
          </a:prstGeom>
          <a:solidFill>
            <a:srgbClr val="1D4ED8"/>
          </a:solidFill>
          <a:ln w="13097">
            <a:solidFill>
              <a:srgbClr val="172B4D"/>
            </a:solidFill>
          </a:ln>
        </p:spPr>
      </p:sp>
      <p:sp>
        <p:nvSpPr>
          <p:cNvPr id="535" name="object-535">
            <a:extLst>
              <a:ext uri="{FF2B5EF4-FFF2-40B4-BE49-F238E27FC236}">
                <a16:creationId xmlns:a16="http://schemas.microsoft.com/office/drawing/2014/main" id="{C6E7F9C3-C993-4498-A00A-337E6FAF3D90}"/>
              </a:ext>
            </a:extLst>
          </p:cNvPr>
          <p:cNvSpPr>
            <a:spLocks noGrp="1"/>
          </p:cNvSpPr>
          <p:nvPr/>
        </p:nvSpPr>
        <p:spPr>
          <a:xfrm>
            <a:off x="9420225" y="5238750"/>
            <a:ext cx="52388" cy="547688"/>
          </a:xfrm>
          <a:prstGeom prst="rect">
            <a:avLst/>
          </a:prstGeom>
          <a:solidFill>
            <a:srgbClr val="1D4ED8"/>
          </a:solidFill>
          <a:ln w="13097">
            <a:solidFill>
              <a:srgbClr val="172B4D"/>
            </a:solidFill>
          </a:ln>
        </p:spPr>
      </p:sp>
      <p:sp>
        <p:nvSpPr>
          <p:cNvPr id="536" name="object-536">
            <a:extLst>
              <a:ext uri="{FF2B5EF4-FFF2-40B4-BE49-F238E27FC236}">
                <a16:creationId xmlns:a16="http://schemas.microsoft.com/office/drawing/2014/main" id="{3B078A44-969C-43A2-A93C-6988E721CF44}"/>
              </a:ext>
            </a:extLst>
          </p:cNvPr>
          <p:cNvSpPr>
            <a:spLocks noGrp="1"/>
          </p:cNvSpPr>
          <p:nvPr/>
        </p:nvSpPr>
        <p:spPr>
          <a:xfrm>
            <a:off x="9472613" y="5238750"/>
            <a:ext cx="52388" cy="547688"/>
          </a:xfrm>
          <a:prstGeom prst="rect">
            <a:avLst/>
          </a:prstGeom>
          <a:solidFill>
            <a:srgbClr val="1D4ED8"/>
          </a:solidFill>
          <a:ln w="13097">
            <a:solidFill>
              <a:srgbClr val="172B4D"/>
            </a:solidFill>
          </a:ln>
        </p:spPr>
      </p:sp>
      <p:sp>
        <p:nvSpPr>
          <p:cNvPr id="537" name="object-537">
            <a:extLst>
              <a:ext uri="{FF2B5EF4-FFF2-40B4-BE49-F238E27FC236}">
                <a16:creationId xmlns:a16="http://schemas.microsoft.com/office/drawing/2014/main" id="{6FF32EF6-8B5A-4162-A38B-7F261D15F575}"/>
              </a:ext>
            </a:extLst>
          </p:cNvPr>
          <p:cNvSpPr>
            <a:spLocks noGrp="1"/>
          </p:cNvSpPr>
          <p:nvPr/>
        </p:nvSpPr>
        <p:spPr>
          <a:xfrm>
            <a:off x="9525000" y="5238750"/>
            <a:ext cx="52388" cy="547688"/>
          </a:xfrm>
          <a:prstGeom prst="rect">
            <a:avLst/>
          </a:prstGeom>
          <a:solidFill>
            <a:srgbClr val="1D4ED8"/>
          </a:solidFill>
          <a:ln w="13097">
            <a:solidFill>
              <a:srgbClr val="172B4D"/>
            </a:solidFill>
          </a:ln>
        </p:spPr>
      </p:sp>
      <p:sp>
        <p:nvSpPr>
          <p:cNvPr id="538" name="object-538">
            <a:extLst>
              <a:ext uri="{FF2B5EF4-FFF2-40B4-BE49-F238E27FC236}">
                <a16:creationId xmlns:a16="http://schemas.microsoft.com/office/drawing/2014/main" id="{0A5E5E85-3EA8-429B-BB01-40C322A438BB}"/>
              </a:ext>
            </a:extLst>
          </p:cNvPr>
          <p:cNvSpPr>
            <a:spLocks noGrp="1"/>
          </p:cNvSpPr>
          <p:nvPr/>
        </p:nvSpPr>
        <p:spPr>
          <a:xfrm>
            <a:off x="9577388" y="5238750"/>
            <a:ext cx="52388" cy="547688"/>
          </a:xfrm>
          <a:prstGeom prst="rect">
            <a:avLst/>
          </a:prstGeom>
          <a:solidFill>
            <a:srgbClr val="1D4ED8"/>
          </a:solidFill>
          <a:ln w="13097">
            <a:solidFill>
              <a:srgbClr val="172B4D"/>
            </a:solidFill>
          </a:ln>
        </p:spPr>
      </p:sp>
      <p:sp>
        <p:nvSpPr>
          <p:cNvPr id="539" name="object-539">
            <a:extLst>
              <a:ext uri="{FF2B5EF4-FFF2-40B4-BE49-F238E27FC236}">
                <a16:creationId xmlns:a16="http://schemas.microsoft.com/office/drawing/2014/main" id="{9A7C5917-8518-4509-B82C-0BA00C9F0E21}"/>
              </a:ext>
            </a:extLst>
          </p:cNvPr>
          <p:cNvSpPr>
            <a:spLocks noGrp="1"/>
          </p:cNvSpPr>
          <p:nvPr/>
        </p:nvSpPr>
        <p:spPr>
          <a:xfrm>
            <a:off x="9629775" y="5238750"/>
            <a:ext cx="52388" cy="547688"/>
          </a:xfrm>
          <a:prstGeom prst="rect">
            <a:avLst/>
          </a:prstGeom>
          <a:solidFill>
            <a:srgbClr val="1D4ED8"/>
          </a:solidFill>
          <a:ln w="13097">
            <a:solidFill>
              <a:srgbClr val="172B4D"/>
            </a:solidFill>
          </a:ln>
        </p:spPr>
      </p:sp>
      <p:sp>
        <p:nvSpPr>
          <p:cNvPr id="540" name="object-540">
            <a:extLst>
              <a:ext uri="{FF2B5EF4-FFF2-40B4-BE49-F238E27FC236}">
                <a16:creationId xmlns:a16="http://schemas.microsoft.com/office/drawing/2014/main" id="{405F831D-027D-48CB-83A5-0C1AEF53FF64}"/>
              </a:ext>
            </a:extLst>
          </p:cNvPr>
          <p:cNvSpPr>
            <a:spLocks noGrp="1"/>
          </p:cNvSpPr>
          <p:nvPr/>
        </p:nvSpPr>
        <p:spPr>
          <a:xfrm>
            <a:off x="9682163" y="5238750"/>
            <a:ext cx="52388" cy="547688"/>
          </a:xfrm>
          <a:prstGeom prst="rect">
            <a:avLst/>
          </a:prstGeom>
          <a:solidFill>
            <a:srgbClr val="1D4ED8"/>
          </a:solidFill>
          <a:ln w="13097">
            <a:solidFill>
              <a:srgbClr val="172B4D"/>
            </a:solidFill>
          </a:ln>
        </p:spPr>
      </p:sp>
      <p:sp>
        <p:nvSpPr>
          <p:cNvPr id="541" name="object-541">
            <a:extLst>
              <a:ext uri="{FF2B5EF4-FFF2-40B4-BE49-F238E27FC236}">
                <a16:creationId xmlns:a16="http://schemas.microsoft.com/office/drawing/2014/main" id="{FB08BC4A-D90C-4DE9-ADA5-93BFF93D3A2B}"/>
              </a:ext>
            </a:extLst>
          </p:cNvPr>
          <p:cNvSpPr>
            <a:spLocks noGrp="1"/>
          </p:cNvSpPr>
          <p:nvPr/>
        </p:nvSpPr>
        <p:spPr>
          <a:xfrm>
            <a:off x="9734550" y="5238750"/>
            <a:ext cx="52388" cy="547688"/>
          </a:xfrm>
          <a:prstGeom prst="rect">
            <a:avLst/>
          </a:prstGeom>
          <a:solidFill>
            <a:srgbClr val="1D4ED8"/>
          </a:solidFill>
          <a:ln w="13097">
            <a:solidFill>
              <a:srgbClr val="172B4D"/>
            </a:solidFill>
          </a:ln>
        </p:spPr>
      </p:sp>
      <p:sp>
        <p:nvSpPr>
          <p:cNvPr id="542" name="object-542">
            <a:extLst>
              <a:ext uri="{FF2B5EF4-FFF2-40B4-BE49-F238E27FC236}">
                <a16:creationId xmlns:a16="http://schemas.microsoft.com/office/drawing/2014/main" id="{3EAF256B-C069-424C-B953-CEDB47440D4D}"/>
              </a:ext>
            </a:extLst>
          </p:cNvPr>
          <p:cNvSpPr>
            <a:spLocks noGrp="1"/>
          </p:cNvSpPr>
          <p:nvPr/>
        </p:nvSpPr>
        <p:spPr>
          <a:xfrm>
            <a:off x="9786938" y="5238750"/>
            <a:ext cx="52388" cy="547688"/>
          </a:xfrm>
          <a:prstGeom prst="rect">
            <a:avLst/>
          </a:prstGeom>
          <a:solidFill>
            <a:srgbClr val="1D4ED8"/>
          </a:solidFill>
          <a:ln w="13097">
            <a:solidFill>
              <a:srgbClr val="172B4D"/>
            </a:solidFill>
          </a:ln>
        </p:spPr>
      </p:sp>
      <p:sp>
        <p:nvSpPr>
          <p:cNvPr id="543" name="object-543">
            <a:extLst>
              <a:ext uri="{FF2B5EF4-FFF2-40B4-BE49-F238E27FC236}">
                <a16:creationId xmlns:a16="http://schemas.microsoft.com/office/drawing/2014/main" id="{EA1F18D2-163D-4595-9CDB-A458DFBB0118}"/>
              </a:ext>
            </a:extLst>
          </p:cNvPr>
          <p:cNvSpPr>
            <a:spLocks noGrp="1"/>
          </p:cNvSpPr>
          <p:nvPr/>
        </p:nvSpPr>
        <p:spPr>
          <a:xfrm>
            <a:off x="9839325" y="5238750"/>
            <a:ext cx="52388" cy="547688"/>
          </a:xfrm>
          <a:prstGeom prst="rect">
            <a:avLst/>
          </a:prstGeom>
          <a:solidFill>
            <a:srgbClr val="1D4ED8"/>
          </a:solidFill>
          <a:ln w="13097">
            <a:solidFill>
              <a:srgbClr val="172B4D"/>
            </a:solidFill>
          </a:ln>
        </p:spPr>
      </p:sp>
      <p:sp>
        <p:nvSpPr>
          <p:cNvPr id="544" name="object-544">
            <a:extLst>
              <a:ext uri="{FF2B5EF4-FFF2-40B4-BE49-F238E27FC236}">
                <a16:creationId xmlns:a16="http://schemas.microsoft.com/office/drawing/2014/main" id="{26364E11-A011-472C-8F76-3AB679E496BF}"/>
              </a:ext>
            </a:extLst>
          </p:cNvPr>
          <p:cNvSpPr>
            <a:spLocks noGrp="1"/>
          </p:cNvSpPr>
          <p:nvPr/>
        </p:nvSpPr>
        <p:spPr>
          <a:xfrm>
            <a:off x="9891713" y="5238750"/>
            <a:ext cx="52388" cy="547688"/>
          </a:xfrm>
          <a:prstGeom prst="rect">
            <a:avLst/>
          </a:prstGeom>
          <a:solidFill>
            <a:srgbClr val="1D4ED8"/>
          </a:solidFill>
          <a:ln w="13097">
            <a:solidFill>
              <a:srgbClr val="172B4D"/>
            </a:solidFill>
          </a:ln>
        </p:spPr>
      </p:sp>
      <p:sp>
        <p:nvSpPr>
          <p:cNvPr id="545" name="object-545">
            <a:extLst>
              <a:ext uri="{FF2B5EF4-FFF2-40B4-BE49-F238E27FC236}">
                <a16:creationId xmlns:a16="http://schemas.microsoft.com/office/drawing/2014/main" id="{902A9242-D3B5-456C-B34B-CB8A112EEE91}"/>
              </a:ext>
            </a:extLst>
          </p:cNvPr>
          <p:cNvSpPr>
            <a:spLocks noGrp="1"/>
          </p:cNvSpPr>
          <p:nvPr/>
        </p:nvSpPr>
        <p:spPr>
          <a:xfrm>
            <a:off x="9944100" y="5238750"/>
            <a:ext cx="52388" cy="547688"/>
          </a:xfrm>
          <a:prstGeom prst="rect">
            <a:avLst/>
          </a:prstGeom>
          <a:solidFill>
            <a:srgbClr val="1D4ED8"/>
          </a:solidFill>
          <a:ln w="13097">
            <a:solidFill>
              <a:srgbClr val="172B4D"/>
            </a:solidFill>
          </a:ln>
        </p:spPr>
      </p:sp>
      <p:sp>
        <p:nvSpPr>
          <p:cNvPr id="546" name="object-546">
            <a:extLst>
              <a:ext uri="{FF2B5EF4-FFF2-40B4-BE49-F238E27FC236}">
                <a16:creationId xmlns:a16="http://schemas.microsoft.com/office/drawing/2014/main" id="{CC4ACC05-EF50-4D04-B758-69792CE6733D}"/>
              </a:ext>
            </a:extLst>
          </p:cNvPr>
          <p:cNvSpPr>
            <a:spLocks noGrp="1"/>
          </p:cNvSpPr>
          <p:nvPr/>
        </p:nvSpPr>
        <p:spPr>
          <a:xfrm>
            <a:off x="9996488" y="5238750"/>
            <a:ext cx="52388" cy="547688"/>
          </a:xfrm>
          <a:prstGeom prst="rect">
            <a:avLst/>
          </a:prstGeom>
          <a:solidFill>
            <a:srgbClr val="1D4ED8"/>
          </a:solidFill>
          <a:ln w="13097">
            <a:solidFill>
              <a:srgbClr val="172B4D"/>
            </a:solidFill>
          </a:ln>
        </p:spPr>
      </p:sp>
      <p:sp>
        <p:nvSpPr>
          <p:cNvPr id="547" name="object-547">
            <a:extLst>
              <a:ext uri="{FF2B5EF4-FFF2-40B4-BE49-F238E27FC236}">
                <a16:creationId xmlns:a16="http://schemas.microsoft.com/office/drawing/2014/main" id="{CDBE6FA1-E2E6-42EA-A7C7-1217F8857C4E}"/>
              </a:ext>
            </a:extLst>
          </p:cNvPr>
          <p:cNvSpPr>
            <a:spLocks noGrp="1"/>
          </p:cNvSpPr>
          <p:nvPr/>
        </p:nvSpPr>
        <p:spPr>
          <a:xfrm>
            <a:off x="10048875" y="5238750"/>
            <a:ext cx="52388" cy="547688"/>
          </a:xfrm>
          <a:prstGeom prst="rect">
            <a:avLst/>
          </a:prstGeom>
          <a:solidFill>
            <a:srgbClr val="1D4ED8"/>
          </a:solidFill>
          <a:ln w="13097">
            <a:solidFill>
              <a:srgbClr val="172B4D"/>
            </a:solidFill>
          </a:ln>
        </p:spPr>
      </p:sp>
      <p:sp>
        <p:nvSpPr>
          <p:cNvPr id="548" name="object-548">
            <a:extLst>
              <a:ext uri="{FF2B5EF4-FFF2-40B4-BE49-F238E27FC236}">
                <a16:creationId xmlns:a16="http://schemas.microsoft.com/office/drawing/2014/main" id="{E8229ECD-1E11-4694-9053-23B34CD662E7}"/>
              </a:ext>
            </a:extLst>
          </p:cNvPr>
          <p:cNvSpPr>
            <a:spLocks noGrp="1"/>
          </p:cNvSpPr>
          <p:nvPr/>
        </p:nvSpPr>
        <p:spPr>
          <a:xfrm>
            <a:off x="10101263" y="5238750"/>
            <a:ext cx="52388" cy="547688"/>
          </a:xfrm>
          <a:prstGeom prst="rect">
            <a:avLst/>
          </a:prstGeom>
          <a:solidFill>
            <a:srgbClr val="1D4ED8"/>
          </a:solidFill>
          <a:ln w="13097">
            <a:solidFill>
              <a:srgbClr val="172B4D"/>
            </a:solidFill>
          </a:ln>
        </p:spPr>
      </p:sp>
      <p:sp>
        <p:nvSpPr>
          <p:cNvPr id="549" name="object-549">
            <a:extLst>
              <a:ext uri="{FF2B5EF4-FFF2-40B4-BE49-F238E27FC236}">
                <a16:creationId xmlns:a16="http://schemas.microsoft.com/office/drawing/2014/main" id="{B03E7D50-8356-4D46-A80A-85E899463B4D}"/>
              </a:ext>
            </a:extLst>
          </p:cNvPr>
          <p:cNvSpPr>
            <a:spLocks noGrp="1"/>
          </p:cNvSpPr>
          <p:nvPr/>
        </p:nvSpPr>
        <p:spPr>
          <a:xfrm>
            <a:off x="10153650" y="5238750"/>
            <a:ext cx="52388" cy="547688"/>
          </a:xfrm>
          <a:prstGeom prst="rect">
            <a:avLst/>
          </a:prstGeom>
          <a:solidFill>
            <a:srgbClr val="1D4ED8"/>
          </a:solidFill>
          <a:ln w="13097">
            <a:solidFill>
              <a:srgbClr val="172B4D"/>
            </a:solidFill>
          </a:ln>
        </p:spPr>
      </p:sp>
      <p:sp>
        <p:nvSpPr>
          <p:cNvPr id="550" name="object-550">
            <a:extLst>
              <a:ext uri="{FF2B5EF4-FFF2-40B4-BE49-F238E27FC236}">
                <a16:creationId xmlns:a16="http://schemas.microsoft.com/office/drawing/2014/main" id="{BFA5FC15-10C1-47BF-B672-6E8BCC204056}"/>
              </a:ext>
            </a:extLst>
          </p:cNvPr>
          <p:cNvSpPr>
            <a:spLocks noGrp="1"/>
          </p:cNvSpPr>
          <p:nvPr/>
        </p:nvSpPr>
        <p:spPr>
          <a:xfrm>
            <a:off x="10206038" y="5238750"/>
            <a:ext cx="52388" cy="547688"/>
          </a:xfrm>
          <a:prstGeom prst="rect">
            <a:avLst/>
          </a:prstGeom>
          <a:solidFill>
            <a:srgbClr val="1D4ED8"/>
          </a:solidFill>
          <a:ln w="13097">
            <a:solidFill>
              <a:srgbClr val="172B4D"/>
            </a:solidFill>
          </a:ln>
        </p:spPr>
      </p:sp>
      <p:sp>
        <p:nvSpPr>
          <p:cNvPr id="551" name="object-551">
            <a:extLst>
              <a:ext uri="{FF2B5EF4-FFF2-40B4-BE49-F238E27FC236}">
                <a16:creationId xmlns:a16="http://schemas.microsoft.com/office/drawing/2014/main" id="{21AB984D-9321-4A5F-B8B5-010BD1C9114C}"/>
              </a:ext>
            </a:extLst>
          </p:cNvPr>
          <p:cNvSpPr>
            <a:spLocks noGrp="1"/>
          </p:cNvSpPr>
          <p:nvPr/>
        </p:nvSpPr>
        <p:spPr>
          <a:xfrm>
            <a:off x="10258425" y="5238750"/>
            <a:ext cx="52388" cy="547688"/>
          </a:xfrm>
          <a:prstGeom prst="rect">
            <a:avLst/>
          </a:prstGeom>
          <a:solidFill>
            <a:srgbClr val="1D4ED8"/>
          </a:solidFill>
          <a:ln w="13097">
            <a:solidFill>
              <a:srgbClr val="172B4D"/>
            </a:solidFill>
          </a:ln>
        </p:spPr>
      </p:sp>
      <p:sp>
        <p:nvSpPr>
          <p:cNvPr id="552" name="object-552">
            <a:extLst>
              <a:ext uri="{FF2B5EF4-FFF2-40B4-BE49-F238E27FC236}">
                <a16:creationId xmlns:a16="http://schemas.microsoft.com/office/drawing/2014/main" id="{737DF607-B9C6-4996-80CF-205DD4D6D9E6}"/>
              </a:ext>
            </a:extLst>
          </p:cNvPr>
          <p:cNvSpPr>
            <a:spLocks noGrp="1"/>
          </p:cNvSpPr>
          <p:nvPr/>
        </p:nvSpPr>
        <p:spPr>
          <a:xfrm>
            <a:off x="10310813" y="5238750"/>
            <a:ext cx="52388" cy="547688"/>
          </a:xfrm>
          <a:prstGeom prst="rect">
            <a:avLst/>
          </a:prstGeom>
          <a:solidFill>
            <a:srgbClr val="1D4ED8"/>
          </a:solidFill>
          <a:ln w="13097">
            <a:solidFill>
              <a:srgbClr val="172B4D"/>
            </a:solidFill>
          </a:ln>
        </p:spPr>
      </p:sp>
      <p:sp>
        <p:nvSpPr>
          <p:cNvPr id="553" name="object-553">
            <a:extLst>
              <a:ext uri="{FF2B5EF4-FFF2-40B4-BE49-F238E27FC236}">
                <a16:creationId xmlns:a16="http://schemas.microsoft.com/office/drawing/2014/main" id="{FC299946-5DC4-4873-88F4-5C93FE95BF00}"/>
              </a:ext>
            </a:extLst>
          </p:cNvPr>
          <p:cNvSpPr>
            <a:spLocks noGrp="1"/>
          </p:cNvSpPr>
          <p:nvPr/>
        </p:nvSpPr>
        <p:spPr>
          <a:xfrm>
            <a:off x="10363200" y="5238750"/>
            <a:ext cx="52388" cy="547688"/>
          </a:xfrm>
          <a:prstGeom prst="rect">
            <a:avLst/>
          </a:prstGeom>
          <a:solidFill>
            <a:srgbClr val="1D4ED8"/>
          </a:solidFill>
          <a:ln w="13097">
            <a:solidFill>
              <a:srgbClr val="172B4D"/>
            </a:solidFill>
          </a:ln>
        </p:spPr>
      </p:sp>
      <p:sp>
        <p:nvSpPr>
          <p:cNvPr id="554" name="object-554">
            <a:extLst>
              <a:ext uri="{FF2B5EF4-FFF2-40B4-BE49-F238E27FC236}">
                <a16:creationId xmlns:a16="http://schemas.microsoft.com/office/drawing/2014/main" id="{8E153A51-7D38-4D58-8340-C10660029F5A}"/>
              </a:ext>
            </a:extLst>
          </p:cNvPr>
          <p:cNvSpPr>
            <a:spLocks noGrp="1"/>
          </p:cNvSpPr>
          <p:nvPr/>
        </p:nvSpPr>
        <p:spPr>
          <a:xfrm>
            <a:off x="10415588" y="5238750"/>
            <a:ext cx="52388" cy="547688"/>
          </a:xfrm>
          <a:prstGeom prst="rect">
            <a:avLst/>
          </a:prstGeom>
          <a:solidFill>
            <a:srgbClr val="1D4ED8"/>
          </a:solidFill>
          <a:ln w="13097">
            <a:solidFill>
              <a:srgbClr val="172B4D"/>
            </a:solidFill>
          </a:ln>
        </p:spPr>
      </p:sp>
      <p:sp>
        <p:nvSpPr>
          <p:cNvPr id="555" name="object-555">
            <a:extLst>
              <a:ext uri="{FF2B5EF4-FFF2-40B4-BE49-F238E27FC236}">
                <a16:creationId xmlns:a16="http://schemas.microsoft.com/office/drawing/2014/main" id="{47D8A9D7-3E4E-405A-9A75-5BF0817189E5}"/>
              </a:ext>
            </a:extLst>
          </p:cNvPr>
          <p:cNvSpPr>
            <a:spLocks noGrp="1"/>
          </p:cNvSpPr>
          <p:nvPr/>
        </p:nvSpPr>
        <p:spPr>
          <a:xfrm>
            <a:off x="10467975" y="5238750"/>
            <a:ext cx="52388" cy="547688"/>
          </a:xfrm>
          <a:prstGeom prst="rect">
            <a:avLst/>
          </a:prstGeom>
          <a:solidFill>
            <a:srgbClr val="1D4ED8"/>
          </a:solidFill>
          <a:ln w="13097">
            <a:solidFill>
              <a:srgbClr val="172B4D"/>
            </a:solidFill>
          </a:ln>
        </p:spPr>
      </p:sp>
      <p:sp>
        <p:nvSpPr>
          <p:cNvPr id="556" name="object-556">
            <a:extLst>
              <a:ext uri="{FF2B5EF4-FFF2-40B4-BE49-F238E27FC236}">
                <a16:creationId xmlns:a16="http://schemas.microsoft.com/office/drawing/2014/main" id="{147CA07E-DB74-421E-B47D-B1548D9835C8}"/>
              </a:ext>
            </a:extLst>
          </p:cNvPr>
          <p:cNvSpPr>
            <a:spLocks noGrp="1"/>
          </p:cNvSpPr>
          <p:nvPr/>
        </p:nvSpPr>
        <p:spPr>
          <a:xfrm>
            <a:off x="10520363" y="5238750"/>
            <a:ext cx="52388" cy="547688"/>
          </a:xfrm>
          <a:prstGeom prst="rect">
            <a:avLst/>
          </a:prstGeom>
          <a:solidFill>
            <a:srgbClr val="1D4ED8"/>
          </a:solidFill>
          <a:ln w="13097">
            <a:solidFill>
              <a:srgbClr val="172B4D"/>
            </a:solidFill>
          </a:ln>
        </p:spPr>
      </p:sp>
      <p:sp>
        <p:nvSpPr>
          <p:cNvPr id="557" name="object-557">
            <a:extLst>
              <a:ext uri="{FF2B5EF4-FFF2-40B4-BE49-F238E27FC236}">
                <a16:creationId xmlns:a16="http://schemas.microsoft.com/office/drawing/2014/main" id="{EF4550EA-E2FE-44D5-B32E-8DE890071480}"/>
              </a:ext>
            </a:extLst>
          </p:cNvPr>
          <p:cNvSpPr>
            <a:spLocks noGrp="1"/>
          </p:cNvSpPr>
          <p:nvPr/>
        </p:nvSpPr>
        <p:spPr>
          <a:xfrm>
            <a:off x="10572750" y="5238750"/>
            <a:ext cx="52388" cy="547688"/>
          </a:xfrm>
          <a:prstGeom prst="rect">
            <a:avLst/>
          </a:prstGeom>
          <a:solidFill>
            <a:srgbClr val="1D4ED8"/>
          </a:solidFill>
          <a:ln w="13097">
            <a:solidFill>
              <a:srgbClr val="172B4D"/>
            </a:solidFill>
          </a:ln>
        </p:spPr>
      </p:sp>
      <p:sp>
        <p:nvSpPr>
          <p:cNvPr id="558" name="object-558">
            <a:extLst>
              <a:ext uri="{FF2B5EF4-FFF2-40B4-BE49-F238E27FC236}">
                <a16:creationId xmlns:a16="http://schemas.microsoft.com/office/drawing/2014/main" id="{77E65442-BA04-4063-A07B-AF141066FBC2}"/>
              </a:ext>
            </a:extLst>
          </p:cNvPr>
          <p:cNvSpPr>
            <a:spLocks noGrp="1"/>
          </p:cNvSpPr>
          <p:nvPr/>
        </p:nvSpPr>
        <p:spPr>
          <a:xfrm>
            <a:off x="10625138" y="5238750"/>
            <a:ext cx="52388" cy="547688"/>
          </a:xfrm>
          <a:prstGeom prst="rect">
            <a:avLst/>
          </a:prstGeom>
          <a:solidFill>
            <a:srgbClr val="1D4ED8"/>
          </a:solidFill>
          <a:ln w="13097">
            <a:solidFill>
              <a:srgbClr val="172B4D"/>
            </a:solidFill>
          </a:ln>
        </p:spPr>
      </p:sp>
      <p:sp>
        <p:nvSpPr>
          <p:cNvPr id="559" name="object-559">
            <a:extLst>
              <a:ext uri="{FF2B5EF4-FFF2-40B4-BE49-F238E27FC236}">
                <a16:creationId xmlns:a16="http://schemas.microsoft.com/office/drawing/2014/main" id="{554AD519-2471-4C98-A59C-F3E7745C34D6}"/>
              </a:ext>
            </a:extLst>
          </p:cNvPr>
          <p:cNvSpPr>
            <a:spLocks noGrp="1"/>
          </p:cNvSpPr>
          <p:nvPr/>
        </p:nvSpPr>
        <p:spPr>
          <a:xfrm>
            <a:off x="10677525" y="5238750"/>
            <a:ext cx="52388" cy="547688"/>
          </a:xfrm>
          <a:prstGeom prst="rect">
            <a:avLst/>
          </a:prstGeom>
          <a:solidFill>
            <a:srgbClr val="1D4ED8"/>
          </a:solidFill>
          <a:ln w="13097">
            <a:solidFill>
              <a:srgbClr val="172B4D"/>
            </a:solidFill>
          </a:ln>
        </p:spPr>
      </p:sp>
      <p:sp>
        <p:nvSpPr>
          <p:cNvPr id="560" name="object-560">
            <a:extLst>
              <a:ext uri="{FF2B5EF4-FFF2-40B4-BE49-F238E27FC236}">
                <a16:creationId xmlns:a16="http://schemas.microsoft.com/office/drawing/2014/main" id="{C4223B2F-60D2-4627-8972-802C7FD4C74E}"/>
              </a:ext>
            </a:extLst>
          </p:cNvPr>
          <p:cNvSpPr>
            <a:spLocks noGrp="1"/>
          </p:cNvSpPr>
          <p:nvPr/>
        </p:nvSpPr>
        <p:spPr>
          <a:xfrm>
            <a:off x="10729913" y="5238750"/>
            <a:ext cx="52388" cy="547688"/>
          </a:xfrm>
          <a:prstGeom prst="rect">
            <a:avLst/>
          </a:prstGeom>
          <a:solidFill>
            <a:srgbClr val="1D4ED8"/>
          </a:solidFill>
          <a:ln w="13097">
            <a:solidFill>
              <a:srgbClr val="172B4D"/>
            </a:solidFill>
          </a:ln>
        </p:spPr>
      </p:sp>
      <p:sp>
        <p:nvSpPr>
          <p:cNvPr id="561" name="object-561">
            <a:extLst>
              <a:ext uri="{FF2B5EF4-FFF2-40B4-BE49-F238E27FC236}">
                <a16:creationId xmlns:a16="http://schemas.microsoft.com/office/drawing/2014/main" id="{F09F3C57-40A8-4D0F-9A42-91F6D41133C0}"/>
              </a:ext>
            </a:extLst>
          </p:cNvPr>
          <p:cNvSpPr>
            <a:spLocks noGrp="1"/>
          </p:cNvSpPr>
          <p:nvPr/>
        </p:nvSpPr>
        <p:spPr>
          <a:xfrm>
            <a:off x="10782300" y="5238750"/>
            <a:ext cx="52388" cy="547688"/>
          </a:xfrm>
          <a:prstGeom prst="rect">
            <a:avLst/>
          </a:prstGeom>
          <a:solidFill>
            <a:srgbClr val="1D4ED8"/>
          </a:solidFill>
          <a:ln w="13097">
            <a:solidFill>
              <a:srgbClr val="172B4D"/>
            </a:solidFill>
          </a:ln>
        </p:spPr>
      </p:sp>
      <p:sp>
        <p:nvSpPr>
          <p:cNvPr id="562" name="object-562">
            <a:extLst>
              <a:ext uri="{FF2B5EF4-FFF2-40B4-BE49-F238E27FC236}">
                <a16:creationId xmlns:a16="http://schemas.microsoft.com/office/drawing/2014/main" id="{72BD8262-B265-409E-B594-AF598EDF5239}"/>
              </a:ext>
            </a:extLst>
          </p:cNvPr>
          <p:cNvSpPr>
            <a:spLocks noGrp="1"/>
          </p:cNvSpPr>
          <p:nvPr/>
        </p:nvSpPr>
        <p:spPr>
          <a:xfrm>
            <a:off x="10834688" y="5238750"/>
            <a:ext cx="52388" cy="547688"/>
          </a:xfrm>
          <a:prstGeom prst="rect">
            <a:avLst/>
          </a:prstGeom>
          <a:solidFill>
            <a:srgbClr val="1D4ED8"/>
          </a:solidFill>
          <a:ln w="13097">
            <a:solidFill>
              <a:srgbClr val="172B4D"/>
            </a:solidFill>
          </a:ln>
        </p:spPr>
      </p:sp>
      <p:sp>
        <p:nvSpPr>
          <p:cNvPr id="563" name="object-563">
            <a:extLst>
              <a:ext uri="{FF2B5EF4-FFF2-40B4-BE49-F238E27FC236}">
                <a16:creationId xmlns:a16="http://schemas.microsoft.com/office/drawing/2014/main" id="{68553850-9A3D-4D6E-B073-B3101B26C1C1}"/>
              </a:ext>
            </a:extLst>
          </p:cNvPr>
          <p:cNvSpPr>
            <a:spLocks noGrp="1"/>
          </p:cNvSpPr>
          <p:nvPr/>
        </p:nvSpPr>
        <p:spPr>
          <a:xfrm>
            <a:off x="10887075" y="5238750"/>
            <a:ext cx="52388" cy="547688"/>
          </a:xfrm>
          <a:prstGeom prst="rect">
            <a:avLst/>
          </a:prstGeom>
          <a:solidFill>
            <a:srgbClr val="1D4ED8"/>
          </a:solidFill>
          <a:ln w="13097">
            <a:solidFill>
              <a:srgbClr val="172B4D"/>
            </a:solidFill>
          </a:ln>
        </p:spPr>
      </p:sp>
      <p:sp>
        <p:nvSpPr>
          <p:cNvPr id="564" name="object-564">
            <a:extLst>
              <a:ext uri="{FF2B5EF4-FFF2-40B4-BE49-F238E27FC236}">
                <a16:creationId xmlns:a16="http://schemas.microsoft.com/office/drawing/2014/main" id="{AF1CDC07-44F4-4ED0-8B5D-83B2626629CB}"/>
              </a:ext>
            </a:extLst>
          </p:cNvPr>
          <p:cNvSpPr>
            <a:spLocks noGrp="1"/>
          </p:cNvSpPr>
          <p:nvPr/>
        </p:nvSpPr>
        <p:spPr>
          <a:xfrm>
            <a:off x="10939463" y="5238750"/>
            <a:ext cx="52388" cy="547688"/>
          </a:xfrm>
          <a:prstGeom prst="rect">
            <a:avLst/>
          </a:prstGeom>
          <a:solidFill>
            <a:srgbClr val="1D4ED8"/>
          </a:solidFill>
          <a:ln w="13097">
            <a:solidFill>
              <a:srgbClr val="172B4D"/>
            </a:solidFill>
          </a:ln>
        </p:spPr>
      </p:sp>
      <p:sp>
        <p:nvSpPr>
          <p:cNvPr id="565" name="object-565">
            <a:extLst>
              <a:ext uri="{FF2B5EF4-FFF2-40B4-BE49-F238E27FC236}">
                <a16:creationId xmlns:a16="http://schemas.microsoft.com/office/drawing/2014/main" id="{EB42DA2C-B3FC-4C3A-9108-B07E1AED3651}"/>
              </a:ext>
            </a:extLst>
          </p:cNvPr>
          <p:cNvSpPr>
            <a:spLocks noGrp="1"/>
          </p:cNvSpPr>
          <p:nvPr/>
        </p:nvSpPr>
        <p:spPr>
          <a:xfrm>
            <a:off x="10991850" y="5238750"/>
            <a:ext cx="52388" cy="547688"/>
          </a:xfrm>
          <a:prstGeom prst="rect">
            <a:avLst/>
          </a:prstGeom>
          <a:solidFill>
            <a:srgbClr val="1D4ED8"/>
          </a:solidFill>
          <a:ln w="13097">
            <a:solidFill>
              <a:srgbClr val="172B4D"/>
            </a:solidFill>
          </a:ln>
        </p:spPr>
      </p:sp>
      <p:sp>
        <p:nvSpPr>
          <p:cNvPr id="566" name="object-566">
            <a:extLst>
              <a:ext uri="{FF2B5EF4-FFF2-40B4-BE49-F238E27FC236}">
                <a16:creationId xmlns:a16="http://schemas.microsoft.com/office/drawing/2014/main" id="{4D02B710-C308-48C9-8EE2-62F27AF8A01F}"/>
              </a:ext>
            </a:extLst>
          </p:cNvPr>
          <p:cNvSpPr>
            <a:spLocks noGrp="1"/>
          </p:cNvSpPr>
          <p:nvPr/>
        </p:nvSpPr>
        <p:spPr>
          <a:xfrm>
            <a:off x="11044238" y="5238750"/>
            <a:ext cx="52388" cy="547688"/>
          </a:xfrm>
          <a:prstGeom prst="rect">
            <a:avLst/>
          </a:prstGeom>
          <a:solidFill>
            <a:srgbClr val="1D4ED8"/>
          </a:solidFill>
          <a:ln w="13097">
            <a:solidFill>
              <a:srgbClr val="172B4D"/>
            </a:solidFill>
          </a:ln>
        </p:spPr>
      </p:sp>
      <p:sp>
        <p:nvSpPr>
          <p:cNvPr id="567" name="object-567">
            <a:extLst>
              <a:ext uri="{FF2B5EF4-FFF2-40B4-BE49-F238E27FC236}">
                <a16:creationId xmlns:a16="http://schemas.microsoft.com/office/drawing/2014/main" id="{080035B3-709B-4F56-80EA-A2FBAB9FD40F}"/>
              </a:ext>
            </a:extLst>
          </p:cNvPr>
          <p:cNvSpPr>
            <a:spLocks noGrp="1"/>
          </p:cNvSpPr>
          <p:nvPr/>
        </p:nvSpPr>
        <p:spPr>
          <a:xfrm>
            <a:off x="11096625" y="5238750"/>
            <a:ext cx="52388" cy="547688"/>
          </a:xfrm>
          <a:prstGeom prst="rect">
            <a:avLst/>
          </a:prstGeom>
          <a:solidFill>
            <a:srgbClr val="1D4ED8"/>
          </a:solidFill>
          <a:ln w="13097">
            <a:solidFill>
              <a:srgbClr val="172B4D"/>
            </a:solidFill>
          </a:ln>
        </p:spPr>
      </p:sp>
      <p:sp>
        <p:nvSpPr>
          <p:cNvPr id="568" name="object-568">
            <a:extLst>
              <a:ext uri="{FF2B5EF4-FFF2-40B4-BE49-F238E27FC236}">
                <a16:creationId xmlns:a16="http://schemas.microsoft.com/office/drawing/2014/main" id="{F9214B0D-C964-4885-83E4-FEE271226624}"/>
              </a:ext>
            </a:extLst>
          </p:cNvPr>
          <p:cNvSpPr>
            <a:spLocks noGrp="1"/>
          </p:cNvSpPr>
          <p:nvPr/>
        </p:nvSpPr>
        <p:spPr>
          <a:xfrm>
            <a:off x="11149013" y="5238750"/>
            <a:ext cx="52388" cy="547688"/>
          </a:xfrm>
          <a:prstGeom prst="rect">
            <a:avLst/>
          </a:prstGeom>
          <a:solidFill>
            <a:srgbClr val="1D4ED8"/>
          </a:solidFill>
          <a:ln w="13097">
            <a:solidFill>
              <a:srgbClr val="172B4D"/>
            </a:solidFill>
          </a:ln>
        </p:spPr>
      </p:sp>
      <p:sp>
        <p:nvSpPr>
          <p:cNvPr id="569" name="object-569">
            <a:extLst>
              <a:ext uri="{FF2B5EF4-FFF2-40B4-BE49-F238E27FC236}">
                <a16:creationId xmlns:a16="http://schemas.microsoft.com/office/drawing/2014/main" id="{1FAF15E0-04B1-4CF1-9B91-AFBA5B7E4021}"/>
              </a:ext>
            </a:extLst>
          </p:cNvPr>
          <p:cNvSpPr>
            <a:spLocks noGrp="1"/>
          </p:cNvSpPr>
          <p:nvPr/>
        </p:nvSpPr>
        <p:spPr>
          <a:xfrm>
            <a:off x="11201400" y="5238750"/>
            <a:ext cx="52388" cy="547688"/>
          </a:xfrm>
          <a:prstGeom prst="rect">
            <a:avLst/>
          </a:prstGeom>
          <a:solidFill>
            <a:srgbClr val="1D4ED8"/>
          </a:solidFill>
          <a:ln w="13097">
            <a:solidFill>
              <a:srgbClr val="172B4D"/>
            </a:solidFill>
          </a:ln>
        </p:spPr>
      </p:sp>
      <p:sp>
        <p:nvSpPr>
          <p:cNvPr id="570" name="object-570">
            <a:extLst>
              <a:ext uri="{FF2B5EF4-FFF2-40B4-BE49-F238E27FC236}">
                <a16:creationId xmlns:a16="http://schemas.microsoft.com/office/drawing/2014/main" id="{C9D72F23-DE7D-42DD-8409-7BDF7690C983}"/>
              </a:ext>
            </a:extLst>
          </p:cNvPr>
          <p:cNvSpPr>
            <a:spLocks noGrp="1"/>
          </p:cNvSpPr>
          <p:nvPr/>
        </p:nvSpPr>
        <p:spPr>
          <a:xfrm>
            <a:off x="11253788" y="5238750"/>
            <a:ext cx="52388" cy="547688"/>
          </a:xfrm>
          <a:prstGeom prst="rect">
            <a:avLst/>
          </a:prstGeom>
          <a:solidFill>
            <a:srgbClr val="1D4ED8"/>
          </a:solidFill>
          <a:ln w="13097">
            <a:solidFill>
              <a:srgbClr val="172B4D"/>
            </a:solidFill>
          </a:ln>
        </p:spPr>
      </p:sp>
      <p:sp>
        <p:nvSpPr>
          <p:cNvPr id="571" name="object-571">
            <a:extLst>
              <a:ext uri="{FF2B5EF4-FFF2-40B4-BE49-F238E27FC236}">
                <a16:creationId xmlns:a16="http://schemas.microsoft.com/office/drawing/2014/main" id="{CED0B172-B4CB-444B-9926-0A0B00C85AC1}"/>
              </a:ext>
            </a:extLst>
          </p:cNvPr>
          <p:cNvSpPr>
            <a:spLocks noGrp="1"/>
          </p:cNvSpPr>
          <p:nvPr/>
        </p:nvSpPr>
        <p:spPr>
          <a:xfrm>
            <a:off x="11306175" y="5238750"/>
            <a:ext cx="52388" cy="547688"/>
          </a:xfrm>
          <a:prstGeom prst="rect">
            <a:avLst/>
          </a:prstGeom>
          <a:solidFill>
            <a:srgbClr val="1D4ED8"/>
          </a:solidFill>
          <a:ln w="13097">
            <a:solidFill>
              <a:srgbClr val="172B4D"/>
            </a:solidFill>
          </a:ln>
        </p:spPr>
      </p:sp>
      <p:sp>
        <p:nvSpPr>
          <p:cNvPr id="572" name="object-572">
            <a:extLst>
              <a:ext uri="{FF2B5EF4-FFF2-40B4-BE49-F238E27FC236}">
                <a16:creationId xmlns:a16="http://schemas.microsoft.com/office/drawing/2014/main" id="{E7626EA5-0520-4E20-B4A5-FAD6AABDBBCD}"/>
              </a:ext>
            </a:extLst>
          </p:cNvPr>
          <p:cNvSpPr>
            <a:spLocks noGrp="1"/>
          </p:cNvSpPr>
          <p:nvPr/>
        </p:nvSpPr>
        <p:spPr>
          <a:xfrm>
            <a:off x="11358563" y="5238750"/>
            <a:ext cx="52388" cy="547688"/>
          </a:xfrm>
          <a:prstGeom prst="rect">
            <a:avLst/>
          </a:prstGeom>
          <a:solidFill>
            <a:srgbClr val="1D4ED8"/>
          </a:solidFill>
          <a:ln w="13097">
            <a:solidFill>
              <a:srgbClr val="172B4D"/>
            </a:solidFill>
          </a:ln>
        </p:spPr>
      </p:sp>
      <p:sp>
        <p:nvSpPr>
          <p:cNvPr id="573" name="object-573">
            <a:extLst>
              <a:ext uri="{FF2B5EF4-FFF2-40B4-BE49-F238E27FC236}">
                <a16:creationId xmlns:a16="http://schemas.microsoft.com/office/drawing/2014/main" id="{3091213B-0D76-4791-9F7B-5F7CDAB00CCF}"/>
              </a:ext>
            </a:extLst>
          </p:cNvPr>
          <p:cNvSpPr>
            <a:spLocks noGrp="1"/>
          </p:cNvSpPr>
          <p:nvPr/>
        </p:nvSpPr>
        <p:spPr>
          <a:xfrm>
            <a:off x="11410950" y="5238750"/>
            <a:ext cx="52388" cy="547688"/>
          </a:xfrm>
          <a:prstGeom prst="rect">
            <a:avLst/>
          </a:prstGeom>
          <a:solidFill>
            <a:srgbClr val="1D4ED8"/>
          </a:solidFill>
          <a:ln w="13097">
            <a:solidFill>
              <a:srgbClr val="172B4D"/>
            </a:solidFill>
          </a:ln>
        </p:spPr>
      </p:sp>
      <p:sp>
        <p:nvSpPr>
          <p:cNvPr id="574" name="object-574">
            <a:extLst>
              <a:ext uri="{FF2B5EF4-FFF2-40B4-BE49-F238E27FC236}">
                <a16:creationId xmlns:a16="http://schemas.microsoft.com/office/drawing/2014/main" id="{F78CB767-72BE-4F73-8B5B-3B7F6F29DC6D}"/>
              </a:ext>
            </a:extLst>
          </p:cNvPr>
          <p:cNvSpPr>
            <a:spLocks noGrp="1"/>
          </p:cNvSpPr>
          <p:nvPr/>
        </p:nvSpPr>
        <p:spPr>
          <a:xfrm>
            <a:off x="11463338" y="5238750"/>
            <a:ext cx="52388" cy="547688"/>
          </a:xfrm>
          <a:prstGeom prst="rect">
            <a:avLst/>
          </a:prstGeom>
          <a:solidFill>
            <a:srgbClr val="FFFFFF"/>
          </a:solidFill>
          <a:ln w="13097">
            <a:solidFill>
              <a:srgbClr val="172B4D"/>
            </a:solidFill>
          </a:ln>
        </p:spPr>
      </p:sp>
      <p:sp>
        <p:nvSpPr>
          <p:cNvPr id="575" name="object-575">
            <a:extLst>
              <a:ext uri="{FF2B5EF4-FFF2-40B4-BE49-F238E27FC236}">
                <a16:creationId xmlns:a16="http://schemas.microsoft.com/office/drawing/2014/main" id="{63AA14E8-3235-490E-A623-11D59DE75FA0}"/>
              </a:ext>
            </a:extLst>
          </p:cNvPr>
          <p:cNvSpPr>
            <a:spLocks noGrp="1"/>
          </p:cNvSpPr>
          <p:nvPr/>
        </p:nvSpPr>
        <p:spPr>
          <a:xfrm>
            <a:off x="11515725" y="5238750"/>
            <a:ext cx="52388" cy="547688"/>
          </a:xfrm>
          <a:prstGeom prst="rect">
            <a:avLst/>
          </a:prstGeom>
          <a:solidFill>
            <a:srgbClr val="FFFFFF"/>
          </a:solidFill>
          <a:ln w="13097">
            <a:solidFill>
              <a:srgbClr val="172B4D"/>
            </a:solidFill>
          </a:ln>
        </p:spPr>
      </p:sp>
      <p:sp>
        <p:nvSpPr>
          <p:cNvPr id="576" name="object-576">
            <a:extLst>
              <a:ext uri="{FF2B5EF4-FFF2-40B4-BE49-F238E27FC236}">
                <a16:creationId xmlns:a16="http://schemas.microsoft.com/office/drawing/2014/main" id="{BA11C1D9-E9C9-487D-B40E-579C8BCF9A60}"/>
              </a:ext>
            </a:extLst>
          </p:cNvPr>
          <p:cNvSpPr>
            <a:spLocks noGrp="1"/>
          </p:cNvSpPr>
          <p:nvPr/>
        </p:nvSpPr>
        <p:spPr>
          <a:xfrm>
            <a:off x="11568113" y="5238750"/>
            <a:ext cx="52388" cy="547688"/>
          </a:xfrm>
          <a:prstGeom prst="rect">
            <a:avLst/>
          </a:prstGeom>
          <a:solidFill>
            <a:srgbClr val="FFFFFF"/>
          </a:solidFill>
          <a:ln w="13097">
            <a:solidFill>
              <a:srgbClr val="172B4D"/>
            </a:solidFill>
          </a:ln>
        </p:spPr>
      </p:sp>
      <p:sp>
        <p:nvSpPr>
          <p:cNvPr id="577" name="object-577">
            <a:extLst>
              <a:ext uri="{FF2B5EF4-FFF2-40B4-BE49-F238E27FC236}">
                <a16:creationId xmlns:a16="http://schemas.microsoft.com/office/drawing/2014/main" id="{8E9DAA25-F94E-4AF5-9A1D-99DE86C0E1B6}"/>
              </a:ext>
            </a:extLst>
          </p:cNvPr>
          <p:cNvSpPr>
            <a:spLocks noGrp="1"/>
          </p:cNvSpPr>
          <p:nvPr/>
        </p:nvSpPr>
        <p:spPr>
          <a:xfrm>
            <a:off x="11620500" y="5238750"/>
            <a:ext cx="52388" cy="547688"/>
          </a:xfrm>
          <a:prstGeom prst="rect">
            <a:avLst/>
          </a:prstGeom>
          <a:solidFill>
            <a:srgbClr val="FFFFFF"/>
          </a:solidFill>
          <a:ln w="13097">
            <a:solidFill>
              <a:srgbClr val="172B4D"/>
            </a:solidFill>
          </a:ln>
        </p:spPr>
      </p:sp>
      <p:sp>
        <p:nvSpPr>
          <p:cNvPr id="578" name="object-578">
            <a:extLst>
              <a:ext uri="{FF2B5EF4-FFF2-40B4-BE49-F238E27FC236}">
                <a16:creationId xmlns:a16="http://schemas.microsoft.com/office/drawing/2014/main" id="{A45EA196-A489-4486-B4B7-7CDC11B2302E}"/>
              </a:ext>
            </a:extLst>
          </p:cNvPr>
          <p:cNvSpPr>
            <a:spLocks noGrp="1"/>
          </p:cNvSpPr>
          <p:nvPr/>
        </p:nvSpPr>
        <p:spPr>
          <a:xfrm>
            <a:off x="11672888" y="5238750"/>
            <a:ext cx="52388" cy="547688"/>
          </a:xfrm>
          <a:prstGeom prst="rect">
            <a:avLst/>
          </a:prstGeom>
          <a:solidFill>
            <a:srgbClr val="FFFFFF"/>
          </a:solidFill>
          <a:ln w="13097">
            <a:solidFill>
              <a:srgbClr val="172B4D"/>
            </a:solidFill>
          </a:ln>
        </p:spPr>
      </p:sp>
      <p:sp>
        <p:nvSpPr>
          <p:cNvPr id="579" name="object-579">
            <a:extLst>
              <a:ext uri="{FF2B5EF4-FFF2-40B4-BE49-F238E27FC236}">
                <a16:creationId xmlns:a16="http://schemas.microsoft.com/office/drawing/2014/main" id="{5571FC82-7415-45C8-B4A4-0401A195795A}"/>
              </a:ext>
            </a:extLst>
          </p:cNvPr>
          <p:cNvSpPr>
            <a:spLocks noGrp="1"/>
          </p:cNvSpPr>
          <p:nvPr/>
        </p:nvSpPr>
        <p:spPr>
          <a:xfrm>
            <a:off x="11725275" y="5238750"/>
            <a:ext cx="52388" cy="547688"/>
          </a:xfrm>
          <a:prstGeom prst="rect">
            <a:avLst/>
          </a:prstGeom>
          <a:solidFill>
            <a:srgbClr val="FFFFFF"/>
          </a:solidFill>
          <a:ln w="13097">
            <a:solidFill>
              <a:srgbClr val="172B4D"/>
            </a:solidFill>
          </a:ln>
        </p:spPr>
      </p:sp>
      <p:sp>
        <p:nvSpPr>
          <p:cNvPr id="580" name="object-580">
            <a:extLst>
              <a:ext uri="{FF2B5EF4-FFF2-40B4-BE49-F238E27FC236}">
                <a16:creationId xmlns:a16="http://schemas.microsoft.com/office/drawing/2014/main" id="{569A3993-C7E0-47CC-80B4-3BC82A33EA6E}"/>
              </a:ext>
            </a:extLst>
          </p:cNvPr>
          <p:cNvSpPr>
            <a:spLocks noGrp="1"/>
          </p:cNvSpPr>
          <p:nvPr/>
        </p:nvSpPr>
        <p:spPr>
          <a:xfrm>
            <a:off x="11777663" y="5238750"/>
            <a:ext cx="52388" cy="547688"/>
          </a:xfrm>
          <a:prstGeom prst="rect">
            <a:avLst/>
          </a:prstGeom>
          <a:solidFill>
            <a:srgbClr val="FFFFFF"/>
          </a:solidFill>
          <a:ln w="13097">
            <a:solidFill>
              <a:srgbClr val="172B4D"/>
            </a:solidFill>
          </a:ln>
        </p:spPr>
      </p:sp>
      <p:sp>
        <p:nvSpPr>
          <p:cNvPr id="581" name="object-581">
            <a:extLst>
              <a:ext uri="{FF2B5EF4-FFF2-40B4-BE49-F238E27FC236}">
                <a16:creationId xmlns:a16="http://schemas.microsoft.com/office/drawing/2014/main" id="{507D6910-FBA8-4396-8001-6CB742A829C2}"/>
              </a:ext>
            </a:extLst>
          </p:cNvPr>
          <p:cNvSpPr>
            <a:spLocks noGrp="1"/>
          </p:cNvSpPr>
          <p:nvPr/>
        </p:nvSpPr>
        <p:spPr>
          <a:xfrm>
            <a:off x="11830050" y="5238750"/>
            <a:ext cx="52388" cy="547688"/>
          </a:xfrm>
          <a:prstGeom prst="rect">
            <a:avLst/>
          </a:prstGeom>
          <a:solidFill>
            <a:srgbClr val="FFFFFF"/>
          </a:solidFill>
          <a:ln w="13097">
            <a:solidFill>
              <a:srgbClr val="172B4D"/>
            </a:solidFill>
          </a:ln>
        </p:spPr>
      </p:sp>
      <p:sp>
        <p:nvSpPr>
          <p:cNvPr id="582" name="object-582">
            <a:extLst>
              <a:ext uri="{FF2B5EF4-FFF2-40B4-BE49-F238E27FC236}">
                <a16:creationId xmlns:a16="http://schemas.microsoft.com/office/drawing/2014/main" id="{A5662366-4868-4191-B48A-B31D36A9A017}"/>
              </a:ext>
            </a:extLst>
          </p:cNvPr>
          <p:cNvSpPr>
            <a:spLocks noGrp="1"/>
          </p:cNvSpPr>
          <p:nvPr/>
        </p:nvSpPr>
        <p:spPr>
          <a:xfrm>
            <a:off x="11882438" y="5238750"/>
            <a:ext cx="52388" cy="547688"/>
          </a:xfrm>
          <a:prstGeom prst="rect">
            <a:avLst/>
          </a:prstGeom>
          <a:solidFill>
            <a:srgbClr val="FFFFFF"/>
          </a:solidFill>
          <a:ln w="13097">
            <a:solidFill>
              <a:srgbClr val="172B4D"/>
            </a:solidFill>
          </a:ln>
        </p:spPr>
      </p:sp>
      <p:sp>
        <p:nvSpPr>
          <p:cNvPr id="583" name="object-583">
            <a:extLst>
              <a:ext uri="{FF2B5EF4-FFF2-40B4-BE49-F238E27FC236}">
                <a16:creationId xmlns:a16="http://schemas.microsoft.com/office/drawing/2014/main" id="{09239614-F675-40A2-9995-77B89D873242}"/>
              </a:ext>
            </a:extLst>
          </p:cNvPr>
          <p:cNvSpPr>
            <a:spLocks noGrp="1"/>
          </p:cNvSpPr>
          <p:nvPr/>
        </p:nvSpPr>
        <p:spPr>
          <a:xfrm>
            <a:off x="11934825" y="5238750"/>
            <a:ext cx="52388" cy="547688"/>
          </a:xfrm>
          <a:prstGeom prst="rect">
            <a:avLst/>
          </a:prstGeom>
          <a:solidFill>
            <a:srgbClr val="FFFFFF"/>
          </a:solidFill>
          <a:ln w="13097">
            <a:solidFill>
              <a:srgbClr val="172B4D"/>
            </a:solidFill>
          </a:ln>
        </p:spPr>
      </p:sp>
      <p:sp>
        <p:nvSpPr>
          <p:cNvPr id="584" name="object-584">
            <a:extLst>
              <a:ext uri="{FF2B5EF4-FFF2-40B4-BE49-F238E27FC236}">
                <a16:creationId xmlns:a16="http://schemas.microsoft.com/office/drawing/2014/main" id="{A550FFDB-2970-43D4-803F-5489BD08F849}"/>
              </a:ext>
            </a:extLst>
          </p:cNvPr>
          <p:cNvSpPr>
            <a:spLocks noGrp="1"/>
          </p:cNvSpPr>
          <p:nvPr/>
        </p:nvSpPr>
        <p:spPr>
          <a:xfrm>
            <a:off x="11987213" y="5238750"/>
            <a:ext cx="52388" cy="547688"/>
          </a:xfrm>
          <a:prstGeom prst="rect">
            <a:avLst/>
          </a:prstGeom>
          <a:solidFill>
            <a:srgbClr val="FFFFFF"/>
          </a:solidFill>
          <a:ln w="13097">
            <a:solidFill>
              <a:srgbClr val="172B4D"/>
            </a:solidFill>
          </a:ln>
        </p:spPr>
      </p:sp>
      <p:sp>
        <p:nvSpPr>
          <p:cNvPr id="585" name="object-585">
            <a:extLst>
              <a:ext uri="{FF2B5EF4-FFF2-40B4-BE49-F238E27FC236}">
                <a16:creationId xmlns:a16="http://schemas.microsoft.com/office/drawing/2014/main" id="{06588636-7C5D-4288-9D37-2029043F4974}"/>
              </a:ext>
            </a:extLst>
          </p:cNvPr>
          <p:cNvSpPr>
            <a:spLocks noGrp="1"/>
          </p:cNvSpPr>
          <p:nvPr/>
        </p:nvSpPr>
        <p:spPr>
          <a:xfrm>
            <a:off x="12039600" y="5238750"/>
            <a:ext cx="52388" cy="547688"/>
          </a:xfrm>
          <a:prstGeom prst="rect">
            <a:avLst/>
          </a:prstGeom>
          <a:solidFill>
            <a:srgbClr val="FFFFFF"/>
          </a:solidFill>
          <a:ln w="13097">
            <a:solidFill>
              <a:srgbClr val="172B4D"/>
            </a:solidFill>
          </a:ln>
        </p:spPr>
      </p:sp>
      <p:sp>
        <p:nvSpPr>
          <p:cNvPr id="586" name="object-586">
            <a:extLst>
              <a:ext uri="{FF2B5EF4-FFF2-40B4-BE49-F238E27FC236}">
                <a16:creationId xmlns:a16="http://schemas.microsoft.com/office/drawing/2014/main" id="{3C3A7EAB-B8D8-4A06-A8E7-E5B7CD9CAFB3}"/>
              </a:ext>
            </a:extLst>
          </p:cNvPr>
          <p:cNvSpPr>
            <a:spLocks noGrp="1"/>
          </p:cNvSpPr>
          <p:nvPr/>
        </p:nvSpPr>
        <p:spPr>
          <a:xfrm>
            <a:off x="12091988" y="5238750"/>
            <a:ext cx="52388" cy="547688"/>
          </a:xfrm>
          <a:prstGeom prst="rect">
            <a:avLst/>
          </a:prstGeom>
          <a:solidFill>
            <a:srgbClr val="FFFFFF"/>
          </a:solidFill>
          <a:ln w="13097">
            <a:solidFill>
              <a:srgbClr val="172B4D"/>
            </a:solidFill>
          </a:ln>
        </p:spPr>
      </p:sp>
      <p:sp>
        <p:nvSpPr>
          <p:cNvPr id="587" name="object-587">
            <a:extLst>
              <a:ext uri="{FF2B5EF4-FFF2-40B4-BE49-F238E27FC236}">
                <a16:creationId xmlns:a16="http://schemas.microsoft.com/office/drawing/2014/main" id="{78036F2E-33A3-46AE-ACFB-453101A956BA}"/>
              </a:ext>
            </a:extLst>
          </p:cNvPr>
          <p:cNvSpPr>
            <a:spLocks noGrp="1"/>
          </p:cNvSpPr>
          <p:nvPr/>
        </p:nvSpPr>
        <p:spPr>
          <a:xfrm>
            <a:off x="12144375" y="5238750"/>
            <a:ext cx="52388" cy="547688"/>
          </a:xfrm>
          <a:prstGeom prst="rect">
            <a:avLst/>
          </a:prstGeom>
          <a:solidFill>
            <a:srgbClr val="FFFFFF"/>
          </a:solidFill>
          <a:ln w="13097">
            <a:solidFill>
              <a:srgbClr val="172B4D"/>
            </a:solidFill>
          </a:ln>
        </p:spPr>
      </p:sp>
      <p:sp>
        <p:nvSpPr>
          <p:cNvPr id="588" name="object-588">
            <a:extLst>
              <a:ext uri="{FF2B5EF4-FFF2-40B4-BE49-F238E27FC236}">
                <a16:creationId xmlns:a16="http://schemas.microsoft.com/office/drawing/2014/main" id="{818005F5-0E77-4871-9C5E-D09377953D3F}"/>
              </a:ext>
            </a:extLst>
          </p:cNvPr>
          <p:cNvSpPr>
            <a:spLocks noGrp="1"/>
          </p:cNvSpPr>
          <p:nvPr/>
        </p:nvSpPr>
        <p:spPr>
          <a:xfrm>
            <a:off x="12196763" y="5238750"/>
            <a:ext cx="52388" cy="547688"/>
          </a:xfrm>
          <a:prstGeom prst="rect">
            <a:avLst/>
          </a:prstGeom>
          <a:solidFill>
            <a:srgbClr val="FFFFFF"/>
          </a:solidFill>
          <a:ln w="13097">
            <a:solidFill>
              <a:srgbClr val="172B4D"/>
            </a:solidFill>
          </a:ln>
        </p:spPr>
      </p:sp>
      <p:sp>
        <p:nvSpPr>
          <p:cNvPr id="589" name="object-589">
            <a:extLst>
              <a:ext uri="{FF2B5EF4-FFF2-40B4-BE49-F238E27FC236}">
                <a16:creationId xmlns:a16="http://schemas.microsoft.com/office/drawing/2014/main" id="{D1EFF040-4BC3-43DF-86B9-8E0057EF13D2}"/>
              </a:ext>
            </a:extLst>
          </p:cNvPr>
          <p:cNvSpPr>
            <a:spLocks noGrp="1"/>
          </p:cNvSpPr>
          <p:nvPr/>
        </p:nvSpPr>
        <p:spPr>
          <a:xfrm>
            <a:off x="12249150" y="5238750"/>
            <a:ext cx="52388" cy="547688"/>
          </a:xfrm>
          <a:prstGeom prst="rect">
            <a:avLst/>
          </a:prstGeom>
          <a:solidFill>
            <a:srgbClr val="FFFFFF"/>
          </a:solidFill>
          <a:ln w="13097">
            <a:solidFill>
              <a:srgbClr val="172B4D"/>
            </a:solidFill>
          </a:ln>
        </p:spPr>
      </p:sp>
      <p:sp>
        <p:nvSpPr>
          <p:cNvPr id="590" name="object-590">
            <a:extLst>
              <a:ext uri="{FF2B5EF4-FFF2-40B4-BE49-F238E27FC236}">
                <a16:creationId xmlns:a16="http://schemas.microsoft.com/office/drawing/2014/main" id="{685BB573-1C1F-46A3-B114-4907F2AEE04A}"/>
              </a:ext>
            </a:extLst>
          </p:cNvPr>
          <p:cNvSpPr>
            <a:spLocks noGrp="1"/>
          </p:cNvSpPr>
          <p:nvPr/>
        </p:nvSpPr>
        <p:spPr>
          <a:xfrm>
            <a:off x="12301538" y="5238750"/>
            <a:ext cx="52388" cy="547688"/>
          </a:xfrm>
          <a:prstGeom prst="rect">
            <a:avLst/>
          </a:prstGeom>
          <a:solidFill>
            <a:srgbClr val="FFFFFF"/>
          </a:solidFill>
          <a:ln w="13097">
            <a:solidFill>
              <a:srgbClr val="172B4D"/>
            </a:solidFill>
          </a:ln>
        </p:spPr>
      </p:sp>
      <p:sp>
        <p:nvSpPr>
          <p:cNvPr id="591" name="object-591">
            <a:extLst>
              <a:ext uri="{FF2B5EF4-FFF2-40B4-BE49-F238E27FC236}">
                <a16:creationId xmlns:a16="http://schemas.microsoft.com/office/drawing/2014/main" id="{E19CECA4-DECD-4619-AC78-E98AEEA1F6A2}"/>
              </a:ext>
            </a:extLst>
          </p:cNvPr>
          <p:cNvSpPr>
            <a:spLocks noGrp="1"/>
          </p:cNvSpPr>
          <p:nvPr/>
        </p:nvSpPr>
        <p:spPr>
          <a:xfrm>
            <a:off x="12353925" y="5238750"/>
            <a:ext cx="52388" cy="547688"/>
          </a:xfrm>
          <a:prstGeom prst="rect">
            <a:avLst/>
          </a:prstGeom>
          <a:solidFill>
            <a:srgbClr val="FFFFFF"/>
          </a:solidFill>
          <a:ln w="13097">
            <a:solidFill>
              <a:srgbClr val="172B4D"/>
            </a:solidFill>
          </a:ln>
        </p:spPr>
      </p:sp>
      <p:sp>
        <p:nvSpPr>
          <p:cNvPr id="592" name="object-592">
            <a:extLst>
              <a:ext uri="{FF2B5EF4-FFF2-40B4-BE49-F238E27FC236}">
                <a16:creationId xmlns:a16="http://schemas.microsoft.com/office/drawing/2014/main" id="{941B8D62-20DC-47E6-9501-3E12DE38262D}"/>
              </a:ext>
            </a:extLst>
          </p:cNvPr>
          <p:cNvSpPr>
            <a:spLocks noGrp="1"/>
          </p:cNvSpPr>
          <p:nvPr/>
        </p:nvSpPr>
        <p:spPr>
          <a:xfrm>
            <a:off x="12406313" y="5238750"/>
            <a:ext cx="52388" cy="547688"/>
          </a:xfrm>
          <a:prstGeom prst="rect">
            <a:avLst/>
          </a:prstGeom>
          <a:solidFill>
            <a:srgbClr val="FFFFFF"/>
          </a:solidFill>
          <a:ln w="13097">
            <a:solidFill>
              <a:srgbClr val="172B4D"/>
            </a:solidFill>
          </a:ln>
        </p:spPr>
      </p:sp>
      <p:sp>
        <p:nvSpPr>
          <p:cNvPr id="593" name="object-593">
            <a:extLst>
              <a:ext uri="{FF2B5EF4-FFF2-40B4-BE49-F238E27FC236}">
                <a16:creationId xmlns:a16="http://schemas.microsoft.com/office/drawing/2014/main" id="{36BDE0E8-537C-453D-8E00-42890B8ECB85}"/>
              </a:ext>
            </a:extLst>
          </p:cNvPr>
          <p:cNvSpPr>
            <a:spLocks noGrp="1"/>
          </p:cNvSpPr>
          <p:nvPr/>
        </p:nvSpPr>
        <p:spPr>
          <a:xfrm>
            <a:off x="12458700" y="5238750"/>
            <a:ext cx="52388" cy="547688"/>
          </a:xfrm>
          <a:prstGeom prst="rect">
            <a:avLst/>
          </a:prstGeom>
          <a:solidFill>
            <a:srgbClr val="FFFFFF"/>
          </a:solidFill>
          <a:ln w="13097">
            <a:solidFill>
              <a:srgbClr val="172B4D"/>
            </a:solidFill>
          </a:ln>
        </p:spPr>
      </p:sp>
      <p:sp>
        <p:nvSpPr>
          <p:cNvPr id="594" name="object-594">
            <a:extLst>
              <a:ext uri="{FF2B5EF4-FFF2-40B4-BE49-F238E27FC236}">
                <a16:creationId xmlns:a16="http://schemas.microsoft.com/office/drawing/2014/main" id="{CF1EFFC4-6630-4DD5-8201-F0FCFDCBAA45}"/>
              </a:ext>
            </a:extLst>
          </p:cNvPr>
          <p:cNvSpPr>
            <a:spLocks noGrp="1"/>
          </p:cNvSpPr>
          <p:nvPr/>
        </p:nvSpPr>
        <p:spPr>
          <a:xfrm>
            <a:off x="12511088" y="5238750"/>
            <a:ext cx="52388" cy="547688"/>
          </a:xfrm>
          <a:prstGeom prst="rect">
            <a:avLst/>
          </a:prstGeom>
          <a:solidFill>
            <a:srgbClr val="FFFFFF"/>
          </a:solidFill>
          <a:ln w="13097">
            <a:solidFill>
              <a:srgbClr val="172B4D"/>
            </a:solidFill>
          </a:ln>
        </p:spPr>
      </p:sp>
      <p:sp>
        <p:nvSpPr>
          <p:cNvPr id="595" name="object-595">
            <a:extLst>
              <a:ext uri="{FF2B5EF4-FFF2-40B4-BE49-F238E27FC236}">
                <a16:creationId xmlns:a16="http://schemas.microsoft.com/office/drawing/2014/main" id="{F119B7BE-E2A8-45CC-A910-E13343FD2A3E}"/>
              </a:ext>
            </a:extLst>
          </p:cNvPr>
          <p:cNvSpPr>
            <a:spLocks noGrp="1"/>
          </p:cNvSpPr>
          <p:nvPr/>
        </p:nvSpPr>
        <p:spPr>
          <a:xfrm>
            <a:off x="12563475" y="5238750"/>
            <a:ext cx="52388" cy="547688"/>
          </a:xfrm>
          <a:prstGeom prst="rect">
            <a:avLst/>
          </a:prstGeom>
          <a:solidFill>
            <a:srgbClr val="FFFFFF"/>
          </a:solidFill>
          <a:ln w="13097">
            <a:solidFill>
              <a:srgbClr val="172B4D"/>
            </a:solidFill>
          </a:ln>
        </p:spPr>
      </p:sp>
      <p:sp>
        <p:nvSpPr>
          <p:cNvPr id="596" name="object-596">
            <a:extLst>
              <a:ext uri="{FF2B5EF4-FFF2-40B4-BE49-F238E27FC236}">
                <a16:creationId xmlns:a16="http://schemas.microsoft.com/office/drawing/2014/main" id="{BB53530F-0A3A-4D69-964F-3A8A2A40C8AE}"/>
              </a:ext>
            </a:extLst>
          </p:cNvPr>
          <p:cNvSpPr>
            <a:spLocks noGrp="1"/>
          </p:cNvSpPr>
          <p:nvPr/>
        </p:nvSpPr>
        <p:spPr>
          <a:xfrm>
            <a:off x="12615863" y="5238750"/>
            <a:ext cx="52388" cy="547688"/>
          </a:xfrm>
          <a:prstGeom prst="rect">
            <a:avLst/>
          </a:prstGeom>
          <a:solidFill>
            <a:srgbClr val="FFFFFF"/>
          </a:solidFill>
          <a:ln w="13097">
            <a:solidFill>
              <a:srgbClr val="172B4D"/>
            </a:solidFill>
          </a:ln>
        </p:spPr>
      </p:sp>
      <p:sp>
        <p:nvSpPr>
          <p:cNvPr id="597" name="object-597">
            <a:extLst>
              <a:ext uri="{FF2B5EF4-FFF2-40B4-BE49-F238E27FC236}">
                <a16:creationId xmlns:a16="http://schemas.microsoft.com/office/drawing/2014/main" id="{E9D69CB4-BCFC-483B-B4AB-76B0572AD5C7}"/>
              </a:ext>
            </a:extLst>
          </p:cNvPr>
          <p:cNvSpPr>
            <a:spLocks noGrp="1"/>
          </p:cNvSpPr>
          <p:nvPr/>
        </p:nvSpPr>
        <p:spPr>
          <a:xfrm>
            <a:off x="12668250" y="5238750"/>
            <a:ext cx="52388" cy="547688"/>
          </a:xfrm>
          <a:prstGeom prst="rect">
            <a:avLst/>
          </a:prstGeom>
          <a:solidFill>
            <a:srgbClr val="FFFFFF"/>
          </a:solidFill>
          <a:ln w="13097">
            <a:solidFill>
              <a:srgbClr val="172B4D"/>
            </a:solidFill>
          </a:ln>
        </p:spPr>
      </p:sp>
      <p:sp>
        <p:nvSpPr>
          <p:cNvPr id="598" name="object-598">
            <a:extLst>
              <a:ext uri="{FF2B5EF4-FFF2-40B4-BE49-F238E27FC236}">
                <a16:creationId xmlns:a16="http://schemas.microsoft.com/office/drawing/2014/main" id="{18798659-E20A-4D97-8247-C677D40FB496}"/>
              </a:ext>
            </a:extLst>
          </p:cNvPr>
          <p:cNvSpPr>
            <a:spLocks noGrp="1"/>
          </p:cNvSpPr>
          <p:nvPr/>
        </p:nvSpPr>
        <p:spPr>
          <a:xfrm>
            <a:off x="12720638" y="5238750"/>
            <a:ext cx="52388" cy="547688"/>
          </a:xfrm>
          <a:prstGeom prst="rect">
            <a:avLst/>
          </a:prstGeom>
          <a:solidFill>
            <a:srgbClr val="FFFFFF"/>
          </a:solidFill>
          <a:ln w="13097">
            <a:solidFill>
              <a:srgbClr val="172B4D"/>
            </a:solidFill>
          </a:ln>
        </p:spPr>
      </p:sp>
      <p:sp>
        <p:nvSpPr>
          <p:cNvPr id="599" name="object-599">
            <a:extLst>
              <a:ext uri="{FF2B5EF4-FFF2-40B4-BE49-F238E27FC236}">
                <a16:creationId xmlns:a16="http://schemas.microsoft.com/office/drawing/2014/main" id="{DA76C692-EC89-40D9-910F-5D404A90B3FB}"/>
              </a:ext>
            </a:extLst>
          </p:cNvPr>
          <p:cNvSpPr>
            <a:spLocks noGrp="1"/>
          </p:cNvSpPr>
          <p:nvPr/>
        </p:nvSpPr>
        <p:spPr>
          <a:xfrm>
            <a:off x="12773025" y="5238750"/>
            <a:ext cx="52388" cy="547688"/>
          </a:xfrm>
          <a:prstGeom prst="rect">
            <a:avLst/>
          </a:prstGeom>
          <a:solidFill>
            <a:srgbClr val="FFFFFF"/>
          </a:solidFill>
          <a:ln w="13097">
            <a:solidFill>
              <a:srgbClr val="172B4D"/>
            </a:solidFill>
          </a:ln>
        </p:spPr>
      </p:sp>
      <p:sp>
        <p:nvSpPr>
          <p:cNvPr id="600" name="object-600">
            <a:extLst>
              <a:ext uri="{FF2B5EF4-FFF2-40B4-BE49-F238E27FC236}">
                <a16:creationId xmlns:a16="http://schemas.microsoft.com/office/drawing/2014/main" id="{910FC442-9A68-4F9E-80DE-5F4AD7D20324}"/>
              </a:ext>
            </a:extLst>
          </p:cNvPr>
          <p:cNvSpPr>
            <a:spLocks noGrp="1"/>
          </p:cNvSpPr>
          <p:nvPr/>
        </p:nvSpPr>
        <p:spPr>
          <a:xfrm>
            <a:off x="12825413" y="5238750"/>
            <a:ext cx="52388" cy="547688"/>
          </a:xfrm>
          <a:prstGeom prst="rect">
            <a:avLst/>
          </a:prstGeom>
          <a:solidFill>
            <a:srgbClr val="FFFFFF"/>
          </a:solidFill>
          <a:ln w="13097">
            <a:solidFill>
              <a:srgbClr val="172B4D"/>
            </a:solidFill>
          </a:ln>
        </p:spPr>
      </p:sp>
      <p:sp>
        <p:nvSpPr>
          <p:cNvPr id="601" name="object-601">
            <a:extLst>
              <a:ext uri="{FF2B5EF4-FFF2-40B4-BE49-F238E27FC236}">
                <a16:creationId xmlns:a16="http://schemas.microsoft.com/office/drawing/2014/main" id="{914F631E-047E-4640-ACB1-1A6042074D4F}"/>
              </a:ext>
            </a:extLst>
          </p:cNvPr>
          <p:cNvSpPr>
            <a:spLocks noGrp="1"/>
          </p:cNvSpPr>
          <p:nvPr/>
        </p:nvSpPr>
        <p:spPr>
          <a:xfrm>
            <a:off x="12877800" y="5238750"/>
            <a:ext cx="52388" cy="547688"/>
          </a:xfrm>
          <a:prstGeom prst="rect">
            <a:avLst/>
          </a:prstGeom>
          <a:solidFill>
            <a:srgbClr val="FFFFFF"/>
          </a:solidFill>
          <a:ln w="13097">
            <a:solidFill>
              <a:srgbClr val="172B4D"/>
            </a:solidFill>
          </a:ln>
        </p:spPr>
      </p:sp>
      <p:sp>
        <p:nvSpPr>
          <p:cNvPr id="602" name="object-602">
            <a:extLst>
              <a:ext uri="{FF2B5EF4-FFF2-40B4-BE49-F238E27FC236}">
                <a16:creationId xmlns:a16="http://schemas.microsoft.com/office/drawing/2014/main" id="{F50E386E-B16F-4233-B91C-EC4D42282FFA}"/>
              </a:ext>
            </a:extLst>
          </p:cNvPr>
          <p:cNvSpPr>
            <a:spLocks noGrp="1"/>
          </p:cNvSpPr>
          <p:nvPr/>
        </p:nvSpPr>
        <p:spPr>
          <a:xfrm>
            <a:off x="12930188" y="5238750"/>
            <a:ext cx="52388" cy="547688"/>
          </a:xfrm>
          <a:prstGeom prst="rect">
            <a:avLst/>
          </a:prstGeom>
          <a:solidFill>
            <a:srgbClr val="FFFFFF"/>
          </a:solidFill>
          <a:ln w="13097">
            <a:solidFill>
              <a:srgbClr val="172B4D"/>
            </a:solidFill>
          </a:ln>
        </p:spPr>
      </p:sp>
      <p:sp>
        <p:nvSpPr>
          <p:cNvPr id="603" name="object-603">
            <a:extLst>
              <a:ext uri="{FF2B5EF4-FFF2-40B4-BE49-F238E27FC236}">
                <a16:creationId xmlns:a16="http://schemas.microsoft.com/office/drawing/2014/main" id="{2F971C10-C095-4EC7-A306-A8E61D418C5F}"/>
              </a:ext>
            </a:extLst>
          </p:cNvPr>
          <p:cNvSpPr>
            <a:spLocks noGrp="1"/>
          </p:cNvSpPr>
          <p:nvPr/>
        </p:nvSpPr>
        <p:spPr>
          <a:xfrm>
            <a:off x="12982575" y="5238750"/>
            <a:ext cx="52388" cy="547688"/>
          </a:xfrm>
          <a:prstGeom prst="rect">
            <a:avLst/>
          </a:prstGeom>
          <a:solidFill>
            <a:srgbClr val="FFFFFF"/>
          </a:solidFill>
          <a:ln w="13097">
            <a:solidFill>
              <a:srgbClr val="172B4D"/>
            </a:solidFill>
          </a:ln>
        </p:spPr>
      </p:sp>
      <p:sp>
        <p:nvSpPr>
          <p:cNvPr id="604" name="object-604">
            <a:extLst>
              <a:ext uri="{FF2B5EF4-FFF2-40B4-BE49-F238E27FC236}">
                <a16:creationId xmlns:a16="http://schemas.microsoft.com/office/drawing/2014/main" id="{F7BC8620-990D-44CA-B8A6-F5B744FB39F6}"/>
              </a:ext>
            </a:extLst>
          </p:cNvPr>
          <p:cNvSpPr>
            <a:spLocks noGrp="1"/>
          </p:cNvSpPr>
          <p:nvPr/>
        </p:nvSpPr>
        <p:spPr>
          <a:xfrm>
            <a:off x="13034963" y="5238750"/>
            <a:ext cx="52388" cy="547688"/>
          </a:xfrm>
          <a:prstGeom prst="rect">
            <a:avLst/>
          </a:prstGeom>
          <a:solidFill>
            <a:srgbClr val="FFFFFF"/>
          </a:solidFill>
          <a:ln w="13097">
            <a:solidFill>
              <a:srgbClr val="172B4D"/>
            </a:solidFill>
          </a:ln>
        </p:spPr>
      </p:sp>
      <p:sp>
        <p:nvSpPr>
          <p:cNvPr id="605" name="object-605">
            <a:extLst>
              <a:ext uri="{FF2B5EF4-FFF2-40B4-BE49-F238E27FC236}">
                <a16:creationId xmlns:a16="http://schemas.microsoft.com/office/drawing/2014/main" id="{B2172925-CB5C-4A56-8022-5B3B60E1A206}"/>
              </a:ext>
            </a:extLst>
          </p:cNvPr>
          <p:cNvSpPr>
            <a:spLocks noGrp="1"/>
          </p:cNvSpPr>
          <p:nvPr/>
        </p:nvSpPr>
        <p:spPr>
          <a:xfrm>
            <a:off x="13087350" y="5238750"/>
            <a:ext cx="52388" cy="547688"/>
          </a:xfrm>
          <a:prstGeom prst="rect">
            <a:avLst/>
          </a:prstGeom>
          <a:solidFill>
            <a:srgbClr val="FFFFFF"/>
          </a:solidFill>
          <a:ln w="13097">
            <a:solidFill>
              <a:srgbClr val="172B4D"/>
            </a:solidFill>
          </a:ln>
        </p:spPr>
      </p:sp>
      <p:sp>
        <p:nvSpPr>
          <p:cNvPr id="606" name="object-606">
            <a:extLst>
              <a:ext uri="{FF2B5EF4-FFF2-40B4-BE49-F238E27FC236}">
                <a16:creationId xmlns:a16="http://schemas.microsoft.com/office/drawing/2014/main" id="{AF1A795B-B09B-4A05-ABBE-F7072847529B}"/>
              </a:ext>
            </a:extLst>
          </p:cNvPr>
          <p:cNvSpPr>
            <a:spLocks noGrp="1"/>
          </p:cNvSpPr>
          <p:nvPr/>
        </p:nvSpPr>
        <p:spPr>
          <a:xfrm>
            <a:off x="13139738" y="5238750"/>
            <a:ext cx="52388" cy="547688"/>
          </a:xfrm>
          <a:prstGeom prst="rect">
            <a:avLst/>
          </a:prstGeom>
          <a:solidFill>
            <a:srgbClr val="FFFFFF"/>
          </a:solidFill>
          <a:ln w="13097">
            <a:solidFill>
              <a:srgbClr val="172B4D"/>
            </a:solidFill>
          </a:ln>
        </p:spPr>
      </p:sp>
      <p:sp>
        <p:nvSpPr>
          <p:cNvPr id="607" name="object-607">
            <a:extLst>
              <a:ext uri="{FF2B5EF4-FFF2-40B4-BE49-F238E27FC236}">
                <a16:creationId xmlns:a16="http://schemas.microsoft.com/office/drawing/2014/main" id="{69558980-2A7D-4D3D-93A8-747795F2FD6F}"/>
              </a:ext>
            </a:extLst>
          </p:cNvPr>
          <p:cNvSpPr>
            <a:spLocks noGrp="1"/>
          </p:cNvSpPr>
          <p:nvPr/>
        </p:nvSpPr>
        <p:spPr>
          <a:xfrm>
            <a:off x="13192125" y="5238750"/>
            <a:ext cx="52388" cy="547688"/>
          </a:xfrm>
          <a:prstGeom prst="rect">
            <a:avLst/>
          </a:prstGeom>
          <a:solidFill>
            <a:srgbClr val="FFFFFF"/>
          </a:solidFill>
          <a:ln w="13097">
            <a:solidFill>
              <a:srgbClr val="172B4D"/>
            </a:solidFill>
          </a:ln>
        </p:spPr>
      </p:sp>
      <p:sp>
        <p:nvSpPr>
          <p:cNvPr id="608" name="object-608">
            <a:extLst>
              <a:ext uri="{FF2B5EF4-FFF2-40B4-BE49-F238E27FC236}">
                <a16:creationId xmlns:a16="http://schemas.microsoft.com/office/drawing/2014/main" id="{5204A53C-866C-40FA-ACBB-50F17B756D61}"/>
              </a:ext>
            </a:extLst>
          </p:cNvPr>
          <p:cNvSpPr>
            <a:spLocks noGrp="1"/>
          </p:cNvSpPr>
          <p:nvPr/>
        </p:nvSpPr>
        <p:spPr>
          <a:xfrm>
            <a:off x="13244513" y="5238750"/>
            <a:ext cx="52388" cy="547688"/>
          </a:xfrm>
          <a:prstGeom prst="rect">
            <a:avLst/>
          </a:prstGeom>
          <a:solidFill>
            <a:srgbClr val="FFFFFF"/>
          </a:solidFill>
          <a:ln w="13097">
            <a:solidFill>
              <a:srgbClr val="172B4D"/>
            </a:solidFill>
          </a:ln>
        </p:spPr>
      </p:sp>
      <p:sp>
        <p:nvSpPr>
          <p:cNvPr id="609" name="object-609">
            <a:extLst>
              <a:ext uri="{FF2B5EF4-FFF2-40B4-BE49-F238E27FC236}">
                <a16:creationId xmlns:a16="http://schemas.microsoft.com/office/drawing/2014/main" id="{C47CA5C1-DAED-401B-8814-A1AD2ED0086B}"/>
              </a:ext>
            </a:extLst>
          </p:cNvPr>
          <p:cNvSpPr>
            <a:spLocks noGrp="1"/>
          </p:cNvSpPr>
          <p:nvPr/>
        </p:nvSpPr>
        <p:spPr>
          <a:xfrm>
            <a:off x="13296900" y="5238750"/>
            <a:ext cx="52388" cy="547688"/>
          </a:xfrm>
          <a:prstGeom prst="rect">
            <a:avLst/>
          </a:prstGeom>
          <a:solidFill>
            <a:srgbClr val="FFFFFF"/>
          </a:solidFill>
          <a:ln w="13097">
            <a:solidFill>
              <a:srgbClr val="172B4D"/>
            </a:solidFill>
          </a:ln>
        </p:spPr>
      </p:sp>
      <p:sp>
        <p:nvSpPr>
          <p:cNvPr id="610" name="object-610">
            <a:extLst>
              <a:ext uri="{FF2B5EF4-FFF2-40B4-BE49-F238E27FC236}">
                <a16:creationId xmlns:a16="http://schemas.microsoft.com/office/drawing/2014/main" id="{85F3740F-DD09-4A1C-B68E-E0F35DEC7A9C}"/>
              </a:ext>
            </a:extLst>
          </p:cNvPr>
          <p:cNvSpPr>
            <a:spLocks noGrp="1"/>
          </p:cNvSpPr>
          <p:nvPr/>
        </p:nvSpPr>
        <p:spPr>
          <a:xfrm>
            <a:off x="13349288" y="5238750"/>
            <a:ext cx="52388" cy="547688"/>
          </a:xfrm>
          <a:prstGeom prst="rect">
            <a:avLst/>
          </a:prstGeom>
          <a:solidFill>
            <a:srgbClr val="FFFFFF"/>
          </a:solidFill>
          <a:ln w="13097">
            <a:solidFill>
              <a:srgbClr val="172B4D"/>
            </a:solidFill>
          </a:ln>
        </p:spPr>
      </p:sp>
      <p:sp>
        <p:nvSpPr>
          <p:cNvPr id="611" name="object-611">
            <a:extLst>
              <a:ext uri="{FF2B5EF4-FFF2-40B4-BE49-F238E27FC236}">
                <a16:creationId xmlns:a16="http://schemas.microsoft.com/office/drawing/2014/main" id="{365991DF-965F-40E5-A5B0-6A5F1EBF4258}"/>
              </a:ext>
            </a:extLst>
          </p:cNvPr>
          <p:cNvSpPr>
            <a:spLocks noGrp="1"/>
          </p:cNvSpPr>
          <p:nvPr/>
        </p:nvSpPr>
        <p:spPr>
          <a:xfrm>
            <a:off x="13401675" y="5238750"/>
            <a:ext cx="52388" cy="547688"/>
          </a:xfrm>
          <a:prstGeom prst="rect">
            <a:avLst/>
          </a:prstGeom>
          <a:solidFill>
            <a:srgbClr val="FFFFFF"/>
          </a:solidFill>
          <a:ln w="13097">
            <a:solidFill>
              <a:srgbClr val="172B4D"/>
            </a:solidFill>
          </a:ln>
        </p:spPr>
      </p:sp>
      <p:sp>
        <p:nvSpPr>
          <p:cNvPr id="612" name="object-612">
            <a:extLst>
              <a:ext uri="{FF2B5EF4-FFF2-40B4-BE49-F238E27FC236}">
                <a16:creationId xmlns:a16="http://schemas.microsoft.com/office/drawing/2014/main" id="{C9CEE191-39AF-4B1E-A04B-20877CC79FCE}"/>
              </a:ext>
            </a:extLst>
          </p:cNvPr>
          <p:cNvSpPr>
            <a:spLocks noGrp="1"/>
          </p:cNvSpPr>
          <p:nvPr/>
        </p:nvSpPr>
        <p:spPr>
          <a:xfrm>
            <a:off x="12263438" y="5798344"/>
            <a:ext cx="1905000" cy="476250"/>
          </a:xfrm>
          <a:prstGeom prst="rect">
            <a:avLst/>
          </a:prstGeom>
          <a:noFill/>
          <a:ln w="0">
            <a:noFill/>
          </a:ln>
        </p:spPr>
        <p:txBody>
          <a:bodyPr anchor="ctr">
            <a:noAutofit/>
          </a:bodyPr>
          <a:lstStyle/>
          <a:p>
            <a:pPr algn="l">
              <a:defRPr sz="2250" b="1">
                <a:solidFill>
                  <a:srgbClr val="9A5800"/>
                </a:solidFill>
                <a:latin typeface="Arial"/>
                <a:ea typeface="Arial"/>
                <a:cs typeface="Arial"/>
              </a:defRPr>
            </a:pPr>
            <a:r>
              <a:rPr sz="2250" b="1">
                <a:solidFill>
                  <a:srgbClr val="9A5800"/>
                </a:solidFill>
                <a:latin typeface="Arial"/>
                <a:ea typeface="Arial"/>
                <a:cs typeface="Arial"/>
              </a:rPr>
              <a:t>162/100</a:t>
            </a:r>
          </a:p>
        </p:txBody>
      </p:sp>
      <p:sp>
        <p:nvSpPr>
          <p:cNvPr id="613" name="object-613">
            <a:extLst>
              <a:ext uri="{FF2B5EF4-FFF2-40B4-BE49-F238E27FC236}">
                <a16:creationId xmlns:a16="http://schemas.microsoft.com/office/drawing/2014/main" id="{ED85F60D-18F9-44C7-A385-297748280277}"/>
              </a:ext>
            </a:extLst>
          </p:cNvPr>
          <p:cNvSpPr>
            <a:spLocks noGrp="1"/>
          </p:cNvSpPr>
          <p:nvPr/>
        </p:nvSpPr>
        <p:spPr>
          <a:xfrm>
            <a:off x="892969" y="6965156"/>
            <a:ext cx="13454063" cy="738188"/>
          </a:xfrm>
          <a:prstGeom prst="rect">
            <a:avLst/>
          </a:prstGeom>
          <a:noFill/>
          <a:ln w="0">
            <a:noFill/>
          </a:ln>
        </p:spPr>
        <p:txBody>
          <a:bodyPr anchor="ctr">
            <a:noAutofit/>
          </a:bodyPr>
          <a:lstStyle/>
          <a:p>
            <a:pPr algn="ctr">
              <a:defRPr sz="2813" b="1">
                <a:solidFill>
                  <a:srgbClr val="11745A"/>
                </a:solidFill>
                <a:latin typeface="Arial"/>
                <a:ea typeface="Arial"/>
                <a:cs typeface="Arial"/>
              </a:defRPr>
            </a:pPr>
            <a:r>
              <a:rPr sz="2813" b="1">
                <a:solidFill>
                  <a:srgbClr val="11745A"/>
                </a:solidFill>
                <a:latin typeface="Arial"/>
                <a:ea typeface="Arial"/>
                <a:cs typeface="Arial"/>
              </a:rPr>
              <a:t>158/100 &lt; 1.6 &lt; 162%</a:t>
            </a:r>
          </a:p>
        </p:txBody>
      </p:sp>
    </p:spTree>
    <p:extLst>
      <p:ext uri="{BB962C8B-B14F-4D97-AF65-F5344CB8AC3E}">
        <p14:creationId xmlns:p14="http://schemas.microsoft.com/office/powerpoint/2010/main" val="7812243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20"/>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1"/>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2"/>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3"/>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4"/>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5"/>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27"/>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28"/>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29"/>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30"/>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31"/>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32"/>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33"/>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34"/>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35"/>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36"/>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37"/>
                                        </p:tgtEl>
                                        <p:attrNameLst>
                                          <p:attrName>style.visibility</p:attrName>
                                        </p:attrNameLst>
                                      </p:cBhvr>
                                      <p:to>
                                        <p:strVal val="visible"/>
                                      </p:to>
                                    </p:set>
                                  </p:childTnLst>
                                </p:cTn>
                              </p:par>
                              <p:par>
                                <p:cTn id="65" presetID="1" presetClass="entr" presetSubtype="0" fill="hold" nodeType="withEffect">
                                  <p:stCondLst>
                                    <p:cond delay="0"/>
                                  </p:stCondLst>
                                  <p:childTnLst>
                                    <p:set>
                                      <p:cBhvr>
                                        <p:cTn id="66" dur="1" fill="hold">
                                          <p:stCondLst>
                                            <p:cond delay="0"/>
                                          </p:stCondLst>
                                        </p:cTn>
                                        <p:tgtEl>
                                          <p:spTgt spid="38"/>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39"/>
                                        </p:tgtEl>
                                        <p:attrNameLst>
                                          <p:attrName>style.visibility</p:attrName>
                                        </p:attrNameLst>
                                      </p:cBhvr>
                                      <p:to>
                                        <p:strVal val="visible"/>
                                      </p:to>
                                    </p:set>
                                  </p:childTnLst>
                                </p:cTn>
                              </p:par>
                              <p:par>
                                <p:cTn id="69" presetID="1" presetClass="entr" presetSubtype="0" fill="hold" nodeType="withEffect">
                                  <p:stCondLst>
                                    <p:cond delay="0"/>
                                  </p:stCondLst>
                                  <p:childTnLst>
                                    <p:set>
                                      <p:cBhvr>
                                        <p:cTn id="70" dur="1" fill="hold">
                                          <p:stCondLst>
                                            <p:cond delay="0"/>
                                          </p:stCondLst>
                                        </p:cTn>
                                        <p:tgtEl>
                                          <p:spTgt spid="40"/>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41"/>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42"/>
                                        </p:tgtEl>
                                        <p:attrNameLst>
                                          <p:attrName>style.visibility</p:attrName>
                                        </p:attrNameLst>
                                      </p:cBhvr>
                                      <p:to>
                                        <p:strVal val="visible"/>
                                      </p:to>
                                    </p:set>
                                  </p:childTnLst>
                                </p:cTn>
                              </p:par>
                              <p:par>
                                <p:cTn id="75" presetID="1" presetClass="entr" presetSubtype="0" fill="hold" nodeType="withEffect">
                                  <p:stCondLst>
                                    <p:cond delay="0"/>
                                  </p:stCondLst>
                                  <p:childTnLst>
                                    <p:set>
                                      <p:cBhvr>
                                        <p:cTn id="76" dur="1" fill="hold">
                                          <p:stCondLst>
                                            <p:cond delay="0"/>
                                          </p:stCondLst>
                                        </p:cTn>
                                        <p:tgtEl>
                                          <p:spTgt spid="43"/>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44"/>
                                        </p:tgtEl>
                                        <p:attrNameLst>
                                          <p:attrName>style.visibility</p:attrName>
                                        </p:attrNameLst>
                                      </p:cBhvr>
                                      <p:to>
                                        <p:strVal val="visible"/>
                                      </p:to>
                                    </p:set>
                                  </p:childTnLst>
                                </p:cTn>
                              </p:par>
                              <p:par>
                                <p:cTn id="79" presetID="1" presetClass="entr" presetSubtype="0" fill="hold" nodeType="withEffect">
                                  <p:stCondLst>
                                    <p:cond delay="0"/>
                                  </p:stCondLst>
                                  <p:childTnLst>
                                    <p:set>
                                      <p:cBhvr>
                                        <p:cTn id="80" dur="1" fill="hold">
                                          <p:stCondLst>
                                            <p:cond delay="0"/>
                                          </p:stCondLst>
                                        </p:cTn>
                                        <p:tgtEl>
                                          <p:spTgt spid="45"/>
                                        </p:tgtEl>
                                        <p:attrNameLst>
                                          <p:attrName>style.visibility</p:attrName>
                                        </p:attrNameLst>
                                      </p:cBhvr>
                                      <p:to>
                                        <p:strVal val="visible"/>
                                      </p:to>
                                    </p:set>
                                  </p:childTnLst>
                                </p:cTn>
                              </p:par>
                              <p:par>
                                <p:cTn id="81" presetID="1" presetClass="entr" presetSubtype="0" fill="hold" nodeType="withEffect">
                                  <p:stCondLst>
                                    <p:cond delay="0"/>
                                  </p:stCondLst>
                                  <p:childTnLst>
                                    <p:set>
                                      <p:cBhvr>
                                        <p:cTn id="82" dur="1" fill="hold">
                                          <p:stCondLst>
                                            <p:cond delay="0"/>
                                          </p:stCondLst>
                                        </p:cTn>
                                        <p:tgtEl>
                                          <p:spTgt spid="46"/>
                                        </p:tgtEl>
                                        <p:attrNameLst>
                                          <p:attrName>style.visibility</p:attrName>
                                        </p:attrNameLst>
                                      </p:cBhvr>
                                      <p:to>
                                        <p:strVal val="visible"/>
                                      </p:to>
                                    </p:set>
                                  </p:childTnLst>
                                </p:cTn>
                              </p:par>
                              <p:par>
                                <p:cTn id="83" presetID="1" presetClass="entr" presetSubtype="0" fill="hold" nodeType="withEffect">
                                  <p:stCondLst>
                                    <p:cond delay="0"/>
                                  </p:stCondLst>
                                  <p:childTnLst>
                                    <p:set>
                                      <p:cBhvr>
                                        <p:cTn id="84" dur="1" fill="hold">
                                          <p:stCondLst>
                                            <p:cond delay="0"/>
                                          </p:stCondLst>
                                        </p:cTn>
                                        <p:tgtEl>
                                          <p:spTgt spid="47"/>
                                        </p:tgtEl>
                                        <p:attrNameLst>
                                          <p:attrName>style.visibility</p:attrName>
                                        </p:attrNameLst>
                                      </p:cBhvr>
                                      <p:to>
                                        <p:strVal val="visible"/>
                                      </p:to>
                                    </p:set>
                                  </p:childTnLst>
                                </p:cTn>
                              </p:par>
                              <p:par>
                                <p:cTn id="85" presetID="1" presetClass="entr" presetSubtype="0" fill="hold" nodeType="withEffect">
                                  <p:stCondLst>
                                    <p:cond delay="0"/>
                                  </p:stCondLst>
                                  <p:childTnLst>
                                    <p:set>
                                      <p:cBhvr>
                                        <p:cTn id="86" dur="1" fill="hold">
                                          <p:stCondLst>
                                            <p:cond delay="0"/>
                                          </p:stCondLst>
                                        </p:cTn>
                                        <p:tgtEl>
                                          <p:spTgt spid="48"/>
                                        </p:tgtEl>
                                        <p:attrNameLst>
                                          <p:attrName>style.visibility</p:attrName>
                                        </p:attrNameLst>
                                      </p:cBhvr>
                                      <p:to>
                                        <p:strVal val="visible"/>
                                      </p:to>
                                    </p:set>
                                  </p:childTnLst>
                                </p:cTn>
                              </p:par>
                              <p:par>
                                <p:cTn id="87" presetID="1" presetClass="entr" presetSubtype="0" fill="hold" nodeType="withEffect">
                                  <p:stCondLst>
                                    <p:cond delay="0"/>
                                  </p:stCondLst>
                                  <p:childTnLst>
                                    <p:set>
                                      <p:cBhvr>
                                        <p:cTn id="88" dur="1" fill="hold">
                                          <p:stCondLst>
                                            <p:cond delay="0"/>
                                          </p:stCondLst>
                                        </p:cTn>
                                        <p:tgtEl>
                                          <p:spTgt spid="49"/>
                                        </p:tgtEl>
                                        <p:attrNameLst>
                                          <p:attrName>style.visibility</p:attrName>
                                        </p:attrNameLst>
                                      </p:cBhvr>
                                      <p:to>
                                        <p:strVal val="visible"/>
                                      </p:to>
                                    </p:set>
                                  </p:childTnLst>
                                </p:cTn>
                              </p:par>
                              <p:par>
                                <p:cTn id="89" presetID="1" presetClass="entr" presetSubtype="0" fill="hold" nodeType="withEffect">
                                  <p:stCondLst>
                                    <p:cond delay="0"/>
                                  </p:stCondLst>
                                  <p:childTnLst>
                                    <p:set>
                                      <p:cBhvr>
                                        <p:cTn id="90" dur="1" fill="hold">
                                          <p:stCondLst>
                                            <p:cond delay="0"/>
                                          </p:stCondLst>
                                        </p:cTn>
                                        <p:tgtEl>
                                          <p:spTgt spid="50"/>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51"/>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52"/>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53"/>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54"/>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55"/>
                                        </p:tgtEl>
                                        <p:attrNameLst>
                                          <p:attrName>style.visibility</p:attrName>
                                        </p:attrNameLst>
                                      </p:cBhvr>
                                      <p:to>
                                        <p:strVal val="visible"/>
                                      </p:to>
                                    </p:set>
                                  </p:childTnLst>
                                </p:cTn>
                              </p:par>
                              <p:par>
                                <p:cTn id="101" presetID="1" presetClass="entr" presetSubtype="0" fill="hold" nodeType="withEffect">
                                  <p:stCondLst>
                                    <p:cond delay="0"/>
                                  </p:stCondLst>
                                  <p:childTnLst>
                                    <p:set>
                                      <p:cBhvr>
                                        <p:cTn id="102" dur="1" fill="hold">
                                          <p:stCondLst>
                                            <p:cond delay="0"/>
                                          </p:stCondLst>
                                        </p:cTn>
                                        <p:tgtEl>
                                          <p:spTgt spid="56"/>
                                        </p:tgtEl>
                                        <p:attrNameLst>
                                          <p:attrName>style.visibility</p:attrName>
                                        </p:attrNameLst>
                                      </p:cBhvr>
                                      <p:to>
                                        <p:strVal val="visible"/>
                                      </p:to>
                                    </p:set>
                                  </p:childTnLst>
                                </p:cTn>
                              </p:par>
                              <p:par>
                                <p:cTn id="103" presetID="1" presetClass="entr" presetSubtype="0" fill="hold" nodeType="withEffect">
                                  <p:stCondLst>
                                    <p:cond delay="0"/>
                                  </p:stCondLst>
                                  <p:childTnLst>
                                    <p:set>
                                      <p:cBhvr>
                                        <p:cTn id="104" dur="1" fill="hold">
                                          <p:stCondLst>
                                            <p:cond delay="0"/>
                                          </p:stCondLst>
                                        </p:cTn>
                                        <p:tgtEl>
                                          <p:spTgt spid="57"/>
                                        </p:tgtEl>
                                        <p:attrNameLst>
                                          <p:attrName>style.visibility</p:attrName>
                                        </p:attrNameLst>
                                      </p:cBhvr>
                                      <p:to>
                                        <p:strVal val="visible"/>
                                      </p:to>
                                    </p:set>
                                  </p:childTnLst>
                                </p:cTn>
                              </p:par>
                              <p:par>
                                <p:cTn id="105" presetID="1" presetClass="entr" presetSubtype="0" fill="hold" nodeType="withEffect">
                                  <p:stCondLst>
                                    <p:cond delay="0"/>
                                  </p:stCondLst>
                                  <p:childTnLst>
                                    <p:set>
                                      <p:cBhvr>
                                        <p:cTn id="106" dur="1" fill="hold">
                                          <p:stCondLst>
                                            <p:cond delay="0"/>
                                          </p:stCondLst>
                                        </p:cTn>
                                        <p:tgtEl>
                                          <p:spTgt spid="58"/>
                                        </p:tgtEl>
                                        <p:attrNameLst>
                                          <p:attrName>style.visibility</p:attrName>
                                        </p:attrNameLst>
                                      </p:cBhvr>
                                      <p:to>
                                        <p:strVal val="visible"/>
                                      </p:to>
                                    </p:set>
                                  </p:childTnLst>
                                </p:cTn>
                              </p:par>
                              <p:par>
                                <p:cTn id="107" presetID="1" presetClass="entr" presetSubtype="0" fill="hold" nodeType="withEffect">
                                  <p:stCondLst>
                                    <p:cond delay="0"/>
                                  </p:stCondLst>
                                  <p:childTnLst>
                                    <p:set>
                                      <p:cBhvr>
                                        <p:cTn id="108" dur="1" fill="hold">
                                          <p:stCondLst>
                                            <p:cond delay="0"/>
                                          </p:stCondLst>
                                        </p:cTn>
                                        <p:tgtEl>
                                          <p:spTgt spid="59"/>
                                        </p:tgtEl>
                                        <p:attrNameLst>
                                          <p:attrName>style.visibility</p:attrName>
                                        </p:attrNameLst>
                                      </p:cBhvr>
                                      <p:to>
                                        <p:strVal val="visible"/>
                                      </p:to>
                                    </p:set>
                                  </p:childTnLst>
                                </p:cTn>
                              </p:par>
                              <p:par>
                                <p:cTn id="109" presetID="1" presetClass="entr" presetSubtype="0" fill="hold" nodeType="withEffect">
                                  <p:stCondLst>
                                    <p:cond delay="0"/>
                                  </p:stCondLst>
                                  <p:childTnLst>
                                    <p:set>
                                      <p:cBhvr>
                                        <p:cTn id="110" dur="1" fill="hold">
                                          <p:stCondLst>
                                            <p:cond delay="0"/>
                                          </p:stCondLst>
                                        </p:cTn>
                                        <p:tgtEl>
                                          <p:spTgt spid="60"/>
                                        </p:tgtEl>
                                        <p:attrNameLst>
                                          <p:attrName>style.visibility</p:attrName>
                                        </p:attrNameLst>
                                      </p:cBhvr>
                                      <p:to>
                                        <p:strVal val="visible"/>
                                      </p:to>
                                    </p:set>
                                  </p:childTnLst>
                                </p:cTn>
                              </p:par>
                              <p:par>
                                <p:cTn id="111" presetID="1" presetClass="entr" presetSubtype="0" fill="hold" nodeType="withEffect">
                                  <p:stCondLst>
                                    <p:cond delay="0"/>
                                  </p:stCondLst>
                                  <p:childTnLst>
                                    <p:set>
                                      <p:cBhvr>
                                        <p:cTn id="112" dur="1" fill="hold">
                                          <p:stCondLst>
                                            <p:cond delay="0"/>
                                          </p:stCondLst>
                                        </p:cTn>
                                        <p:tgtEl>
                                          <p:spTgt spid="61"/>
                                        </p:tgtEl>
                                        <p:attrNameLst>
                                          <p:attrName>style.visibility</p:attrName>
                                        </p:attrNameLst>
                                      </p:cBhvr>
                                      <p:to>
                                        <p:strVal val="visible"/>
                                      </p:to>
                                    </p:set>
                                  </p:childTnLst>
                                </p:cTn>
                              </p:par>
                              <p:par>
                                <p:cTn id="113" presetID="1" presetClass="entr" presetSubtype="0" fill="hold" nodeType="withEffect">
                                  <p:stCondLst>
                                    <p:cond delay="0"/>
                                  </p:stCondLst>
                                  <p:childTnLst>
                                    <p:set>
                                      <p:cBhvr>
                                        <p:cTn id="114" dur="1" fill="hold">
                                          <p:stCondLst>
                                            <p:cond delay="0"/>
                                          </p:stCondLst>
                                        </p:cTn>
                                        <p:tgtEl>
                                          <p:spTgt spid="62"/>
                                        </p:tgtEl>
                                        <p:attrNameLst>
                                          <p:attrName>style.visibility</p:attrName>
                                        </p:attrNameLst>
                                      </p:cBhvr>
                                      <p:to>
                                        <p:strVal val="visible"/>
                                      </p:to>
                                    </p:set>
                                  </p:childTnLst>
                                </p:cTn>
                              </p:par>
                              <p:par>
                                <p:cTn id="115" presetID="1" presetClass="entr" presetSubtype="0" fill="hold" nodeType="withEffect">
                                  <p:stCondLst>
                                    <p:cond delay="0"/>
                                  </p:stCondLst>
                                  <p:childTnLst>
                                    <p:set>
                                      <p:cBhvr>
                                        <p:cTn id="116" dur="1" fill="hold">
                                          <p:stCondLst>
                                            <p:cond delay="0"/>
                                          </p:stCondLst>
                                        </p:cTn>
                                        <p:tgtEl>
                                          <p:spTgt spid="63"/>
                                        </p:tgtEl>
                                        <p:attrNameLst>
                                          <p:attrName>style.visibility</p:attrName>
                                        </p:attrNameLst>
                                      </p:cBhvr>
                                      <p:to>
                                        <p:strVal val="visible"/>
                                      </p:to>
                                    </p:set>
                                  </p:childTnLst>
                                </p:cTn>
                              </p:par>
                              <p:par>
                                <p:cTn id="117" presetID="1" presetClass="entr" presetSubtype="0" fill="hold" nodeType="withEffect">
                                  <p:stCondLst>
                                    <p:cond delay="0"/>
                                  </p:stCondLst>
                                  <p:childTnLst>
                                    <p:set>
                                      <p:cBhvr>
                                        <p:cTn id="118" dur="1" fill="hold">
                                          <p:stCondLst>
                                            <p:cond delay="0"/>
                                          </p:stCondLst>
                                        </p:cTn>
                                        <p:tgtEl>
                                          <p:spTgt spid="64"/>
                                        </p:tgtEl>
                                        <p:attrNameLst>
                                          <p:attrName>style.visibility</p:attrName>
                                        </p:attrNameLst>
                                      </p:cBhvr>
                                      <p:to>
                                        <p:strVal val="visible"/>
                                      </p:to>
                                    </p:set>
                                  </p:childTnLst>
                                </p:cTn>
                              </p:par>
                              <p:par>
                                <p:cTn id="119" presetID="1" presetClass="entr" presetSubtype="0" fill="hold" nodeType="withEffect">
                                  <p:stCondLst>
                                    <p:cond delay="0"/>
                                  </p:stCondLst>
                                  <p:childTnLst>
                                    <p:set>
                                      <p:cBhvr>
                                        <p:cTn id="120" dur="1" fill="hold">
                                          <p:stCondLst>
                                            <p:cond delay="0"/>
                                          </p:stCondLst>
                                        </p:cTn>
                                        <p:tgtEl>
                                          <p:spTgt spid="65"/>
                                        </p:tgtEl>
                                        <p:attrNameLst>
                                          <p:attrName>style.visibility</p:attrName>
                                        </p:attrNameLst>
                                      </p:cBhvr>
                                      <p:to>
                                        <p:strVal val="visible"/>
                                      </p:to>
                                    </p:set>
                                  </p:childTnLst>
                                </p:cTn>
                              </p:par>
                              <p:par>
                                <p:cTn id="121" presetID="1" presetClass="entr" presetSubtype="0" fill="hold" nodeType="withEffect">
                                  <p:stCondLst>
                                    <p:cond delay="0"/>
                                  </p:stCondLst>
                                  <p:childTnLst>
                                    <p:set>
                                      <p:cBhvr>
                                        <p:cTn id="122" dur="1" fill="hold">
                                          <p:stCondLst>
                                            <p:cond delay="0"/>
                                          </p:stCondLst>
                                        </p:cTn>
                                        <p:tgtEl>
                                          <p:spTgt spid="66"/>
                                        </p:tgtEl>
                                        <p:attrNameLst>
                                          <p:attrName>style.visibility</p:attrName>
                                        </p:attrNameLst>
                                      </p:cBhvr>
                                      <p:to>
                                        <p:strVal val="visible"/>
                                      </p:to>
                                    </p:set>
                                  </p:childTnLst>
                                </p:cTn>
                              </p:par>
                              <p:par>
                                <p:cTn id="123" presetID="1" presetClass="entr" presetSubtype="0" fill="hold" nodeType="withEffect">
                                  <p:stCondLst>
                                    <p:cond delay="0"/>
                                  </p:stCondLst>
                                  <p:childTnLst>
                                    <p:set>
                                      <p:cBhvr>
                                        <p:cTn id="124" dur="1" fill="hold">
                                          <p:stCondLst>
                                            <p:cond delay="0"/>
                                          </p:stCondLst>
                                        </p:cTn>
                                        <p:tgtEl>
                                          <p:spTgt spid="67"/>
                                        </p:tgtEl>
                                        <p:attrNameLst>
                                          <p:attrName>style.visibility</p:attrName>
                                        </p:attrNameLst>
                                      </p:cBhvr>
                                      <p:to>
                                        <p:strVal val="visible"/>
                                      </p:to>
                                    </p:set>
                                  </p:childTnLst>
                                </p:cTn>
                              </p:par>
                              <p:par>
                                <p:cTn id="125" presetID="1" presetClass="entr" presetSubtype="0" fill="hold" nodeType="withEffect">
                                  <p:stCondLst>
                                    <p:cond delay="0"/>
                                  </p:stCondLst>
                                  <p:childTnLst>
                                    <p:set>
                                      <p:cBhvr>
                                        <p:cTn id="126" dur="1" fill="hold">
                                          <p:stCondLst>
                                            <p:cond delay="0"/>
                                          </p:stCondLst>
                                        </p:cTn>
                                        <p:tgtEl>
                                          <p:spTgt spid="68"/>
                                        </p:tgtEl>
                                        <p:attrNameLst>
                                          <p:attrName>style.visibility</p:attrName>
                                        </p:attrNameLst>
                                      </p:cBhvr>
                                      <p:to>
                                        <p:strVal val="visible"/>
                                      </p:to>
                                    </p:set>
                                  </p:childTnLst>
                                </p:cTn>
                              </p:par>
                              <p:par>
                                <p:cTn id="127" presetID="1" presetClass="entr" presetSubtype="0" fill="hold" nodeType="withEffect">
                                  <p:stCondLst>
                                    <p:cond delay="0"/>
                                  </p:stCondLst>
                                  <p:childTnLst>
                                    <p:set>
                                      <p:cBhvr>
                                        <p:cTn id="128" dur="1" fill="hold">
                                          <p:stCondLst>
                                            <p:cond delay="0"/>
                                          </p:stCondLst>
                                        </p:cTn>
                                        <p:tgtEl>
                                          <p:spTgt spid="69"/>
                                        </p:tgtEl>
                                        <p:attrNameLst>
                                          <p:attrName>style.visibility</p:attrName>
                                        </p:attrNameLst>
                                      </p:cBhvr>
                                      <p:to>
                                        <p:strVal val="visible"/>
                                      </p:to>
                                    </p:set>
                                  </p:childTnLst>
                                </p:cTn>
                              </p:par>
                              <p:par>
                                <p:cTn id="129" presetID="1" presetClass="entr" presetSubtype="0" fill="hold" nodeType="withEffect">
                                  <p:stCondLst>
                                    <p:cond delay="0"/>
                                  </p:stCondLst>
                                  <p:childTnLst>
                                    <p:set>
                                      <p:cBhvr>
                                        <p:cTn id="130" dur="1" fill="hold">
                                          <p:stCondLst>
                                            <p:cond delay="0"/>
                                          </p:stCondLst>
                                        </p:cTn>
                                        <p:tgtEl>
                                          <p:spTgt spid="70"/>
                                        </p:tgtEl>
                                        <p:attrNameLst>
                                          <p:attrName>style.visibility</p:attrName>
                                        </p:attrNameLst>
                                      </p:cBhvr>
                                      <p:to>
                                        <p:strVal val="visible"/>
                                      </p:to>
                                    </p:set>
                                  </p:childTnLst>
                                </p:cTn>
                              </p:par>
                              <p:par>
                                <p:cTn id="131" presetID="1" presetClass="entr" presetSubtype="0" fill="hold" nodeType="withEffect">
                                  <p:stCondLst>
                                    <p:cond delay="0"/>
                                  </p:stCondLst>
                                  <p:childTnLst>
                                    <p:set>
                                      <p:cBhvr>
                                        <p:cTn id="132" dur="1" fill="hold">
                                          <p:stCondLst>
                                            <p:cond delay="0"/>
                                          </p:stCondLst>
                                        </p:cTn>
                                        <p:tgtEl>
                                          <p:spTgt spid="71"/>
                                        </p:tgtEl>
                                        <p:attrNameLst>
                                          <p:attrName>style.visibility</p:attrName>
                                        </p:attrNameLst>
                                      </p:cBhvr>
                                      <p:to>
                                        <p:strVal val="visible"/>
                                      </p:to>
                                    </p:set>
                                  </p:childTnLst>
                                </p:cTn>
                              </p:par>
                              <p:par>
                                <p:cTn id="133" presetID="1" presetClass="entr" presetSubtype="0" fill="hold" nodeType="withEffect">
                                  <p:stCondLst>
                                    <p:cond delay="0"/>
                                  </p:stCondLst>
                                  <p:childTnLst>
                                    <p:set>
                                      <p:cBhvr>
                                        <p:cTn id="134" dur="1" fill="hold">
                                          <p:stCondLst>
                                            <p:cond delay="0"/>
                                          </p:stCondLst>
                                        </p:cTn>
                                        <p:tgtEl>
                                          <p:spTgt spid="72"/>
                                        </p:tgtEl>
                                        <p:attrNameLst>
                                          <p:attrName>style.visibility</p:attrName>
                                        </p:attrNameLst>
                                      </p:cBhvr>
                                      <p:to>
                                        <p:strVal val="visible"/>
                                      </p:to>
                                    </p:set>
                                  </p:childTnLst>
                                </p:cTn>
                              </p:par>
                              <p:par>
                                <p:cTn id="135" presetID="1" presetClass="entr" presetSubtype="0" fill="hold" nodeType="withEffect">
                                  <p:stCondLst>
                                    <p:cond delay="0"/>
                                  </p:stCondLst>
                                  <p:childTnLst>
                                    <p:set>
                                      <p:cBhvr>
                                        <p:cTn id="136" dur="1" fill="hold">
                                          <p:stCondLst>
                                            <p:cond delay="0"/>
                                          </p:stCondLst>
                                        </p:cTn>
                                        <p:tgtEl>
                                          <p:spTgt spid="73"/>
                                        </p:tgtEl>
                                        <p:attrNameLst>
                                          <p:attrName>style.visibility</p:attrName>
                                        </p:attrNameLst>
                                      </p:cBhvr>
                                      <p:to>
                                        <p:strVal val="visible"/>
                                      </p:to>
                                    </p:set>
                                  </p:childTnLst>
                                </p:cTn>
                              </p:par>
                              <p:par>
                                <p:cTn id="137" presetID="1" presetClass="entr" presetSubtype="0" fill="hold" nodeType="withEffect">
                                  <p:stCondLst>
                                    <p:cond delay="0"/>
                                  </p:stCondLst>
                                  <p:childTnLst>
                                    <p:set>
                                      <p:cBhvr>
                                        <p:cTn id="138" dur="1" fill="hold">
                                          <p:stCondLst>
                                            <p:cond delay="0"/>
                                          </p:stCondLst>
                                        </p:cTn>
                                        <p:tgtEl>
                                          <p:spTgt spid="74"/>
                                        </p:tgtEl>
                                        <p:attrNameLst>
                                          <p:attrName>style.visibility</p:attrName>
                                        </p:attrNameLst>
                                      </p:cBhvr>
                                      <p:to>
                                        <p:strVal val="visible"/>
                                      </p:to>
                                    </p:set>
                                  </p:childTnLst>
                                </p:cTn>
                              </p:par>
                              <p:par>
                                <p:cTn id="139" presetID="1" presetClass="entr" presetSubtype="0" fill="hold" nodeType="withEffect">
                                  <p:stCondLst>
                                    <p:cond delay="0"/>
                                  </p:stCondLst>
                                  <p:childTnLst>
                                    <p:set>
                                      <p:cBhvr>
                                        <p:cTn id="140" dur="1" fill="hold">
                                          <p:stCondLst>
                                            <p:cond delay="0"/>
                                          </p:stCondLst>
                                        </p:cTn>
                                        <p:tgtEl>
                                          <p:spTgt spid="75"/>
                                        </p:tgtEl>
                                        <p:attrNameLst>
                                          <p:attrName>style.visibility</p:attrName>
                                        </p:attrNameLst>
                                      </p:cBhvr>
                                      <p:to>
                                        <p:strVal val="visible"/>
                                      </p:to>
                                    </p:set>
                                  </p:childTnLst>
                                </p:cTn>
                              </p:par>
                              <p:par>
                                <p:cTn id="141" presetID="1" presetClass="entr" presetSubtype="0" fill="hold" nodeType="withEffect">
                                  <p:stCondLst>
                                    <p:cond delay="0"/>
                                  </p:stCondLst>
                                  <p:childTnLst>
                                    <p:set>
                                      <p:cBhvr>
                                        <p:cTn id="142" dur="1" fill="hold">
                                          <p:stCondLst>
                                            <p:cond delay="0"/>
                                          </p:stCondLst>
                                        </p:cTn>
                                        <p:tgtEl>
                                          <p:spTgt spid="76"/>
                                        </p:tgtEl>
                                        <p:attrNameLst>
                                          <p:attrName>style.visibility</p:attrName>
                                        </p:attrNameLst>
                                      </p:cBhvr>
                                      <p:to>
                                        <p:strVal val="visible"/>
                                      </p:to>
                                    </p:set>
                                  </p:childTnLst>
                                </p:cTn>
                              </p:par>
                              <p:par>
                                <p:cTn id="143" presetID="1" presetClass="entr" presetSubtype="0" fill="hold" nodeType="withEffect">
                                  <p:stCondLst>
                                    <p:cond delay="0"/>
                                  </p:stCondLst>
                                  <p:childTnLst>
                                    <p:set>
                                      <p:cBhvr>
                                        <p:cTn id="144" dur="1" fill="hold">
                                          <p:stCondLst>
                                            <p:cond delay="0"/>
                                          </p:stCondLst>
                                        </p:cTn>
                                        <p:tgtEl>
                                          <p:spTgt spid="77"/>
                                        </p:tgtEl>
                                        <p:attrNameLst>
                                          <p:attrName>style.visibility</p:attrName>
                                        </p:attrNameLst>
                                      </p:cBhvr>
                                      <p:to>
                                        <p:strVal val="visible"/>
                                      </p:to>
                                    </p:set>
                                  </p:childTnLst>
                                </p:cTn>
                              </p:par>
                              <p:par>
                                <p:cTn id="145" presetID="1" presetClass="entr" presetSubtype="0" fill="hold" nodeType="withEffect">
                                  <p:stCondLst>
                                    <p:cond delay="0"/>
                                  </p:stCondLst>
                                  <p:childTnLst>
                                    <p:set>
                                      <p:cBhvr>
                                        <p:cTn id="146" dur="1" fill="hold">
                                          <p:stCondLst>
                                            <p:cond delay="0"/>
                                          </p:stCondLst>
                                        </p:cTn>
                                        <p:tgtEl>
                                          <p:spTgt spid="78"/>
                                        </p:tgtEl>
                                        <p:attrNameLst>
                                          <p:attrName>style.visibility</p:attrName>
                                        </p:attrNameLst>
                                      </p:cBhvr>
                                      <p:to>
                                        <p:strVal val="visible"/>
                                      </p:to>
                                    </p:set>
                                  </p:childTnLst>
                                </p:cTn>
                              </p:par>
                              <p:par>
                                <p:cTn id="147" presetID="1" presetClass="entr" presetSubtype="0" fill="hold" nodeType="withEffect">
                                  <p:stCondLst>
                                    <p:cond delay="0"/>
                                  </p:stCondLst>
                                  <p:childTnLst>
                                    <p:set>
                                      <p:cBhvr>
                                        <p:cTn id="148" dur="1" fill="hold">
                                          <p:stCondLst>
                                            <p:cond delay="0"/>
                                          </p:stCondLst>
                                        </p:cTn>
                                        <p:tgtEl>
                                          <p:spTgt spid="79"/>
                                        </p:tgtEl>
                                        <p:attrNameLst>
                                          <p:attrName>style.visibility</p:attrName>
                                        </p:attrNameLst>
                                      </p:cBhvr>
                                      <p:to>
                                        <p:strVal val="visible"/>
                                      </p:to>
                                    </p:set>
                                  </p:childTnLst>
                                </p:cTn>
                              </p:par>
                              <p:par>
                                <p:cTn id="149" presetID="1" presetClass="entr" presetSubtype="0" fill="hold" nodeType="withEffect">
                                  <p:stCondLst>
                                    <p:cond delay="0"/>
                                  </p:stCondLst>
                                  <p:childTnLst>
                                    <p:set>
                                      <p:cBhvr>
                                        <p:cTn id="150" dur="1" fill="hold">
                                          <p:stCondLst>
                                            <p:cond delay="0"/>
                                          </p:stCondLst>
                                        </p:cTn>
                                        <p:tgtEl>
                                          <p:spTgt spid="80"/>
                                        </p:tgtEl>
                                        <p:attrNameLst>
                                          <p:attrName>style.visibility</p:attrName>
                                        </p:attrNameLst>
                                      </p:cBhvr>
                                      <p:to>
                                        <p:strVal val="visible"/>
                                      </p:to>
                                    </p:set>
                                  </p:childTnLst>
                                </p:cTn>
                              </p:par>
                              <p:par>
                                <p:cTn id="151" presetID="1" presetClass="entr" presetSubtype="0" fill="hold" nodeType="withEffect">
                                  <p:stCondLst>
                                    <p:cond delay="0"/>
                                  </p:stCondLst>
                                  <p:childTnLst>
                                    <p:set>
                                      <p:cBhvr>
                                        <p:cTn id="152" dur="1" fill="hold">
                                          <p:stCondLst>
                                            <p:cond delay="0"/>
                                          </p:stCondLst>
                                        </p:cTn>
                                        <p:tgtEl>
                                          <p:spTgt spid="81"/>
                                        </p:tgtEl>
                                        <p:attrNameLst>
                                          <p:attrName>style.visibility</p:attrName>
                                        </p:attrNameLst>
                                      </p:cBhvr>
                                      <p:to>
                                        <p:strVal val="visible"/>
                                      </p:to>
                                    </p:set>
                                  </p:childTnLst>
                                </p:cTn>
                              </p:par>
                              <p:par>
                                <p:cTn id="153" presetID="1" presetClass="entr" presetSubtype="0" fill="hold" nodeType="withEffect">
                                  <p:stCondLst>
                                    <p:cond delay="0"/>
                                  </p:stCondLst>
                                  <p:childTnLst>
                                    <p:set>
                                      <p:cBhvr>
                                        <p:cTn id="154" dur="1" fill="hold">
                                          <p:stCondLst>
                                            <p:cond delay="0"/>
                                          </p:stCondLst>
                                        </p:cTn>
                                        <p:tgtEl>
                                          <p:spTgt spid="82"/>
                                        </p:tgtEl>
                                        <p:attrNameLst>
                                          <p:attrName>style.visibility</p:attrName>
                                        </p:attrNameLst>
                                      </p:cBhvr>
                                      <p:to>
                                        <p:strVal val="visible"/>
                                      </p:to>
                                    </p:set>
                                  </p:childTnLst>
                                </p:cTn>
                              </p:par>
                              <p:par>
                                <p:cTn id="155" presetID="1" presetClass="entr" presetSubtype="0" fill="hold" nodeType="withEffect">
                                  <p:stCondLst>
                                    <p:cond delay="0"/>
                                  </p:stCondLst>
                                  <p:childTnLst>
                                    <p:set>
                                      <p:cBhvr>
                                        <p:cTn id="156" dur="1" fill="hold">
                                          <p:stCondLst>
                                            <p:cond delay="0"/>
                                          </p:stCondLst>
                                        </p:cTn>
                                        <p:tgtEl>
                                          <p:spTgt spid="83"/>
                                        </p:tgtEl>
                                        <p:attrNameLst>
                                          <p:attrName>style.visibility</p:attrName>
                                        </p:attrNameLst>
                                      </p:cBhvr>
                                      <p:to>
                                        <p:strVal val="visible"/>
                                      </p:to>
                                    </p:set>
                                  </p:childTnLst>
                                </p:cTn>
                              </p:par>
                              <p:par>
                                <p:cTn id="157" presetID="1" presetClass="entr" presetSubtype="0" fill="hold" nodeType="withEffect">
                                  <p:stCondLst>
                                    <p:cond delay="0"/>
                                  </p:stCondLst>
                                  <p:childTnLst>
                                    <p:set>
                                      <p:cBhvr>
                                        <p:cTn id="158" dur="1" fill="hold">
                                          <p:stCondLst>
                                            <p:cond delay="0"/>
                                          </p:stCondLst>
                                        </p:cTn>
                                        <p:tgtEl>
                                          <p:spTgt spid="84"/>
                                        </p:tgtEl>
                                        <p:attrNameLst>
                                          <p:attrName>style.visibility</p:attrName>
                                        </p:attrNameLst>
                                      </p:cBhvr>
                                      <p:to>
                                        <p:strVal val="visible"/>
                                      </p:to>
                                    </p:set>
                                  </p:childTnLst>
                                </p:cTn>
                              </p:par>
                              <p:par>
                                <p:cTn id="159" presetID="1" presetClass="entr" presetSubtype="0" fill="hold" nodeType="withEffect">
                                  <p:stCondLst>
                                    <p:cond delay="0"/>
                                  </p:stCondLst>
                                  <p:childTnLst>
                                    <p:set>
                                      <p:cBhvr>
                                        <p:cTn id="160" dur="1" fill="hold">
                                          <p:stCondLst>
                                            <p:cond delay="0"/>
                                          </p:stCondLst>
                                        </p:cTn>
                                        <p:tgtEl>
                                          <p:spTgt spid="85"/>
                                        </p:tgtEl>
                                        <p:attrNameLst>
                                          <p:attrName>style.visibility</p:attrName>
                                        </p:attrNameLst>
                                      </p:cBhvr>
                                      <p:to>
                                        <p:strVal val="visible"/>
                                      </p:to>
                                    </p:set>
                                  </p:childTnLst>
                                </p:cTn>
                              </p:par>
                              <p:par>
                                <p:cTn id="161" presetID="1" presetClass="entr" presetSubtype="0" fill="hold" nodeType="withEffect">
                                  <p:stCondLst>
                                    <p:cond delay="0"/>
                                  </p:stCondLst>
                                  <p:childTnLst>
                                    <p:set>
                                      <p:cBhvr>
                                        <p:cTn id="162" dur="1" fill="hold">
                                          <p:stCondLst>
                                            <p:cond delay="0"/>
                                          </p:stCondLst>
                                        </p:cTn>
                                        <p:tgtEl>
                                          <p:spTgt spid="86"/>
                                        </p:tgtEl>
                                        <p:attrNameLst>
                                          <p:attrName>style.visibility</p:attrName>
                                        </p:attrNameLst>
                                      </p:cBhvr>
                                      <p:to>
                                        <p:strVal val="visible"/>
                                      </p:to>
                                    </p:set>
                                  </p:childTnLst>
                                </p:cTn>
                              </p:par>
                              <p:par>
                                <p:cTn id="163" presetID="1" presetClass="entr" presetSubtype="0" fill="hold" nodeType="withEffect">
                                  <p:stCondLst>
                                    <p:cond delay="0"/>
                                  </p:stCondLst>
                                  <p:childTnLst>
                                    <p:set>
                                      <p:cBhvr>
                                        <p:cTn id="164" dur="1" fill="hold">
                                          <p:stCondLst>
                                            <p:cond delay="0"/>
                                          </p:stCondLst>
                                        </p:cTn>
                                        <p:tgtEl>
                                          <p:spTgt spid="87"/>
                                        </p:tgtEl>
                                        <p:attrNameLst>
                                          <p:attrName>style.visibility</p:attrName>
                                        </p:attrNameLst>
                                      </p:cBhvr>
                                      <p:to>
                                        <p:strVal val="visible"/>
                                      </p:to>
                                    </p:set>
                                  </p:childTnLst>
                                </p:cTn>
                              </p:par>
                              <p:par>
                                <p:cTn id="165" presetID="1" presetClass="entr" presetSubtype="0" fill="hold" nodeType="withEffect">
                                  <p:stCondLst>
                                    <p:cond delay="0"/>
                                  </p:stCondLst>
                                  <p:childTnLst>
                                    <p:set>
                                      <p:cBhvr>
                                        <p:cTn id="166" dur="1" fill="hold">
                                          <p:stCondLst>
                                            <p:cond delay="0"/>
                                          </p:stCondLst>
                                        </p:cTn>
                                        <p:tgtEl>
                                          <p:spTgt spid="88"/>
                                        </p:tgtEl>
                                        <p:attrNameLst>
                                          <p:attrName>style.visibility</p:attrName>
                                        </p:attrNameLst>
                                      </p:cBhvr>
                                      <p:to>
                                        <p:strVal val="visible"/>
                                      </p:to>
                                    </p:set>
                                  </p:childTnLst>
                                </p:cTn>
                              </p:par>
                              <p:par>
                                <p:cTn id="167" presetID="1" presetClass="entr" presetSubtype="0" fill="hold" nodeType="withEffect">
                                  <p:stCondLst>
                                    <p:cond delay="0"/>
                                  </p:stCondLst>
                                  <p:childTnLst>
                                    <p:set>
                                      <p:cBhvr>
                                        <p:cTn id="168" dur="1" fill="hold">
                                          <p:stCondLst>
                                            <p:cond delay="0"/>
                                          </p:stCondLst>
                                        </p:cTn>
                                        <p:tgtEl>
                                          <p:spTgt spid="89"/>
                                        </p:tgtEl>
                                        <p:attrNameLst>
                                          <p:attrName>style.visibility</p:attrName>
                                        </p:attrNameLst>
                                      </p:cBhvr>
                                      <p:to>
                                        <p:strVal val="visible"/>
                                      </p:to>
                                    </p:set>
                                  </p:childTnLst>
                                </p:cTn>
                              </p:par>
                              <p:par>
                                <p:cTn id="169" presetID="1" presetClass="entr" presetSubtype="0" fill="hold" nodeType="withEffect">
                                  <p:stCondLst>
                                    <p:cond delay="0"/>
                                  </p:stCondLst>
                                  <p:childTnLst>
                                    <p:set>
                                      <p:cBhvr>
                                        <p:cTn id="170" dur="1" fill="hold">
                                          <p:stCondLst>
                                            <p:cond delay="0"/>
                                          </p:stCondLst>
                                        </p:cTn>
                                        <p:tgtEl>
                                          <p:spTgt spid="90"/>
                                        </p:tgtEl>
                                        <p:attrNameLst>
                                          <p:attrName>style.visibility</p:attrName>
                                        </p:attrNameLst>
                                      </p:cBhvr>
                                      <p:to>
                                        <p:strVal val="visible"/>
                                      </p:to>
                                    </p:set>
                                  </p:childTnLst>
                                </p:cTn>
                              </p:par>
                              <p:par>
                                <p:cTn id="171" presetID="1" presetClass="entr" presetSubtype="0" fill="hold" nodeType="withEffect">
                                  <p:stCondLst>
                                    <p:cond delay="0"/>
                                  </p:stCondLst>
                                  <p:childTnLst>
                                    <p:set>
                                      <p:cBhvr>
                                        <p:cTn id="172" dur="1" fill="hold">
                                          <p:stCondLst>
                                            <p:cond delay="0"/>
                                          </p:stCondLst>
                                        </p:cTn>
                                        <p:tgtEl>
                                          <p:spTgt spid="91"/>
                                        </p:tgtEl>
                                        <p:attrNameLst>
                                          <p:attrName>style.visibility</p:attrName>
                                        </p:attrNameLst>
                                      </p:cBhvr>
                                      <p:to>
                                        <p:strVal val="visible"/>
                                      </p:to>
                                    </p:set>
                                  </p:childTnLst>
                                </p:cTn>
                              </p:par>
                              <p:par>
                                <p:cTn id="173" presetID="1" presetClass="entr" presetSubtype="0" fill="hold" nodeType="withEffect">
                                  <p:stCondLst>
                                    <p:cond delay="0"/>
                                  </p:stCondLst>
                                  <p:childTnLst>
                                    <p:set>
                                      <p:cBhvr>
                                        <p:cTn id="174" dur="1" fill="hold">
                                          <p:stCondLst>
                                            <p:cond delay="0"/>
                                          </p:stCondLst>
                                        </p:cTn>
                                        <p:tgtEl>
                                          <p:spTgt spid="92"/>
                                        </p:tgtEl>
                                        <p:attrNameLst>
                                          <p:attrName>style.visibility</p:attrName>
                                        </p:attrNameLst>
                                      </p:cBhvr>
                                      <p:to>
                                        <p:strVal val="visible"/>
                                      </p:to>
                                    </p:set>
                                  </p:childTnLst>
                                </p:cTn>
                              </p:par>
                              <p:par>
                                <p:cTn id="175" presetID="1" presetClass="entr" presetSubtype="0" fill="hold" nodeType="withEffect">
                                  <p:stCondLst>
                                    <p:cond delay="0"/>
                                  </p:stCondLst>
                                  <p:childTnLst>
                                    <p:set>
                                      <p:cBhvr>
                                        <p:cTn id="176" dur="1" fill="hold">
                                          <p:stCondLst>
                                            <p:cond delay="0"/>
                                          </p:stCondLst>
                                        </p:cTn>
                                        <p:tgtEl>
                                          <p:spTgt spid="93"/>
                                        </p:tgtEl>
                                        <p:attrNameLst>
                                          <p:attrName>style.visibility</p:attrName>
                                        </p:attrNameLst>
                                      </p:cBhvr>
                                      <p:to>
                                        <p:strVal val="visible"/>
                                      </p:to>
                                    </p:set>
                                  </p:childTnLst>
                                </p:cTn>
                              </p:par>
                              <p:par>
                                <p:cTn id="177" presetID="1" presetClass="entr" presetSubtype="0" fill="hold" nodeType="withEffect">
                                  <p:stCondLst>
                                    <p:cond delay="0"/>
                                  </p:stCondLst>
                                  <p:childTnLst>
                                    <p:set>
                                      <p:cBhvr>
                                        <p:cTn id="178" dur="1" fill="hold">
                                          <p:stCondLst>
                                            <p:cond delay="0"/>
                                          </p:stCondLst>
                                        </p:cTn>
                                        <p:tgtEl>
                                          <p:spTgt spid="94"/>
                                        </p:tgtEl>
                                        <p:attrNameLst>
                                          <p:attrName>style.visibility</p:attrName>
                                        </p:attrNameLst>
                                      </p:cBhvr>
                                      <p:to>
                                        <p:strVal val="visible"/>
                                      </p:to>
                                    </p:set>
                                  </p:childTnLst>
                                </p:cTn>
                              </p:par>
                              <p:par>
                                <p:cTn id="179" presetID="1" presetClass="entr" presetSubtype="0" fill="hold" nodeType="withEffect">
                                  <p:stCondLst>
                                    <p:cond delay="0"/>
                                  </p:stCondLst>
                                  <p:childTnLst>
                                    <p:set>
                                      <p:cBhvr>
                                        <p:cTn id="180" dur="1" fill="hold">
                                          <p:stCondLst>
                                            <p:cond delay="0"/>
                                          </p:stCondLst>
                                        </p:cTn>
                                        <p:tgtEl>
                                          <p:spTgt spid="95"/>
                                        </p:tgtEl>
                                        <p:attrNameLst>
                                          <p:attrName>style.visibility</p:attrName>
                                        </p:attrNameLst>
                                      </p:cBhvr>
                                      <p:to>
                                        <p:strVal val="visible"/>
                                      </p:to>
                                    </p:set>
                                  </p:childTnLst>
                                </p:cTn>
                              </p:par>
                              <p:par>
                                <p:cTn id="181" presetID="1" presetClass="entr" presetSubtype="0" fill="hold" nodeType="withEffect">
                                  <p:stCondLst>
                                    <p:cond delay="0"/>
                                  </p:stCondLst>
                                  <p:childTnLst>
                                    <p:set>
                                      <p:cBhvr>
                                        <p:cTn id="182" dur="1" fill="hold">
                                          <p:stCondLst>
                                            <p:cond delay="0"/>
                                          </p:stCondLst>
                                        </p:cTn>
                                        <p:tgtEl>
                                          <p:spTgt spid="96"/>
                                        </p:tgtEl>
                                        <p:attrNameLst>
                                          <p:attrName>style.visibility</p:attrName>
                                        </p:attrNameLst>
                                      </p:cBhvr>
                                      <p:to>
                                        <p:strVal val="visible"/>
                                      </p:to>
                                    </p:set>
                                  </p:childTnLst>
                                </p:cTn>
                              </p:par>
                              <p:par>
                                <p:cTn id="183" presetID="1" presetClass="entr" presetSubtype="0" fill="hold" nodeType="withEffect">
                                  <p:stCondLst>
                                    <p:cond delay="0"/>
                                  </p:stCondLst>
                                  <p:childTnLst>
                                    <p:set>
                                      <p:cBhvr>
                                        <p:cTn id="184" dur="1" fill="hold">
                                          <p:stCondLst>
                                            <p:cond delay="0"/>
                                          </p:stCondLst>
                                        </p:cTn>
                                        <p:tgtEl>
                                          <p:spTgt spid="97"/>
                                        </p:tgtEl>
                                        <p:attrNameLst>
                                          <p:attrName>style.visibility</p:attrName>
                                        </p:attrNameLst>
                                      </p:cBhvr>
                                      <p:to>
                                        <p:strVal val="visible"/>
                                      </p:to>
                                    </p:set>
                                  </p:childTnLst>
                                </p:cTn>
                              </p:par>
                              <p:par>
                                <p:cTn id="185" presetID="1" presetClass="entr" presetSubtype="0" fill="hold" nodeType="withEffect">
                                  <p:stCondLst>
                                    <p:cond delay="0"/>
                                  </p:stCondLst>
                                  <p:childTnLst>
                                    <p:set>
                                      <p:cBhvr>
                                        <p:cTn id="186" dur="1" fill="hold">
                                          <p:stCondLst>
                                            <p:cond delay="0"/>
                                          </p:stCondLst>
                                        </p:cTn>
                                        <p:tgtEl>
                                          <p:spTgt spid="98"/>
                                        </p:tgtEl>
                                        <p:attrNameLst>
                                          <p:attrName>style.visibility</p:attrName>
                                        </p:attrNameLst>
                                      </p:cBhvr>
                                      <p:to>
                                        <p:strVal val="visible"/>
                                      </p:to>
                                    </p:set>
                                  </p:childTnLst>
                                </p:cTn>
                              </p:par>
                              <p:par>
                                <p:cTn id="187" presetID="1" presetClass="entr" presetSubtype="0" fill="hold" nodeType="withEffect">
                                  <p:stCondLst>
                                    <p:cond delay="0"/>
                                  </p:stCondLst>
                                  <p:childTnLst>
                                    <p:set>
                                      <p:cBhvr>
                                        <p:cTn id="188" dur="1" fill="hold">
                                          <p:stCondLst>
                                            <p:cond delay="0"/>
                                          </p:stCondLst>
                                        </p:cTn>
                                        <p:tgtEl>
                                          <p:spTgt spid="99"/>
                                        </p:tgtEl>
                                        <p:attrNameLst>
                                          <p:attrName>style.visibility</p:attrName>
                                        </p:attrNameLst>
                                      </p:cBhvr>
                                      <p:to>
                                        <p:strVal val="visible"/>
                                      </p:to>
                                    </p:set>
                                  </p:childTnLst>
                                </p:cTn>
                              </p:par>
                              <p:par>
                                <p:cTn id="189" presetID="1" presetClass="entr" presetSubtype="0" fill="hold" nodeType="withEffect">
                                  <p:stCondLst>
                                    <p:cond delay="0"/>
                                  </p:stCondLst>
                                  <p:childTnLst>
                                    <p:set>
                                      <p:cBhvr>
                                        <p:cTn id="190" dur="1" fill="hold">
                                          <p:stCondLst>
                                            <p:cond delay="0"/>
                                          </p:stCondLst>
                                        </p:cTn>
                                        <p:tgtEl>
                                          <p:spTgt spid="100"/>
                                        </p:tgtEl>
                                        <p:attrNameLst>
                                          <p:attrName>style.visibility</p:attrName>
                                        </p:attrNameLst>
                                      </p:cBhvr>
                                      <p:to>
                                        <p:strVal val="visible"/>
                                      </p:to>
                                    </p:set>
                                  </p:childTnLst>
                                </p:cTn>
                              </p:par>
                              <p:par>
                                <p:cTn id="191" presetID="1" presetClass="entr" presetSubtype="0" fill="hold" nodeType="withEffect">
                                  <p:stCondLst>
                                    <p:cond delay="0"/>
                                  </p:stCondLst>
                                  <p:childTnLst>
                                    <p:set>
                                      <p:cBhvr>
                                        <p:cTn id="192" dur="1" fill="hold">
                                          <p:stCondLst>
                                            <p:cond delay="0"/>
                                          </p:stCondLst>
                                        </p:cTn>
                                        <p:tgtEl>
                                          <p:spTgt spid="101"/>
                                        </p:tgtEl>
                                        <p:attrNameLst>
                                          <p:attrName>style.visibility</p:attrName>
                                        </p:attrNameLst>
                                      </p:cBhvr>
                                      <p:to>
                                        <p:strVal val="visible"/>
                                      </p:to>
                                    </p:set>
                                  </p:childTnLst>
                                </p:cTn>
                              </p:par>
                              <p:par>
                                <p:cTn id="193" presetID="1" presetClass="entr" presetSubtype="0" fill="hold" nodeType="withEffect">
                                  <p:stCondLst>
                                    <p:cond delay="0"/>
                                  </p:stCondLst>
                                  <p:childTnLst>
                                    <p:set>
                                      <p:cBhvr>
                                        <p:cTn id="194" dur="1" fill="hold">
                                          <p:stCondLst>
                                            <p:cond delay="0"/>
                                          </p:stCondLst>
                                        </p:cTn>
                                        <p:tgtEl>
                                          <p:spTgt spid="102"/>
                                        </p:tgtEl>
                                        <p:attrNameLst>
                                          <p:attrName>style.visibility</p:attrName>
                                        </p:attrNameLst>
                                      </p:cBhvr>
                                      <p:to>
                                        <p:strVal val="visible"/>
                                      </p:to>
                                    </p:set>
                                  </p:childTnLst>
                                </p:cTn>
                              </p:par>
                              <p:par>
                                <p:cTn id="195" presetID="1" presetClass="entr" presetSubtype="0" fill="hold" nodeType="withEffect">
                                  <p:stCondLst>
                                    <p:cond delay="0"/>
                                  </p:stCondLst>
                                  <p:childTnLst>
                                    <p:set>
                                      <p:cBhvr>
                                        <p:cTn id="196" dur="1" fill="hold">
                                          <p:stCondLst>
                                            <p:cond delay="0"/>
                                          </p:stCondLst>
                                        </p:cTn>
                                        <p:tgtEl>
                                          <p:spTgt spid="103"/>
                                        </p:tgtEl>
                                        <p:attrNameLst>
                                          <p:attrName>style.visibility</p:attrName>
                                        </p:attrNameLst>
                                      </p:cBhvr>
                                      <p:to>
                                        <p:strVal val="visible"/>
                                      </p:to>
                                    </p:set>
                                  </p:childTnLst>
                                </p:cTn>
                              </p:par>
                              <p:par>
                                <p:cTn id="197" presetID="1" presetClass="entr" presetSubtype="0" fill="hold" nodeType="withEffect">
                                  <p:stCondLst>
                                    <p:cond delay="0"/>
                                  </p:stCondLst>
                                  <p:childTnLst>
                                    <p:set>
                                      <p:cBhvr>
                                        <p:cTn id="198" dur="1" fill="hold">
                                          <p:stCondLst>
                                            <p:cond delay="0"/>
                                          </p:stCondLst>
                                        </p:cTn>
                                        <p:tgtEl>
                                          <p:spTgt spid="104"/>
                                        </p:tgtEl>
                                        <p:attrNameLst>
                                          <p:attrName>style.visibility</p:attrName>
                                        </p:attrNameLst>
                                      </p:cBhvr>
                                      <p:to>
                                        <p:strVal val="visible"/>
                                      </p:to>
                                    </p:set>
                                  </p:childTnLst>
                                </p:cTn>
                              </p:par>
                              <p:par>
                                <p:cTn id="199" presetID="1" presetClass="entr" presetSubtype="0" fill="hold" nodeType="withEffect">
                                  <p:stCondLst>
                                    <p:cond delay="0"/>
                                  </p:stCondLst>
                                  <p:childTnLst>
                                    <p:set>
                                      <p:cBhvr>
                                        <p:cTn id="200" dur="1" fill="hold">
                                          <p:stCondLst>
                                            <p:cond delay="0"/>
                                          </p:stCondLst>
                                        </p:cTn>
                                        <p:tgtEl>
                                          <p:spTgt spid="105"/>
                                        </p:tgtEl>
                                        <p:attrNameLst>
                                          <p:attrName>style.visibility</p:attrName>
                                        </p:attrNameLst>
                                      </p:cBhvr>
                                      <p:to>
                                        <p:strVal val="visible"/>
                                      </p:to>
                                    </p:set>
                                  </p:childTnLst>
                                </p:cTn>
                              </p:par>
                              <p:par>
                                <p:cTn id="201" presetID="1" presetClass="entr" presetSubtype="0" fill="hold" nodeType="withEffect">
                                  <p:stCondLst>
                                    <p:cond delay="0"/>
                                  </p:stCondLst>
                                  <p:childTnLst>
                                    <p:set>
                                      <p:cBhvr>
                                        <p:cTn id="202" dur="1" fill="hold">
                                          <p:stCondLst>
                                            <p:cond delay="0"/>
                                          </p:stCondLst>
                                        </p:cTn>
                                        <p:tgtEl>
                                          <p:spTgt spid="106"/>
                                        </p:tgtEl>
                                        <p:attrNameLst>
                                          <p:attrName>style.visibility</p:attrName>
                                        </p:attrNameLst>
                                      </p:cBhvr>
                                      <p:to>
                                        <p:strVal val="visible"/>
                                      </p:to>
                                    </p:set>
                                  </p:childTnLst>
                                </p:cTn>
                              </p:par>
                              <p:par>
                                <p:cTn id="203" presetID="1" presetClass="entr" presetSubtype="0" fill="hold" nodeType="withEffect">
                                  <p:stCondLst>
                                    <p:cond delay="0"/>
                                  </p:stCondLst>
                                  <p:childTnLst>
                                    <p:set>
                                      <p:cBhvr>
                                        <p:cTn id="204" dur="1" fill="hold">
                                          <p:stCondLst>
                                            <p:cond delay="0"/>
                                          </p:stCondLst>
                                        </p:cTn>
                                        <p:tgtEl>
                                          <p:spTgt spid="107"/>
                                        </p:tgtEl>
                                        <p:attrNameLst>
                                          <p:attrName>style.visibility</p:attrName>
                                        </p:attrNameLst>
                                      </p:cBhvr>
                                      <p:to>
                                        <p:strVal val="visible"/>
                                      </p:to>
                                    </p:set>
                                  </p:childTnLst>
                                </p:cTn>
                              </p:par>
                              <p:par>
                                <p:cTn id="205" presetID="1" presetClass="entr" presetSubtype="0" fill="hold" nodeType="withEffect">
                                  <p:stCondLst>
                                    <p:cond delay="0"/>
                                  </p:stCondLst>
                                  <p:childTnLst>
                                    <p:set>
                                      <p:cBhvr>
                                        <p:cTn id="206" dur="1" fill="hold">
                                          <p:stCondLst>
                                            <p:cond delay="0"/>
                                          </p:stCondLst>
                                        </p:cTn>
                                        <p:tgtEl>
                                          <p:spTgt spid="108"/>
                                        </p:tgtEl>
                                        <p:attrNameLst>
                                          <p:attrName>style.visibility</p:attrName>
                                        </p:attrNameLst>
                                      </p:cBhvr>
                                      <p:to>
                                        <p:strVal val="visible"/>
                                      </p:to>
                                    </p:set>
                                  </p:childTnLst>
                                </p:cTn>
                              </p:par>
                              <p:par>
                                <p:cTn id="207" presetID="1" presetClass="entr" presetSubtype="0" fill="hold" nodeType="withEffect">
                                  <p:stCondLst>
                                    <p:cond delay="0"/>
                                  </p:stCondLst>
                                  <p:childTnLst>
                                    <p:set>
                                      <p:cBhvr>
                                        <p:cTn id="208" dur="1" fill="hold">
                                          <p:stCondLst>
                                            <p:cond delay="0"/>
                                          </p:stCondLst>
                                        </p:cTn>
                                        <p:tgtEl>
                                          <p:spTgt spid="109"/>
                                        </p:tgtEl>
                                        <p:attrNameLst>
                                          <p:attrName>style.visibility</p:attrName>
                                        </p:attrNameLst>
                                      </p:cBhvr>
                                      <p:to>
                                        <p:strVal val="visible"/>
                                      </p:to>
                                    </p:set>
                                  </p:childTnLst>
                                </p:cTn>
                              </p:par>
                              <p:par>
                                <p:cTn id="209" presetID="1" presetClass="entr" presetSubtype="0" fill="hold" nodeType="withEffect">
                                  <p:stCondLst>
                                    <p:cond delay="0"/>
                                  </p:stCondLst>
                                  <p:childTnLst>
                                    <p:set>
                                      <p:cBhvr>
                                        <p:cTn id="210" dur="1" fill="hold">
                                          <p:stCondLst>
                                            <p:cond delay="0"/>
                                          </p:stCondLst>
                                        </p:cTn>
                                        <p:tgtEl>
                                          <p:spTgt spid="110"/>
                                        </p:tgtEl>
                                        <p:attrNameLst>
                                          <p:attrName>style.visibility</p:attrName>
                                        </p:attrNameLst>
                                      </p:cBhvr>
                                      <p:to>
                                        <p:strVal val="visible"/>
                                      </p:to>
                                    </p:set>
                                  </p:childTnLst>
                                </p:cTn>
                              </p:par>
                              <p:par>
                                <p:cTn id="211" presetID="1" presetClass="entr" presetSubtype="0" fill="hold" nodeType="withEffect">
                                  <p:stCondLst>
                                    <p:cond delay="0"/>
                                  </p:stCondLst>
                                  <p:childTnLst>
                                    <p:set>
                                      <p:cBhvr>
                                        <p:cTn id="212" dur="1" fill="hold">
                                          <p:stCondLst>
                                            <p:cond delay="0"/>
                                          </p:stCondLst>
                                        </p:cTn>
                                        <p:tgtEl>
                                          <p:spTgt spid="111"/>
                                        </p:tgtEl>
                                        <p:attrNameLst>
                                          <p:attrName>style.visibility</p:attrName>
                                        </p:attrNameLst>
                                      </p:cBhvr>
                                      <p:to>
                                        <p:strVal val="visible"/>
                                      </p:to>
                                    </p:set>
                                  </p:childTnLst>
                                </p:cTn>
                              </p:par>
                              <p:par>
                                <p:cTn id="213" presetID="1" presetClass="entr" presetSubtype="0" fill="hold" nodeType="withEffect">
                                  <p:stCondLst>
                                    <p:cond delay="0"/>
                                  </p:stCondLst>
                                  <p:childTnLst>
                                    <p:set>
                                      <p:cBhvr>
                                        <p:cTn id="214" dur="1" fill="hold">
                                          <p:stCondLst>
                                            <p:cond delay="0"/>
                                          </p:stCondLst>
                                        </p:cTn>
                                        <p:tgtEl>
                                          <p:spTgt spid="112"/>
                                        </p:tgtEl>
                                        <p:attrNameLst>
                                          <p:attrName>style.visibility</p:attrName>
                                        </p:attrNameLst>
                                      </p:cBhvr>
                                      <p:to>
                                        <p:strVal val="visible"/>
                                      </p:to>
                                    </p:set>
                                  </p:childTnLst>
                                </p:cTn>
                              </p:par>
                              <p:par>
                                <p:cTn id="215" presetID="1" presetClass="entr" presetSubtype="0" fill="hold" nodeType="withEffect">
                                  <p:stCondLst>
                                    <p:cond delay="0"/>
                                  </p:stCondLst>
                                  <p:childTnLst>
                                    <p:set>
                                      <p:cBhvr>
                                        <p:cTn id="216" dur="1" fill="hold">
                                          <p:stCondLst>
                                            <p:cond delay="0"/>
                                          </p:stCondLst>
                                        </p:cTn>
                                        <p:tgtEl>
                                          <p:spTgt spid="113"/>
                                        </p:tgtEl>
                                        <p:attrNameLst>
                                          <p:attrName>style.visibility</p:attrName>
                                        </p:attrNameLst>
                                      </p:cBhvr>
                                      <p:to>
                                        <p:strVal val="visible"/>
                                      </p:to>
                                    </p:set>
                                  </p:childTnLst>
                                </p:cTn>
                              </p:par>
                              <p:par>
                                <p:cTn id="217" presetID="1" presetClass="entr" presetSubtype="0" fill="hold" nodeType="withEffect">
                                  <p:stCondLst>
                                    <p:cond delay="0"/>
                                  </p:stCondLst>
                                  <p:childTnLst>
                                    <p:set>
                                      <p:cBhvr>
                                        <p:cTn id="218" dur="1" fill="hold">
                                          <p:stCondLst>
                                            <p:cond delay="0"/>
                                          </p:stCondLst>
                                        </p:cTn>
                                        <p:tgtEl>
                                          <p:spTgt spid="114"/>
                                        </p:tgtEl>
                                        <p:attrNameLst>
                                          <p:attrName>style.visibility</p:attrName>
                                        </p:attrNameLst>
                                      </p:cBhvr>
                                      <p:to>
                                        <p:strVal val="visible"/>
                                      </p:to>
                                    </p:set>
                                  </p:childTnLst>
                                </p:cTn>
                              </p:par>
                              <p:par>
                                <p:cTn id="219" presetID="1" presetClass="entr" presetSubtype="0" fill="hold" nodeType="withEffect">
                                  <p:stCondLst>
                                    <p:cond delay="0"/>
                                  </p:stCondLst>
                                  <p:childTnLst>
                                    <p:set>
                                      <p:cBhvr>
                                        <p:cTn id="220" dur="1" fill="hold">
                                          <p:stCondLst>
                                            <p:cond delay="0"/>
                                          </p:stCondLst>
                                        </p:cTn>
                                        <p:tgtEl>
                                          <p:spTgt spid="115"/>
                                        </p:tgtEl>
                                        <p:attrNameLst>
                                          <p:attrName>style.visibility</p:attrName>
                                        </p:attrNameLst>
                                      </p:cBhvr>
                                      <p:to>
                                        <p:strVal val="visible"/>
                                      </p:to>
                                    </p:set>
                                  </p:childTnLst>
                                </p:cTn>
                              </p:par>
                              <p:par>
                                <p:cTn id="221" presetID="1" presetClass="entr" presetSubtype="0" fill="hold" nodeType="withEffect">
                                  <p:stCondLst>
                                    <p:cond delay="0"/>
                                  </p:stCondLst>
                                  <p:childTnLst>
                                    <p:set>
                                      <p:cBhvr>
                                        <p:cTn id="222" dur="1" fill="hold">
                                          <p:stCondLst>
                                            <p:cond delay="0"/>
                                          </p:stCondLst>
                                        </p:cTn>
                                        <p:tgtEl>
                                          <p:spTgt spid="116"/>
                                        </p:tgtEl>
                                        <p:attrNameLst>
                                          <p:attrName>style.visibility</p:attrName>
                                        </p:attrNameLst>
                                      </p:cBhvr>
                                      <p:to>
                                        <p:strVal val="visible"/>
                                      </p:to>
                                    </p:set>
                                  </p:childTnLst>
                                </p:cTn>
                              </p:par>
                              <p:par>
                                <p:cTn id="223" presetID="1" presetClass="entr" presetSubtype="0" fill="hold" nodeType="withEffect">
                                  <p:stCondLst>
                                    <p:cond delay="0"/>
                                  </p:stCondLst>
                                  <p:childTnLst>
                                    <p:set>
                                      <p:cBhvr>
                                        <p:cTn id="224" dur="1" fill="hold">
                                          <p:stCondLst>
                                            <p:cond delay="0"/>
                                          </p:stCondLst>
                                        </p:cTn>
                                        <p:tgtEl>
                                          <p:spTgt spid="117"/>
                                        </p:tgtEl>
                                        <p:attrNameLst>
                                          <p:attrName>style.visibility</p:attrName>
                                        </p:attrNameLst>
                                      </p:cBhvr>
                                      <p:to>
                                        <p:strVal val="visible"/>
                                      </p:to>
                                    </p:set>
                                  </p:childTnLst>
                                </p:cTn>
                              </p:par>
                              <p:par>
                                <p:cTn id="225" presetID="1" presetClass="entr" presetSubtype="0" fill="hold" nodeType="withEffect">
                                  <p:stCondLst>
                                    <p:cond delay="0"/>
                                  </p:stCondLst>
                                  <p:childTnLst>
                                    <p:set>
                                      <p:cBhvr>
                                        <p:cTn id="226" dur="1" fill="hold">
                                          <p:stCondLst>
                                            <p:cond delay="0"/>
                                          </p:stCondLst>
                                        </p:cTn>
                                        <p:tgtEl>
                                          <p:spTgt spid="118"/>
                                        </p:tgtEl>
                                        <p:attrNameLst>
                                          <p:attrName>style.visibility</p:attrName>
                                        </p:attrNameLst>
                                      </p:cBhvr>
                                      <p:to>
                                        <p:strVal val="visible"/>
                                      </p:to>
                                    </p:set>
                                  </p:childTnLst>
                                </p:cTn>
                              </p:par>
                              <p:par>
                                <p:cTn id="227" presetID="1" presetClass="entr" presetSubtype="0" fill="hold" nodeType="withEffect">
                                  <p:stCondLst>
                                    <p:cond delay="0"/>
                                  </p:stCondLst>
                                  <p:childTnLst>
                                    <p:set>
                                      <p:cBhvr>
                                        <p:cTn id="228" dur="1" fill="hold">
                                          <p:stCondLst>
                                            <p:cond delay="0"/>
                                          </p:stCondLst>
                                        </p:cTn>
                                        <p:tgtEl>
                                          <p:spTgt spid="119"/>
                                        </p:tgtEl>
                                        <p:attrNameLst>
                                          <p:attrName>style.visibility</p:attrName>
                                        </p:attrNameLst>
                                      </p:cBhvr>
                                      <p:to>
                                        <p:strVal val="visible"/>
                                      </p:to>
                                    </p:set>
                                  </p:childTnLst>
                                </p:cTn>
                              </p:par>
                              <p:par>
                                <p:cTn id="229" presetID="1" presetClass="entr" presetSubtype="0" fill="hold" nodeType="withEffect">
                                  <p:stCondLst>
                                    <p:cond delay="0"/>
                                  </p:stCondLst>
                                  <p:childTnLst>
                                    <p:set>
                                      <p:cBhvr>
                                        <p:cTn id="230" dur="1" fill="hold">
                                          <p:stCondLst>
                                            <p:cond delay="0"/>
                                          </p:stCondLst>
                                        </p:cTn>
                                        <p:tgtEl>
                                          <p:spTgt spid="120"/>
                                        </p:tgtEl>
                                        <p:attrNameLst>
                                          <p:attrName>style.visibility</p:attrName>
                                        </p:attrNameLst>
                                      </p:cBhvr>
                                      <p:to>
                                        <p:strVal val="visible"/>
                                      </p:to>
                                    </p:set>
                                  </p:childTnLst>
                                </p:cTn>
                              </p:par>
                              <p:par>
                                <p:cTn id="231" presetID="1" presetClass="entr" presetSubtype="0" fill="hold" nodeType="withEffect">
                                  <p:stCondLst>
                                    <p:cond delay="0"/>
                                  </p:stCondLst>
                                  <p:childTnLst>
                                    <p:set>
                                      <p:cBhvr>
                                        <p:cTn id="232" dur="1" fill="hold">
                                          <p:stCondLst>
                                            <p:cond delay="0"/>
                                          </p:stCondLst>
                                        </p:cTn>
                                        <p:tgtEl>
                                          <p:spTgt spid="121"/>
                                        </p:tgtEl>
                                        <p:attrNameLst>
                                          <p:attrName>style.visibility</p:attrName>
                                        </p:attrNameLst>
                                      </p:cBhvr>
                                      <p:to>
                                        <p:strVal val="visible"/>
                                      </p:to>
                                    </p:set>
                                  </p:childTnLst>
                                </p:cTn>
                              </p:par>
                              <p:par>
                                <p:cTn id="233" presetID="1" presetClass="entr" presetSubtype="0" fill="hold" nodeType="withEffect">
                                  <p:stCondLst>
                                    <p:cond delay="0"/>
                                  </p:stCondLst>
                                  <p:childTnLst>
                                    <p:set>
                                      <p:cBhvr>
                                        <p:cTn id="234" dur="1" fill="hold">
                                          <p:stCondLst>
                                            <p:cond delay="0"/>
                                          </p:stCondLst>
                                        </p:cTn>
                                        <p:tgtEl>
                                          <p:spTgt spid="122"/>
                                        </p:tgtEl>
                                        <p:attrNameLst>
                                          <p:attrName>style.visibility</p:attrName>
                                        </p:attrNameLst>
                                      </p:cBhvr>
                                      <p:to>
                                        <p:strVal val="visible"/>
                                      </p:to>
                                    </p:set>
                                  </p:childTnLst>
                                </p:cTn>
                              </p:par>
                              <p:par>
                                <p:cTn id="235" presetID="1" presetClass="entr" presetSubtype="0" fill="hold" nodeType="withEffect">
                                  <p:stCondLst>
                                    <p:cond delay="0"/>
                                  </p:stCondLst>
                                  <p:childTnLst>
                                    <p:set>
                                      <p:cBhvr>
                                        <p:cTn id="236" dur="1" fill="hold">
                                          <p:stCondLst>
                                            <p:cond delay="0"/>
                                          </p:stCondLst>
                                        </p:cTn>
                                        <p:tgtEl>
                                          <p:spTgt spid="123"/>
                                        </p:tgtEl>
                                        <p:attrNameLst>
                                          <p:attrName>style.visibility</p:attrName>
                                        </p:attrNameLst>
                                      </p:cBhvr>
                                      <p:to>
                                        <p:strVal val="visible"/>
                                      </p:to>
                                    </p:set>
                                  </p:childTnLst>
                                </p:cTn>
                              </p:par>
                              <p:par>
                                <p:cTn id="237" presetID="1" presetClass="entr" presetSubtype="0" fill="hold" nodeType="withEffect">
                                  <p:stCondLst>
                                    <p:cond delay="0"/>
                                  </p:stCondLst>
                                  <p:childTnLst>
                                    <p:set>
                                      <p:cBhvr>
                                        <p:cTn id="238" dur="1" fill="hold">
                                          <p:stCondLst>
                                            <p:cond delay="0"/>
                                          </p:stCondLst>
                                        </p:cTn>
                                        <p:tgtEl>
                                          <p:spTgt spid="124"/>
                                        </p:tgtEl>
                                        <p:attrNameLst>
                                          <p:attrName>style.visibility</p:attrName>
                                        </p:attrNameLst>
                                      </p:cBhvr>
                                      <p:to>
                                        <p:strVal val="visible"/>
                                      </p:to>
                                    </p:set>
                                  </p:childTnLst>
                                </p:cTn>
                              </p:par>
                              <p:par>
                                <p:cTn id="239" presetID="1" presetClass="entr" presetSubtype="0" fill="hold" nodeType="withEffect">
                                  <p:stCondLst>
                                    <p:cond delay="0"/>
                                  </p:stCondLst>
                                  <p:childTnLst>
                                    <p:set>
                                      <p:cBhvr>
                                        <p:cTn id="240" dur="1" fill="hold">
                                          <p:stCondLst>
                                            <p:cond delay="0"/>
                                          </p:stCondLst>
                                        </p:cTn>
                                        <p:tgtEl>
                                          <p:spTgt spid="125"/>
                                        </p:tgtEl>
                                        <p:attrNameLst>
                                          <p:attrName>style.visibility</p:attrName>
                                        </p:attrNameLst>
                                      </p:cBhvr>
                                      <p:to>
                                        <p:strVal val="visible"/>
                                      </p:to>
                                    </p:set>
                                  </p:childTnLst>
                                </p:cTn>
                              </p:par>
                              <p:par>
                                <p:cTn id="241" presetID="1" presetClass="entr" presetSubtype="0" fill="hold" nodeType="withEffect">
                                  <p:stCondLst>
                                    <p:cond delay="0"/>
                                  </p:stCondLst>
                                  <p:childTnLst>
                                    <p:set>
                                      <p:cBhvr>
                                        <p:cTn id="242" dur="1" fill="hold">
                                          <p:stCondLst>
                                            <p:cond delay="0"/>
                                          </p:stCondLst>
                                        </p:cTn>
                                        <p:tgtEl>
                                          <p:spTgt spid="126"/>
                                        </p:tgtEl>
                                        <p:attrNameLst>
                                          <p:attrName>style.visibility</p:attrName>
                                        </p:attrNameLst>
                                      </p:cBhvr>
                                      <p:to>
                                        <p:strVal val="visible"/>
                                      </p:to>
                                    </p:set>
                                  </p:childTnLst>
                                </p:cTn>
                              </p:par>
                              <p:par>
                                <p:cTn id="243" presetID="1" presetClass="entr" presetSubtype="0" fill="hold" nodeType="withEffect">
                                  <p:stCondLst>
                                    <p:cond delay="0"/>
                                  </p:stCondLst>
                                  <p:childTnLst>
                                    <p:set>
                                      <p:cBhvr>
                                        <p:cTn id="244" dur="1" fill="hold">
                                          <p:stCondLst>
                                            <p:cond delay="0"/>
                                          </p:stCondLst>
                                        </p:cTn>
                                        <p:tgtEl>
                                          <p:spTgt spid="127"/>
                                        </p:tgtEl>
                                        <p:attrNameLst>
                                          <p:attrName>style.visibility</p:attrName>
                                        </p:attrNameLst>
                                      </p:cBhvr>
                                      <p:to>
                                        <p:strVal val="visible"/>
                                      </p:to>
                                    </p:set>
                                  </p:childTnLst>
                                </p:cTn>
                              </p:par>
                              <p:par>
                                <p:cTn id="245" presetID="1" presetClass="entr" presetSubtype="0" fill="hold" nodeType="withEffect">
                                  <p:stCondLst>
                                    <p:cond delay="0"/>
                                  </p:stCondLst>
                                  <p:childTnLst>
                                    <p:set>
                                      <p:cBhvr>
                                        <p:cTn id="246" dur="1" fill="hold">
                                          <p:stCondLst>
                                            <p:cond delay="0"/>
                                          </p:stCondLst>
                                        </p:cTn>
                                        <p:tgtEl>
                                          <p:spTgt spid="128"/>
                                        </p:tgtEl>
                                        <p:attrNameLst>
                                          <p:attrName>style.visibility</p:attrName>
                                        </p:attrNameLst>
                                      </p:cBhvr>
                                      <p:to>
                                        <p:strVal val="visible"/>
                                      </p:to>
                                    </p:set>
                                  </p:childTnLst>
                                </p:cTn>
                              </p:par>
                              <p:par>
                                <p:cTn id="247" presetID="1" presetClass="entr" presetSubtype="0" fill="hold" nodeType="withEffect">
                                  <p:stCondLst>
                                    <p:cond delay="0"/>
                                  </p:stCondLst>
                                  <p:childTnLst>
                                    <p:set>
                                      <p:cBhvr>
                                        <p:cTn id="248" dur="1" fill="hold">
                                          <p:stCondLst>
                                            <p:cond delay="0"/>
                                          </p:stCondLst>
                                        </p:cTn>
                                        <p:tgtEl>
                                          <p:spTgt spid="129"/>
                                        </p:tgtEl>
                                        <p:attrNameLst>
                                          <p:attrName>style.visibility</p:attrName>
                                        </p:attrNameLst>
                                      </p:cBhvr>
                                      <p:to>
                                        <p:strVal val="visible"/>
                                      </p:to>
                                    </p:set>
                                  </p:childTnLst>
                                </p:cTn>
                              </p:par>
                              <p:par>
                                <p:cTn id="249" presetID="1" presetClass="entr" presetSubtype="0" fill="hold" nodeType="withEffect">
                                  <p:stCondLst>
                                    <p:cond delay="0"/>
                                  </p:stCondLst>
                                  <p:childTnLst>
                                    <p:set>
                                      <p:cBhvr>
                                        <p:cTn id="250" dur="1" fill="hold">
                                          <p:stCondLst>
                                            <p:cond delay="0"/>
                                          </p:stCondLst>
                                        </p:cTn>
                                        <p:tgtEl>
                                          <p:spTgt spid="130"/>
                                        </p:tgtEl>
                                        <p:attrNameLst>
                                          <p:attrName>style.visibility</p:attrName>
                                        </p:attrNameLst>
                                      </p:cBhvr>
                                      <p:to>
                                        <p:strVal val="visible"/>
                                      </p:to>
                                    </p:set>
                                  </p:childTnLst>
                                </p:cTn>
                              </p:par>
                              <p:par>
                                <p:cTn id="251" presetID="1" presetClass="entr" presetSubtype="0" fill="hold" nodeType="withEffect">
                                  <p:stCondLst>
                                    <p:cond delay="0"/>
                                  </p:stCondLst>
                                  <p:childTnLst>
                                    <p:set>
                                      <p:cBhvr>
                                        <p:cTn id="252" dur="1" fill="hold">
                                          <p:stCondLst>
                                            <p:cond delay="0"/>
                                          </p:stCondLst>
                                        </p:cTn>
                                        <p:tgtEl>
                                          <p:spTgt spid="131"/>
                                        </p:tgtEl>
                                        <p:attrNameLst>
                                          <p:attrName>style.visibility</p:attrName>
                                        </p:attrNameLst>
                                      </p:cBhvr>
                                      <p:to>
                                        <p:strVal val="visible"/>
                                      </p:to>
                                    </p:set>
                                  </p:childTnLst>
                                </p:cTn>
                              </p:par>
                              <p:par>
                                <p:cTn id="253" presetID="1" presetClass="entr" presetSubtype="0" fill="hold" nodeType="withEffect">
                                  <p:stCondLst>
                                    <p:cond delay="0"/>
                                  </p:stCondLst>
                                  <p:childTnLst>
                                    <p:set>
                                      <p:cBhvr>
                                        <p:cTn id="254" dur="1" fill="hold">
                                          <p:stCondLst>
                                            <p:cond delay="0"/>
                                          </p:stCondLst>
                                        </p:cTn>
                                        <p:tgtEl>
                                          <p:spTgt spid="132"/>
                                        </p:tgtEl>
                                        <p:attrNameLst>
                                          <p:attrName>style.visibility</p:attrName>
                                        </p:attrNameLst>
                                      </p:cBhvr>
                                      <p:to>
                                        <p:strVal val="visible"/>
                                      </p:to>
                                    </p:set>
                                  </p:childTnLst>
                                </p:cTn>
                              </p:par>
                              <p:par>
                                <p:cTn id="255" presetID="1" presetClass="entr" presetSubtype="0" fill="hold" nodeType="withEffect">
                                  <p:stCondLst>
                                    <p:cond delay="0"/>
                                  </p:stCondLst>
                                  <p:childTnLst>
                                    <p:set>
                                      <p:cBhvr>
                                        <p:cTn id="256" dur="1" fill="hold">
                                          <p:stCondLst>
                                            <p:cond delay="0"/>
                                          </p:stCondLst>
                                        </p:cTn>
                                        <p:tgtEl>
                                          <p:spTgt spid="133"/>
                                        </p:tgtEl>
                                        <p:attrNameLst>
                                          <p:attrName>style.visibility</p:attrName>
                                        </p:attrNameLst>
                                      </p:cBhvr>
                                      <p:to>
                                        <p:strVal val="visible"/>
                                      </p:to>
                                    </p:set>
                                  </p:childTnLst>
                                </p:cTn>
                              </p:par>
                              <p:par>
                                <p:cTn id="257" presetID="1" presetClass="entr" presetSubtype="0" fill="hold" nodeType="withEffect">
                                  <p:stCondLst>
                                    <p:cond delay="0"/>
                                  </p:stCondLst>
                                  <p:childTnLst>
                                    <p:set>
                                      <p:cBhvr>
                                        <p:cTn id="258" dur="1" fill="hold">
                                          <p:stCondLst>
                                            <p:cond delay="0"/>
                                          </p:stCondLst>
                                        </p:cTn>
                                        <p:tgtEl>
                                          <p:spTgt spid="134"/>
                                        </p:tgtEl>
                                        <p:attrNameLst>
                                          <p:attrName>style.visibility</p:attrName>
                                        </p:attrNameLst>
                                      </p:cBhvr>
                                      <p:to>
                                        <p:strVal val="visible"/>
                                      </p:to>
                                    </p:set>
                                  </p:childTnLst>
                                </p:cTn>
                              </p:par>
                              <p:par>
                                <p:cTn id="259" presetID="1" presetClass="entr" presetSubtype="0" fill="hold" nodeType="withEffect">
                                  <p:stCondLst>
                                    <p:cond delay="0"/>
                                  </p:stCondLst>
                                  <p:childTnLst>
                                    <p:set>
                                      <p:cBhvr>
                                        <p:cTn id="260" dur="1" fill="hold">
                                          <p:stCondLst>
                                            <p:cond delay="0"/>
                                          </p:stCondLst>
                                        </p:cTn>
                                        <p:tgtEl>
                                          <p:spTgt spid="135"/>
                                        </p:tgtEl>
                                        <p:attrNameLst>
                                          <p:attrName>style.visibility</p:attrName>
                                        </p:attrNameLst>
                                      </p:cBhvr>
                                      <p:to>
                                        <p:strVal val="visible"/>
                                      </p:to>
                                    </p:set>
                                  </p:childTnLst>
                                </p:cTn>
                              </p:par>
                              <p:par>
                                <p:cTn id="261" presetID="1" presetClass="entr" presetSubtype="0" fill="hold" nodeType="withEffect">
                                  <p:stCondLst>
                                    <p:cond delay="0"/>
                                  </p:stCondLst>
                                  <p:childTnLst>
                                    <p:set>
                                      <p:cBhvr>
                                        <p:cTn id="262" dur="1" fill="hold">
                                          <p:stCondLst>
                                            <p:cond delay="0"/>
                                          </p:stCondLst>
                                        </p:cTn>
                                        <p:tgtEl>
                                          <p:spTgt spid="136"/>
                                        </p:tgtEl>
                                        <p:attrNameLst>
                                          <p:attrName>style.visibility</p:attrName>
                                        </p:attrNameLst>
                                      </p:cBhvr>
                                      <p:to>
                                        <p:strVal val="visible"/>
                                      </p:to>
                                    </p:set>
                                  </p:childTnLst>
                                </p:cTn>
                              </p:par>
                              <p:par>
                                <p:cTn id="263" presetID="1" presetClass="entr" presetSubtype="0" fill="hold" nodeType="withEffect">
                                  <p:stCondLst>
                                    <p:cond delay="0"/>
                                  </p:stCondLst>
                                  <p:childTnLst>
                                    <p:set>
                                      <p:cBhvr>
                                        <p:cTn id="264" dur="1" fill="hold">
                                          <p:stCondLst>
                                            <p:cond delay="0"/>
                                          </p:stCondLst>
                                        </p:cTn>
                                        <p:tgtEl>
                                          <p:spTgt spid="137"/>
                                        </p:tgtEl>
                                        <p:attrNameLst>
                                          <p:attrName>style.visibility</p:attrName>
                                        </p:attrNameLst>
                                      </p:cBhvr>
                                      <p:to>
                                        <p:strVal val="visible"/>
                                      </p:to>
                                    </p:set>
                                  </p:childTnLst>
                                </p:cTn>
                              </p:par>
                              <p:par>
                                <p:cTn id="265" presetID="1" presetClass="entr" presetSubtype="0" fill="hold" nodeType="withEffect">
                                  <p:stCondLst>
                                    <p:cond delay="0"/>
                                  </p:stCondLst>
                                  <p:childTnLst>
                                    <p:set>
                                      <p:cBhvr>
                                        <p:cTn id="266" dur="1" fill="hold">
                                          <p:stCondLst>
                                            <p:cond delay="0"/>
                                          </p:stCondLst>
                                        </p:cTn>
                                        <p:tgtEl>
                                          <p:spTgt spid="138"/>
                                        </p:tgtEl>
                                        <p:attrNameLst>
                                          <p:attrName>style.visibility</p:attrName>
                                        </p:attrNameLst>
                                      </p:cBhvr>
                                      <p:to>
                                        <p:strVal val="visible"/>
                                      </p:to>
                                    </p:set>
                                  </p:childTnLst>
                                </p:cTn>
                              </p:par>
                              <p:par>
                                <p:cTn id="267" presetID="1" presetClass="entr" presetSubtype="0" fill="hold" nodeType="withEffect">
                                  <p:stCondLst>
                                    <p:cond delay="0"/>
                                  </p:stCondLst>
                                  <p:childTnLst>
                                    <p:set>
                                      <p:cBhvr>
                                        <p:cTn id="268" dur="1" fill="hold">
                                          <p:stCondLst>
                                            <p:cond delay="0"/>
                                          </p:stCondLst>
                                        </p:cTn>
                                        <p:tgtEl>
                                          <p:spTgt spid="139"/>
                                        </p:tgtEl>
                                        <p:attrNameLst>
                                          <p:attrName>style.visibility</p:attrName>
                                        </p:attrNameLst>
                                      </p:cBhvr>
                                      <p:to>
                                        <p:strVal val="visible"/>
                                      </p:to>
                                    </p:set>
                                  </p:childTnLst>
                                </p:cTn>
                              </p:par>
                              <p:par>
                                <p:cTn id="269" presetID="1" presetClass="entr" presetSubtype="0" fill="hold" nodeType="withEffect">
                                  <p:stCondLst>
                                    <p:cond delay="0"/>
                                  </p:stCondLst>
                                  <p:childTnLst>
                                    <p:set>
                                      <p:cBhvr>
                                        <p:cTn id="270" dur="1" fill="hold">
                                          <p:stCondLst>
                                            <p:cond delay="0"/>
                                          </p:stCondLst>
                                        </p:cTn>
                                        <p:tgtEl>
                                          <p:spTgt spid="140"/>
                                        </p:tgtEl>
                                        <p:attrNameLst>
                                          <p:attrName>style.visibility</p:attrName>
                                        </p:attrNameLst>
                                      </p:cBhvr>
                                      <p:to>
                                        <p:strVal val="visible"/>
                                      </p:to>
                                    </p:set>
                                  </p:childTnLst>
                                </p:cTn>
                              </p:par>
                              <p:par>
                                <p:cTn id="271" presetID="1" presetClass="entr" presetSubtype="0" fill="hold" nodeType="withEffect">
                                  <p:stCondLst>
                                    <p:cond delay="0"/>
                                  </p:stCondLst>
                                  <p:childTnLst>
                                    <p:set>
                                      <p:cBhvr>
                                        <p:cTn id="272" dur="1" fill="hold">
                                          <p:stCondLst>
                                            <p:cond delay="0"/>
                                          </p:stCondLst>
                                        </p:cTn>
                                        <p:tgtEl>
                                          <p:spTgt spid="141"/>
                                        </p:tgtEl>
                                        <p:attrNameLst>
                                          <p:attrName>style.visibility</p:attrName>
                                        </p:attrNameLst>
                                      </p:cBhvr>
                                      <p:to>
                                        <p:strVal val="visible"/>
                                      </p:to>
                                    </p:set>
                                  </p:childTnLst>
                                </p:cTn>
                              </p:par>
                              <p:par>
                                <p:cTn id="273" presetID="1" presetClass="entr" presetSubtype="0" fill="hold" nodeType="withEffect">
                                  <p:stCondLst>
                                    <p:cond delay="0"/>
                                  </p:stCondLst>
                                  <p:childTnLst>
                                    <p:set>
                                      <p:cBhvr>
                                        <p:cTn id="274" dur="1" fill="hold">
                                          <p:stCondLst>
                                            <p:cond delay="0"/>
                                          </p:stCondLst>
                                        </p:cTn>
                                        <p:tgtEl>
                                          <p:spTgt spid="142"/>
                                        </p:tgtEl>
                                        <p:attrNameLst>
                                          <p:attrName>style.visibility</p:attrName>
                                        </p:attrNameLst>
                                      </p:cBhvr>
                                      <p:to>
                                        <p:strVal val="visible"/>
                                      </p:to>
                                    </p:set>
                                  </p:childTnLst>
                                </p:cTn>
                              </p:par>
                              <p:par>
                                <p:cTn id="275" presetID="1" presetClass="entr" presetSubtype="0" fill="hold" nodeType="withEffect">
                                  <p:stCondLst>
                                    <p:cond delay="0"/>
                                  </p:stCondLst>
                                  <p:childTnLst>
                                    <p:set>
                                      <p:cBhvr>
                                        <p:cTn id="276" dur="1" fill="hold">
                                          <p:stCondLst>
                                            <p:cond delay="0"/>
                                          </p:stCondLst>
                                        </p:cTn>
                                        <p:tgtEl>
                                          <p:spTgt spid="143"/>
                                        </p:tgtEl>
                                        <p:attrNameLst>
                                          <p:attrName>style.visibility</p:attrName>
                                        </p:attrNameLst>
                                      </p:cBhvr>
                                      <p:to>
                                        <p:strVal val="visible"/>
                                      </p:to>
                                    </p:set>
                                  </p:childTnLst>
                                </p:cTn>
                              </p:par>
                              <p:par>
                                <p:cTn id="277" presetID="1" presetClass="entr" presetSubtype="0" fill="hold" nodeType="withEffect">
                                  <p:stCondLst>
                                    <p:cond delay="0"/>
                                  </p:stCondLst>
                                  <p:childTnLst>
                                    <p:set>
                                      <p:cBhvr>
                                        <p:cTn id="278" dur="1" fill="hold">
                                          <p:stCondLst>
                                            <p:cond delay="0"/>
                                          </p:stCondLst>
                                        </p:cTn>
                                        <p:tgtEl>
                                          <p:spTgt spid="144"/>
                                        </p:tgtEl>
                                        <p:attrNameLst>
                                          <p:attrName>style.visibility</p:attrName>
                                        </p:attrNameLst>
                                      </p:cBhvr>
                                      <p:to>
                                        <p:strVal val="visible"/>
                                      </p:to>
                                    </p:set>
                                  </p:childTnLst>
                                </p:cTn>
                              </p:par>
                              <p:par>
                                <p:cTn id="279" presetID="1" presetClass="entr" presetSubtype="0" fill="hold" nodeType="withEffect">
                                  <p:stCondLst>
                                    <p:cond delay="0"/>
                                  </p:stCondLst>
                                  <p:childTnLst>
                                    <p:set>
                                      <p:cBhvr>
                                        <p:cTn id="280" dur="1" fill="hold">
                                          <p:stCondLst>
                                            <p:cond delay="0"/>
                                          </p:stCondLst>
                                        </p:cTn>
                                        <p:tgtEl>
                                          <p:spTgt spid="145"/>
                                        </p:tgtEl>
                                        <p:attrNameLst>
                                          <p:attrName>style.visibility</p:attrName>
                                        </p:attrNameLst>
                                      </p:cBhvr>
                                      <p:to>
                                        <p:strVal val="visible"/>
                                      </p:to>
                                    </p:set>
                                  </p:childTnLst>
                                </p:cTn>
                              </p:par>
                              <p:par>
                                <p:cTn id="281" presetID="1" presetClass="entr" presetSubtype="0" fill="hold" nodeType="withEffect">
                                  <p:stCondLst>
                                    <p:cond delay="0"/>
                                  </p:stCondLst>
                                  <p:childTnLst>
                                    <p:set>
                                      <p:cBhvr>
                                        <p:cTn id="282" dur="1" fill="hold">
                                          <p:stCondLst>
                                            <p:cond delay="0"/>
                                          </p:stCondLst>
                                        </p:cTn>
                                        <p:tgtEl>
                                          <p:spTgt spid="146"/>
                                        </p:tgtEl>
                                        <p:attrNameLst>
                                          <p:attrName>style.visibility</p:attrName>
                                        </p:attrNameLst>
                                      </p:cBhvr>
                                      <p:to>
                                        <p:strVal val="visible"/>
                                      </p:to>
                                    </p:set>
                                  </p:childTnLst>
                                </p:cTn>
                              </p:par>
                              <p:par>
                                <p:cTn id="283" presetID="1" presetClass="entr" presetSubtype="0" fill="hold" nodeType="withEffect">
                                  <p:stCondLst>
                                    <p:cond delay="0"/>
                                  </p:stCondLst>
                                  <p:childTnLst>
                                    <p:set>
                                      <p:cBhvr>
                                        <p:cTn id="284" dur="1" fill="hold">
                                          <p:stCondLst>
                                            <p:cond delay="0"/>
                                          </p:stCondLst>
                                        </p:cTn>
                                        <p:tgtEl>
                                          <p:spTgt spid="147"/>
                                        </p:tgtEl>
                                        <p:attrNameLst>
                                          <p:attrName>style.visibility</p:attrName>
                                        </p:attrNameLst>
                                      </p:cBhvr>
                                      <p:to>
                                        <p:strVal val="visible"/>
                                      </p:to>
                                    </p:set>
                                  </p:childTnLst>
                                </p:cTn>
                              </p:par>
                              <p:par>
                                <p:cTn id="285" presetID="1" presetClass="entr" presetSubtype="0" fill="hold" nodeType="withEffect">
                                  <p:stCondLst>
                                    <p:cond delay="0"/>
                                  </p:stCondLst>
                                  <p:childTnLst>
                                    <p:set>
                                      <p:cBhvr>
                                        <p:cTn id="286" dur="1" fill="hold">
                                          <p:stCondLst>
                                            <p:cond delay="0"/>
                                          </p:stCondLst>
                                        </p:cTn>
                                        <p:tgtEl>
                                          <p:spTgt spid="148"/>
                                        </p:tgtEl>
                                        <p:attrNameLst>
                                          <p:attrName>style.visibility</p:attrName>
                                        </p:attrNameLst>
                                      </p:cBhvr>
                                      <p:to>
                                        <p:strVal val="visible"/>
                                      </p:to>
                                    </p:set>
                                  </p:childTnLst>
                                </p:cTn>
                              </p:par>
                              <p:par>
                                <p:cTn id="287" presetID="1" presetClass="entr" presetSubtype="0" fill="hold" nodeType="withEffect">
                                  <p:stCondLst>
                                    <p:cond delay="0"/>
                                  </p:stCondLst>
                                  <p:childTnLst>
                                    <p:set>
                                      <p:cBhvr>
                                        <p:cTn id="288" dur="1" fill="hold">
                                          <p:stCondLst>
                                            <p:cond delay="0"/>
                                          </p:stCondLst>
                                        </p:cTn>
                                        <p:tgtEl>
                                          <p:spTgt spid="149"/>
                                        </p:tgtEl>
                                        <p:attrNameLst>
                                          <p:attrName>style.visibility</p:attrName>
                                        </p:attrNameLst>
                                      </p:cBhvr>
                                      <p:to>
                                        <p:strVal val="visible"/>
                                      </p:to>
                                    </p:set>
                                  </p:childTnLst>
                                </p:cTn>
                              </p:par>
                              <p:par>
                                <p:cTn id="289" presetID="1" presetClass="entr" presetSubtype="0" fill="hold" nodeType="withEffect">
                                  <p:stCondLst>
                                    <p:cond delay="0"/>
                                  </p:stCondLst>
                                  <p:childTnLst>
                                    <p:set>
                                      <p:cBhvr>
                                        <p:cTn id="290" dur="1" fill="hold">
                                          <p:stCondLst>
                                            <p:cond delay="0"/>
                                          </p:stCondLst>
                                        </p:cTn>
                                        <p:tgtEl>
                                          <p:spTgt spid="150"/>
                                        </p:tgtEl>
                                        <p:attrNameLst>
                                          <p:attrName>style.visibility</p:attrName>
                                        </p:attrNameLst>
                                      </p:cBhvr>
                                      <p:to>
                                        <p:strVal val="visible"/>
                                      </p:to>
                                    </p:set>
                                  </p:childTnLst>
                                </p:cTn>
                              </p:par>
                              <p:par>
                                <p:cTn id="291" presetID="1" presetClass="entr" presetSubtype="0" fill="hold" nodeType="withEffect">
                                  <p:stCondLst>
                                    <p:cond delay="0"/>
                                  </p:stCondLst>
                                  <p:childTnLst>
                                    <p:set>
                                      <p:cBhvr>
                                        <p:cTn id="292" dur="1" fill="hold">
                                          <p:stCondLst>
                                            <p:cond delay="0"/>
                                          </p:stCondLst>
                                        </p:cTn>
                                        <p:tgtEl>
                                          <p:spTgt spid="151"/>
                                        </p:tgtEl>
                                        <p:attrNameLst>
                                          <p:attrName>style.visibility</p:attrName>
                                        </p:attrNameLst>
                                      </p:cBhvr>
                                      <p:to>
                                        <p:strVal val="visible"/>
                                      </p:to>
                                    </p:set>
                                  </p:childTnLst>
                                </p:cTn>
                              </p:par>
                              <p:par>
                                <p:cTn id="293" presetID="1" presetClass="entr" presetSubtype="0" fill="hold" nodeType="withEffect">
                                  <p:stCondLst>
                                    <p:cond delay="0"/>
                                  </p:stCondLst>
                                  <p:childTnLst>
                                    <p:set>
                                      <p:cBhvr>
                                        <p:cTn id="294" dur="1" fill="hold">
                                          <p:stCondLst>
                                            <p:cond delay="0"/>
                                          </p:stCondLst>
                                        </p:cTn>
                                        <p:tgtEl>
                                          <p:spTgt spid="152"/>
                                        </p:tgtEl>
                                        <p:attrNameLst>
                                          <p:attrName>style.visibility</p:attrName>
                                        </p:attrNameLst>
                                      </p:cBhvr>
                                      <p:to>
                                        <p:strVal val="visible"/>
                                      </p:to>
                                    </p:set>
                                  </p:childTnLst>
                                </p:cTn>
                              </p:par>
                              <p:par>
                                <p:cTn id="295" presetID="1" presetClass="entr" presetSubtype="0" fill="hold" nodeType="withEffect">
                                  <p:stCondLst>
                                    <p:cond delay="0"/>
                                  </p:stCondLst>
                                  <p:childTnLst>
                                    <p:set>
                                      <p:cBhvr>
                                        <p:cTn id="296" dur="1" fill="hold">
                                          <p:stCondLst>
                                            <p:cond delay="0"/>
                                          </p:stCondLst>
                                        </p:cTn>
                                        <p:tgtEl>
                                          <p:spTgt spid="153"/>
                                        </p:tgtEl>
                                        <p:attrNameLst>
                                          <p:attrName>style.visibility</p:attrName>
                                        </p:attrNameLst>
                                      </p:cBhvr>
                                      <p:to>
                                        <p:strVal val="visible"/>
                                      </p:to>
                                    </p:set>
                                  </p:childTnLst>
                                </p:cTn>
                              </p:par>
                              <p:par>
                                <p:cTn id="297" presetID="1" presetClass="entr" presetSubtype="0" fill="hold" nodeType="withEffect">
                                  <p:stCondLst>
                                    <p:cond delay="0"/>
                                  </p:stCondLst>
                                  <p:childTnLst>
                                    <p:set>
                                      <p:cBhvr>
                                        <p:cTn id="298" dur="1" fill="hold">
                                          <p:stCondLst>
                                            <p:cond delay="0"/>
                                          </p:stCondLst>
                                        </p:cTn>
                                        <p:tgtEl>
                                          <p:spTgt spid="154"/>
                                        </p:tgtEl>
                                        <p:attrNameLst>
                                          <p:attrName>style.visibility</p:attrName>
                                        </p:attrNameLst>
                                      </p:cBhvr>
                                      <p:to>
                                        <p:strVal val="visible"/>
                                      </p:to>
                                    </p:set>
                                  </p:childTnLst>
                                </p:cTn>
                              </p:par>
                              <p:par>
                                <p:cTn id="299" presetID="1" presetClass="entr" presetSubtype="0" fill="hold" nodeType="withEffect">
                                  <p:stCondLst>
                                    <p:cond delay="0"/>
                                  </p:stCondLst>
                                  <p:childTnLst>
                                    <p:set>
                                      <p:cBhvr>
                                        <p:cTn id="300" dur="1" fill="hold">
                                          <p:stCondLst>
                                            <p:cond delay="0"/>
                                          </p:stCondLst>
                                        </p:cTn>
                                        <p:tgtEl>
                                          <p:spTgt spid="155"/>
                                        </p:tgtEl>
                                        <p:attrNameLst>
                                          <p:attrName>style.visibility</p:attrName>
                                        </p:attrNameLst>
                                      </p:cBhvr>
                                      <p:to>
                                        <p:strVal val="visible"/>
                                      </p:to>
                                    </p:set>
                                  </p:childTnLst>
                                </p:cTn>
                              </p:par>
                              <p:par>
                                <p:cTn id="301" presetID="1" presetClass="entr" presetSubtype="0" fill="hold" nodeType="withEffect">
                                  <p:stCondLst>
                                    <p:cond delay="0"/>
                                  </p:stCondLst>
                                  <p:childTnLst>
                                    <p:set>
                                      <p:cBhvr>
                                        <p:cTn id="302" dur="1" fill="hold">
                                          <p:stCondLst>
                                            <p:cond delay="0"/>
                                          </p:stCondLst>
                                        </p:cTn>
                                        <p:tgtEl>
                                          <p:spTgt spid="156"/>
                                        </p:tgtEl>
                                        <p:attrNameLst>
                                          <p:attrName>style.visibility</p:attrName>
                                        </p:attrNameLst>
                                      </p:cBhvr>
                                      <p:to>
                                        <p:strVal val="visible"/>
                                      </p:to>
                                    </p:set>
                                  </p:childTnLst>
                                </p:cTn>
                              </p:par>
                              <p:par>
                                <p:cTn id="303" presetID="1" presetClass="entr" presetSubtype="0" fill="hold" nodeType="withEffect">
                                  <p:stCondLst>
                                    <p:cond delay="0"/>
                                  </p:stCondLst>
                                  <p:childTnLst>
                                    <p:set>
                                      <p:cBhvr>
                                        <p:cTn id="304" dur="1" fill="hold">
                                          <p:stCondLst>
                                            <p:cond delay="0"/>
                                          </p:stCondLst>
                                        </p:cTn>
                                        <p:tgtEl>
                                          <p:spTgt spid="157"/>
                                        </p:tgtEl>
                                        <p:attrNameLst>
                                          <p:attrName>style.visibility</p:attrName>
                                        </p:attrNameLst>
                                      </p:cBhvr>
                                      <p:to>
                                        <p:strVal val="visible"/>
                                      </p:to>
                                    </p:set>
                                  </p:childTnLst>
                                </p:cTn>
                              </p:par>
                              <p:par>
                                <p:cTn id="305" presetID="1" presetClass="entr" presetSubtype="0" fill="hold" nodeType="withEffect">
                                  <p:stCondLst>
                                    <p:cond delay="0"/>
                                  </p:stCondLst>
                                  <p:childTnLst>
                                    <p:set>
                                      <p:cBhvr>
                                        <p:cTn id="306" dur="1" fill="hold">
                                          <p:stCondLst>
                                            <p:cond delay="0"/>
                                          </p:stCondLst>
                                        </p:cTn>
                                        <p:tgtEl>
                                          <p:spTgt spid="158"/>
                                        </p:tgtEl>
                                        <p:attrNameLst>
                                          <p:attrName>style.visibility</p:attrName>
                                        </p:attrNameLst>
                                      </p:cBhvr>
                                      <p:to>
                                        <p:strVal val="visible"/>
                                      </p:to>
                                    </p:set>
                                  </p:childTnLst>
                                </p:cTn>
                              </p:par>
                              <p:par>
                                <p:cTn id="307" presetID="1" presetClass="entr" presetSubtype="0" fill="hold" nodeType="withEffect">
                                  <p:stCondLst>
                                    <p:cond delay="0"/>
                                  </p:stCondLst>
                                  <p:childTnLst>
                                    <p:set>
                                      <p:cBhvr>
                                        <p:cTn id="308" dur="1" fill="hold">
                                          <p:stCondLst>
                                            <p:cond delay="0"/>
                                          </p:stCondLst>
                                        </p:cTn>
                                        <p:tgtEl>
                                          <p:spTgt spid="159"/>
                                        </p:tgtEl>
                                        <p:attrNameLst>
                                          <p:attrName>style.visibility</p:attrName>
                                        </p:attrNameLst>
                                      </p:cBhvr>
                                      <p:to>
                                        <p:strVal val="visible"/>
                                      </p:to>
                                    </p:set>
                                  </p:childTnLst>
                                </p:cTn>
                              </p:par>
                              <p:par>
                                <p:cTn id="309" presetID="1" presetClass="entr" presetSubtype="0" fill="hold" nodeType="withEffect">
                                  <p:stCondLst>
                                    <p:cond delay="0"/>
                                  </p:stCondLst>
                                  <p:childTnLst>
                                    <p:set>
                                      <p:cBhvr>
                                        <p:cTn id="310" dur="1" fill="hold">
                                          <p:stCondLst>
                                            <p:cond delay="0"/>
                                          </p:stCondLst>
                                        </p:cTn>
                                        <p:tgtEl>
                                          <p:spTgt spid="160"/>
                                        </p:tgtEl>
                                        <p:attrNameLst>
                                          <p:attrName>style.visibility</p:attrName>
                                        </p:attrNameLst>
                                      </p:cBhvr>
                                      <p:to>
                                        <p:strVal val="visible"/>
                                      </p:to>
                                    </p:set>
                                  </p:childTnLst>
                                </p:cTn>
                              </p:par>
                              <p:par>
                                <p:cTn id="311" presetID="1" presetClass="entr" presetSubtype="0" fill="hold" nodeType="withEffect">
                                  <p:stCondLst>
                                    <p:cond delay="0"/>
                                  </p:stCondLst>
                                  <p:childTnLst>
                                    <p:set>
                                      <p:cBhvr>
                                        <p:cTn id="312" dur="1" fill="hold">
                                          <p:stCondLst>
                                            <p:cond delay="0"/>
                                          </p:stCondLst>
                                        </p:cTn>
                                        <p:tgtEl>
                                          <p:spTgt spid="161"/>
                                        </p:tgtEl>
                                        <p:attrNameLst>
                                          <p:attrName>style.visibility</p:attrName>
                                        </p:attrNameLst>
                                      </p:cBhvr>
                                      <p:to>
                                        <p:strVal val="visible"/>
                                      </p:to>
                                    </p:set>
                                  </p:childTnLst>
                                </p:cTn>
                              </p:par>
                              <p:par>
                                <p:cTn id="313" presetID="1" presetClass="entr" presetSubtype="0" fill="hold" nodeType="withEffect">
                                  <p:stCondLst>
                                    <p:cond delay="0"/>
                                  </p:stCondLst>
                                  <p:childTnLst>
                                    <p:set>
                                      <p:cBhvr>
                                        <p:cTn id="314" dur="1" fill="hold">
                                          <p:stCondLst>
                                            <p:cond delay="0"/>
                                          </p:stCondLst>
                                        </p:cTn>
                                        <p:tgtEl>
                                          <p:spTgt spid="162"/>
                                        </p:tgtEl>
                                        <p:attrNameLst>
                                          <p:attrName>style.visibility</p:attrName>
                                        </p:attrNameLst>
                                      </p:cBhvr>
                                      <p:to>
                                        <p:strVal val="visible"/>
                                      </p:to>
                                    </p:set>
                                  </p:childTnLst>
                                </p:cTn>
                              </p:par>
                              <p:par>
                                <p:cTn id="315" presetID="1" presetClass="entr" presetSubtype="0" fill="hold" nodeType="withEffect">
                                  <p:stCondLst>
                                    <p:cond delay="0"/>
                                  </p:stCondLst>
                                  <p:childTnLst>
                                    <p:set>
                                      <p:cBhvr>
                                        <p:cTn id="316" dur="1" fill="hold">
                                          <p:stCondLst>
                                            <p:cond delay="0"/>
                                          </p:stCondLst>
                                        </p:cTn>
                                        <p:tgtEl>
                                          <p:spTgt spid="163"/>
                                        </p:tgtEl>
                                        <p:attrNameLst>
                                          <p:attrName>style.visibility</p:attrName>
                                        </p:attrNameLst>
                                      </p:cBhvr>
                                      <p:to>
                                        <p:strVal val="visible"/>
                                      </p:to>
                                    </p:set>
                                  </p:childTnLst>
                                </p:cTn>
                              </p:par>
                              <p:par>
                                <p:cTn id="317" presetID="1" presetClass="entr" presetSubtype="0" fill="hold" nodeType="withEffect">
                                  <p:stCondLst>
                                    <p:cond delay="0"/>
                                  </p:stCondLst>
                                  <p:childTnLst>
                                    <p:set>
                                      <p:cBhvr>
                                        <p:cTn id="318" dur="1" fill="hold">
                                          <p:stCondLst>
                                            <p:cond delay="0"/>
                                          </p:stCondLst>
                                        </p:cTn>
                                        <p:tgtEl>
                                          <p:spTgt spid="164"/>
                                        </p:tgtEl>
                                        <p:attrNameLst>
                                          <p:attrName>style.visibility</p:attrName>
                                        </p:attrNameLst>
                                      </p:cBhvr>
                                      <p:to>
                                        <p:strVal val="visible"/>
                                      </p:to>
                                    </p:set>
                                  </p:childTnLst>
                                </p:cTn>
                              </p:par>
                              <p:par>
                                <p:cTn id="319" presetID="1" presetClass="entr" presetSubtype="0" fill="hold" nodeType="withEffect">
                                  <p:stCondLst>
                                    <p:cond delay="0"/>
                                  </p:stCondLst>
                                  <p:childTnLst>
                                    <p:set>
                                      <p:cBhvr>
                                        <p:cTn id="320" dur="1" fill="hold">
                                          <p:stCondLst>
                                            <p:cond delay="0"/>
                                          </p:stCondLst>
                                        </p:cTn>
                                        <p:tgtEl>
                                          <p:spTgt spid="165"/>
                                        </p:tgtEl>
                                        <p:attrNameLst>
                                          <p:attrName>style.visibility</p:attrName>
                                        </p:attrNameLst>
                                      </p:cBhvr>
                                      <p:to>
                                        <p:strVal val="visible"/>
                                      </p:to>
                                    </p:set>
                                  </p:childTnLst>
                                </p:cTn>
                              </p:par>
                              <p:par>
                                <p:cTn id="321" presetID="1" presetClass="entr" presetSubtype="0" fill="hold" nodeType="withEffect">
                                  <p:stCondLst>
                                    <p:cond delay="0"/>
                                  </p:stCondLst>
                                  <p:childTnLst>
                                    <p:set>
                                      <p:cBhvr>
                                        <p:cTn id="322" dur="1" fill="hold">
                                          <p:stCondLst>
                                            <p:cond delay="0"/>
                                          </p:stCondLst>
                                        </p:cTn>
                                        <p:tgtEl>
                                          <p:spTgt spid="166"/>
                                        </p:tgtEl>
                                        <p:attrNameLst>
                                          <p:attrName>style.visibility</p:attrName>
                                        </p:attrNameLst>
                                      </p:cBhvr>
                                      <p:to>
                                        <p:strVal val="visible"/>
                                      </p:to>
                                    </p:set>
                                  </p:childTnLst>
                                </p:cTn>
                              </p:par>
                              <p:par>
                                <p:cTn id="323" presetID="1" presetClass="entr" presetSubtype="0" fill="hold" nodeType="withEffect">
                                  <p:stCondLst>
                                    <p:cond delay="0"/>
                                  </p:stCondLst>
                                  <p:childTnLst>
                                    <p:set>
                                      <p:cBhvr>
                                        <p:cTn id="324" dur="1" fill="hold">
                                          <p:stCondLst>
                                            <p:cond delay="0"/>
                                          </p:stCondLst>
                                        </p:cTn>
                                        <p:tgtEl>
                                          <p:spTgt spid="167"/>
                                        </p:tgtEl>
                                        <p:attrNameLst>
                                          <p:attrName>style.visibility</p:attrName>
                                        </p:attrNameLst>
                                      </p:cBhvr>
                                      <p:to>
                                        <p:strVal val="visible"/>
                                      </p:to>
                                    </p:set>
                                  </p:childTnLst>
                                </p:cTn>
                              </p:par>
                              <p:par>
                                <p:cTn id="325" presetID="1" presetClass="entr" presetSubtype="0" fill="hold" nodeType="withEffect">
                                  <p:stCondLst>
                                    <p:cond delay="0"/>
                                  </p:stCondLst>
                                  <p:childTnLst>
                                    <p:set>
                                      <p:cBhvr>
                                        <p:cTn id="326" dur="1" fill="hold">
                                          <p:stCondLst>
                                            <p:cond delay="0"/>
                                          </p:stCondLst>
                                        </p:cTn>
                                        <p:tgtEl>
                                          <p:spTgt spid="168"/>
                                        </p:tgtEl>
                                        <p:attrNameLst>
                                          <p:attrName>style.visibility</p:attrName>
                                        </p:attrNameLst>
                                      </p:cBhvr>
                                      <p:to>
                                        <p:strVal val="visible"/>
                                      </p:to>
                                    </p:set>
                                  </p:childTnLst>
                                </p:cTn>
                              </p:par>
                              <p:par>
                                <p:cTn id="327" presetID="1" presetClass="entr" presetSubtype="0" fill="hold" nodeType="withEffect">
                                  <p:stCondLst>
                                    <p:cond delay="0"/>
                                  </p:stCondLst>
                                  <p:childTnLst>
                                    <p:set>
                                      <p:cBhvr>
                                        <p:cTn id="328" dur="1" fill="hold">
                                          <p:stCondLst>
                                            <p:cond delay="0"/>
                                          </p:stCondLst>
                                        </p:cTn>
                                        <p:tgtEl>
                                          <p:spTgt spid="169"/>
                                        </p:tgtEl>
                                        <p:attrNameLst>
                                          <p:attrName>style.visibility</p:attrName>
                                        </p:attrNameLst>
                                      </p:cBhvr>
                                      <p:to>
                                        <p:strVal val="visible"/>
                                      </p:to>
                                    </p:set>
                                  </p:childTnLst>
                                </p:cTn>
                              </p:par>
                              <p:par>
                                <p:cTn id="329" presetID="1" presetClass="entr" presetSubtype="0" fill="hold" nodeType="withEffect">
                                  <p:stCondLst>
                                    <p:cond delay="0"/>
                                  </p:stCondLst>
                                  <p:childTnLst>
                                    <p:set>
                                      <p:cBhvr>
                                        <p:cTn id="330" dur="1" fill="hold">
                                          <p:stCondLst>
                                            <p:cond delay="0"/>
                                          </p:stCondLst>
                                        </p:cTn>
                                        <p:tgtEl>
                                          <p:spTgt spid="170"/>
                                        </p:tgtEl>
                                        <p:attrNameLst>
                                          <p:attrName>style.visibility</p:attrName>
                                        </p:attrNameLst>
                                      </p:cBhvr>
                                      <p:to>
                                        <p:strVal val="visible"/>
                                      </p:to>
                                    </p:set>
                                  </p:childTnLst>
                                </p:cTn>
                              </p:par>
                              <p:par>
                                <p:cTn id="331" presetID="1" presetClass="entr" presetSubtype="0" fill="hold" nodeType="withEffect">
                                  <p:stCondLst>
                                    <p:cond delay="0"/>
                                  </p:stCondLst>
                                  <p:childTnLst>
                                    <p:set>
                                      <p:cBhvr>
                                        <p:cTn id="332" dur="1" fill="hold">
                                          <p:stCondLst>
                                            <p:cond delay="0"/>
                                          </p:stCondLst>
                                        </p:cTn>
                                        <p:tgtEl>
                                          <p:spTgt spid="171"/>
                                        </p:tgtEl>
                                        <p:attrNameLst>
                                          <p:attrName>style.visibility</p:attrName>
                                        </p:attrNameLst>
                                      </p:cBhvr>
                                      <p:to>
                                        <p:strVal val="visible"/>
                                      </p:to>
                                    </p:set>
                                  </p:childTnLst>
                                </p:cTn>
                              </p:par>
                              <p:par>
                                <p:cTn id="333" presetID="1" presetClass="entr" presetSubtype="0" fill="hold" nodeType="withEffect">
                                  <p:stCondLst>
                                    <p:cond delay="0"/>
                                  </p:stCondLst>
                                  <p:childTnLst>
                                    <p:set>
                                      <p:cBhvr>
                                        <p:cTn id="334" dur="1" fill="hold">
                                          <p:stCondLst>
                                            <p:cond delay="0"/>
                                          </p:stCondLst>
                                        </p:cTn>
                                        <p:tgtEl>
                                          <p:spTgt spid="172"/>
                                        </p:tgtEl>
                                        <p:attrNameLst>
                                          <p:attrName>style.visibility</p:attrName>
                                        </p:attrNameLst>
                                      </p:cBhvr>
                                      <p:to>
                                        <p:strVal val="visible"/>
                                      </p:to>
                                    </p:set>
                                  </p:childTnLst>
                                </p:cTn>
                              </p:par>
                              <p:par>
                                <p:cTn id="335" presetID="1" presetClass="entr" presetSubtype="0" fill="hold" nodeType="withEffect">
                                  <p:stCondLst>
                                    <p:cond delay="0"/>
                                  </p:stCondLst>
                                  <p:childTnLst>
                                    <p:set>
                                      <p:cBhvr>
                                        <p:cTn id="336" dur="1" fill="hold">
                                          <p:stCondLst>
                                            <p:cond delay="0"/>
                                          </p:stCondLst>
                                        </p:cTn>
                                        <p:tgtEl>
                                          <p:spTgt spid="173"/>
                                        </p:tgtEl>
                                        <p:attrNameLst>
                                          <p:attrName>style.visibility</p:attrName>
                                        </p:attrNameLst>
                                      </p:cBhvr>
                                      <p:to>
                                        <p:strVal val="visible"/>
                                      </p:to>
                                    </p:set>
                                  </p:childTnLst>
                                </p:cTn>
                              </p:par>
                              <p:par>
                                <p:cTn id="337" presetID="1" presetClass="entr" presetSubtype="0" fill="hold" nodeType="withEffect">
                                  <p:stCondLst>
                                    <p:cond delay="0"/>
                                  </p:stCondLst>
                                  <p:childTnLst>
                                    <p:set>
                                      <p:cBhvr>
                                        <p:cTn id="338" dur="1" fill="hold">
                                          <p:stCondLst>
                                            <p:cond delay="0"/>
                                          </p:stCondLst>
                                        </p:cTn>
                                        <p:tgtEl>
                                          <p:spTgt spid="174"/>
                                        </p:tgtEl>
                                        <p:attrNameLst>
                                          <p:attrName>style.visibility</p:attrName>
                                        </p:attrNameLst>
                                      </p:cBhvr>
                                      <p:to>
                                        <p:strVal val="visible"/>
                                      </p:to>
                                    </p:set>
                                  </p:childTnLst>
                                </p:cTn>
                              </p:par>
                              <p:par>
                                <p:cTn id="339" presetID="1" presetClass="entr" presetSubtype="0" fill="hold" nodeType="withEffect">
                                  <p:stCondLst>
                                    <p:cond delay="0"/>
                                  </p:stCondLst>
                                  <p:childTnLst>
                                    <p:set>
                                      <p:cBhvr>
                                        <p:cTn id="340" dur="1" fill="hold">
                                          <p:stCondLst>
                                            <p:cond delay="0"/>
                                          </p:stCondLst>
                                        </p:cTn>
                                        <p:tgtEl>
                                          <p:spTgt spid="175"/>
                                        </p:tgtEl>
                                        <p:attrNameLst>
                                          <p:attrName>style.visibility</p:attrName>
                                        </p:attrNameLst>
                                      </p:cBhvr>
                                      <p:to>
                                        <p:strVal val="visible"/>
                                      </p:to>
                                    </p:set>
                                  </p:childTnLst>
                                </p:cTn>
                              </p:par>
                              <p:par>
                                <p:cTn id="341" presetID="1" presetClass="entr" presetSubtype="0" fill="hold" nodeType="withEffect">
                                  <p:stCondLst>
                                    <p:cond delay="0"/>
                                  </p:stCondLst>
                                  <p:childTnLst>
                                    <p:set>
                                      <p:cBhvr>
                                        <p:cTn id="342" dur="1" fill="hold">
                                          <p:stCondLst>
                                            <p:cond delay="0"/>
                                          </p:stCondLst>
                                        </p:cTn>
                                        <p:tgtEl>
                                          <p:spTgt spid="176"/>
                                        </p:tgtEl>
                                        <p:attrNameLst>
                                          <p:attrName>style.visibility</p:attrName>
                                        </p:attrNameLst>
                                      </p:cBhvr>
                                      <p:to>
                                        <p:strVal val="visible"/>
                                      </p:to>
                                    </p:set>
                                  </p:childTnLst>
                                </p:cTn>
                              </p:par>
                              <p:par>
                                <p:cTn id="343" presetID="1" presetClass="entr" presetSubtype="0" fill="hold" nodeType="withEffect">
                                  <p:stCondLst>
                                    <p:cond delay="0"/>
                                  </p:stCondLst>
                                  <p:childTnLst>
                                    <p:set>
                                      <p:cBhvr>
                                        <p:cTn id="344" dur="1" fill="hold">
                                          <p:stCondLst>
                                            <p:cond delay="0"/>
                                          </p:stCondLst>
                                        </p:cTn>
                                        <p:tgtEl>
                                          <p:spTgt spid="177"/>
                                        </p:tgtEl>
                                        <p:attrNameLst>
                                          <p:attrName>style.visibility</p:attrName>
                                        </p:attrNameLst>
                                      </p:cBhvr>
                                      <p:to>
                                        <p:strVal val="visible"/>
                                      </p:to>
                                    </p:set>
                                  </p:childTnLst>
                                </p:cTn>
                              </p:par>
                              <p:par>
                                <p:cTn id="345" presetID="1" presetClass="entr" presetSubtype="0" fill="hold" nodeType="withEffect">
                                  <p:stCondLst>
                                    <p:cond delay="0"/>
                                  </p:stCondLst>
                                  <p:childTnLst>
                                    <p:set>
                                      <p:cBhvr>
                                        <p:cTn id="346" dur="1" fill="hold">
                                          <p:stCondLst>
                                            <p:cond delay="0"/>
                                          </p:stCondLst>
                                        </p:cTn>
                                        <p:tgtEl>
                                          <p:spTgt spid="178"/>
                                        </p:tgtEl>
                                        <p:attrNameLst>
                                          <p:attrName>style.visibility</p:attrName>
                                        </p:attrNameLst>
                                      </p:cBhvr>
                                      <p:to>
                                        <p:strVal val="visible"/>
                                      </p:to>
                                    </p:set>
                                  </p:childTnLst>
                                </p:cTn>
                              </p:par>
                              <p:par>
                                <p:cTn id="347" presetID="1" presetClass="entr" presetSubtype="0" fill="hold" nodeType="withEffect">
                                  <p:stCondLst>
                                    <p:cond delay="0"/>
                                  </p:stCondLst>
                                  <p:childTnLst>
                                    <p:set>
                                      <p:cBhvr>
                                        <p:cTn id="348" dur="1" fill="hold">
                                          <p:stCondLst>
                                            <p:cond delay="0"/>
                                          </p:stCondLst>
                                        </p:cTn>
                                        <p:tgtEl>
                                          <p:spTgt spid="179"/>
                                        </p:tgtEl>
                                        <p:attrNameLst>
                                          <p:attrName>style.visibility</p:attrName>
                                        </p:attrNameLst>
                                      </p:cBhvr>
                                      <p:to>
                                        <p:strVal val="visible"/>
                                      </p:to>
                                    </p:set>
                                  </p:childTnLst>
                                </p:cTn>
                              </p:par>
                              <p:par>
                                <p:cTn id="349" presetID="1" presetClass="entr" presetSubtype="0" fill="hold" nodeType="withEffect">
                                  <p:stCondLst>
                                    <p:cond delay="0"/>
                                  </p:stCondLst>
                                  <p:childTnLst>
                                    <p:set>
                                      <p:cBhvr>
                                        <p:cTn id="350" dur="1" fill="hold">
                                          <p:stCondLst>
                                            <p:cond delay="0"/>
                                          </p:stCondLst>
                                        </p:cTn>
                                        <p:tgtEl>
                                          <p:spTgt spid="180"/>
                                        </p:tgtEl>
                                        <p:attrNameLst>
                                          <p:attrName>style.visibility</p:attrName>
                                        </p:attrNameLst>
                                      </p:cBhvr>
                                      <p:to>
                                        <p:strVal val="visible"/>
                                      </p:to>
                                    </p:set>
                                  </p:childTnLst>
                                </p:cTn>
                              </p:par>
                              <p:par>
                                <p:cTn id="351" presetID="1" presetClass="entr" presetSubtype="0" fill="hold" nodeType="withEffect">
                                  <p:stCondLst>
                                    <p:cond delay="0"/>
                                  </p:stCondLst>
                                  <p:childTnLst>
                                    <p:set>
                                      <p:cBhvr>
                                        <p:cTn id="352" dur="1" fill="hold">
                                          <p:stCondLst>
                                            <p:cond delay="0"/>
                                          </p:stCondLst>
                                        </p:cTn>
                                        <p:tgtEl>
                                          <p:spTgt spid="181"/>
                                        </p:tgtEl>
                                        <p:attrNameLst>
                                          <p:attrName>style.visibility</p:attrName>
                                        </p:attrNameLst>
                                      </p:cBhvr>
                                      <p:to>
                                        <p:strVal val="visible"/>
                                      </p:to>
                                    </p:set>
                                  </p:childTnLst>
                                </p:cTn>
                              </p:par>
                              <p:par>
                                <p:cTn id="353" presetID="1" presetClass="entr" presetSubtype="0" fill="hold" nodeType="withEffect">
                                  <p:stCondLst>
                                    <p:cond delay="0"/>
                                  </p:stCondLst>
                                  <p:childTnLst>
                                    <p:set>
                                      <p:cBhvr>
                                        <p:cTn id="354" dur="1" fill="hold">
                                          <p:stCondLst>
                                            <p:cond delay="0"/>
                                          </p:stCondLst>
                                        </p:cTn>
                                        <p:tgtEl>
                                          <p:spTgt spid="182"/>
                                        </p:tgtEl>
                                        <p:attrNameLst>
                                          <p:attrName>style.visibility</p:attrName>
                                        </p:attrNameLst>
                                      </p:cBhvr>
                                      <p:to>
                                        <p:strVal val="visible"/>
                                      </p:to>
                                    </p:set>
                                  </p:childTnLst>
                                </p:cTn>
                              </p:par>
                              <p:par>
                                <p:cTn id="355" presetID="1" presetClass="entr" presetSubtype="0" fill="hold" nodeType="withEffect">
                                  <p:stCondLst>
                                    <p:cond delay="0"/>
                                  </p:stCondLst>
                                  <p:childTnLst>
                                    <p:set>
                                      <p:cBhvr>
                                        <p:cTn id="356" dur="1" fill="hold">
                                          <p:stCondLst>
                                            <p:cond delay="0"/>
                                          </p:stCondLst>
                                        </p:cTn>
                                        <p:tgtEl>
                                          <p:spTgt spid="183"/>
                                        </p:tgtEl>
                                        <p:attrNameLst>
                                          <p:attrName>style.visibility</p:attrName>
                                        </p:attrNameLst>
                                      </p:cBhvr>
                                      <p:to>
                                        <p:strVal val="visible"/>
                                      </p:to>
                                    </p:set>
                                  </p:childTnLst>
                                </p:cTn>
                              </p:par>
                              <p:par>
                                <p:cTn id="357" presetID="1" presetClass="entr" presetSubtype="0" fill="hold" nodeType="withEffect">
                                  <p:stCondLst>
                                    <p:cond delay="0"/>
                                  </p:stCondLst>
                                  <p:childTnLst>
                                    <p:set>
                                      <p:cBhvr>
                                        <p:cTn id="358" dur="1" fill="hold">
                                          <p:stCondLst>
                                            <p:cond delay="0"/>
                                          </p:stCondLst>
                                        </p:cTn>
                                        <p:tgtEl>
                                          <p:spTgt spid="184"/>
                                        </p:tgtEl>
                                        <p:attrNameLst>
                                          <p:attrName>style.visibility</p:attrName>
                                        </p:attrNameLst>
                                      </p:cBhvr>
                                      <p:to>
                                        <p:strVal val="visible"/>
                                      </p:to>
                                    </p:set>
                                  </p:childTnLst>
                                </p:cTn>
                              </p:par>
                              <p:par>
                                <p:cTn id="359" presetID="1" presetClass="entr" presetSubtype="0" fill="hold" nodeType="withEffect">
                                  <p:stCondLst>
                                    <p:cond delay="0"/>
                                  </p:stCondLst>
                                  <p:childTnLst>
                                    <p:set>
                                      <p:cBhvr>
                                        <p:cTn id="360" dur="1" fill="hold">
                                          <p:stCondLst>
                                            <p:cond delay="0"/>
                                          </p:stCondLst>
                                        </p:cTn>
                                        <p:tgtEl>
                                          <p:spTgt spid="185"/>
                                        </p:tgtEl>
                                        <p:attrNameLst>
                                          <p:attrName>style.visibility</p:attrName>
                                        </p:attrNameLst>
                                      </p:cBhvr>
                                      <p:to>
                                        <p:strVal val="visible"/>
                                      </p:to>
                                    </p:set>
                                  </p:childTnLst>
                                </p:cTn>
                              </p:par>
                              <p:par>
                                <p:cTn id="361" presetID="1" presetClass="entr" presetSubtype="0" fill="hold" nodeType="withEffect">
                                  <p:stCondLst>
                                    <p:cond delay="0"/>
                                  </p:stCondLst>
                                  <p:childTnLst>
                                    <p:set>
                                      <p:cBhvr>
                                        <p:cTn id="362" dur="1" fill="hold">
                                          <p:stCondLst>
                                            <p:cond delay="0"/>
                                          </p:stCondLst>
                                        </p:cTn>
                                        <p:tgtEl>
                                          <p:spTgt spid="186"/>
                                        </p:tgtEl>
                                        <p:attrNameLst>
                                          <p:attrName>style.visibility</p:attrName>
                                        </p:attrNameLst>
                                      </p:cBhvr>
                                      <p:to>
                                        <p:strVal val="visible"/>
                                      </p:to>
                                    </p:set>
                                  </p:childTnLst>
                                </p:cTn>
                              </p:par>
                              <p:par>
                                <p:cTn id="363" presetID="1" presetClass="entr" presetSubtype="0" fill="hold" nodeType="withEffect">
                                  <p:stCondLst>
                                    <p:cond delay="0"/>
                                  </p:stCondLst>
                                  <p:childTnLst>
                                    <p:set>
                                      <p:cBhvr>
                                        <p:cTn id="364" dur="1" fill="hold">
                                          <p:stCondLst>
                                            <p:cond delay="0"/>
                                          </p:stCondLst>
                                        </p:cTn>
                                        <p:tgtEl>
                                          <p:spTgt spid="187"/>
                                        </p:tgtEl>
                                        <p:attrNameLst>
                                          <p:attrName>style.visibility</p:attrName>
                                        </p:attrNameLst>
                                      </p:cBhvr>
                                      <p:to>
                                        <p:strVal val="visible"/>
                                      </p:to>
                                    </p:set>
                                  </p:childTnLst>
                                </p:cTn>
                              </p:par>
                              <p:par>
                                <p:cTn id="365" presetID="1" presetClass="entr" presetSubtype="0" fill="hold" nodeType="withEffect">
                                  <p:stCondLst>
                                    <p:cond delay="0"/>
                                  </p:stCondLst>
                                  <p:childTnLst>
                                    <p:set>
                                      <p:cBhvr>
                                        <p:cTn id="366" dur="1" fill="hold">
                                          <p:stCondLst>
                                            <p:cond delay="0"/>
                                          </p:stCondLst>
                                        </p:cTn>
                                        <p:tgtEl>
                                          <p:spTgt spid="188"/>
                                        </p:tgtEl>
                                        <p:attrNameLst>
                                          <p:attrName>style.visibility</p:attrName>
                                        </p:attrNameLst>
                                      </p:cBhvr>
                                      <p:to>
                                        <p:strVal val="visible"/>
                                      </p:to>
                                    </p:set>
                                  </p:childTnLst>
                                </p:cTn>
                              </p:par>
                              <p:par>
                                <p:cTn id="367" presetID="1" presetClass="entr" presetSubtype="0" fill="hold" nodeType="withEffect">
                                  <p:stCondLst>
                                    <p:cond delay="0"/>
                                  </p:stCondLst>
                                  <p:childTnLst>
                                    <p:set>
                                      <p:cBhvr>
                                        <p:cTn id="368" dur="1" fill="hold">
                                          <p:stCondLst>
                                            <p:cond delay="0"/>
                                          </p:stCondLst>
                                        </p:cTn>
                                        <p:tgtEl>
                                          <p:spTgt spid="189"/>
                                        </p:tgtEl>
                                        <p:attrNameLst>
                                          <p:attrName>style.visibility</p:attrName>
                                        </p:attrNameLst>
                                      </p:cBhvr>
                                      <p:to>
                                        <p:strVal val="visible"/>
                                      </p:to>
                                    </p:set>
                                  </p:childTnLst>
                                </p:cTn>
                              </p:par>
                              <p:par>
                                <p:cTn id="369" presetID="1" presetClass="entr" presetSubtype="0" fill="hold" nodeType="withEffect">
                                  <p:stCondLst>
                                    <p:cond delay="0"/>
                                  </p:stCondLst>
                                  <p:childTnLst>
                                    <p:set>
                                      <p:cBhvr>
                                        <p:cTn id="370" dur="1" fill="hold">
                                          <p:stCondLst>
                                            <p:cond delay="0"/>
                                          </p:stCondLst>
                                        </p:cTn>
                                        <p:tgtEl>
                                          <p:spTgt spid="190"/>
                                        </p:tgtEl>
                                        <p:attrNameLst>
                                          <p:attrName>style.visibility</p:attrName>
                                        </p:attrNameLst>
                                      </p:cBhvr>
                                      <p:to>
                                        <p:strVal val="visible"/>
                                      </p:to>
                                    </p:set>
                                  </p:childTnLst>
                                </p:cTn>
                              </p:par>
                              <p:par>
                                <p:cTn id="371" presetID="1" presetClass="entr" presetSubtype="0" fill="hold" nodeType="withEffect">
                                  <p:stCondLst>
                                    <p:cond delay="0"/>
                                  </p:stCondLst>
                                  <p:childTnLst>
                                    <p:set>
                                      <p:cBhvr>
                                        <p:cTn id="372" dur="1" fill="hold">
                                          <p:stCondLst>
                                            <p:cond delay="0"/>
                                          </p:stCondLst>
                                        </p:cTn>
                                        <p:tgtEl>
                                          <p:spTgt spid="191"/>
                                        </p:tgtEl>
                                        <p:attrNameLst>
                                          <p:attrName>style.visibility</p:attrName>
                                        </p:attrNameLst>
                                      </p:cBhvr>
                                      <p:to>
                                        <p:strVal val="visible"/>
                                      </p:to>
                                    </p:set>
                                  </p:childTnLst>
                                </p:cTn>
                              </p:par>
                              <p:par>
                                <p:cTn id="373" presetID="1" presetClass="entr" presetSubtype="0" fill="hold" nodeType="withEffect">
                                  <p:stCondLst>
                                    <p:cond delay="0"/>
                                  </p:stCondLst>
                                  <p:childTnLst>
                                    <p:set>
                                      <p:cBhvr>
                                        <p:cTn id="374" dur="1" fill="hold">
                                          <p:stCondLst>
                                            <p:cond delay="0"/>
                                          </p:stCondLst>
                                        </p:cTn>
                                        <p:tgtEl>
                                          <p:spTgt spid="192"/>
                                        </p:tgtEl>
                                        <p:attrNameLst>
                                          <p:attrName>style.visibility</p:attrName>
                                        </p:attrNameLst>
                                      </p:cBhvr>
                                      <p:to>
                                        <p:strVal val="visible"/>
                                      </p:to>
                                    </p:set>
                                  </p:childTnLst>
                                </p:cTn>
                              </p:par>
                              <p:par>
                                <p:cTn id="375" presetID="1" presetClass="entr" presetSubtype="0" fill="hold" nodeType="withEffect">
                                  <p:stCondLst>
                                    <p:cond delay="0"/>
                                  </p:stCondLst>
                                  <p:childTnLst>
                                    <p:set>
                                      <p:cBhvr>
                                        <p:cTn id="376" dur="1" fill="hold">
                                          <p:stCondLst>
                                            <p:cond delay="0"/>
                                          </p:stCondLst>
                                        </p:cTn>
                                        <p:tgtEl>
                                          <p:spTgt spid="193"/>
                                        </p:tgtEl>
                                        <p:attrNameLst>
                                          <p:attrName>style.visibility</p:attrName>
                                        </p:attrNameLst>
                                      </p:cBhvr>
                                      <p:to>
                                        <p:strVal val="visible"/>
                                      </p:to>
                                    </p:set>
                                  </p:childTnLst>
                                </p:cTn>
                              </p:par>
                              <p:par>
                                <p:cTn id="377" presetID="1" presetClass="entr" presetSubtype="0" fill="hold" nodeType="withEffect">
                                  <p:stCondLst>
                                    <p:cond delay="0"/>
                                  </p:stCondLst>
                                  <p:childTnLst>
                                    <p:set>
                                      <p:cBhvr>
                                        <p:cTn id="378" dur="1" fill="hold">
                                          <p:stCondLst>
                                            <p:cond delay="0"/>
                                          </p:stCondLst>
                                        </p:cTn>
                                        <p:tgtEl>
                                          <p:spTgt spid="194"/>
                                        </p:tgtEl>
                                        <p:attrNameLst>
                                          <p:attrName>style.visibility</p:attrName>
                                        </p:attrNameLst>
                                      </p:cBhvr>
                                      <p:to>
                                        <p:strVal val="visible"/>
                                      </p:to>
                                    </p:set>
                                  </p:childTnLst>
                                </p:cTn>
                              </p:par>
                              <p:par>
                                <p:cTn id="379" presetID="1" presetClass="entr" presetSubtype="0" fill="hold" nodeType="withEffect">
                                  <p:stCondLst>
                                    <p:cond delay="0"/>
                                  </p:stCondLst>
                                  <p:childTnLst>
                                    <p:set>
                                      <p:cBhvr>
                                        <p:cTn id="380" dur="1" fill="hold">
                                          <p:stCondLst>
                                            <p:cond delay="0"/>
                                          </p:stCondLst>
                                        </p:cTn>
                                        <p:tgtEl>
                                          <p:spTgt spid="195"/>
                                        </p:tgtEl>
                                        <p:attrNameLst>
                                          <p:attrName>style.visibility</p:attrName>
                                        </p:attrNameLst>
                                      </p:cBhvr>
                                      <p:to>
                                        <p:strVal val="visible"/>
                                      </p:to>
                                    </p:set>
                                  </p:childTnLst>
                                </p:cTn>
                              </p:par>
                              <p:par>
                                <p:cTn id="381" presetID="1" presetClass="entr" presetSubtype="0" fill="hold" nodeType="withEffect">
                                  <p:stCondLst>
                                    <p:cond delay="0"/>
                                  </p:stCondLst>
                                  <p:childTnLst>
                                    <p:set>
                                      <p:cBhvr>
                                        <p:cTn id="382" dur="1" fill="hold">
                                          <p:stCondLst>
                                            <p:cond delay="0"/>
                                          </p:stCondLst>
                                        </p:cTn>
                                        <p:tgtEl>
                                          <p:spTgt spid="196"/>
                                        </p:tgtEl>
                                        <p:attrNameLst>
                                          <p:attrName>style.visibility</p:attrName>
                                        </p:attrNameLst>
                                      </p:cBhvr>
                                      <p:to>
                                        <p:strVal val="visible"/>
                                      </p:to>
                                    </p:set>
                                  </p:childTnLst>
                                </p:cTn>
                              </p:par>
                              <p:par>
                                <p:cTn id="383" presetID="1" presetClass="entr" presetSubtype="0" fill="hold" nodeType="withEffect">
                                  <p:stCondLst>
                                    <p:cond delay="0"/>
                                  </p:stCondLst>
                                  <p:childTnLst>
                                    <p:set>
                                      <p:cBhvr>
                                        <p:cTn id="384" dur="1" fill="hold">
                                          <p:stCondLst>
                                            <p:cond delay="0"/>
                                          </p:stCondLst>
                                        </p:cTn>
                                        <p:tgtEl>
                                          <p:spTgt spid="197"/>
                                        </p:tgtEl>
                                        <p:attrNameLst>
                                          <p:attrName>style.visibility</p:attrName>
                                        </p:attrNameLst>
                                      </p:cBhvr>
                                      <p:to>
                                        <p:strVal val="visible"/>
                                      </p:to>
                                    </p:set>
                                  </p:childTnLst>
                                </p:cTn>
                              </p:par>
                              <p:par>
                                <p:cTn id="385" presetID="1" presetClass="entr" presetSubtype="0" fill="hold" nodeType="withEffect">
                                  <p:stCondLst>
                                    <p:cond delay="0"/>
                                  </p:stCondLst>
                                  <p:childTnLst>
                                    <p:set>
                                      <p:cBhvr>
                                        <p:cTn id="386" dur="1" fill="hold">
                                          <p:stCondLst>
                                            <p:cond delay="0"/>
                                          </p:stCondLst>
                                        </p:cTn>
                                        <p:tgtEl>
                                          <p:spTgt spid="198"/>
                                        </p:tgtEl>
                                        <p:attrNameLst>
                                          <p:attrName>style.visibility</p:attrName>
                                        </p:attrNameLst>
                                      </p:cBhvr>
                                      <p:to>
                                        <p:strVal val="visible"/>
                                      </p:to>
                                    </p:set>
                                  </p:childTnLst>
                                </p:cTn>
                              </p:par>
                              <p:par>
                                <p:cTn id="387" presetID="1" presetClass="entr" presetSubtype="0" fill="hold" nodeType="withEffect">
                                  <p:stCondLst>
                                    <p:cond delay="0"/>
                                  </p:stCondLst>
                                  <p:childTnLst>
                                    <p:set>
                                      <p:cBhvr>
                                        <p:cTn id="388" dur="1" fill="hold">
                                          <p:stCondLst>
                                            <p:cond delay="0"/>
                                          </p:stCondLst>
                                        </p:cTn>
                                        <p:tgtEl>
                                          <p:spTgt spid="199"/>
                                        </p:tgtEl>
                                        <p:attrNameLst>
                                          <p:attrName>style.visibility</p:attrName>
                                        </p:attrNameLst>
                                      </p:cBhvr>
                                      <p:to>
                                        <p:strVal val="visible"/>
                                      </p:to>
                                    </p:set>
                                  </p:childTnLst>
                                </p:cTn>
                              </p:par>
                              <p:par>
                                <p:cTn id="389" presetID="1" presetClass="entr" presetSubtype="0" fill="hold" nodeType="withEffect">
                                  <p:stCondLst>
                                    <p:cond delay="0"/>
                                  </p:stCondLst>
                                  <p:childTnLst>
                                    <p:set>
                                      <p:cBhvr>
                                        <p:cTn id="390" dur="1" fill="hold">
                                          <p:stCondLst>
                                            <p:cond delay="0"/>
                                          </p:stCondLst>
                                        </p:cTn>
                                        <p:tgtEl>
                                          <p:spTgt spid="200"/>
                                        </p:tgtEl>
                                        <p:attrNameLst>
                                          <p:attrName>style.visibility</p:attrName>
                                        </p:attrNameLst>
                                      </p:cBhvr>
                                      <p:to>
                                        <p:strVal val="visible"/>
                                      </p:to>
                                    </p:set>
                                  </p:childTnLst>
                                </p:cTn>
                              </p:par>
                              <p:par>
                                <p:cTn id="391" presetID="1" presetClass="entr" presetSubtype="0" fill="hold" nodeType="withEffect">
                                  <p:stCondLst>
                                    <p:cond delay="0"/>
                                  </p:stCondLst>
                                  <p:childTnLst>
                                    <p:set>
                                      <p:cBhvr>
                                        <p:cTn id="392" dur="1" fill="hold">
                                          <p:stCondLst>
                                            <p:cond delay="0"/>
                                          </p:stCondLst>
                                        </p:cTn>
                                        <p:tgtEl>
                                          <p:spTgt spid="201"/>
                                        </p:tgtEl>
                                        <p:attrNameLst>
                                          <p:attrName>style.visibility</p:attrName>
                                        </p:attrNameLst>
                                      </p:cBhvr>
                                      <p:to>
                                        <p:strVal val="visible"/>
                                      </p:to>
                                    </p:set>
                                  </p:childTnLst>
                                </p:cTn>
                              </p:par>
                              <p:par>
                                <p:cTn id="393" presetID="1" presetClass="entr" presetSubtype="0" fill="hold" nodeType="withEffect">
                                  <p:stCondLst>
                                    <p:cond delay="0"/>
                                  </p:stCondLst>
                                  <p:childTnLst>
                                    <p:set>
                                      <p:cBhvr>
                                        <p:cTn id="394" dur="1" fill="hold">
                                          <p:stCondLst>
                                            <p:cond delay="0"/>
                                          </p:stCondLst>
                                        </p:cTn>
                                        <p:tgtEl>
                                          <p:spTgt spid="202"/>
                                        </p:tgtEl>
                                        <p:attrNameLst>
                                          <p:attrName>style.visibility</p:attrName>
                                        </p:attrNameLst>
                                      </p:cBhvr>
                                      <p:to>
                                        <p:strVal val="visible"/>
                                      </p:to>
                                    </p:set>
                                  </p:childTnLst>
                                </p:cTn>
                              </p:par>
                              <p:par>
                                <p:cTn id="395" presetID="1" presetClass="entr" presetSubtype="0" fill="hold" nodeType="withEffect">
                                  <p:stCondLst>
                                    <p:cond delay="0"/>
                                  </p:stCondLst>
                                  <p:childTnLst>
                                    <p:set>
                                      <p:cBhvr>
                                        <p:cTn id="396" dur="1" fill="hold">
                                          <p:stCondLst>
                                            <p:cond delay="0"/>
                                          </p:stCondLst>
                                        </p:cTn>
                                        <p:tgtEl>
                                          <p:spTgt spid="203"/>
                                        </p:tgtEl>
                                        <p:attrNameLst>
                                          <p:attrName>style.visibility</p:attrName>
                                        </p:attrNameLst>
                                      </p:cBhvr>
                                      <p:to>
                                        <p:strVal val="visible"/>
                                      </p:to>
                                    </p:set>
                                  </p:childTnLst>
                                </p:cTn>
                              </p:par>
                              <p:par>
                                <p:cTn id="397" presetID="1" presetClass="entr" presetSubtype="0" fill="hold" nodeType="withEffect">
                                  <p:stCondLst>
                                    <p:cond delay="0"/>
                                  </p:stCondLst>
                                  <p:childTnLst>
                                    <p:set>
                                      <p:cBhvr>
                                        <p:cTn id="398" dur="1" fill="hold">
                                          <p:stCondLst>
                                            <p:cond delay="0"/>
                                          </p:stCondLst>
                                        </p:cTn>
                                        <p:tgtEl>
                                          <p:spTgt spid="204"/>
                                        </p:tgtEl>
                                        <p:attrNameLst>
                                          <p:attrName>style.visibility</p:attrName>
                                        </p:attrNameLst>
                                      </p:cBhvr>
                                      <p:to>
                                        <p:strVal val="visible"/>
                                      </p:to>
                                    </p:set>
                                  </p:childTnLst>
                                </p:cTn>
                              </p:par>
                              <p:par>
                                <p:cTn id="399" presetID="1" presetClass="entr" presetSubtype="0" fill="hold" nodeType="withEffect">
                                  <p:stCondLst>
                                    <p:cond delay="0"/>
                                  </p:stCondLst>
                                  <p:childTnLst>
                                    <p:set>
                                      <p:cBhvr>
                                        <p:cTn id="400" dur="1" fill="hold">
                                          <p:stCondLst>
                                            <p:cond delay="0"/>
                                          </p:stCondLst>
                                        </p:cTn>
                                        <p:tgtEl>
                                          <p:spTgt spid="205"/>
                                        </p:tgtEl>
                                        <p:attrNameLst>
                                          <p:attrName>style.visibility</p:attrName>
                                        </p:attrNameLst>
                                      </p:cBhvr>
                                      <p:to>
                                        <p:strVal val="visible"/>
                                      </p:to>
                                    </p:set>
                                  </p:childTnLst>
                                </p:cTn>
                              </p:par>
                              <p:par>
                                <p:cTn id="401" presetID="1" presetClass="entr" presetSubtype="0" fill="hold" nodeType="withEffect">
                                  <p:stCondLst>
                                    <p:cond delay="0"/>
                                  </p:stCondLst>
                                  <p:childTnLst>
                                    <p:set>
                                      <p:cBhvr>
                                        <p:cTn id="402" dur="1" fill="hold">
                                          <p:stCondLst>
                                            <p:cond delay="0"/>
                                          </p:stCondLst>
                                        </p:cTn>
                                        <p:tgtEl>
                                          <p:spTgt spid="206"/>
                                        </p:tgtEl>
                                        <p:attrNameLst>
                                          <p:attrName>style.visibility</p:attrName>
                                        </p:attrNameLst>
                                      </p:cBhvr>
                                      <p:to>
                                        <p:strVal val="visible"/>
                                      </p:to>
                                    </p:set>
                                  </p:childTnLst>
                                </p:cTn>
                              </p:par>
                              <p:par>
                                <p:cTn id="403" presetID="1" presetClass="entr" presetSubtype="0" fill="hold" nodeType="withEffect">
                                  <p:stCondLst>
                                    <p:cond delay="0"/>
                                  </p:stCondLst>
                                  <p:childTnLst>
                                    <p:set>
                                      <p:cBhvr>
                                        <p:cTn id="404" dur="1" fill="hold">
                                          <p:stCondLst>
                                            <p:cond delay="0"/>
                                          </p:stCondLst>
                                        </p:cTn>
                                        <p:tgtEl>
                                          <p:spTgt spid="207"/>
                                        </p:tgtEl>
                                        <p:attrNameLst>
                                          <p:attrName>style.visibility</p:attrName>
                                        </p:attrNameLst>
                                      </p:cBhvr>
                                      <p:to>
                                        <p:strVal val="visible"/>
                                      </p:to>
                                    </p:set>
                                  </p:childTnLst>
                                </p:cTn>
                              </p:par>
                              <p:par>
                                <p:cTn id="405" presetID="1" presetClass="entr" presetSubtype="0" fill="hold" grpId="0" nodeType="withEffect">
                                  <p:stCondLst>
                                    <p:cond delay="0"/>
                                  </p:stCondLst>
                                  <p:childTnLst>
                                    <p:set>
                                      <p:cBhvr>
                                        <p:cTn id="406" dur="1" fill="hold">
                                          <p:stCondLst>
                                            <p:cond delay="0"/>
                                          </p:stCondLst>
                                        </p:cTn>
                                        <p:tgtEl>
                                          <p:spTgt spid="208"/>
                                        </p:tgtEl>
                                        <p:attrNameLst>
                                          <p:attrName>style.visibility</p:attrName>
                                        </p:attrNameLst>
                                      </p:cBhvr>
                                      <p:to>
                                        <p:strVal val="visible"/>
                                      </p:to>
                                    </p:set>
                                  </p:childTnLst>
                                </p:cTn>
                              </p:par>
                            </p:childTnLst>
                          </p:cTn>
                        </p:par>
                      </p:childTnLst>
                    </p:cTn>
                  </p:par>
                  <p:par>
                    <p:cTn id="407" fill="hold">
                      <p:stCondLst>
                        <p:cond delay="indefinite"/>
                      </p:stCondLst>
                      <p:childTnLst>
                        <p:par>
                          <p:cTn id="408" fill="hold">
                            <p:stCondLst>
                              <p:cond delay="0"/>
                            </p:stCondLst>
                            <p:childTnLst>
                              <p:par>
                                <p:cTn id="409" presetID="1" presetClass="entr" presetSubtype="0" fill="hold" nodeType="clickEffect">
                                  <p:stCondLst>
                                    <p:cond delay="0"/>
                                  </p:stCondLst>
                                  <p:childTnLst>
                                    <p:set>
                                      <p:cBhvr>
                                        <p:cTn id="410" dur="1" fill="hold">
                                          <p:stCondLst>
                                            <p:cond delay="0"/>
                                          </p:stCondLst>
                                        </p:cTn>
                                        <p:tgtEl>
                                          <p:spTgt spid="210"/>
                                        </p:tgtEl>
                                        <p:attrNameLst>
                                          <p:attrName>style.visibility</p:attrName>
                                        </p:attrNameLst>
                                      </p:cBhvr>
                                      <p:to>
                                        <p:strVal val="visible"/>
                                      </p:to>
                                    </p:set>
                                  </p:childTnLst>
                                </p:cTn>
                              </p:par>
                              <p:par>
                                <p:cTn id="411" presetID="1" presetClass="entr" presetSubtype="0" fill="hold" nodeType="withEffect">
                                  <p:stCondLst>
                                    <p:cond delay="0"/>
                                  </p:stCondLst>
                                  <p:childTnLst>
                                    <p:set>
                                      <p:cBhvr>
                                        <p:cTn id="412" dur="1" fill="hold">
                                          <p:stCondLst>
                                            <p:cond delay="0"/>
                                          </p:stCondLst>
                                        </p:cTn>
                                        <p:tgtEl>
                                          <p:spTgt spid="211"/>
                                        </p:tgtEl>
                                        <p:attrNameLst>
                                          <p:attrName>style.visibility</p:attrName>
                                        </p:attrNameLst>
                                      </p:cBhvr>
                                      <p:to>
                                        <p:strVal val="visible"/>
                                      </p:to>
                                    </p:set>
                                  </p:childTnLst>
                                </p:cTn>
                              </p:par>
                              <p:par>
                                <p:cTn id="413" presetID="1" presetClass="entr" presetSubtype="0" fill="hold" nodeType="withEffect">
                                  <p:stCondLst>
                                    <p:cond delay="0"/>
                                  </p:stCondLst>
                                  <p:childTnLst>
                                    <p:set>
                                      <p:cBhvr>
                                        <p:cTn id="414" dur="1" fill="hold">
                                          <p:stCondLst>
                                            <p:cond delay="0"/>
                                          </p:stCondLst>
                                        </p:cTn>
                                        <p:tgtEl>
                                          <p:spTgt spid="212"/>
                                        </p:tgtEl>
                                        <p:attrNameLst>
                                          <p:attrName>style.visibility</p:attrName>
                                        </p:attrNameLst>
                                      </p:cBhvr>
                                      <p:to>
                                        <p:strVal val="visible"/>
                                      </p:to>
                                    </p:set>
                                  </p:childTnLst>
                                </p:cTn>
                              </p:par>
                              <p:par>
                                <p:cTn id="415" presetID="1" presetClass="entr" presetSubtype="0" fill="hold" nodeType="withEffect">
                                  <p:stCondLst>
                                    <p:cond delay="0"/>
                                  </p:stCondLst>
                                  <p:childTnLst>
                                    <p:set>
                                      <p:cBhvr>
                                        <p:cTn id="416" dur="1" fill="hold">
                                          <p:stCondLst>
                                            <p:cond delay="0"/>
                                          </p:stCondLst>
                                        </p:cTn>
                                        <p:tgtEl>
                                          <p:spTgt spid="213"/>
                                        </p:tgtEl>
                                        <p:attrNameLst>
                                          <p:attrName>style.visibility</p:attrName>
                                        </p:attrNameLst>
                                      </p:cBhvr>
                                      <p:to>
                                        <p:strVal val="visible"/>
                                      </p:to>
                                    </p:set>
                                  </p:childTnLst>
                                </p:cTn>
                              </p:par>
                              <p:par>
                                <p:cTn id="417" presetID="1" presetClass="entr" presetSubtype="0" fill="hold" nodeType="withEffect">
                                  <p:stCondLst>
                                    <p:cond delay="0"/>
                                  </p:stCondLst>
                                  <p:childTnLst>
                                    <p:set>
                                      <p:cBhvr>
                                        <p:cTn id="418" dur="1" fill="hold">
                                          <p:stCondLst>
                                            <p:cond delay="0"/>
                                          </p:stCondLst>
                                        </p:cTn>
                                        <p:tgtEl>
                                          <p:spTgt spid="214"/>
                                        </p:tgtEl>
                                        <p:attrNameLst>
                                          <p:attrName>style.visibility</p:attrName>
                                        </p:attrNameLst>
                                      </p:cBhvr>
                                      <p:to>
                                        <p:strVal val="visible"/>
                                      </p:to>
                                    </p:set>
                                  </p:childTnLst>
                                </p:cTn>
                              </p:par>
                              <p:par>
                                <p:cTn id="419" presetID="1" presetClass="entr" presetSubtype="0" fill="hold" nodeType="withEffect">
                                  <p:stCondLst>
                                    <p:cond delay="0"/>
                                  </p:stCondLst>
                                  <p:childTnLst>
                                    <p:set>
                                      <p:cBhvr>
                                        <p:cTn id="420" dur="1" fill="hold">
                                          <p:stCondLst>
                                            <p:cond delay="0"/>
                                          </p:stCondLst>
                                        </p:cTn>
                                        <p:tgtEl>
                                          <p:spTgt spid="215"/>
                                        </p:tgtEl>
                                        <p:attrNameLst>
                                          <p:attrName>style.visibility</p:attrName>
                                        </p:attrNameLst>
                                      </p:cBhvr>
                                      <p:to>
                                        <p:strVal val="visible"/>
                                      </p:to>
                                    </p:set>
                                  </p:childTnLst>
                                </p:cTn>
                              </p:par>
                              <p:par>
                                <p:cTn id="421" presetID="1" presetClass="entr" presetSubtype="0" fill="hold" nodeType="withEffect">
                                  <p:stCondLst>
                                    <p:cond delay="0"/>
                                  </p:stCondLst>
                                  <p:childTnLst>
                                    <p:set>
                                      <p:cBhvr>
                                        <p:cTn id="422" dur="1" fill="hold">
                                          <p:stCondLst>
                                            <p:cond delay="0"/>
                                          </p:stCondLst>
                                        </p:cTn>
                                        <p:tgtEl>
                                          <p:spTgt spid="216"/>
                                        </p:tgtEl>
                                        <p:attrNameLst>
                                          <p:attrName>style.visibility</p:attrName>
                                        </p:attrNameLst>
                                      </p:cBhvr>
                                      <p:to>
                                        <p:strVal val="visible"/>
                                      </p:to>
                                    </p:set>
                                  </p:childTnLst>
                                </p:cTn>
                              </p:par>
                              <p:par>
                                <p:cTn id="423" presetID="1" presetClass="entr" presetSubtype="0" fill="hold" nodeType="withEffect">
                                  <p:stCondLst>
                                    <p:cond delay="0"/>
                                  </p:stCondLst>
                                  <p:childTnLst>
                                    <p:set>
                                      <p:cBhvr>
                                        <p:cTn id="424" dur="1" fill="hold">
                                          <p:stCondLst>
                                            <p:cond delay="0"/>
                                          </p:stCondLst>
                                        </p:cTn>
                                        <p:tgtEl>
                                          <p:spTgt spid="217"/>
                                        </p:tgtEl>
                                        <p:attrNameLst>
                                          <p:attrName>style.visibility</p:attrName>
                                        </p:attrNameLst>
                                      </p:cBhvr>
                                      <p:to>
                                        <p:strVal val="visible"/>
                                      </p:to>
                                    </p:set>
                                  </p:childTnLst>
                                </p:cTn>
                              </p:par>
                              <p:par>
                                <p:cTn id="425" presetID="1" presetClass="entr" presetSubtype="0" fill="hold" nodeType="withEffect">
                                  <p:stCondLst>
                                    <p:cond delay="0"/>
                                  </p:stCondLst>
                                  <p:childTnLst>
                                    <p:set>
                                      <p:cBhvr>
                                        <p:cTn id="426" dur="1" fill="hold">
                                          <p:stCondLst>
                                            <p:cond delay="0"/>
                                          </p:stCondLst>
                                        </p:cTn>
                                        <p:tgtEl>
                                          <p:spTgt spid="218"/>
                                        </p:tgtEl>
                                        <p:attrNameLst>
                                          <p:attrName>style.visibility</p:attrName>
                                        </p:attrNameLst>
                                      </p:cBhvr>
                                      <p:to>
                                        <p:strVal val="visible"/>
                                      </p:to>
                                    </p:set>
                                  </p:childTnLst>
                                </p:cTn>
                              </p:par>
                              <p:par>
                                <p:cTn id="427" presetID="1" presetClass="entr" presetSubtype="0" fill="hold" nodeType="withEffect">
                                  <p:stCondLst>
                                    <p:cond delay="0"/>
                                  </p:stCondLst>
                                  <p:childTnLst>
                                    <p:set>
                                      <p:cBhvr>
                                        <p:cTn id="428" dur="1" fill="hold">
                                          <p:stCondLst>
                                            <p:cond delay="0"/>
                                          </p:stCondLst>
                                        </p:cTn>
                                        <p:tgtEl>
                                          <p:spTgt spid="219"/>
                                        </p:tgtEl>
                                        <p:attrNameLst>
                                          <p:attrName>style.visibility</p:attrName>
                                        </p:attrNameLst>
                                      </p:cBhvr>
                                      <p:to>
                                        <p:strVal val="visible"/>
                                      </p:to>
                                    </p:set>
                                  </p:childTnLst>
                                </p:cTn>
                              </p:par>
                              <p:par>
                                <p:cTn id="429" presetID="1" presetClass="entr" presetSubtype="0" fill="hold" nodeType="withEffect">
                                  <p:stCondLst>
                                    <p:cond delay="0"/>
                                  </p:stCondLst>
                                  <p:childTnLst>
                                    <p:set>
                                      <p:cBhvr>
                                        <p:cTn id="430" dur="1" fill="hold">
                                          <p:stCondLst>
                                            <p:cond delay="0"/>
                                          </p:stCondLst>
                                        </p:cTn>
                                        <p:tgtEl>
                                          <p:spTgt spid="220"/>
                                        </p:tgtEl>
                                        <p:attrNameLst>
                                          <p:attrName>style.visibility</p:attrName>
                                        </p:attrNameLst>
                                      </p:cBhvr>
                                      <p:to>
                                        <p:strVal val="visible"/>
                                      </p:to>
                                    </p:set>
                                  </p:childTnLst>
                                </p:cTn>
                              </p:par>
                              <p:par>
                                <p:cTn id="431" presetID="1" presetClass="entr" presetSubtype="0" fill="hold" nodeType="withEffect">
                                  <p:stCondLst>
                                    <p:cond delay="0"/>
                                  </p:stCondLst>
                                  <p:childTnLst>
                                    <p:set>
                                      <p:cBhvr>
                                        <p:cTn id="432" dur="1" fill="hold">
                                          <p:stCondLst>
                                            <p:cond delay="0"/>
                                          </p:stCondLst>
                                        </p:cTn>
                                        <p:tgtEl>
                                          <p:spTgt spid="221"/>
                                        </p:tgtEl>
                                        <p:attrNameLst>
                                          <p:attrName>style.visibility</p:attrName>
                                        </p:attrNameLst>
                                      </p:cBhvr>
                                      <p:to>
                                        <p:strVal val="visible"/>
                                      </p:to>
                                    </p:set>
                                  </p:childTnLst>
                                </p:cTn>
                              </p:par>
                              <p:par>
                                <p:cTn id="433" presetID="1" presetClass="entr" presetSubtype="0" fill="hold" nodeType="withEffect">
                                  <p:stCondLst>
                                    <p:cond delay="0"/>
                                  </p:stCondLst>
                                  <p:childTnLst>
                                    <p:set>
                                      <p:cBhvr>
                                        <p:cTn id="434" dur="1" fill="hold">
                                          <p:stCondLst>
                                            <p:cond delay="0"/>
                                          </p:stCondLst>
                                        </p:cTn>
                                        <p:tgtEl>
                                          <p:spTgt spid="222"/>
                                        </p:tgtEl>
                                        <p:attrNameLst>
                                          <p:attrName>style.visibility</p:attrName>
                                        </p:attrNameLst>
                                      </p:cBhvr>
                                      <p:to>
                                        <p:strVal val="visible"/>
                                      </p:to>
                                    </p:set>
                                  </p:childTnLst>
                                </p:cTn>
                              </p:par>
                              <p:par>
                                <p:cTn id="435" presetID="1" presetClass="entr" presetSubtype="0" fill="hold" nodeType="withEffect">
                                  <p:stCondLst>
                                    <p:cond delay="0"/>
                                  </p:stCondLst>
                                  <p:childTnLst>
                                    <p:set>
                                      <p:cBhvr>
                                        <p:cTn id="436" dur="1" fill="hold">
                                          <p:stCondLst>
                                            <p:cond delay="0"/>
                                          </p:stCondLst>
                                        </p:cTn>
                                        <p:tgtEl>
                                          <p:spTgt spid="223"/>
                                        </p:tgtEl>
                                        <p:attrNameLst>
                                          <p:attrName>style.visibility</p:attrName>
                                        </p:attrNameLst>
                                      </p:cBhvr>
                                      <p:to>
                                        <p:strVal val="visible"/>
                                      </p:to>
                                    </p:set>
                                  </p:childTnLst>
                                </p:cTn>
                              </p:par>
                              <p:par>
                                <p:cTn id="437" presetID="1" presetClass="entr" presetSubtype="0" fill="hold" nodeType="withEffect">
                                  <p:stCondLst>
                                    <p:cond delay="0"/>
                                  </p:stCondLst>
                                  <p:childTnLst>
                                    <p:set>
                                      <p:cBhvr>
                                        <p:cTn id="438" dur="1" fill="hold">
                                          <p:stCondLst>
                                            <p:cond delay="0"/>
                                          </p:stCondLst>
                                        </p:cTn>
                                        <p:tgtEl>
                                          <p:spTgt spid="224"/>
                                        </p:tgtEl>
                                        <p:attrNameLst>
                                          <p:attrName>style.visibility</p:attrName>
                                        </p:attrNameLst>
                                      </p:cBhvr>
                                      <p:to>
                                        <p:strVal val="visible"/>
                                      </p:to>
                                    </p:set>
                                  </p:childTnLst>
                                </p:cTn>
                              </p:par>
                              <p:par>
                                <p:cTn id="439" presetID="1" presetClass="entr" presetSubtype="0" fill="hold" nodeType="withEffect">
                                  <p:stCondLst>
                                    <p:cond delay="0"/>
                                  </p:stCondLst>
                                  <p:childTnLst>
                                    <p:set>
                                      <p:cBhvr>
                                        <p:cTn id="440" dur="1" fill="hold">
                                          <p:stCondLst>
                                            <p:cond delay="0"/>
                                          </p:stCondLst>
                                        </p:cTn>
                                        <p:tgtEl>
                                          <p:spTgt spid="225"/>
                                        </p:tgtEl>
                                        <p:attrNameLst>
                                          <p:attrName>style.visibility</p:attrName>
                                        </p:attrNameLst>
                                      </p:cBhvr>
                                      <p:to>
                                        <p:strVal val="visible"/>
                                      </p:to>
                                    </p:set>
                                  </p:childTnLst>
                                </p:cTn>
                              </p:par>
                              <p:par>
                                <p:cTn id="441" presetID="1" presetClass="entr" presetSubtype="0" fill="hold" nodeType="withEffect">
                                  <p:stCondLst>
                                    <p:cond delay="0"/>
                                  </p:stCondLst>
                                  <p:childTnLst>
                                    <p:set>
                                      <p:cBhvr>
                                        <p:cTn id="442" dur="1" fill="hold">
                                          <p:stCondLst>
                                            <p:cond delay="0"/>
                                          </p:stCondLst>
                                        </p:cTn>
                                        <p:tgtEl>
                                          <p:spTgt spid="226"/>
                                        </p:tgtEl>
                                        <p:attrNameLst>
                                          <p:attrName>style.visibility</p:attrName>
                                        </p:attrNameLst>
                                      </p:cBhvr>
                                      <p:to>
                                        <p:strVal val="visible"/>
                                      </p:to>
                                    </p:set>
                                  </p:childTnLst>
                                </p:cTn>
                              </p:par>
                              <p:par>
                                <p:cTn id="443" presetID="1" presetClass="entr" presetSubtype="0" fill="hold" nodeType="withEffect">
                                  <p:stCondLst>
                                    <p:cond delay="0"/>
                                  </p:stCondLst>
                                  <p:childTnLst>
                                    <p:set>
                                      <p:cBhvr>
                                        <p:cTn id="444" dur="1" fill="hold">
                                          <p:stCondLst>
                                            <p:cond delay="0"/>
                                          </p:stCondLst>
                                        </p:cTn>
                                        <p:tgtEl>
                                          <p:spTgt spid="227"/>
                                        </p:tgtEl>
                                        <p:attrNameLst>
                                          <p:attrName>style.visibility</p:attrName>
                                        </p:attrNameLst>
                                      </p:cBhvr>
                                      <p:to>
                                        <p:strVal val="visible"/>
                                      </p:to>
                                    </p:set>
                                  </p:childTnLst>
                                </p:cTn>
                              </p:par>
                              <p:par>
                                <p:cTn id="445" presetID="1" presetClass="entr" presetSubtype="0" fill="hold" nodeType="withEffect">
                                  <p:stCondLst>
                                    <p:cond delay="0"/>
                                  </p:stCondLst>
                                  <p:childTnLst>
                                    <p:set>
                                      <p:cBhvr>
                                        <p:cTn id="446" dur="1" fill="hold">
                                          <p:stCondLst>
                                            <p:cond delay="0"/>
                                          </p:stCondLst>
                                        </p:cTn>
                                        <p:tgtEl>
                                          <p:spTgt spid="228"/>
                                        </p:tgtEl>
                                        <p:attrNameLst>
                                          <p:attrName>style.visibility</p:attrName>
                                        </p:attrNameLst>
                                      </p:cBhvr>
                                      <p:to>
                                        <p:strVal val="visible"/>
                                      </p:to>
                                    </p:set>
                                  </p:childTnLst>
                                </p:cTn>
                              </p:par>
                              <p:par>
                                <p:cTn id="447" presetID="1" presetClass="entr" presetSubtype="0" fill="hold" nodeType="withEffect">
                                  <p:stCondLst>
                                    <p:cond delay="0"/>
                                  </p:stCondLst>
                                  <p:childTnLst>
                                    <p:set>
                                      <p:cBhvr>
                                        <p:cTn id="448" dur="1" fill="hold">
                                          <p:stCondLst>
                                            <p:cond delay="0"/>
                                          </p:stCondLst>
                                        </p:cTn>
                                        <p:tgtEl>
                                          <p:spTgt spid="229"/>
                                        </p:tgtEl>
                                        <p:attrNameLst>
                                          <p:attrName>style.visibility</p:attrName>
                                        </p:attrNameLst>
                                      </p:cBhvr>
                                      <p:to>
                                        <p:strVal val="visible"/>
                                      </p:to>
                                    </p:set>
                                  </p:childTnLst>
                                </p:cTn>
                              </p:par>
                              <p:par>
                                <p:cTn id="449" presetID="1" presetClass="entr" presetSubtype="0" fill="hold" nodeType="withEffect">
                                  <p:stCondLst>
                                    <p:cond delay="0"/>
                                  </p:stCondLst>
                                  <p:childTnLst>
                                    <p:set>
                                      <p:cBhvr>
                                        <p:cTn id="450" dur="1" fill="hold">
                                          <p:stCondLst>
                                            <p:cond delay="0"/>
                                          </p:stCondLst>
                                        </p:cTn>
                                        <p:tgtEl>
                                          <p:spTgt spid="230"/>
                                        </p:tgtEl>
                                        <p:attrNameLst>
                                          <p:attrName>style.visibility</p:attrName>
                                        </p:attrNameLst>
                                      </p:cBhvr>
                                      <p:to>
                                        <p:strVal val="visible"/>
                                      </p:to>
                                    </p:set>
                                  </p:childTnLst>
                                </p:cTn>
                              </p:par>
                              <p:par>
                                <p:cTn id="451" presetID="1" presetClass="entr" presetSubtype="0" fill="hold" nodeType="withEffect">
                                  <p:stCondLst>
                                    <p:cond delay="0"/>
                                  </p:stCondLst>
                                  <p:childTnLst>
                                    <p:set>
                                      <p:cBhvr>
                                        <p:cTn id="452" dur="1" fill="hold">
                                          <p:stCondLst>
                                            <p:cond delay="0"/>
                                          </p:stCondLst>
                                        </p:cTn>
                                        <p:tgtEl>
                                          <p:spTgt spid="231"/>
                                        </p:tgtEl>
                                        <p:attrNameLst>
                                          <p:attrName>style.visibility</p:attrName>
                                        </p:attrNameLst>
                                      </p:cBhvr>
                                      <p:to>
                                        <p:strVal val="visible"/>
                                      </p:to>
                                    </p:set>
                                  </p:childTnLst>
                                </p:cTn>
                              </p:par>
                              <p:par>
                                <p:cTn id="453" presetID="1" presetClass="entr" presetSubtype="0" fill="hold" nodeType="withEffect">
                                  <p:stCondLst>
                                    <p:cond delay="0"/>
                                  </p:stCondLst>
                                  <p:childTnLst>
                                    <p:set>
                                      <p:cBhvr>
                                        <p:cTn id="454" dur="1" fill="hold">
                                          <p:stCondLst>
                                            <p:cond delay="0"/>
                                          </p:stCondLst>
                                        </p:cTn>
                                        <p:tgtEl>
                                          <p:spTgt spid="232"/>
                                        </p:tgtEl>
                                        <p:attrNameLst>
                                          <p:attrName>style.visibility</p:attrName>
                                        </p:attrNameLst>
                                      </p:cBhvr>
                                      <p:to>
                                        <p:strVal val="visible"/>
                                      </p:to>
                                    </p:set>
                                  </p:childTnLst>
                                </p:cTn>
                              </p:par>
                              <p:par>
                                <p:cTn id="455" presetID="1" presetClass="entr" presetSubtype="0" fill="hold" nodeType="withEffect">
                                  <p:stCondLst>
                                    <p:cond delay="0"/>
                                  </p:stCondLst>
                                  <p:childTnLst>
                                    <p:set>
                                      <p:cBhvr>
                                        <p:cTn id="456" dur="1" fill="hold">
                                          <p:stCondLst>
                                            <p:cond delay="0"/>
                                          </p:stCondLst>
                                        </p:cTn>
                                        <p:tgtEl>
                                          <p:spTgt spid="233"/>
                                        </p:tgtEl>
                                        <p:attrNameLst>
                                          <p:attrName>style.visibility</p:attrName>
                                        </p:attrNameLst>
                                      </p:cBhvr>
                                      <p:to>
                                        <p:strVal val="visible"/>
                                      </p:to>
                                    </p:set>
                                  </p:childTnLst>
                                </p:cTn>
                              </p:par>
                              <p:par>
                                <p:cTn id="457" presetID="1" presetClass="entr" presetSubtype="0" fill="hold" nodeType="withEffect">
                                  <p:stCondLst>
                                    <p:cond delay="0"/>
                                  </p:stCondLst>
                                  <p:childTnLst>
                                    <p:set>
                                      <p:cBhvr>
                                        <p:cTn id="458" dur="1" fill="hold">
                                          <p:stCondLst>
                                            <p:cond delay="0"/>
                                          </p:stCondLst>
                                        </p:cTn>
                                        <p:tgtEl>
                                          <p:spTgt spid="234"/>
                                        </p:tgtEl>
                                        <p:attrNameLst>
                                          <p:attrName>style.visibility</p:attrName>
                                        </p:attrNameLst>
                                      </p:cBhvr>
                                      <p:to>
                                        <p:strVal val="visible"/>
                                      </p:to>
                                    </p:set>
                                  </p:childTnLst>
                                </p:cTn>
                              </p:par>
                              <p:par>
                                <p:cTn id="459" presetID="1" presetClass="entr" presetSubtype="0" fill="hold" nodeType="withEffect">
                                  <p:stCondLst>
                                    <p:cond delay="0"/>
                                  </p:stCondLst>
                                  <p:childTnLst>
                                    <p:set>
                                      <p:cBhvr>
                                        <p:cTn id="460" dur="1" fill="hold">
                                          <p:stCondLst>
                                            <p:cond delay="0"/>
                                          </p:stCondLst>
                                        </p:cTn>
                                        <p:tgtEl>
                                          <p:spTgt spid="235"/>
                                        </p:tgtEl>
                                        <p:attrNameLst>
                                          <p:attrName>style.visibility</p:attrName>
                                        </p:attrNameLst>
                                      </p:cBhvr>
                                      <p:to>
                                        <p:strVal val="visible"/>
                                      </p:to>
                                    </p:set>
                                  </p:childTnLst>
                                </p:cTn>
                              </p:par>
                              <p:par>
                                <p:cTn id="461" presetID="1" presetClass="entr" presetSubtype="0" fill="hold" nodeType="withEffect">
                                  <p:stCondLst>
                                    <p:cond delay="0"/>
                                  </p:stCondLst>
                                  <p:childTnLst>
                                    <p:set>
                                      <p:cBhvr>
                                        <p:cTn id="462" dur="1" fill="hold">
                                          <p:stCondLst>
                                            <p:cond delay="0"/>
                                          </p:stCondLst>
                                        </p:cTn>
                                        <p:tgtEl>
                                          <p:spTgt spid="236"/>
                                        </p:tgtEl>
                                        <p:attrNameLst>
                                          <p:attrName>style.visibility</p:attrName>
                                        </p:attrNameLst>
                                      </p:cBhvr>
                                      <p:to>
                                        <p:strVal val="visible"/>
                                      </p:to>
                                    </p:set>
                                  </p:childTnLst>
                                </p:cTn>
                              </p:par>
                              <p:par>
                                <p:cTn id="463" presetID="1" presetClass="entr" presetSubtype="0" fill="hold" nodeType="withEffect">
                                  <p:stCondLst>
                                    <p:cond delay="0"/>
                                  </p:stCondLst>
                                  <p:childTnLst>
                                    <p:set>
                                      <p:cBhvr>
                                        <p:cTn id="464" dur="1" fill="hold">
                                          <p:stCondLst>
                                            <p:cond delay="0"/>
                                          </p:stCondLst>
                                        </p:cTn>
                                        <p:tgtEl>
                                          <p:spTgt spid="237"/>
                                        </p:tgtEl>
                                        <p:attrNameLst>
                                          <p:attrName>style.visibility</p:attrName>
                                        </p:attrNameLst>
                                      </p:cBhvr>
                                      <p:to>
                                        <p:strVal val="visible"/>
                                      </p:to>
                                    </p:set>
                                  </p:childTnLst>
                                </p:cTn>
                              </p:par>
                              <p:par>
                                <p:cTn id="465" presetID="1" presetClass="entr" presetSubtype="0" fill="hold" nodeType="withEffect">
                                  <p:stCondLst>
                                    <p:cond delay="0"/>
                                  </p:stCondLst>
                                  <p:childTnLst>
                                    <p:set>
                                      <p:cBhvr>
                                        <p:cTn id="466" dur="1" fill="hold">
                                          <p:stCondLst>
                                            <p:cond delay="0"/>
                                          </p:stCondLst>
                                        </p:cTn>
                                        <p:tgtEl>
                                          <p:spTgt spid="238"/>
                                        </p:tgtEl>
                                        <p:attrNameLst>
                                          <p:attrName>style.visibility</p:attrName>
                                        </p:attrNameLst>
                                      </p:cBhvr>
                                      <p:to>
                                        <p:strVal val="visible"/>
                                      </p:to>
                                    </p:set>
                                  </p:childTnLst>
                                </p:cTn>
                              </p:par>
                              <p:par>
                                <p:cTn id="467" presetID="1" presetClass="entr" presetSubtype="0" fill="hold" nodeType="withEffect">
                                  <p:stCondLst>
                                    <p:cond delay="0"/>
                                  </p:stCondLst>
                                  <p:childTnLst>
                                    <p:set>
                                      <p:cBhvr>
                                        <p:cTn id="468" dur="1" fill="hold">
                                          <p:stCondLst>
                                            <p:cond delay="0"/>
                                          </p:stCondLst>
                                        </p:cTn>
                                        <p:tgtEl>
                                          <p:spTgt spid="239"/>
                                        </p:tgtEl>
                                        <p:attrNameLst>
                                          <p:attrName>style.visibility</p:attrName>
                                        </p:attrNameLst>
                                      </p:cBhvr>
                                      <p:to>
                                        <p:strVal val="visible"/>
                                      </p:to>
                                    </p:set>
                                  </p:childTnLst>
                                </p:cTn>
                              </p:par>
                              <p:par>
                                <p:cTn id="469" presetID="1" presetClass="entr" presetSubtype="0" fill="hold" nodeType="withEffect">
                                  <p:stCondLst>
                                    <p:cond delay="0"/>
                                  </p:stCondLst>
                                  <p:childTnLst>
                                    <p:set>
                                      <p:cBhvr>
                                        <p:cTn id="470" dur="1" fill="hold">
                                          <p:stCondLst>
                                            <p:cond delay="0"/>
                                          </p:stCondLst>
                                        </p:cTn>
                                        <p:tgtEl>
                                          <p:spTgt spid="240"/>
                                        </p:tgtEl>
                                        <p:attrNameLst>
                                          <p:attrName>style.visibility</p:attrName>
                                        </p:attrNameLst>
                                      </p:cBhvr>
                                      <p:to>
                                        <p:strVal val="visible"/>
                                      </p:to>
                                    </p:set>
                                  </p:childTnLst>
                                </p:cTn>
                              </p:par>
                              <p:par>
                                <p:cTn id="471" presetID="1" presetClass="entr" presetSubtype="0" fill="hold" nodeType="withEffect">
                                  <p:stCondLst>
                                    <p:cond delay="0"/>
                                  </p:stCondLst>
                                  <p:childTnLst>
                                    <p:set>
                                      <p:cBhvr>
                                        <p:cTn id="472" dur="1" fill="hold">
                                          <p:stCondLst>
                                            <p:cond delay="0"/>
                                          </p:stCondLst>
                                        </p:cTn>
                                        <p:tgtEl>
                                          <p:spTgt spid="241"/>
                                        </p:tgtEl>
                                        <p:attrNameLst>
                                          <p:attrName>style.visibility</p:attrName>
                                        </p:attrNameLst>
                                      </p:cBhvr>
                                      <p:to>
                                        <p:strVal val="visible"/>
                                      </p:to>
                                    </p:set>
                                  </p:childTnLst>
                                </p:cTn>
                              </p:par>
                              <p:par>
                                <p:cTn id="473" presetID="1" presetClass="entr" presetSubtype="0" fill="hold" nodeType="withEffect">
                                  <p:stCondLst>
                                    <p:cond delay="0"/>
                                  </p:stCondLst>
                                  <p:childTnLst>
                                    <p:set>
                                      <p:cBhvr>
                                        <p:cTn id="474" dur="1" fill="hold">
                                          <p:stCondLst>
                                            <p:cond delay="0"/>
                                          </p:stCondLst>
                                        </p:cTn>
                                        <p:tgtEl>
                                          <p:spTgt spid="242"/>
                                        </p:tgtEl>
                                        <p:attrNameLst>
                                          <p:attrName>style.visibility</p:attrName>
                                        </p:attrNameLst>
                                      </p:cBhvr>
                                      <p:to>
                                        <p:strVal val="visible"/>
                                      </p:to>
                                    </p:set>
                                  </p:childTnLst>
                                </p:cTn>
                              </p:par>
                              <p:par>
                                <p:cTn id="475" presetID="1" presetClass="entr" presetSubtype="0" fill="hold" nodeType="withEffect">
                                  <p:stCondLst>
                                    <p:cond delay="0"/>
                                  </p:stCondLst>
                                  <p:childTnLst>
                                    <p:set>
                                      <p:cBhvr>
                                        <p:cTn id="476" dur="1" fill="hold">
                                          <p:stCondLst>
                                            <p:cond delay="0"/>
                                          </p:stCondLst>
                                        </p:cTn>
                                        <p:tgtEl>
                                          <p:spTgt spid="243"/>
                                        </p:tgtEl>
                                        <p:attrNameLst>
                                          <p:attrName>style.visibility</p:attrName>
                                        </p:attrNameLst>
                                      </p:cBhvr>
                                      <p:to>
                                        <p:strVal val="visible"/>
                                      </p:to>
                                    </p:set>
                                  </p:childTnLst>
                                </p:cTn>
                              </p:par>
                              <p:par>
                                <p:cTn id="477" presetID="1" presetClass="entr" presetSubtype="0" fill="hold" nodeType="withEffect">
                                  <p:stCondLst>
                                    <p:cond delay="0"/>
                                  </p:stCondLst>
                                  <p:childTnLst>
                                    <p:set>
                                      <p:cBhvr>
                                        <p:cTn id="478" dur="1" fill="hold">
                                          <p:stCondLst>
                                            <p:cond delay="0"/>
                                          </p:stCondLst>
                                        </p:cTn>
                                        <p:tgtEl>
                                          <p:spTgt spid="244"/>
                                        </p:tgtEl>
                                        <p:attrNameLst>
                                          <p:attrName>style.visibility</p:attrName>
                                        </p:attrNameLst>
                                      </p:cBhvr>
                                      <p:to>
                                        <p:strVal val="visible"/>
                                      </p:to>
                                    </p:set>
                                  </p:childTnLst>
                                </p:cTn>
                              </p:par>
                              <p:par>
                                <p:cTn id="479" presetID="1" presetClass="entr" presetSubtype="0" fill="hold" nodeType="withEffect">
                                  <p:stCondLst>
                                    <p:cond delay="0"/>
                                  </p:stCondLst>
                                  <p:childTnLst>
                                    <p:set>
                                      <p:cBhvr>
                                        <p:cTn id="480" dur="1" fill="hold">
                                          <p:stCondLst>
                                            <p:cond delay="0"/>
                                          </p:stCondLst>
                                        </p:cTn>
                                        <p:tgtEl>
                                          <p:spTgt spid="245"/>
                                        </p:tgtEl>
                                        <p:attrNameLst>
                                          <p:attrName>style.visibility</p:attrName>
                                        </p:attrNameLst>
                                      </p:cBhvr>
                                      <p:to>
                                        <p:strVal val="visible"/>
                                      </p:to>
                                    </p:set>
                                  </p:childTnLst>
                                </p:cTn>
                              </p:par>
                              <p:par>
                                <p:cTn id="481" presetID="1" presetClass="entr" presetSubtype="0" fill="hold" nodeType="withEffect">
                                  <p:stCondLst>
                                    <p:cond delay="0"/>
                                  </p:stCondLst>
                                  <p:childTnLst>
                                    <p:set>
                                      <p:cBhvr>
                                        <p:cTn id="482" dur="1" fill="hold">
                                          <p:stCondLst>
                                            <p:cond delay="0"/>
                                          </p:stCondLst>
                                        </p:cTn>
                                        <p:tgtEl>
                                          <p:spTgt spid="246"/>
                                        </p:tgtEl>
                                        <p:attrNameLst>
                                          <p:attrName>style.visibility</p:attrName>
                                        </p:attrNameLst>
                                      </p:cBhvr>
                                      <p:to>
                                        <p:strVal val="visible"/>
                                      </p:to>
                                    </p:set>
                                  </p:childTnLst>
                                </p:cTn>
                              </p:par>
                              <p:par>
                                <p:cTn id="483" presetID="1" presetClass="entr" presetSubtype="0" fill="hold" nodeType="withEffect">
                                  <p:stCondLst>
                                    <p:cond delay="0"/>
                                  </p:stCondLst>
                                  <p:childTnLst>
                                    <p:set>
                                      <p:cBhvr>
                                        <p:cTn id="484" dur="1" fill="hold">
                                          <p:stCondLst>
                                            <p:cond delay="0"/>
                                          </p:stCondLst>
                                        </p:cTn>
                                        <p:tgtEl>
                                          <p:spTgt spid="247"/>
                                        </p:tgtEl>
                                        <p:attrNameLst>
                                          <p:attrName>style.visibility</p:attrName>
                                        </p:attrNameLst>
                                      </p:cBhvr>
                                      <p:to>
                                        <p:strVal val="visible"/>
                                      </p:to>
                                    </p:set>
                                  </p:childTnLst>
                                </p:cTn>
                              </p:par>
                              <p:par>
                                <p:cTn id="485" presetID="1" presetClass="entr" presetSubtype="0" fill="hold" nodeType="withEffect">
                                  <p:stCondLst>
                                    <p:cond delay="0"/>
                                  </p:stCondLst>
                                  <p:childTnLst>
                                    <p:set>
                                      <p:cBhvr>
                                        <p:cTn id="486" dur="1" fill="hold">
                                          <p:stCondLst>
                                            <p:cond delay="0"/>
                                          </p:stCondLst>
                                        </p:cTn>
                                        <p:tgtEl>
                                          <p:spTgt spid="248"/>
                                        </p:tgtEl>
                                        <p:attrNameLst>
                                          <p:attrName>style.visibility</p:attrName>
                                        </p:attrNameLst>
                                      </p:cBhvr>
                                      <p:to>
                                        <p:strVal val="visible"/>
                                      </p:to>
                                    </p:set>
                                  </p:childTnLst>
                                </p:cTn>
                              </p:par>
                              <p:par>
                                <p:cTn id="487" presetID="1" presetClass="entr" presetSubtype="0" fill="hold" nodeType="withEffect">
                                  <p:stCondLst>
                                    <p:cond delay="0"/>
                                  </p:stCondLst>
                                  <p:childTnLst>
                                    <p:set>
                                      <p:cBhvr>
                                        <p:cTn id="488" dur="1" fill="hold">
                                          <p:stCondLst>
                                            <p:cond delay="0"/>
                                          </p:stCondLst>
                                        </p:cTn>
                                        <p:tgtEl>
                                          <p:spTgt spid="249"/>
                                        </p:tgtEl>
                                        <p:attrNameLst>
                                          <p:attrName>style.visibility</p:attrName>
                                        </p:attrNameLst>
                                      </p:cBhvr>
                                      <p:to>
                                        <p:strVal val="visible"/>
                                      </p:to>
                                    </p:set>
                                  </p:childTnLst>
                                </p:cTn>
                              </p:par>
                              <p:par>
                                <p:cTn id="489" presetID="1" presetClass="entr" presetSubtype="0" fill="hold" nodeType="withEffect">
                                  <p:stCondLst>
                                    <p:cond delay="0"/>
                                  </p:stCondLst>
                                  <p:childTnLst>
                                    <p:set>
                                      <p:cBhvr>
                                        <p:cTn id="490" dur="1" fill="hold">
                                          <p:stCondLst>
                                            <p:cond delay="0"/>
                                          </p:stCondLst>
                                        </p:cTn>
                                        <p:tgtEl>
                                          <p:spTgt spid="250"/>
                                        </p:tgtEl>
                                        <p:attrNameLst>
                                          <p:attrName>style.visibility</p:attrName>
                                        </p:attrNameLst>
                                      </p:cBhvr>
                                      <p:to>
                                        <p:strVal val="visible"/>
                                      </p:to>
                                    </p:set>
                                  </p:childTnLst>
                                </p:cTn>
                              </p:par>
                              <p:par>
                                <p:cTn id="491" presetID="1" presetClass="entr" presetSubtype="0" fill="hold" nodeType="withEffect">
                                  <p:stCondLst>
                                    <p:cond delay="0"/>
                                  </p:stCondLst>
                                  <p:childTnLst>
                                    <p:set>
                                      <p:cBhvr>
                                        <p:cTn id="492" dur="1" fill="hold">
                                          <p:stCondLst>
                                            <p:cond delay="0"/>
                                          </p:stCondLst>
                                        </p:cTn>
                                        <p:tgtEl>
                                          <p:spTgt spid="251"/>
                                        </p:tgtEl>
                                        <p:attrNameLst>
                                          <p:attrName>style.visibility</p:attrName>
                                        </p:attrNameLst>
                                      </p:cBhvr>
                                      <p:to>
                                        <p:strVal val="visible"/>
                                      </p:to>
                                    </p:set>
                                  </p:childTnLst>
                                </p:cTn>
                              </p:par>
                              <p:par>
                                <p:cTn id="493" presetID="1" presetClass="entr" presetSubtype="0" fill="hold" nodeType="withEffect">
                                  <p:stCondLst>
                                    <p:cond delay="0"/>
                                  </p:stCondLst>
                                  <p:childTnLst>
                                    <p:set>
                                      <p:cBhvr>
                                        <p:cTn id="494" dur="1" fill="hold">
                                          <p:stCondLst>
                                            <p:cond delay="0"/>
                                          </p:stCondLst>
                                        </p:cTn>
                                        <p:tgtEl>
                                          <p:spTgt spid="252"/>
                                        </p:tgtEl>
                                        <p:attrNameLst>
                                          <p:attrName>style.visibility</p:attrName>
                                        </p:attrNameLst>
                                      </p:cBhvr>
                                      <p:to>
                                        <p:strVal val="visible"/>
                                      </p:to>
                                    </p:set>
                                  </p:childTnLst>
                                </p:cTn>
                              </p:par>
                              <p:par>
                                <p:cTn id="495" presetID="1" presetClass="entr" presetSubtype="0" fill="hold" nodeType="withEffect">
                                  <p:stCondLst>
                                    <p:cond delay="0"/>
                                  </p:stCondLst>
                                  <p:childTnLst>
                                    <p:set>
                                      <p:cBhvr>
                                        <p:cTn id="496" dur="1" fill="hold">
                                          <p:stCondLst>
                                            <p:cond delay="0"/>
                                          </p:stCondLst>
                                        </p:cTn>
                                        <p:tgtEl>
                                          <p:spTgt spid="253"/>
                                        </p:tgtEl>
                                        <p:attrNameLst>
                                          <p:attrName>style.visibility</p:attrName>
                                        </p:attrNameLst>
                                      </p:cBhvr>
                                      <p:to>
                                        <p:strVal val="visible"/>
                                      </p:to>
                                    </p:set>
                                  </p:childTnLst>
                                </p:cTn>
                              </p:par>
                              <p:par>
                                <p:cTn id="497" presetID="1" presetClass="entr" presetSubtype="0" fill="hold" nodeType="withEffect">
                                  <p:stCondLst>
                                    <p:cond delay="0"/>
                                  </p:stCondLst>
                                  <p:childTnLst>
                                    <p:set>
                                      <p:cBhvr>
                                        <p:cTn id="498" dur="1" fill="hold">
                                          <p:stCondLst>
                                            <p:cond delay="0"/>
                                          </p:stCondLst>
                                        </p:cTn>
                                        <p:tgtEl>
                                          <p:spTgt spid="254"/>
                                        </p:tgtEl>
                                        <p:attrNameLst>
                                          <p:attrName>style.visibility</p:attrName>
                                        </p:attrNameLst>
                                      </p:cBhvr>
                                      <p:to>
                                        <p:strVal val="visible"/>
                                      </p:to>
                                    </p:set>
                                  </p:childTnLst>
                                </p:cTn>
                              </p:par>
                              <p:par>
                                <p:cTn id="499" presetID="1" presetClass="entr" presetSubtype="0" fill="hold" nodeType="withEffect">
                                  <p:stCondLst>
                                    <p:cond delay="0"/>
                                  </p:stCondLst>
                                  <p:childTnLst>
                                    <p:set>
                                      <p:cBhvr>
                                        <p:cTn id="500" dur="1" fill="hold">
                                          <p:stCondLst>
                                            <p:cond delay="0"/>
                                          </p:stCondLst>
                                        </p:cTn>
                                        <p:tgtEl>
                                          <p:spTgt spid="255"/>
                                        </p:tgtEl>
                                        <p:attrNameLst>
                                          <p:attrName>style.visibility</p:attrName>
                                        </p:attrNameLst>
                                      </p:cBhvr>
                                      <p:to>
                                        <p:strVal val="visible"/>
                                      </p:to>
                                    </p:set>
                                  </p:childTnLst>
                                </p:cTn>
                              </p:par>
                              <p:par>
                                <p:cTn id="501" presetID="1" presetClass="entr" presetSubtype="0" fill="hold" nodeType="withEffect">
                                  <p:stCondLst>
                                    <p:cond delay="0"/>
                                  </p:stCondLst>
                                  <p:childTnLst>
                                    <p:set>
                                      <p:cBhvr>
                                        <p:cTn id="502" dur="1" fill="hold">
                                          <p:stCondLst>
                                            <p:cond delay="0"/>
                                          </p:stCondLst>
                                        </p:cTn>
                                        <p:tgtEl>
                                          <p:spTgt spid="256"/>
                                        </p:tgtEl>
                                        <p:attrNameLst>
                                          <p:attrName>style.visibility</p:attrName>
                                        </p:attrNameLst>
                                      </p:cBhvr>
                                      <p:to>
                                        <p:strVal val="visible"/>
                                      </p:to>
                                    </p:set>
                                  </p:childTnLst>
                                </p:cTn>
                              </p:par>
                              <p:par>
                                <p:cTn id="503" presetID="1" presetClass="entr" presetSubtype="0" fill="hold" nodeType="withEffect">
                                  <p:stCondLst>
                                    <p:cond delay="0"/>
                                  </p:stCondLst>
                                  <p:childTnLst>
                                    <p:set>
                                      <p:cBhvr>
                                        <p:cTn id="504" dur="1" fill="hold">
                                          <p:stCondLst>
                                            <p:cond delay="0"/>
                                          </p:stCondLst>
                                        </p:cTn>
                                        <p:tgtEl>
                                          <p:spTgt spid="257"/>
                                        </p:tgtEl>
                                        <p:attrNameLst>
                                          <p:attrName>style.visibility</p:attrName>
                                        </p:attrNameLst>
                                      </p:cBhvr>
                                      <p:to>
                                        <p:strVal val="visible"/>
                                      </p:to>
                                    </p:set>
                                  </p:childTnLst>
                                </p:cTn>
                              </p:par>
                              <p:par>
                                <p:cTn id="505" presetID="1" presetClass="entr" presetSubtype="0" fill="hold" nodeType="withEffect">
                                  <p:stCondLst>
                                    <p:cond delay="0"/>
                                  </p:stCondLst>
                                  <p:childTnLst>
                                    <p:set>
                                      <p:cBhvr>
                                        <p:cTn id="506" dur="1" fill="hold">
                                          <p:stCondLst>
                                            <p:cond delay="0"/>
                                          </p:stCondLst>
                                        </p:cTn>
                                        <p:tgtEl>
                                          <p:spTgt spid="258"/>
                                        </p:tgtEl>
                                        <p:attrNameLst>
                                          <p:attrName>style.visibility</p:attrName>
                                        </p:attrNameLst>
                                      </p:cBhvr>
                                      <p:to>
                                        <p:strVal val="visible"/>
                                      </p:to>
                                    </p:set>
                                  </p:childTnLst>
                                </p:cTn>
                              </p:par>
                              <p:par>
                                <p:cTn id="507" presetID="1" presetClass="entr" presetSubtype="0" fill="hold" nodeType="withEffect">
                                  <p:stCondLst>
                                    <p:cond delay="0"/>
                                  </p:stCondLst>
                                  <p:childTnLst>
                                    <p:set>
                                      <p:cBhvr>
                                        <p:cTn id="508" dur="1" fill="hold">
                                          <p:stCondLst>
                                            <p:cond delay="0"/>
                                          </p:stCondLst>
                                        </p:cTn>
                                        <p:tgtEl>
                                          <p:spTgt spid="259"/>
                                        </p:tgtEl>
                                        <p:attrNameLst>
                                          <p:attrName>style.visibility</p:attrName>
                                        </p:attrNameLst>
                                      </p:cBhvr>
                                      <p:to>
                                        <p:strVal val="visible"/>
                                      </p:to>
                                    </p:set>
                                  </p:childTnLst>
                                </p:cTn>
                              </p:par>
                              <p:par>
                                <p:cTn id="509" presetID="1" presetClass="entr" presetSubtype="0" fill="hold" nodeType="withEffect">
                                  <p:stCondLst>
                                    <p:cond delay="0"/>
                                  </p:stCondLst>
                                  <p:childTnLst>
                                    <p:set>
                                      <p:cBhvr>
                                        <p:cTn id="510" dur="1" fill="hold">
                                          <p:stCondLst>
                                            <p:cond delay="0"/>
                                          </p:stCondLst>
                                        </p:cTn>
                                        <p:tgtEl>
                                          <p:spTgt spid="260"/>
                                        </p:tgtEl>
                                        <p:attrNameLst>
                                          <p:attrName>style.visibility</p:attrName>
                                        </p:attrNameLst>
                                      </p:cBhvr>
                                      <p:to>
                                        <p:strVal val="visible"/>
                                      </p:to>
                                    </p:set>
                                  </p:childTnLst>
                                </p:cTn>
                              </p:par>
                              <p:par>
                                <p:cTn id="511" presetID="1" presetClass="entr" presetSubtype="0" fill="hold" nodeType="withEffect">
                                  <p:stCondLst>
                                    <p:cond delay="0"/>
                                  </p:stCondLst>
                                  <p:childTnLst>
                                    <p:set>
                                      <p:cBhvr>
                                        <p:cTn id="512" dur="1" fill="hold">
                                          <p:stCondLst>
                                            <p:cond delay="0"/>
                                          </p:stCondLst>
                                        </p:cTn>
                                        <p:tgtEl>
                                          <p:spTgt spid="261"/>
                                        </p:tgtEl>
                                        <p:attrNameLst>
                                          <p:attrName>style.visibility</p:attrName>
                                        </p:attrNameLst>
                                      </p:cBhvr>
                                      <p:to>
                                        <p:strVal val="visible"/>
                                      </p:to>
                                    </p:set>
                                  </p:childTnLst>
                                </p:cTn>
                              </p:par>
                              <p:par>
                                <p:cTn id="513" presetID="1" presetClass="entr" presetSubtype="0" fill="hold" nodeType="withEffect">
                                  <p:stCondLst>
                                    <p:cond delay="0"/>
                                  </p:stCondLst>
                                  <p:childTnLst>
                                    <p:set>
                                      <p:cBhvr>
                                        <p:cTn id="514" dur="1" fill="hold">
                                          <p:stCondLst>
                                            <p:cond delay="0"/>
                                          </p:stCondLst>
                                        </p:cTn>
                                        <p:tgtEl>
                                          <p:spTgt spid="262"/>
                                        </p:tgtEl>
                                        <p:attrNameLst>
                                          <p:attrName>style.visibility</p:attrName>
                                        </p:attrNameLst>
                                      </p:cBhvr>
                                      <p:to>
                                        <p:strVal val="visible"/>
                                      </p:to>
                                    </p:set>
                                  </p:childTnLst>
                                </p:cTn>
                              </p:par>
                              <p:par>
                                <p:cTn id="515" presetID="1" presetClass="entr" presetSubtype="0" fill="hold" nodeType="withEffect">
                                  <p:stCondLst>
                                    <p:cond delay="0"/>
                                  </p:stCondLst>
                                  <p:childTnLst>
                                    <p:set>
                                      <p:cBhvr>
                                        <p:cTn id="516" dur="1" fill="hold">
                                          <p:stCondLst>
                                            <p:cond delay="0"/>
                                          </p:stCondLst>
                                        </p:cTn>
                                        <p:tgtEl>
                                          <p:spTgt spid="263"/>
                                        </p:tgtEl>
                                        <p:attrNameLst>
                                          <p:attrName>style.visibility</p:attrName>
                                        </p:attrNameLst>
                                      </p:cBhvr>
                                      <p:to>
                                        <p:strVal val="visible"/>
                                      </p:to>
                                    </p:set>
                                  </p:childTnLst>
                                </p:cTn>
                              </p:par>
                              <p:par>
                                <p:cTn id="517" presetID="1" presetClass="entr" presetSubtype="0" fill="hold" nodeType="withEffect">
                                  <p:stCondLst>
                                    <p:cond delay="0"/>
                                  </p:stCondLst>
                                  <p:childTnLst>
                                    <p:set>
                                      <p:cBhvr>
                                        <p:cTn id="518" dur="1" fill="hold">
                                          <p:stCondLst>
                                            <p:cond delay="0"/>
                                          </p:stCondLst>
                                        </p:cTn>
                                        <p:tgtEl>
                                          <p:spTgt spid="264"/>
                                        </p:tgtEl>
                                        <p:attrNameLst>
                                          <p:attrName>style.visibility</p:attrName>
                                        </p:attrNameLst>
                                      </p:cBhvr>
                                      <p:to>
                                        <p:strVal val="visible"/>
                                      </p:to>
                                    </p:set>
                                  </p:childTnLst>
                                </p:cTn>
                              </p:par>
                              <p:par>
                                <p:cTn id="519" presetID="1" presetClass="entr" presetSubtype="0" fill="hold" nodeType="withEffect">
                                  <p:stCondLst>
                                    <p:cond delay="0"/>
                                  </p:stCondLst>
                                  <p:childTnLst>
                                    <p:set>
                                      <p:cBhvr>
                                        <p:cTn id="520" dur="1" fill="hold">
                                          <p:stCondLst>
                                            <p:cond delay="0"/>
                                          </p:stCondLst>
                                        </p:cTn>
                                        <p:tgtEl>
                                          <p:spTgt spid="265"/>
                                        </p:tgtEl>
                                        <p:attrNameLst>
                                          <p:attrName>style.visibility</p:attrName>
                                        </p:attrNameLst>
                                      </p:cBhvr>
                                      <p:to>
                                        <p:strVal val="visible"/>
                                      </p:to>
                                    </p:set>
                                  </p:childTnLst>
                                </p:cTn>
                              </p:par>
                              <p:par>
                                <p:cTn id="521" presetID="1" presetClass="entr" presetSubtype="0" fill="hold" nodeType="withEffect">
                                  <p:stCondLst>
                                    <p:cond delay="0"/>
                                  </p:stCondLst>
                                  <p:childTnLst>
                                    <p:set>
                                      <p:cBhvr>
                                        <p:cTn id="522" dur="1" fill="hold">
                                          <p:stCondLst>
                                            <p:cond delay="0"/>
                                          </p:stCondLst>
                                        </p:cTn>
                                        <p:tgtEl>
                                          <p:spTgt spid="266"/>
                                        </p:tgtEl>
                                        <p:attrNameLst>
                                          <p:attrName>style.visibility</p:attrName>
                                        </p:attrNameLst>
                                      </p:cBhvr>
                                      <p:to>
                                        <p:strVal val="visible"/>
                                      </p:to>
                                    </p:set>
                                  </p:childTnLst>
                                </p:cTn>
                              </p:par>
                              <p:par>
                                <p:cTn id="523" presetID="1" presetClass="entr" presetSubtype="0" fill="hold" nodeType="withEffect">
                                  <p:stCondLst>
                                    <p:cond delay="0"/>
                                  </p:stCondLst>
                                  <p:childTnLst>
                                    <p:set>
                                      <p:cBhvr>
                                        <p:cTn id="524" dur="1" fill="hold">
                                          <p:stCondLst>
                                            <p:cond delay="0"/>
                                          </p:stCondLst>
                                        </p:cTn>
                                        <p:tgtEl>
                                          <p:spTgt spid="267"/>
                                        </p:tgtEl>
                                        <p:attrNameLst>
                                          <p:attrName>style.visibility</p:attrName>
                                        </p:attrNameLst>
                                      </p:cBhvr>
                                      <p:to>
                                        <p:strVal val="visible"/>
                                      </p:to>
                                    </p:set>
                                  </p:childTnLst>
                                </p:cTn>
                              </p:par>
                              <p:par>
                                <p:cTn id="525" presetID="1" presetClass="entr" presetSubtype="0" fill="hold" nodeType="withEffect">
                                  <p:stCondLst>
                                    <p:cond delay="0"/>
                                  </p:stCondLst>
                                  <p:childTnLst>
                                    <p:set>
                                      <p:cBhvr>
                                        <p:cTn id="526" dur="1" fill="hold">
                                          <p:stCondLst>
                                            <p:cond delay="0"/>
                                          </p:stCondLst>
                                        </p:cTn>
                                        <p:tgtEl>
                                          <p:spTgt spid="268"/>
                                        </p:tgtEl>
                                        <p:attrNameLst>
                                          <p:attrName>style.visibility</p:attrName>
                                        </p:attrNameLst>
                                      </p:cBhvr>
                                      <p:to>
                                        <p:strVal val="visible"/>
                                      </p:to>
                                    </p:set>
                                  </p:childTnLst>
                                </p:cTn>
                              </p:par>
                              <p:par>
                                <p:cTn id="527" presetID="1" presetClass="entr" presetSubtype="0" fill="hold" nodeType="withEffect">
                                  <p:stCondLst>
                                    <p:cond delay="0"/>
                                  </p:stCondLst>
                                  <p:childTnLst>
                                    <p:set>
                                      <p:cBhvr>
                                        <p:cTn id="528" dur="1" fill="hold">
                                          <p:stCondLst>
                                            <p:cond delay="0"/>
                                          </p:stCondLst>
                                        </p:cTn>
                                        <p:tgtEl>
                                          <p:spTgt spid="269"/>
                                        </p:tgtEl>
                                        <p:attrNameLst>
                                          <p:attrName>style.visibility</p:attrName>
                                        </p:attrNameLst>
                                      </p:cBhvr>
                                      <p:to>
                                        <p:strVal val="visible"/>
                                      </p:to>
                                    </p:set>
                                  </p:childTnLst>
                                </p:cTn>
                              </p:par>
                              <p:par>
                                <p:cTn id="529" presetID="1" presetClass="entr" presetSubtype="0" fill="hold" nodeType="withEffect">
                                  <p:stCondLst>
                                    <p:cond delay="0"/>
                                  </p:stCondLst>
                                  <p:childTnLst>
                                    <p:set>
                                      <p:cBhvr>
                                        <p:cTn id="530" dur="1" fill="hold">
                                          <p:stCondLst>
                                            <p:cond delay="0"/>
                                          </p:stCondLst>
                                        </p:cTn>
                                        <p:tgtEl>
                                          <p:spTgt spid="270"/>
                                        </p:tgtEl>
                                        <p:attrNameLst>
                                          <p:attrName>style.visibility</p:attrName>
                                        </p:attrNameLst>
                                      </p:cBhvr>
                                      <p:to>
                                        <p:strVal val="visible"/>
                                      </p:to>
                                    </p:set>
                                  </p:childTnLst>
                                </p:cTn>
                              </p:par>
                              <p:par>
                                <p:cTn id="531" presetID="1" presetClass="entr" presetSubtype="0" fill="hold" nodeType="withEffect">
                                  <p:stCondLst>
                                    <p:cond delay="0"/>
                                  </p:stCondLst>
                                  <p:childTnLst>
                                    <p:set>
                                      <p:cBhvr>
                                        <p:cTn id="532" dur="1" fill="hold">
                                          <p:stCondLst>
                                            <p:cond delay="0"/>
                                          </p:stCondLst>
                                        </p:cTn>
                                        <p:tgtEl>
                                          <p:spTgt spid="271"/>
                                        </p:tgtEl>
                                        <p:attrNameLst>
                                          <p:attrName>style.visibility</p:attrName>
                                        </p:attrNameLst>
                                      </p:cBhvr>
                                      <p:to>
                                        <p:strVal val="visible"/>
                                      </p:to>
                                    </p:set>
                                  </p:childTnLst>
                                </p:cTn>
                              </p:par>
                              <p:par>
                                <p:cTn id="533" presetID="1" presetClass="entr" presetSubtype="0" fill="hold" nodeType="withEffect">
                                  <p:stCondLst>
                                    <p:cond delay="0"/>
                                  </p:stCondLst>
                                  <p:childTnLst>
                                    <p:set>
                                      <p:cBhvr>
                                        <p:cTn id="534" dur="1" fill="hold">
                                          <p:stCondLst>
                                            <p:cond delay="0"/>
                                          </p:stCondLst>
                                        </p:cTn>
                                        <p:tgtEl>
                                          <p:spTgt spid="272"/>
                                        </p:tgtEl>
                                        <p:attrNameLst>
                                          <p:attrName>style.visibility</p:attrName>
                                        </p:attrNameLst>
                                      </p:cBhvr>
                                      <p:to>
                                        <p:strVal val="visible"/>
                                      </p:to>
                                    </p:set>
                                  </p:childTnLst>
                                </p:cTn>
                              </p:par>
                              <p:par>
                                <p:cTn id="535" presetID="1" presetClass="entr" presetSubtype="0" fill="hold" nodeType="withEffect">
                                  <p:stCondLst>
                                    <p:cond delay="0"/>
                                  </p:stCondLst>
                                  <p:childTnLst>
                                    <p:set>
                                      <p:cBhvr>
                                        <p:cTn id="536" dur="1" fill="hold">
                                          <p:stCondLst>
                                            <p:cond delay="0"/>
                                          </p:stCondLst>
                                        </p:cTn>
                                        <p:tgtEl>
                                          <p:spTgt spid="273"/>
                                        </p:tgtEl>
                                        <p:attrNameLst>
                                          <p:attrName>style.visibility</p:attrName>
                                        </p:attrNameLst>
                                      </p:cBhvr>
                                      <p:to>
                                        <p:strVal val="visible"/>
                                      </p:to>
                                    </p:set>
                                  </p:childTnLst>
                                </p:cTn>
                              </p:par>
                              <p:par>
                                <p:cTn id="537" presetID="1" presetClass="entr" presetSubtype="0" fill="hold" nodeType="withEffect">
                                  <p:stCondLst>
                                    <p:cond delay="0"/>
                                  </p:stCondLst>
                                  <p:childTnLst>
                                    <p:set>
                                      <p:cBhvr>
                                        <p:cTn id="538" dur="1" fill="hold">
                                          <p:stCondLst>
                                            <p:cond delay="0"/>
                                          </p:stCondLst>
                                        </p:cTn>
                                        <p:tgtEl>
                                          <p:spTgt spid="274"/>
                                        </p:tgtEl>
                                        <p:attrNameLst>
                                          <p:attrName>style.visibility</p:attrName>
                                        </p:attrNameLst>
                                      </p:cBhvr>
                                      <p:to>
                                        <p:strVal val="visible"/>
                                      </p:to>
                                    </p:set>
                                  </p:childTnLst>
                                </p:cTn>
                              </p:par>
                              <p:par>
                                <p:cTn id="539" presetID="1" presetClass="entr" presetSubtype="0" fill="hold" nodeType="withEffect">
                                  <p:stCondLst>
                                    <p:cond delay="0"/>
                                  </p:stCondLst>
                                  <p:childTnLst>
                                    <p:set>
                                      <p:cBhvr>
                                        <p:cTn id="540" dur="1" fill="hold">
                                          <p:stCondLst>
                                            <p:cond delay="0"/>
                                          </p:stCondLst>
                                        </p:cTn>
                                        <p:tgtEl>
                                          <p:spTgt spid="275"/>
                                        </p:tgtEl>
                                        <p:attrNameLst>
                                          <p:attrName>style.visibility</p:attrName>
                                        </p:attrNameLst>
                                      </p:cBhvr>
                                      <p:to>
                                        <p:strVal val="visible"/>
                                      </p:to>
                                    </p:set>
                                  </p:childTnLst>
                                </p:cTn>
                              </p:par>
                              <p:par>
                                <p:cTn id="541" presetID="1" presetClass="entr" presetSubtype="0" fill="hold" nodeType="withEffect">
                                  <p:stCondLst>
                                    <p:cond delay="0"/>
                                  </p:stCondLst>
                                  <p:childTnLst>
                                    <p:set>
                                      <p:cBhvr>
                                        <p:cTn id="542" dur="1" fill="hold">
                                          <p:stCondLst>
                                            <p:cond delay="0"/>
                                          </p:stCondLst>
                                        </p:cTn>
                                        <p:tgtEl>
                                          <p:spTgt spid="276"/>
                                        </p:tgtEl>
                                        <p:attrNameLst>
                                          <p:attrName>style.visibility</p:attrName>
                                        </p:attrNameLst>
                                      </p:cBhvr>
                                      <p:to>
                                        <p:strVal val="visible"/>
                                      </p:to>
                                    </p:set>
                                  </p:childTnLst>
                                </p:cTn>
                              </p:par>
                              <p:par>
                                <p:cTn id="543" presetID="1" presetClass="entr" presetSubtype="0" fill="hold" nodeType="withEffect">
                                  <p:stCondLst>
                                    <p:cond delay="0"/>
                                  </p:stCondLst>
                                  <p:childTnLst>
                                    <p:set>
                                      <p:cBhvr>
                                        <p:cTn id="544" dur="1" fill="hold">
                                          <p:stCondLst>
                                            <p:cond delay="0"/>
                                          </p:stCondLst>
                                        </p:cTn>
                                        <p:tgtEl>
                                          <p:spTgt spid="277"/>
                                        </p:tgtEl>
                                        <p:attrNameLst>
                                          <p:attrName>style.visibility</p:attrName>
                                        </p:attrNameLst>
                                      </p:cBhvr>
                                      <p:to>
                                        <p:strVal val="visible"/>
                                      </p:to>
                                    </p:set>
                                  </p:childTnLst>
                                </p:cTn>
                              </p:par>
                              <p:par>
                                <p:cTn id="545" presetID="1" presetClass="entr" presetSubtype="0" fill="hold" nodeType="withEffect">
                                  <p:stCondLst>
                                    <p:cond delay="0"/>
                                  </p:stCondLst>
                                  <p:childTnLst>
                                    <p:set>
                                      <p:cBhvr>
                                        <p:cTn id="546" dur="1" fill="hold">
                                          <p:stCondLst>
                                            <p:cond delay="0"/>
                                          </p:stCondLst>
                                        </p:cTn>
                                        <p:tgtEl>
                                          <p:spTgt spid="278"/>
                                        </p:tgtEl>
                                        <p:attrNameLst>
                                          <p:attrName>style.visibility</p:attrName>
                                        </p:attrNameLst>
                                      </p:cBhvr>
                                      <p:to>
                                        <p:strVal val="visible"/>
                                      </p:to>
                                    </p:set>
                                  </p:childTnLst>
                                </p:cTn>
                              </p:par>
                              <p:par>
                                <p:cTn id="547" presetID="1" presetClass="entr" presetSubtype="0" fill="hold" nodeType="withEffect">
                                  <p:stCondLst>
                                    <p:cond delay="0"/>
                                  </p:stCondLst>
                                  <p:childTnLst>
                                    <p:set>
                                      <p:cBhvr>
                                        <p:cTn id="548" dur="1" fill="hold">
                                          <p:stCondLst>
                                            <p:cond delay="0"/>
                                          </p:stCondLst>
                                        </p:cTn>
                                        <p:tgtEl>
                                          <p:spTgt spid="279"/>
                                        </p:tgtEl>
                                        <p:attrNameLst>
                                          <p:attrName>style.visibility</p:attrName>
                                        </p:attrNameLst>
                                      </p:cBhvr>
                                      <p:to>
                                        <p:strVal val="visible"/>
                                      </p:to>
                                    </p:set>
                                  </p:childTnLst>
                                </p:cTn>
                              </p:par>
                              <p:par>
                                <p:cTn id="549" presetID="1" presetClass="entr" presetSubtype="0" fill="hold" nodeType="withEffect">
                                  <p:stCondLst>
                                    <p:cond delay="0"/>
                                  </p:stCondLst>
                                  <p:childTnLst>
                                    <p:set>
                                      <p:cBhvr>
                                        <p:cTn id="550" dur="1" fill="hold">
                                          <p:stCondLst>
                                            <p:cond delay="0"/>
                                          </p:stCondLst>
                                        </p:cTn>
                                        <p:tgtEl>
                                          <p:spTgt spid="280"/>
                                        </p:tgtEl>
                                        <p:attrNameLst>
                                          <p:attrName>style.visibility</p:attrName>
                                        </p:attrNameLst>
                                      </p:cBhvr>
                                      <p:to>
                                        <p:strVal val="visible"/>
                                      </p:to>
                                    </p:set>
                                  </p:childTnLst>
                                </p:cTn>
                              </p:par>
                              <p:par>
                                <p:cTn id="551" presetID="1" presetClass="entr" presetSubtype="0" fill="hold" nodeType="withEffect">
                                  <p:stCondLst>
                                    <p:cond delay="0"/>
                                  </p:stCondLst>
                                  <p:childTnLst>
                                    <p:set>
                                      <p:cBhvr>
                                        <p:cTn id="552" dur="1" fill="hold">
                                          <p:stCondLst>
                                            <p:cond delay="0"/>
                                          </p:stCondLst>
                                        </p:cTn>
                                        <p:tgtEl>
                                          <p:spTgt spid="281"/>
                                        </p:tgtEl>
                                        <p:attrNameLst>
                                          <p:attrName>style.visibility</p:attrName>
                                        </p:attrNameLst>
                                      </p:cBhvr>
                                      <p:to>
                                        <p:strVal val="visible"/>
                                      </p:to>
                                    </p:set>
                                  </p:childTnLst>
                                </p:cTn>
                              </p:par>
                              <p:par>
                                <p:cTn id="553" presetID="1" presetClass="entr" presetSubtype="0" fill="hold" nodeType="withEffect">
                                  <p:stCondLst>
                                    <p:cond delay="0"/>
                                  </p:stCondLst>
                                  <p:childTnLst>
                                    <p:set>
                                      <p:cBhvr>
                                        <p:cTn id="554" dur="1" fill="hold">
                                          <p:stCondLst>
                                            <p:cond delay="0"/>
                                          </p:stCondLst>
                                        </p:cTn>
                                        <p:tgtEl>
                                          <p:spTgt spid="282"/>
                                        </p:tgtEl>
                                        <p:attrNameLst>
                                          <p:attrName>style.visibility</p:attrName>
                                        </p:attrNameLst>
                                      </p:cBhvr>
                                      <p:to>
                                        <p:strVal val="visible"/>
                                      </p:to>
                                    </p:set>
                                  </p:childTnLst>
                                </p:cTn>
                              </p:par>
                              <p:par>
                                <p:cTn id="555" presetID="1" presetClass="entr" presetSubtype="0" fill="hold" nodeType="withEffect">
                                  <p:stCondLst>
                                    <p:cond delay="0"/>
                                  </p:stCondLst>
                                  <p:childTnLst>
                                    <p:set>
                                      <p:cBhvr>
                                        <p:cTn id="556" dur="1" fill="hold">
                                          <p:stCondLst>
                                            <p:cond delay="0"/>
                                          </p:stCondLst>
                                        </p:cTn>
                                        <p:tgtEl>
                                          <p:spTgt spid="283"/>
                                        </p:tgtEl>
                                        <p:attrNameLst>
                                          <p:attrName>style.visibility</p:attrName>
                                        </p:attrNameLst>
                                      </p:cBhvr>
                                      <p:to>
                                        <p:strVal val="visible"/>
                                      </p:to>
                                    </p:set>
                                  </p:childTnLst>
                                </p:cTn>
                              </p:par>
                              <p:par>
                                <p:cTn id="557" presetID="1" presetClass="entr" presetSubtype="0" fill="hold" nodeType="withEffect">
                                  <p:stCondLst>
                                    <p:cond delay="0"/>
                                  </p:stCondLst>
                                  <p:childTnLst>
                                    <p:set>
                                      <p:cBhvr>
                                        <p:cTn id="558" dur="1" fill="hold">
                                          <p:stCondLst>
                                            <p:cond delay="0"/>
                                          </p:stCondLst>
                                        </p:cTn>
                                        <p:tgtEl>
                                          <p:spTgt spid="284"/>
                                        </p:tgtEl>
                                        <p:attrNameLst>
                                          <p:attrName>style.visibility</p:attrName>
                                        </p:attrNameLst>
                                      </p:cBhvr>
                                      <p:to>
                                        <p:strVal val="visible"/>
                                      </p:to>
                                    </p:set>
                                  </p:childTnLst>
                                </p:cTn>
                              </p:par>
                              <p:par>
                                <p:cTn id="559" presetID="1" presetClass="entr" presetSubtype="0" fill="hold" nodeType="withEffect">
                                  <p:stCondLst>
                                    <p:cond delay="0"/>
                                  </p:stCondLst>
                                  <p:childTnLst>
                                    <p:set>
                                      <p:cBhvr>
                                        <p:cTn id="560" dur="1" fill="hold">
                                          <p:stCondLst>
                                            <p:cond delay="0"/>
                                          </p:stCondLst>
                                        </p:cTn>
                                        <p:tgtEl>
                                          <p:spTgt spid="285"/>
                                        </p:tgtEl>
                                        <p:attrNameLst>
                                          <p:attrName>style.visibility</p:attrName>
                                        </p:attrNameLst>
                                      </p:cBhvr>
                                      <p:to>
                                        <p:strVal val="visible"/>
                                      </p:to>
                                    </p:set>
                                  </p:childTnLst>
                                </p:cTn>
                              </p:par>
                              <p:par>
                                <p:cTn id="561" presetID="1" presetClass="entr" presetSubtype="0" fill="hold" nodeType="withEffect">
                                  <p:stCondLst>
                                    <p:cond delay="0"/>
                                  </p:stCondLst>
                                  <p:childTnLst>
                                    <p:set>
                                      <p:cBhvr>
                                        <p:cTn id="562" dur="1" fill="hold">
                                          <p:stCondLst>
                                            <p:cond delay="0"/>
                                          </p:stCondLst>
                                        </p:cTn>
                                        <p:tgtEl>
                                          <p:spTgt spid="286"/>
                                        </p:tgtEl>
                                        <p:attrNameLst>
                                          <p:attrName>style.visibility</p:attrName>
                                        </p:attrNameLst>
                                      </p:cBhvr>
                                      <p:to>
                                        <p:strVal val="visible"/>
                                      </p:to>
                                    </p:set>
                                  </p:childTnLst>
                                </p:cTn>
                              </p:par>
                              <p:par>
                                <p:cTn id="563" presetID="1" presetClass="entr" presetSubtype="0" fill="hold" nodeType="withEffect">
                                  <p:stCondLst>
                                    <p:cond delay="0"/>
                                  </p:stCondLst>
                                  <p:childTnLst>
                                    <p:set>
                                      <p:cBhvr>
                                        <p:cTn id="564" dur="1" fill="hold">
                                          <p:stCondLst>
                                            <p:cond delay="0"/>
                                          </p:stCondLst>
                                        </p:cTn>
                                        <p:tgtEl>
                                          <p:spTgt spid="287"/>
                                        </p:tgtEl>
                                        <p:attrNameLst>
                                          <p:attrName>style.visibility</p:attrName>
                                        </p:attrNameLst>
                                      </p:cBhvr>
                                      <p:to>
                                        <p:strVal val="visible"/>
                                      </p:to>
                                    </p:set>
                                  </p:childTnLst>
                                </p:cTn>
                              </p:par>
                              <p:par>
                                <p:cTn id="565" presetID="1" presetClass="entr" presetSubtype="0" fill="hold" nodeType="withEffect">
                                  <p:stCondLst>
                                    <p:cond delay="0"/>
                                  </p:stCondLst>
                                  <p:childTnLst>
                                    <p:set>
                                      <p:cBhvr>
                                        <p:cTn id="566" dur="1" fill="hold">
                                          <p:stCondLst>
                                            <p:cond delay="0"/>
                                          </p:stCondLst>
                                        </p:cTn>
                                        <p:tgtEl>
                                          <p:spTgt spid="288"/>
                                        </p:tgtEl>
                                        <p:attrNameLst>
                                          <p:attrName>style.visibility</p:attrName>
                                        </p:attrNameLst>
                                      </p:cBhvr>
                                      <p:to>
                                        <p:strVal val="visible"/>
                                      </p:to>
                                    </p:set>
                                  </p:childTnLst>
                                </p:cTn>
                              </p:par>
                              <p:par>
                                <p:cTn id="567" presetID="1" presetClass="entr" presetSubtype="0" fill="hold" nodeType="withEffect">
                                  <p:stCondLst>
                                    <p:cond delay="0"/>
                                  </p:stCondLst>
                                  <p:childTnLst>
                                    <p:set>
                                      <p:cBhvr>
                                        <p:cTn id="568" dur="1" fill="hold">
                                          <p:stCondLst>
                                            <p:cond delay="0"/>
                                          </p:stCondLst>
                                        </p:cTn>
                                        <p:tgtEl>
                                          <p:spTgt spid="289"/>
                                        </p:tgtEl>
                                        <p:attrNameLst>
                                          <p:attrName>style.visibility</p:attrName>
                                        </p:attrNameLst>
                                      </p:cBhvr>
                                      <p:to>
                                        <p:strVal val="visible"/>
                                      </p:to>
                                    </p:set>
                                  </p:childTnLst>
                                </p:cTn>
                              </p:par>
                              <p:par>
                                <p:cTn id="569" presetID="1" presetClass="entr" presetSubtype="0" fill="hold" nodeType="withEffect">
                                  <p:stCondLst>
                                    <p:cond delay="0"/>
                                  </p:stCondLst>
                                  <p:childTnLst>
                                    <p:set>
                                      <p:cBhvr>
                                        <p:cTn id="570" dur="1" fill="hold">
                                          <p:stCondLst>
                                            <p:cond delay="0"/>
                                          </p:stCondLst>
                                        </p:cTn>
                                        <p:tgtEl>
                                          <p:spTgt spid="290"/>
                                        </p:tgtEl>
                                        <p:attrNameLst>
                                          <p:attrName>style.visibility</p:attrName>
                                        </p:attrNameLst>
                                      </p:cBhvr>
                                      <p:to>
                                        <p:strVal val="visible"/>
                                      </p:to>
                                    </p:set>
                                  </p:childTnLst>
                                </p:cTn>
                              </p:par>
                              <p:par>
                                <p:cTn id="571" presetID="1" presetClass="entr" presetSubtype="0" fill="hold" nodeType="withEffect">
                                  <p:stCondLst>
                                    <p:cond delay="0"/>
                                  </p:stCondLst>
                                  <p:childTnLst>
                                    <p:set>
                                      <p:cBhvr>
                                        <p:cTn id="572" dur="1" fill="hold">
                                          <p:stCondLst>
                                            <p:cond delay="0"/>
                                          </p:stCondLst>
                                        </p:cTn>
                                        <p:tgtEl>
                                          <p:spTgt spid="291"/>
                                        </p:tgtEl>
                                        <p:attrNameLst>
                                          <p:attrName>style.visibility</p:attrName>
                                        </p:attrNameLst>
                                      </p:cBhvr>
                                      <p:to>
                                        <p:strVal val="visible"/>
                                      </p:to>
                                    </p:set>
                                  </p:childTnLst>
                                </p:cTn>
                              </p:par>
                              <p:par>
                                <p:cTn id="573" presetID="1" presetClass="entr" presetSubtype="0" fill="hold" nodeType="withEffect">
                                  <p:stCondLst>
                                    <p:cond delay="0"/>
                                  </p:stCondLst>
                                  <p:childTnLst>
                                    <p:set>
                                      <p:cBhvr>
                                        <p:cTn id="574" dur="1" fill="hold">
                                          <p:stCondLst>
                                            <p:cond delay="0"/>
                                          </p:stCondLst>
                                        </p:cTn>
                                        <p:tgtEl>
                                          <p:spTgt spid="292"/>
                                        </p:tgtEl>
                                        <p:attrNameLst>
                                          <p:attrName>style.visibility</p:attrName>
                                        </p:attrNameLst>
                                      </p:cBhvr>
                                      <p:to>
                                        <p:strVal val="visible"/>
                                      </p:to>
                                    </p:set>
                                  </p:childTnLst>
                                </p:cTn>
                              </p:par>
                              <p:par>
                                <p:cTn id="575" presetID="1" presetClass="entr" presetSubtype="0" fill="hold" nodeType="withEffect">
                                  <p:stCondLst>
                                    <p:cond delay="0"/>
                                  </p:stCondLst>
                                  <p:childTnLst>
                                    <p:set>
                                      <p:cBhvr>
                                        <p:cTn id="576" dur="1" fill="hold">
                                          <p:stCondLst>
                                            <p:cond delay="0"/>
                                          </p:stCondLst>
                                        </p:cTn>
                                        <p:tgtEl>
                                          <p:spTgt spid="293"/>
                                        </p:tgtEl>
                                        <p:attrNameLst>
                                          <p:attrName>style.visibility</p:attrName>
                                        </p:attrNameLst>
                                      </p:cBhvr>
                                      <p:to>
                                        <p:strVal val="visible"/>
                                      </p:to>
                                    </p:set>
                                  </p:childTnLst>
                                </p:cTn>
                              </p:par>
                              <p:par>
                                <p:cTn id="577" presetID="1" presetClass="entr" presetSubtype="0" fill="hold" nodeType="withEffect">
                                  <p:stCondLst>
                                    <p:cond delay="0"/>
                                  </p:stCondLst>
                                  <p:childTnLst>
                                    <p:set>
                                      <p:cBhvr>
                                        <p:cTn id="578" dur="1" fill="hold">
                                          <p:stCondLst>
                                            <p:cond delay="0"/>
                                          </p:stCondLst>
                                        </p:cTn>
                                        <p:tgtEl>
                                          <p:spTgt spid="294"/>
                                        </p:tgtEl>
                                        <p:attrNameLst>
                                          <p:attrName>style.visibility</p:attrName>
                                        </p:attrNameLst>
                                      </p:cBhvr>
                                      <p:to>
                                        <p:strVal val="visible"/>
                                      </p:to>
                                    </p:set>
                                  </p:childTnLst>
                                </p:cTn>
                              </p:par>
                              <p:par>
                                <p:cTn id="579" presetID="1" presetClass="entr" presetSubtype="0" fill="hold" nodeType="withEffect">
                                  <p:stCondLst>
                                    <p:cond delay="0"/>
                                  </p:stCondLst>
                                  <p:childTnLst>
                                    <p:set>
                                      <p:cBhvr>
                                        <p:cTn id="580" dur="1" fill="hold">
                                          <p:stCondLst>
                                            <p:cond delay="0"/>
                                          </p:stCondLst>
                                        </p:cTn>
                                        <p:tgtEl>
                                          <p:spTgt spid="295"/>
                                        </p:tgtEl>
                                        <p:attrNameLst>
                                          <p:attrName>style.visibility</p:attrName>
                                        </p:attrNameLst>
                                      </p:cBhvr>
                                      <p:to>
                                        <p:strVal val="visible"/>
                                      </p:to>
                                    </p:set>
                                  </p:childTnLst>
                                </p:cTn>
                              </p:par>
                              <p:par>
                                <p:cTn id="581" presetID="1" presetClass="entr" presetSubtype="0" fill="hold" nodeType="withEffect">
                                  <p:stCondLst>
                                    <p:cond delay="0"/>
                                  </p:stCondLst>
                                  <p:childTnLst>
                                    <p:set>
                                      <p:cBhvr>
                                        <p:cTn id="582" dur="1" fill="hold">
                                          <p:stCondLst>
                                            <p:cond delay="0"/>
                                          </p:stCondLst>
                                        </p:cTn>
                                        <p:tgtEl>
                                          <p:spTgt spid="296"/>
                                        </p:tgtEl>
                                        <p:attrNameLst>
                                          <p:attrName>style.visibility</p:attrName>
                                        </p:attrNameLst>
                                      </p:cBhvr>
                                      <p:to>
                                        <p:strVal val="visible"/>
                                      </p:to>
                                    </p:set>
                                  </p:childTnLst>
                                </p:cTn>
                              </p:par>
                              <p:par>
                                <p:cTn id="583" presetID="1" presetClass="entr" presetSubtype="0" fill="hold" nodeType="withEffect">
                                  <p:stCondLst>
                                    <p:cond delay="0"/>
                                  </p:stCondLst>
                                  <p:childTnLst>
                                    <p:set>
                                      <p:cBhvr>
                                        <p:cTn id="584" dur="1" fill="hold">
                                          <p:stCondLst>
                                            <p:cond delay="0"/>
                                          </p:stCondLst>
                                        </p:cTn>
                                        <p:tgtEl>
                                          <p:spTgt spid="297"/>
                                        </p:tgtEl>
                                        <p:attrNameLst>
                                          <p:attrName>style.visibility</p:attrName>
                                        </p:attrNameLst>
                                      </p:cBhvr>
                                      <p:to>
                                        <p:strVal val="visible"/>
                                      </p:to>
                                    </p:set>
                                  </p:childTnLst>
                                </p:cTn>
                              </p:par>
                              <p:par>
                                <p:cTn id="585" presetID="1" presetClass="entr" presetSubtype="0" fill="hold" nodeType="withEffect">
                                  <p:stCondLst>
                                    <p:cond delay="0"/>
                                  </p:stCondLst>
                                  <p:childTnLst>
                                    <p:set>
                                      <p:cBhvr>
                                        <p:cTn id="586" dur="1" fill="hold">
                                          <p:stCondLst>
                                            <p:cond delay="0"/>
                                          </p:stCondLst>
                                        </p:cTn>
                                        <p:tgtEl>
                                          <p:spTgt spid="298"/>
                                        </p:tgtEl>
                                        <p:attrNameLst>
                                          <p:attrName>style.visibility</p:attrName>
                                        </p:attrNameLst>
                                      </p:cBhvr>
                                      <p:to>
                                        <p:strVal val="visible"/>
                                      </p:to>
                                    </p:set>
                                  </p:childTnLst>
                                </p:cTn>
                              </p:par>
                              <p:par>
                                <p:cTn id="587" presetID="1" presetClass="entr" presetSubtype="0" fill="hold" nodeType="withEffect">
                                  <p:stCondLst>
                                    <p:cond delay="0"/>
                                  </p:stCondLst>
                                  <p:childTnLst>
                                    <p:set>
                                      <p:cBhvr>
                                        <p:cTn id="588" dur="1" fill="hold">
                                          <p:stCondLst>
                                            <p:cond delay="0"/>
                                          </p:stCondLst>
                                        </p:cTn>
                                        <p:tgtEl>
                                          <p:spTgt spid="299"/>
                                        </p:tgtEl>
                                        <p:attrNameLst>
                                          <p:attrName>style.visibility</p:attrName>
                                        </p:attrNameLst>
                                      </p:cBhvr>
                                      <p:to>
                                        <p:strVal val="visible"/>
                                      </p:to>
                                    </p:set>
                                  </p:childTnLst>
                                </p:cTn>
                              </p:par>
                              <p:par>
                                <p:cTn id="589" presetID="1" presetClass="entr" presetSubtype="0" fill="hold" nodeType="withEffect">
                                  <p:stCondLst>
                                    <p:cond delay="0"/>
                                  </p:stCondLst>
                                  <p:childTnLst>
                                    <p:set>
                                      <p:cBhvr>
                                        <p:cTn id="590" dur="1" fill="hold">
                                          <p:stCondLst>
                                            <p:cond delay="0"/>
                                          </p:stCondLst>
                                        </p:cTn>
                                        <p:tgtEl>
                                          <p:spTgt spid="300"/>
                                        </p:tgtEl>
                                        <p:attrNameLst>
                                          <p:attrName>style.visibility</p:attrName>
                                        </p:attrNameLst>
                                      </p:cBhvr>
                                      <p:to>
                                        <p:strVal val="visible"/>
                                      </p:to>
                                    </p:set>
                                  </p:childTnLst>
                                </p:cTn>
                              </p:par>
                              <p:par>
                                <p:cTn id="591" presetID="1" presetClass="entr" presetSubtype="0" fill="hold" nodeType="withEffect">
                                  <p:stCondLst>
                                    <p:cond delay="0"/>
                                  </p:stCondLst>
                                  <p:childTnLst>
                                    <p:set>
                                      <p:cBhvr>
                                        <p:cTn id="592" dur="1" fill="hold">
                                          <p:stCondLst>
                                            <p:cond delay="0"/>
                                          </p:stCondLst>
                                        </p:cTn>
                                        <p:tgtEl>
                                          <p:spTgt spid="301"/>
                                        </p:tgtEl>
                                        <p:attrNameLst>
                                          <p:attrName>style.visibility</p:attrName>
                                        </p:attrNameLst>
                                      </p:cBhvr>
                                      <p:to>
                                        <p:strVal val="visible"/>
                                      </p:to>
                                    </p:set>
                                  </p:childTnLst>
                                </p:cTn>
                              </p:par>
                              <p:par>
                                <p:cTn id="593" presetID="1" presetClass="entr" presetSubtype="0" fill="hold" nodeType="withEffect">
                                  <p:stCondLst>
                                    <p:cond delay="0"/>
                                  </p:stCondLst>
                                  <p:childTnLst>
                                    <p:set>
                                      <p:cBhvr>
                                        <p:cTn id="594" dur="1" fill="hold">
                                          <p:stCondLst>
                                            <p:cond delay="0"/>
                                          </p:stCondLst>
                                        </p:cTn>
                                        <p:tgtEl>
                                          <p:spTgt spid="302"/>
                                        </p:tgtEl>
                                        <p:attrNameLst>
                                          <p:attrName>style.visibility</p:attrName>
                                        </p:attrNameLst>
                                      </p:cBhvr>
                                      <p:to>
                                        <p:strVal val="visible"/>
                                      </p:to>
                                    </p:set>
                                  </p:childTnLst>
                                </p:cTn>
                              </p:par>
                              <p:par>
                                <p:cTn id="595" presetID="1" presetClass="entr" presetSubtype="0" fill="hold" nodeType="withEffect">
                                  <p:stCondLst>
                                    <p:cond delay="0"/>
                                  </p:stCondLst>
                                  <p:childTnLst>
                                    <p:set>
                                      <p:cBhvr>
                                        <p:cTn id="596" dur="1" fill="hold">
                                          <p:stCondLst>
                                            <p:cond delay="0"/>
                                          </p:stCondLst>
                                        </p:cTn>
                                        <p:tgtEl>
                                          <p:spTgt spid="303"/>
                                        </p:tgtEl>
                                        <p:attrNameLst>
                                          <p:attrName>style.visibility</p:attrName>
                                        </p:attrNameLst>
                                      </p:cBhvr>
                                      <p:to>
                                        <p:strVal val="visible"/>
                                      </p:to>
                                    </p:set>
                                  </p:childTnLst>
                                </p:cTn>
                              </p:par>
                              <p:par>
                                <p:cTn id="597" presetID="1" presetClass="entr" presetSubtype="0" fill="hold" nodeType="withEffect">
                                  <p:stCondLst>
                                    <p:cond delay="0"/>
                                  </p:stCondLst>
                                  <p:childTnLst>
                                    <p:set>
                                      <p:cBhvr>
                                        <p:cTn id="598" dur="1" fill="hold">
                                          <p:stCondLst>
                                            <p:cond delay="0"/>
                                          </p:stCondLst>
                                        </p:cTn>
                                        <p:tgtEl>
                                          <p:spTgt spid="304"/>
                                        </p:tgtEl>
                                        <p:attrNameLst>
                                          <p:attrName>style.visibility</p:attrName>
                                        </p:attrNameLst>
                                      </p:cBhvr>
                                      <p:to>
                                        <p:strVal val="visible"/>
                                      </p:to>
                                    </p:set>
                                  </p:childTnLst>
                                </p:cTn>
                              </p:par>
                              <p:par>
                                <p:cTn id="599" presetID="1" presetClass="entr" presetSubtype="0" fill="hold" nodeType="withEffect">
                                  <p:stCondLst>
                                    <p:cond delay="0"/>
                                  </p:stCondLst>
                                  <p:childTnLst>
                                    <p:set>
                                      <p:cBhvr>
                                        <p:cTn id="600" dur="1" fill="hold">
                                          <p:stCondLst>
                                            <p:cond delay="0"/>
                                          </p:stCondLst>
                                        </p:cTn>
                                        <p:tgtEl>
                                          <p:spTgt spid="305"/>
                                        </p:tgtEl>
                                        <p:attrNameLst>
                                          <p:attrName>style.visibility</p:attrName>
                                        </p:attrNameLst>
                                      </p:cBhvr>
                                      <p:to>
                                        <p:strVal val="visible"/>
                                      </p:to>
                                    </p:set>
                                  </p:childTnLst>
                                </p:cTn>
                              </p:par>
                              <p:par>
                                <p:cTn id="601" presetID="1" presetClass="entr" presetSubtype="0" fill="hold" nodeType="withEffect">
                                  <p:stCondLst>
                                    <p:cond delay="0"/>
                                  </p:stCondLst>
                                  <p:childTnLst>
                                    <p:set>
                                      <p:cBhvr>
                                        <p:cTn id="602" dur="1" fill="hold">
                                          <p:stCondLst>
                                            <p:cond delay="0"/>
                                          </p:stCondLst>
                                        </p:cTn>
                                        <p:tgtEl>
                                          <p:spTgt spid="306"/>
                                        </p:tgtEl>
                                        <p:attrNameLst>
                                          <p:attrName>style.visibility</p:attrName>
                                        </p:attrNameLst>
                                      </p:cBhvr>
                                      <p:to>
                                        <p:strVal val="visible"/>
                                      </p:to>
                                    </p:set>
                                  </p:childTnLst>
                                </p:cTn>
                              </p:par>
                              <p:par>
                                <p:cTn id="603" presetID="1" presetClass="entr" presetSubtype="0" fill="hold" nodeType="withEffect">
                                  <p:stCondLst>
                                    <p:cond delay="0"/>
                                  </p:stCondLst>
                                  <p:childTnLst>
                                    <p:set>
                                      <p:cBhvr>
                                        <p:cTn id="604" dur="1" fill="hold">
                                          <p:stCondLst>
                                            <p:cond delay="0"/>
                                          </p:stCondLst>
                                        </p:cTn>
                                        <p:tgtEl>
                                          <p:spTgt spid="307"/>
                                        </p:tgtEl>
                                        <p:attrNameLst>
                                          <p:attrName>style.visibility</p:attrName>
                                        </p:attrNameLst>
                                      </p:cBhvr>
                                      <p:to>
                                        <p:strVal val="visible"/>
                                      </p:to>
                                    </p:set>
                                  </p:childTnLst>
                                </p:cTn>
                              </p:par>
                              <p:par>
                                <p:cTn id="605" presetID="1" presetClass="entr" presetSubtype="0" fill="hold" nodeType="withEffect">
                                  <p:stCondLst>
                                    <p:cond delay="0"/>
                                  </p:stCondLst>
                                  <p:childTnLst>
                                    <p:set>
                                      <p:cBhvr>
                                        <p:cTn id="606" dur="1" fill="hold">
                                          <p:stCondLst>
                                            <p:cond delay="0"/>
                                          </p:stCondLst>
                                        </p:cTn>
                                        <p:tgtEl>
                                          <p:spTgt spid="308"/>
                                        </p:tgtEl>
                                        <p:attrNameLst>
                                          <p:attrName>style.visibility</p:attrName>
                                        </p:attrNameLst>
                                      </p:cBhvr>
                                      <p:to>
                                        <p:strVal val="visible"/>
                                      </p:to>
                                    </p:set>
                                  </p:childTnLst>
                                </p:cTn>
                              </p:par>
                              <p:par>
                                <p:cTn id="607" presetID="1" presetClass="entr" presetSubtype="0" fill="hold" nodeType="withEffect">
                                  <p:stCondLst>
                                    <p:cond delay="0"/>
                                  </p:stCondLst>
                                  <p:childTnLst>
                                    <p:set>
                                      <p:cBhvr>
                                        <p:cTn id="608" dur="1" fill="hold">
                                          <p:stCondLst>
                                            <p:cond delay="0"/>
                                          </p:stCondLst>
                                        </p:cTn>
                                        <p:tgtEl>
                                          <p:spTgt spid="309"/>
                                        </p:tgtEl>
                                        <p:attrNameLst>
                                          <p:attrName>style.visibility</p:attrName>
                                        </p:attrNameLst>
                                      </p:cBhvr>
                                      <p:to>
                                        <p:strVal val="visible"/>
                                      </p:to>
                                    </p:set>
                                  </p:childTnLst>
                                </p:cTn>
                              </p:par>
                              <p:par>
                                <p:cTn id="609" presetID="1" presetClass="entr" presetSubtype="0" fill="hold" nodeType="withEffect">
                                  <p:stCondLst>
                                    <p:cond delay="0"/>
                                  </p:stCondLst>
                                  <p:childTnLst>
                                    <p:set>
                                      <p:cBhvr>
                                        <p:cTn id="610" dur="1" fill="hold">
                                          <p:stCondLst>
                                            <p:cond delay="0"/>
                                          </p:stCondLst>
                                        </p:cTn>
                                        <p:tgtEl>
                                          <p:spTgt spid="310"/>
                                        </p:tgtEl>
                                        <p:attrNameLst>
                                          <p:attrName>style.visibility</p:attrName>
                                        </p:attrNameLst>
                                      </p:cBhvr>
                                      <p:to>
                                        <p:strVal val="visible"/>
                                      </p:to>
                                    </p:set>
                                  </p:childTnLst>
                                </p:cTn>
                              </p:par>
                              <p:par>
                                <p:cTn id="611" presetID="1" presetClass="entr" presetSubtype="0" fill="hold" nodeType="withEffect">
                                  <p:stCondLst>
                                    <p:cond delay="0"/>
                                  </p:stCondLst>
                                  <p:childTnLst>
                                    <p:set>
                                      <p:cBhvr>
                                        <p:cTn id="612" dur="1" fill="hold">
                                          <p:stCondLst>
                                            <p:cond delay="0"/>
                                          </p:stCondLst>
                                        </p:cTn>
                                        <p:tgtEl>
                                          <p:spTgt spid="311"/>
                                        </p:tgtEl>
                                        <p:attrNameLst>
                                          <p:attrName>style.visibility</p:attrName>
                                        </p:attrNameLst>
                                      </p:cBhvr>
                                      <p:to>
                                        <p:strVal val="visible"/>
                                      </p:to>
                                    </p:set>
                                  </p:childTnLst>
                                </p:cTn>
                              </p:par>
                              <p:par>
                                <p:cTn id="613" presetID="1" presetClass="entr" presetSubtype="0" fill="hold" nodeType="withEffect">
                                  <p:stCondLst>
                                    <p:cond delay="0"/>
                                  </p:stCondLst>
                                  <p:childTnLst>
                                    <p:set>
                                      <p:cBhvr>
                                        <p:cTn id="614" dur="1" fill="hold">
                                          <p:stCondLst>
                                            <p:cond delay="0"/>
                                          </p:stCondLst>
                                        </p:cTn>
                                        <p:tgtEl>
                                          <p:spTgt spid="312"/>
                                        </p:tgtEl>
                                        <p:attrNameLst>
                                          <p:attrName>style.visibility</p:attrName>
                                        </p:attrNameLst>
                                      </p:cBhvr>
                                      <p:to>
                                        <p:strVal val="visible"/>
                                      </p:to>
                                    </p:set>
                                  </p:childTnLst>
                                </p:cTn>
                              </p:par>
                              <p:par>
                                <p:cTn id="615" presetID="1" presetClass="entr" presetSubtype="0" fill="hold" nodeType="withEffect">
                                  <p:stCondLst>
                                    <p:cond delay="0"/>
                                  </p:stCondLst>
                                  <p:childTnLst>
                                    <p:set>
                                      <p:cBhvr>
                                        <p:cTn id="616" dur="1" fill="hold">
                                          <p:stCondLst>
                                            <p:cond delay="0"/>
                                          </p:stCondLst>
                                        </p:cTn>
                                        <p:tgtEl>
                                          <p:spTgt spid="313"/>
                                        </p:tgtEl>
                                        <p:attrNameLst>
                                          <p:attrName>style.visibility</p:attrName>
                                        </p:attrNameLst>
                                      </p:cBhvr>
                                      <p:to>
                                        <p:strVal val="visible"/>
                                      </p:to>
                                    </p:set>
                                  </p:childTnLst>
                                </p:cTn>
                              </p:par>
                              <p:par>
                                <p:cTn id="617" presetID="1" presetClass="entr" presetSubtype="0" fill="hold" nodeType="withEffect">
                                  <p:stCondLst>
                                    <p:cond delay="0"/>
                                  </p:stCondLst>
                                  <p:childTnLst>
                                    <p:set>
                                      <p:cBhvr>
                                        <p:cTn id="618" dur="1" fill="hold">
                                          <p:stCondLst>
                                            <p:cond delay="0"/>
                                          </p:stCondLst>
                                        </p:cTn>
                                        <p:tgtEl>
                                          <p:spTgt spid="314"/>
                                        </p:tgtEl>
                                        <p:attrNameLst>
                                          <p:attrName>style.visibility</p:attrName>
                                        </p:attrNameLst>
                                      </p:cBhvr>
                                      <p:to>
                                        <p:strVal val="visible"/>
                                      </p:to>
                                    </p:set>
                                  </p:childTnLst>
                                </p:cTn>
                              </p:par>
                              <p:par>
                                <p:cTn id="619" presetID="1" presetClass="entr" presetSubtype="0" fill="hold" nodeType="withEffect">
                                  <p:stCondLst>
                                    <p:cond delay="0"/>
                                  </p:stCondLst>
                                  <p:childTnLst>
                                    <p:set>
                                      <p:cBhvr>
                                        <p:cTn id="620" dur="1" fill="hold">
                                          <p:stCondLst>
                                            <p:cond delay="0"/>
                                          </p:stCondLst>
                                        </p:cTn>
                                        <p:tgtEl>
                                          <p:spTgt spid="315"/>
                                        </p:tgtEl>
                                        <p:attrNameLst>
                                          <p:attrName>style.visibility</p:attrName>
                                        </p:attrNameLst>
                                      </p:cBhvr>
                                      <p:to>
                                        <p:strVal val="visible"/>
                                      </p:to>
                                    </p:set>
                                  </p:childTnLst>
                                </p:cTn>
                              </p:par>
                              <p:par>
                                <p:cTn id="621" presetID="1" presetClass="entr" presetSubtype="0" fill="hold" nodeType="withEffect">
                                  <p:stCondLst>
                                    <p:cond delay="0"/>
                                  </p:stCondLst>
                                  <p:childTnLst>
                                    <p:set>
                                      <p:cBhvr>
                                        <p:cTn id="622" dur="1" fill="hold">
                                          <p:stCondLst>
                                            <p:cond delay="0"/>
                                          </p:stCondLst>
                                        </p:cTn>
                                        <p:tgtEl>
                                          <p:spTgt spid="316"/>
                                        </p:tgtEl>
                                        <p:attrNameLst>
                                          <p:attrName>style.visibility</p:attrName>
                                        </p:attrNameLst>
                                      </p:cBhvr>
                                      <p:to>
                                        <p:strVal val="visible"/>
                                      </p:to>
                                    </p:set>
                                  </p:childTnLst>
                                </p:cTn>
                              </p:par>
                              <p:par>
                                <p:cTn id="623" presetID="1" presetClass="entr" presetSubtype="0" fill="hold" nodeType="withEffect">
                                  <p:stCondLst>
                                    <p:cond delay="0"/>
                                  </p:stCondLst>
                                  <p:childTnLst>
                                    <p:set>
                                      <p:cBhvr>
                                        <p:cTn id="624" dur="1" fill="hold">
                                          <p:stCondLst>
                                            <p:cond delay="0"/>
                                          </p:stCondLst>
                                        </p:cTn>
                                        <p:tgtEl>
                                          <p:spTgt spid="317"/>
                                        </p:tgtEl>
                                        <p:attrNameLst>
                                          <p:attrName>style.visibility</p:attrName>
                                        </p:attrNameLst>
                                      </p:cBhvr>
                                      <p:to>
                                        <p:strVal val="visible"/>
                                      </p:to>
                                    </p:set>
                                  </p:childTnLst>
                                </p:cTn>
                              </p:par>
                              <p:par>
                                <p:cTn id="625" presetID="1" presetClass="entr" presetSubtype="0" fill="hold" nodeType="withEffect">
                                  <p:stCondLst>
                                    <p:cond delay="0"/>
                                  </p:stCondLst>
                                  <p:childTnLst>
                                    <p:set>
                                      <p:cBhvr>
                                        <p:cTn id="626" dur="1" fill="hold">
                                          <p:stCondLst>
                                            <p:cond delay="0"/>
                                          </p:stCondLst>
                                        </p:cTn>
                                        <p:tgtEl>
                                          <p:spTgt spid="318"/>
                                        </p:tgtEl>
                                        <p:attrNameLst>
                                          <p:attrName>style.visibility</p:attrName>
                                        </p:attrNameLst>
                                      </p:cBhvr>
                                      <p:to>
                                        <p:strVal val="visible"/>
                                      </p:to>
                                    </p:set>
                                  </p:childTnLst>
                                </p:cTn>
                              </p:par>
                              <p:par>
                                <p:cTn id="627" presetID="1" presetClass="entr" presetSubtype="0" fill="hold" nodeType="withEffect">
                                  <p:stCondLst>
                                    <p:cond delay="0"/>
                                  </p:stCondLst>
                                  <p:childTnLst>
                                    <p:set>
                                      <p:cBhvr>
                                        <p:cTn id="628" dur="1" fill="hold">
                                          <p:stCondLst>
                                            <p:cond delay="0"/>
                                          </p:stCondLst>
                                        </p:cTn>
                                        <p:tgtEl>
                                          <p:spTgt spid="319"/>
                                        </p:tgtEl>
                                        <p:attrNameLst>
                                          <p:attrName>style.visibility</p:attrName>
                                        </p:attrNameLst>
                                      </p:cBhvr>
                                      <p:to>
                                        <p:strVal val="visible"/>
                                      </p:to>
                                    </p:set>
                                  </p:childTnLst>
                                </p:cTn>
                              </p:par>
                              <p:par>
                                <p:cTn id="629" presetID="1" presetClass="entr" presetSubtype="0" fill="hold" nodeType="withEffect">
                                  <p:stCondLst>
                                    <p:cond delay="0"/>
                                  </p:stCondLst>
                                  <p:childTnLst>
                                    <p:set>
                                      <p:cBhvr>
                                        <p:cTn id="630" dur="1" fill="hold">
                                          <p:stCondLst>
                                            <p:cond delay="0"/>
                                          </p:stCondLst>
                                        </p:cTn>
                                        <p:tgtEl>
                                          <p:spTgt spid="320"/>
                                        </p:tgtEl>
                                        <p:attrNameLst>
                                          <p:attrName>style.visibility</p:attrName>
                                        </p:attrNameLst>
                                      </p:cBhvr>
                                      <p:to>
                                        <p:strVal val="visible"/>
                                      </p:to>
                                    </p:set>
                                  </p:childTnLst>
                                </p:cTn>
                              </p:par>
                              <p:par>
                                <p:cTn id="631" presetID="1" presetClass="entr" presetSubtype="0" fill="hold" nodeType="withEffect">
                                  <p:stCondLst>
                                    <p:cond delay="0"/>
                                  </p:stCondLst>
                                  <p:childTnLst>
                                    <p:set>
                                      <p:cBhvr>
                                        <p:cTn id="632" dur="1" fill="hold">
                                          <p:stCondLst>
                                            <p:cond delay="0"/>
                                          </p:stCondLst>
                                        </p:cTn>
                                        <p:tgtEl>
                                          <p:spTgt spid="321"/>
                                        </p:tgtEl>
                                        <p:attrNameLst>
                                          <p:attrName>style.visibility</p:attrName>
                                        </p:attrNameLst>
                                      </p:cBhvr>
                                      <p:to>
                                        <p:strVal val="visible"/>
                                      </p:to>
                                    </p:set>
                                  </p:childTnLst>
                                </p:cTn>
                              </p:par>
                              <p:par>
                                <p:cTn id="633" presetID="1" presetClass="entr" presetSubtype="0" fill="hold" nodeType="withEffect">
                                  <p:stCondLst>
                                    <p:cond delay="0"/>
                                  </p:stCondLst>
                                  <p:childTnLst>
                                    <p:set>
                                      <p:cBhvr>
                                        <p:cTn id="634" dur="1" fill="hold">
                                          <p:stCondLst>
                                            <p:cond delay="0"/>
                                          </p:stCondLst>
                                        </p:cTn>
                                        <p:tgtEl>
                                          <p:spTgt spid="322"/>
                                        </p:tgtEl>
                                        <p:attrNameLst>
                                          <p:attrName>style.visibility</p:attrName>
                                        </p:attrNameLst>
                                      </p:cBhvr>
                                      <p:to>
                                        <p:strVal val="visible"/>
                                      </p:to>
                                    </p:set>
                                  </p:childTnLst>
                                </p:cTn>
                              </p:par>
                              <p:par>
                                <p:cTn id="635" presetID="1" presetClass="entr" presetSubtype="0" fill="hold" nodeType="withEffect">
                                  <p:stCondLst>
                                    <p:cond delay="0"/>
                                  </p:stCondLst>
                                  <p:childTnLst>
                                    <p:set>
                                      <p:cBhvr>
                                        <p:cTn id="636" dur="1" fill="hold">
                                          <p:stCondLst>
                                            <p:cond delay="0"/>
                                          </p:stCondLst>
                                        </p:cTn>
                                        <p:tgtEl>
                                          <p:spTgt spid="323"/>
                                        </p:tgtEl>
                                        <p:attrNameLst>
                                          <p:attrName>style.visibility</p:attrName>
                                        </p:attrNameLst>
                                      </p:cBhvr>
                                      <p:to>
                                        <p:strVal val="visible"/>
                                      </p:to>
                                    </p:set>
                                  </p:childTnLst>
                                </p:cTn>
                              </p:par>
                              <p:par>
                                <p:cTn id="637" presetID="1" presetClass="entr" presetSubtype="0" fill="hold" nodeType="withEffect">
                                  <p:stCondLst>
                                    <p:cond delay="0"/>
                                  </p:stCondLst>
                                  <p:childTnLst>
                                    <p:set>
                                      <p:cBhvr>
                                        <p:cTn id="638" dur="1" fill="hold">
                                          <p:stCondLst>
                                            <p:cond delay="0"/>
                                          </p:stCondLst>
                                        </p:cTn>
                                        <p:tgtEl>
                                          <p:spTgt spid="324"/>
                                        </p:tgtEl>
                                        <p:attrNameLst>
                                          <p:attrName>style.visibility</p:attrName>
                                        </p:attrNameLst>
                                      </p:cBhvr>
                                      <p:to>
                                        <p:strVal val="visible"/>
                                      </p:to>
                                    </p:set>
                                  </p:childTnLst>
                                </p:cTn>
                              </p:par>
                              <p:par>
                                <p:cTn id="639" presetID="1" presetClass="entr" presetSubtype="0" fill="hold" nodeType="withEffect">
                                  <p:stCondLst>
                                    <p:cond delay="0"/>
                                  </p:stCondLst>
                                  <p:childTnLst>
                                    <p:set>
                                      <p:cBhvr>
                                        <p:cTn id="640" dur="1" fill="hold">
                                          <p:stCondLst>
                                            <p:cond delay="0"/>
                                          </p:stCondLst>
                                        </p:cTn>
                                        <p:tgtEl>
                                          <p:spTgt spid="325"/>
                                        </p:tgtEl>
                                        <p:attrNameLst>
                                          <p:attrName>style.visibility</p:attrName>
                                        </p:attrNameLst>
                                      </p:cBhvr>
                                      <p:to>
                                        <p:strVal val="visible"/>
                                      </p:to>
                                    </p:set>
                                  </p:childTnLst>
                                </p:cTn>
                              </p:par>
                              <p:par>
                                <p:cTn id="641" presetID="1" presetClass="entr" presetSubtype="0" fill="hold" nodeType="withEffect">
                                  <p:stCondLst>
                                    <p:cond delay="0"/>
                                  </p:stCondLst>
                                  <p:childTnLst>
                                    <p:set>
                                      <p:cBhvr>
                                        <p:cTn id="642" dur="1" fill="hold">
                                          <p:stCondLst>
                                            <p:cond delay="0"/>
                                          </p:stCondLst>
                                        </p:cTn>
                                        <p:tgtEl>
                                          <p:spTgt spid="326"/>
                                        </p:tgtEl>
                                        <p:attrNameLst>
                                          <p:attrName>style.visibility</p:attrName>
                                        </p:attrNameLst>
                                      </p:cBhvr>
                                      <p:to>
                                        <p:strVal val="visible"/>
                                      </p:to>
                                    </p:set>
                                  </p:childTnLst>
                                </p:cTn>
                              </p:par>
                              <p:par>
                                <p:cTn id="643" presetID="1" presetClass="entr" presetSubtype="0" fill="hold" nodeType="withEffect">
                                  <p:stCondLst>
                                    <p:cond delay="0"/>
                                  </p:stCondLst>
                                  <p:childTnLst>
                                    <p:set>
                                      <p:cBhvr>
                                        <p:cTn id="644" dur="1" fill="hold">
                                          <p:stCondLst>
                                            <p:cond delay="0"/>
                                          </p:stCondLst>
                                        </p:cTn>
                                        <p:tgtEl>
                                          <p:spTgt spid="327"/>
                                        </p:tgtEl>
                                        <p:attrNameLst>
                                          <p:attrName>style.visibility</p:attrName>
                                        </p:attrNameLst>
                                      </p:cBhvr>
                                      <p:to>
                                        <p:strVal val="visible"/>
                                      </p:to>
                                    </p:set>
                                  </p:childTnLst>
                                </p:cTn>
                              </p:par>
                              <p:par>
                                <p:cTn id="645" presetID="1" presetClass="entr" presetSubtype="0" fill="hold" nodeType="withEffect">
                                  <p:stCondLst>
                                    <p:cond delay="0"/>
                                  </p:stCondLst>
                                  <p:childTnLst>
                                    <p:set>
                                      <p:cBhvr>
                                        <p:cTn id="646" dur="1" fill="hold">
                                          <p:stCondLst>
                                            <p:cond delay="0"/>
                                          </p:stCondLst>
                                        </p:cTn>
                                        <p:tgtEl>
                                          <p:spTgt spid="328"/>
                                        </p:tgtEl>
                                        <p:attrNameLst>
                                          <p:attrName>style.visibility</p:attrName>
                                        </p:attrNameLst>
                                      </p:cBhvr>
                                      <p:to>
                                        <p:strVal val="visible"/>
                                      </p:to>
                                    </p:set>
                                  </p:childTnLst>
                                </p:cTn>
                              </p:par>
                              <p:par>
                                <p:cTn id="647" presetID="1" presetClass="entr" presetSubtype="0" fill="hold" nodeType="withEffect">
                                  <p:stCondLst>
                                    <p:cond delay="0"/>
                                  </p:stCondLst>
                                  <p:childTnLst>
                                    <p:set>
                                      <p:cBhvr>
                                        <p:cTn id="648" dur="1" fill="hold">
                                          <p:stCondLst>
                                            <p:cond delay="0"/>
                                          </p:stCondLst>
                                        </p:cTn>
                                        <p:tgtEl>
                                          <p:spTgt spid="329"/>
                                        </p:tgtEl>
                                        <p:attrNameLst>
                                          <p:attrName>style.visibility</p:attrName>
                                        </p:attrNameLst>
                                      </p:cBhvr>
                                      <p:to>
                                        <p:strVal val="visible"/>
                                      </p:to>
                                    </p:set>
                                  </p:childTnLst>
                                </p:cTn>
                              </p:par>
                              <p:par>
                                <p:cTn id="649" presetID="1" presetClass="entr" presetSubtype="0" fill="hold" nodeType="withEffect">
                                  <p:stCondLst>
                                    <p:cond delay="0"/>
                                  </p:stCondLst>
                                  <p:childTnLst>
                                    <p:set>
                                      <p:cBhvr>
                                        <p:cTn id="650" dur="1" fill="hold">
                                          <p:stCondLst>
                                            <p:cond delay="0"/>
                                          </p:stCondLst>
                                        </p:cTn>
                                        <p:tgtEl>
                                          <p:spTgt spid="330"/>
                                        </p:tgtEl>
                                        <p:attrNameLst>
                                          <p:attrName>style.visibility</p:attrName>
                                        </p:attrNameLst>
                                      </p:cBhvr>
                                      <p:to>
                                        <p:strVal val="visible"/>
                                      </p:to>
                                    </p:set>
                                  </p:childTnLst>
                                </p:cTn>
                              </p:par>
                              <p:par>
                                <p:cTn id="651" presetID="1" presetClass="entr" presetSubtype="0" fill="hold" nodeType="withEffect">
                                  <p:stCondLst>
                                    <p:cond delay="0"/>
                                  </p:stCondLst>
                                  <p:childTnLst>
                                    <p:set>
                                      <p:cBhvr>
                                        <p:cTn id="652" dur="1" fill="hold">
                                          <p:stCondLst>
                                            <p:cond delay="0"/>
                                          </p:stCondLst>
                                        </p:cTn>
                                        <p:tgtEl>
                                          <p:spTgt spid="331"/>
                                        </p:tgtEl>
                                        <p:attrNameLst>
                                          <p:attrName>style.visibility</p:attrName>
                                        </p:attrNameLst>
                                      </p:cBhvr>
                                      <p:to>
                                        <p:strVal val="visible"/>
                                      </p:to>
                                    </p:set>
                                  </p:childTnLst>
                                </p:cTn>
                              </p:par>
                              <p:par>
                                <p:cTn id="653" presetID="1" presetClass="entr" presetSubtype="0" fill="hold" nodeType="withEffect">
                                  <p:stCondLst>
                                    <p:cond delay="0"/>
                                  </p:stCondLst>
                                  <p:childTnLst>
                                    <p:set>
                                      <p:cBhvr>
                                        <p:cTn id="654" dur="1" fill="hold">
                                          <p:stCondLst>
                                            <p:cond delay="0"/>
                                          </p:stCondLst>
                                        </p:cTn>
                                        <p:tgtEl>
                                          <p:spTgt spid="332"/>
                                        </p:tgtEl>
                                        <p:attrNameLst>
                                          <p:attrName>style.visibility</p:attrName>
                                        </p:attrNameLst>
                                      </p:cBhvr>
                                      <p:to>
                                        <p:strVal val="visible"/>
                                      </p:to>
                                    </p:set>
                                  </p:childTnLst>
                                </p:cTn>
                              </p:par>
                              <p:par>
                                <p:cTn id="655" presetID="1" presetClass="entr" presetSubtype="0" fill="hold" nodeType="withEffect">
                                  <p:stCondLst>
                                    <p:cond delay="0"/>
                                  </p:stCondLst>
                                  <p:childTnLst>
                                    <p:set>
                                      <p:cBhvr>
                                        <p:cTn id="656" dur="1" fill="hold">
                                          <p:stCondLst>
                                            <p:cond delay="0"/>
                                          </p:stCondLst>
                                        </p:cTn>
                                        <p:tgtEl>
                                          <p:spTgt spid="333"/>
                                        </p:tgtEl>
                                        <p:attrNameLst>
                                          <p:attrName>style.visibility</p:attrName>
                                        </p:attrNameLst>
                                      </p:cBhvr>
                                      <p:to>
                                        <p:strVal val="visible"/>
                                      </p:to>
                                    </p:set>
                                  </p:childTnLst>
                                </p:cTn>
                              </p:par>
                              <p:par>
                                <p:cTn id="657" presetID="1" presetClass="entr" presetSubtype="0" fill="hold" nodeType="withEffect">
                                  <p:stCondLst>
                                    <p:cond delay="0"/>
                                  </p:stCondLst>
                                  <p:childTnLst>
                                    <p:set>
                                      <p:cBhvr>
                                        <p:cTn id="658" dur="1" fill="hold">
                                          <p:stCondLst>
                                            <p:cond delay="0"/>
                                          </p:stCondLst>
                                        </p:cTn>
                                        <p:tgtEl>
                                          <p:spTgt spid="334"/>
                                        </p:tgtEl>
                                        <p:attrNameLst>
                                          <p:attrName>style.visibility</p:attrName>
                                        </p:attrNameLst>
                                      </p:cBhvr>
                                      <p:to>
                                        <p:strVal val="visible"/>
                                      </p:to>
                                    </p:set>
                                  </p:childTnLst>
                                </p:cTn>
                              </p:par>
                              <p:par>
                                <p:cTn id="659" presetID="1" presetClass="entr" presetSubtype="0" fill="hold" nodeType="withEffect">
                                  <p:stCondLst>
                                    <p:cond delay="0"/>
                                  </p:stCondLst>
                                  <p:childTnLst>
                                    <p:set>
                                      <p:cBhvr>
                                        <p:cTn id="660" dur="1" fill="hold">
                                          <p:stCondLst>
                                            <p:cond delay="0"/>
                                          </p:stCondLst>
                                        </p:cTn>
                                        <p:tgtEl>
                                          <p:spTgt spid="335"/>
                                        </p:tgtEl>
                                        <p:attrNameLst>
                                          <p:attrName>style.visibility</p:attrName>
                                        </p:attrNameLst>
                                      </p:cBhvr>
                                      <p:to>
                                        <p:strVal val="visible"/>
                                      </p:to>
                                    </p:set>
                                  </p:childTnLst>
                                </p:cTn>
                              </p:par>
                              <p:par>
                                <p:cTn id="661" presetID="1" presetClass="entr" presetSubtype="0" fill="hold" nodeType="withEffect">
                                  <p:stCondLst>
                                    <p:cond delay="0"/>
                                  </p:stCondLst>
                                  <p:childTnLst>
                                    <p:set>
                                      <p:cBhvr>
                                        <p:cTn id="662" dur="1" fill="hold">
                                          <p:stCondLst>
                                            <p:cond delay="0"/>
                                          </p:stCondLst>
                                        </p:cTn>
                                        <p:tgtEl>
                                          <p:spTgt spid="336"/>
                                        </p:tgtEl>
                                        <p:attrNameLst>
                                          <p:attrName>style.visibility</p:attrName>
                                        </p:attrNameLst>
                                      </p:cBhvr>
                                      <p:to>
                                        <p:strVal val="visible"/>
                                      </p:to>
                                    </p:set>
                                  </p:childTnLst>
                                </p:cTn>
                              </p:par>
                              <p:par>
                                <p:cTn id="663" presetID="1" presetClass="entr" presetSubtype="0" fill="hold" nodeType="withEffect">
                                  <p:stCondLst>
                                    <p:cond delay="0"/>
                                  </p:stCondLst>
                                  <p:childTnLst>
                                    <p:set>
                                      <p:cBhvr>
                                        <p:cTn id="664" dur="1" fill="hold">
                                          <p:stCondLst>
                                            <p:cond delay="0"/>
                                          </p:stCondLst>
                                        </p:cTn>
                                        <p:tgtEl>
                                          <p:spTgt spid="337"/>
                                        </p:tgtEl>
                                        <p:attrNameLst>
                                          <p:attrName>style.visibility</p:attrName>
                                        </p:attrNameLst>
                                      </p:cBhvr>
                                      <p:to>
                                        <p:strVal val="visible"/>
                                      </p:to>
                                    </p:set>
                                  </p:childTnLst>
                                </p:cTn>
                              </p:par>
                              <p:par>
                                <p:cTn id="665" presetID="1" presetClass="entr" presetSubtype="0" fill="hold" nodeType="withEffect">
                                  <p:stCondLst>
                                    <p:cond delay="0"/>
                                  </p:stCondLst>
                                  <p:childTnLst>
                                    <p:set>
                                      <p:cBhvr>
                                        <p:cTn id="666" dur="1" fill="hold">
                                          <p:stCondLst>
                                            <p:cond delay="0"/>
                                          </p:stCondLst>
                                        </p:cTn>
                                        <p:tgtEl>
                                          <p:spTgt spid="338"/>
                                        </p:tgtEl>
                                        <p:attrNameLst>
                                          <p:attrName>style.visibility</p:attrName>
                                        </p:attrNameLst>
                                      </p:cBhvr>
                                      <p:to>
                                        <p:strVal val="visible"/>
                                      </p:to>
                                    </p:set>
                                  </p:childTnLst>
                                </p:cTn>
                              </p:par>
                              <p:par>
                                <p:cTn id="667" presetID="1" presetClass="entr" presetSubtype="0" fill="hold" nodeType="withEffect">
                                  <p:stCondLst>
                                    <p:cond delay="0"/>
                                  </p:stCondLst>
                                  <p:childTnLst>
                                    <p:set>
                                      <p:cBhvr>
                                        <p:cTn id="668" dur="1" fill="hold">
                                          <p:stCondLst>
                                            <p:cond delay="0"/>
                                          </p:stCondLst>
                                        </p:cTn>
                                        <p:tgtEl>
                                          <p:spTgt spid="339"/>
                                        </p:tgtEl>
                                        <p:attrNameLst>
                                          <p:attrName>style.visibility</p:attrName>
                                        </p:attrNameLst>
                                      </p:cBhvr>
                                      <p:to>
                                        <p:strVal val="visible"/>
                                      </p:to>
                                    </p:set>
                                  </p:childTnLst>
                                </p:cTn>
                              </p:par>
                              <p:par>
                                <p:cTn id="669" presetID="1" presetClass="entr" presetSubtype="0" fill="hold" nodeType="withEffect">
                                  <p:stCondLst>
                                    <p:cond delay="0"/>
                                  </p:stCondLst>
                                  <p:childTnLst>
                                    <p:set>
                                      <p:cBhvr>
                                        <p:cTn id="670" dur="1" fill="hold">
                                          <p:stCondLst>
                                            <p:cond delay="0"/>
                                          </p:stCondLst>
                                        </p:cTn>
                                        <p:tgtEl>
                                          <p:spTgt spid="340"/>
                                        </p:tgtEl>
                                        <p:attrNameLst>
                                          <p:attrName>style.visibility</p:attrName>
                                        </p:attrNameLst>
                                      </p:cBhvr>
                                      <p:to>
                                        <p:strVal val="visible"/>
                                      </p:to>
                                    </p:set>
                                  </p:childTnLst>
                                </p:cTn>
                              </p:par>
                              <p:par>
                                <p:cTn id="671" presetID="1" presetClass="entr" presetSubtype="0" fill="hold" nodeType="withEffect">
                                  <p:stCondLst>
                                    <p:cond delay="0"/>
                                  </p:stCondLst>
                                  <p:childTnLst>
                                    <p:set>
                                      <p:cBhvr>
                                        <p:cTn id="672" dur="1" fill="hold">
                                          <p:stCondLst>
                                            <p:cond delay="0"/>
                                          </p:stCondLst>
                                        </p:cTn>
                                        <p:tgtEl>
                                          <p:spTgt spid="341"/>
                                        </p:tgtEl>
                                        <p:attrNameLst>
                                          <p:attrName>style.visibility</p:attrName>
                                        </p:attrNameLst>
                                      </p:cBhvr>
                                      <p:to>
                                        <p:strVal val="visible"/>
                                      </p:to>
                                    </p:set>
                                  </p:childTnLst>
                                </p:cTn>
                              </p:par>
                              <p:par>
                                <p:cTn id="673" presetID="1" presetClass="entr" presetSubtype="0" fill="hold" nodeType="withEffect">
                                  <p:stCondLst>
                                    <p:cond delay="0"/>
                                  </p:stCondLst>
                                  <p:childTnLst>
                                    <p:set>
                                      <p:cBhvr>
                                        <p:cTn id="674" dur="1" fill="hold">
                                          <p:stCondLst>
                                            <p:cond delay="0"/>
                                          </p:stCondLst>
                                        </p:cTn>
                                        <p:tgtEl>
                                          <p:spTgt spid="342"/>
                                        </p:tgtEl>
                                        <p:attrNameLst>
                                          <p:attrName>style.visibility</p:attrName>
                                        </p:attrNameLst>
                                      </p:cBhvr>
                                      <p:to>
                                        <p:strVal val="visible"/>
                                      </p:to>
                                    </p:set>
                                  </p:childTnLst>
                                </p:cTn>
                              </p:par>
                              <p:par>
                                <p:cTn id="675" presetID="1" presetClass="entr" presetSubtype="0" fill="hold" nodeType="withEffect">
                                  <p:stCondLst>
                                    <p:cond delay="0"/>
                                  </p:stCondLst>
                                  <p:childTnLst>
                                    <p:set>
                                      <p:cBhvr>
                                        <p:cTn id="676" dur="1" fill="hold">
                                          <p:stCondLst>
                                            <p:cond delay="0"/>
                                          </p:stCondLst>
                                        </p:cTn>
                                        <p:tgtEl>
                                          <p:spTgt spid="343"/>
                                        </p:tgtEl>
                                        <p:attrNameLst>
                                          <p:attrName>style.visibility</p:attrName>
                                        </p:attrNameLst>
                                      </p:cBhvr>
                                      <p:to>
                                        <p:strVal val="visible"/>
                                      </p:to>
                                    </p:set>
                                  </p:childTnLst>
                                </p:cTn>
                              </p:par>
                              <p:par>
                                <p:cTn id="677" presetID="1" presetClass="entr" presetSubtype="0" fill="hold" nodeType="withEffect">
                                  <p:stCondLst>
                                    <p:cond delay="0"/>
                                  </p:stCondLst>
                                  <p:childTnLst>
                                    <p:set>
                                      <p:cBhvr>
                                        <p:cTn id="678" dur="1" fill="hold">
                                          <p:stCondLst>
                                            <p:cond delay="0"/>
                                          </p:stCondLst>
                                        </p:cTn>
                                        <p:tgtEl>
                                          <p:spTgt spid="344"/>
                                        </p:tgtEl>
                                        <p:attrNameLst>
                                          <p:attrName>style.visibility</p:attrName>
                                        </p:attrNameLst>
                                      </p:cBhvr>
                                      <p:to>
                                        <p:strVal val="visible"/>
                                      </p:to>
                                    </p:set>
                                  </p:childTnLst>
                                </p:cTn>
                              </p:par>
                              <p:par>
                                <p:cTn id="679" presetID="1" presetClass="entr" presetSubtype="0" fill="hold" nodeType="withEffect">
                                  <p:stCondLst>
                                    <p:cond delay="0"/>
                                  </p:stCondLst>
                                  <p:childTnLst>
                                    <p:set>
                                      <p:cBhvr>
                                        <p:cTn id="680" dur="1" fill="hold">
                                          <p:stCondLst>
                                            <p:cond delay="0"/>
                                          </p:stCondLst>
                                        </p:cTn>
                                        <p:tgtEl>
                                          <p:spTgt spid="345"/>
                                        </p:tgtEl>
                                        <p:attrNameLst>
                                          <p:attrName>style.visibility</p:attrName>
                                        </p:attrNameLst>
                                      </p:cBhvr>
                                      <p:to>
                                        <p:strVal val="visible"/>
                                      </p:to>
                                    </p:set>
                                  </p:childTnLst>
                                </p:cTn>
                              </p:par>
                              <p:par>
                                <p:cTn id="681" presetID="1" presetClass="entr" presetSubtype="0" fill="hold" nodeType="withEffect">
                                  <p:stCondLst>
                                    <p:cond delay="0"/>
                                  </p:stCondLst>
                                  <p:childTnLst>
                                    <p:set>
                                      <p:cBhvr>
                                        <p:cTn id="682" dur="1" fill="hold">
                                          <p:stCondLst>
                                            <p:cond delay="0"/>
                                          </p:stCondLst>
                                        </p:cTn>
                                        <p:tgtEl>
                                          <p:spTgt spid="346"/>
                                        </p:tgtEl>
                                        <p:attrNameLst>
                                          <p:attrName>style.visibility</p:attrName>
                                        </p:attrNameLst>
                                      </p:cBhvr>
                                      <p:to>
                                        <p:strVal val="visible"/>
                                      </p:to>
                                    </p:set>
                                  </p:childTnLst>
                                </p:cTn>
                              </p:par>
                              <p:par>
                                <p:cTn id="683" presetID="1" presetClass="entr" presetSubtype="0" fill="hold" nodeType="withEffect">
                                  <p:stCondLst>
                                    <p:cond delay="0"/>
                                  </p:stCondLst>
                                  <p:childTnLst>
                                    <p:set>
                                      <p:cBhvr>
                                        <p:cTn id="684" dur="1" fill="hold">
                                          <p:stCondLst>
                                            <p:cond delay="0"/>
                                          </p:stCondLst>
                                        </p:cTn>
                                        <p:tgtEl>
                                          <p:spTgt spid="347"/>
                                        </p:tgtEl>
                                        <p:attrNameLst>
                                          <p:attrName>style.visibility</p:attrName>
                                        </p:attrNameLst>
                                      </p:cBhvr>
                                      <p:to>
                                        <p:strVal val="visible"/>
                                      </p:to>
                                    </p:set>
                                  </p:childTnLst>
                                </p:cTn>
                              </p:par>
                              <p:par>
                                <p:cTn id="685" presetID="1" presetClass="entr" presetSubtype="0" fill="hold" nodeType="withEffect">
                                  <p:stCondLst>
                                    <p:cond delay="0"/>
                                  </p:stCondLst>
                                  <p:childTnLst>
                                    <p:set>
                                      <p:cBhvr>
                                        <p:cTn id="686" dur="1" fill="hold">
                                          <p:stCondLst>
                                            <p:cond delay="0"/>
                                          </p:stCondLst>
                                        </p:cTn>
                                        <p:tgtEl>
                                          <p:spTgt spid="348"/>
                                        </p:tgtEl>
                                        <p:attrNameLst>
                                          <p:attrName>style.visibility</p:attrName>
                                        </p:attrNameLst>
                                      </p:cBhvr>
                                      <p:to>
                                        <p:strVal val="visible"/>
                                      </p:to>
                                    </p:set>
                                  </p:childTnLst>
                                </p:cTn>
                              </p:par>
                              <p:par>
                                <p:cTn id="687" presetID="1" presetClass="entr" presetSubtype="0" fill="hold" nodeType="withEffect">
                                  <p:stCondLst>
                                    <p:cond delay="0"/>
                                  </p:stCondLst>
                                  <p:childTnLst>
                                    <p:set>
                                      <p:cBhvr>
                                        <p:cTn id="688" dur="1" fill="hold">
                                          <p:stCondLst>
                                            <p:cond delay="0"/>
                                          </p:stCondLst>
                                        </p:cTn>
                                        <p:tgtEl>
                                          <p:spTgt spid="349"/>
                                        </p:tgtEl>
                                        <p:attrNameLst>
                                          <p:attrName>style.visibility</p:attrName>
                                        </p:attrNameLst>
                                      </p:cBhvr>
                                      <p:to>
                                        <p:strVal val="visible"/>
                                      </p:to>
                                    </p:set>
                                  </p:childTnLst>
                                </p:cTn>
                              </p:par>
                              <p:par>
                                <p:cTn id="689" presetID="1" presetClass="entr" presetSubtype="0" fill="hold" nodeType="withEffect">
                                  <p:stCondLst>
                                    <p:cond delay="0"/>
                                  </p:stCondLst>
                                  <p:childTnLst>
                                    <p:set>
                                      <p:cBhvr>
                                        <p:cTn id="690" dur="1" fill="hold">
                                          <p:stCondLst>
                                            <p:cond delay="0"/>
                                          </p:stCondLst>
                                        </p:cTn>
                                        <p:tgtEl>
                                          <p:spTgt spid="350"/>
                                        </p:tgtEl>
                                        <p:attrNameLst>
                                          <p:attrName>style.visibility</p:attrName>
                                        </p:attrNameLst>
                                      </p:cBhvr>
                                      <p:to>
                                        <p:strVal val="visible"/>
                                      </p:to>
                                    </p:set>
                                  </p:childTnLst>
                                </p:cTn>
                              </p:par>
                              <p:par>
                                <p:cTn id="691" presetID="1" presetClass="entr" presetSubtype="0" fill="hold" nodeType="withEffect">
                                  <p:stCondLst>
                                    <p:cond delay="0"/>
                                  </p:stCondLst>
                                  <p:childTnLst>
                                    <p:set>
                                      <p:cBhvr>
                                        <p:cTn id="692" dur="1" fill="hold">
                                          <p:stCondLst>
                                            <p:cond delay="0"/>
                                          </p:stCondLst>
                                        </p:cTn>
                                        <p:tgtEl>
                                          <p:spTgt spid="351"/>
                                        </p:tgtEl>
                                        <p:attrNameLst>
                                          <p:attrName>style.visibility</p:attrName>
                                        </p:attrNameLst>
                                      </p:cBhvr>
                                      <p:to>
                                        <p:strVal val="visible"/>
                                      </p:to>
                                    </p:set>
                                  </p:childTnLst>
                                </p:cTn>
                              </p:par>
                              <p:par>
                                <p:cTn id="693" presetID="1" presetClass="entr" presetSubtype="0" fill="hold" nodeType="withEffect">
                                  <p:stCondLst>
                                    <p:cond delay="0"/>
                                  </p:stCondLst>
                                  <p:childTnLst>
                                    <p:set>
                                      <p:cBhvr>
                                        <p:cTn id="694" dur="1" fill="hold">
                                          <p:stCondLst>
                                            <p:cond delay="0"/>
                                          </p:stCondLst>
                                        </p:cTn>
                                        <p:tgtEl>
                                          <p:spTgt spid="352"/>
                                        </p:tgtEl>
                                        <p:attrNameLst>
                                          <p:attrName>style.visibility</p:attrName>
                                        </p:attrNameLst>
                                      </p:cBhvr>
                                      <p:to>
                                        <p:strVal val="visible"/>
                                      </p:to>
                                    </p:set>
                                  </p:childTnLst>
                                </p:cTn>
                              </p:par>
                              <p:par>
                                <p:cTn id="695" presetID="1" presetClass="entr" presetSubtype="0" fill="hold" nodeType="withEffect">
                                  <p:stCondLst>
                                    <p:cond delay="0"/>
                                  </p:stCondLst>
                                  <p:childTnLst>
                                    <p:set>
                                      <p:cBhvr>
                                        <p:cTn id="696" dur="1" fill="hold">
                                          <p:stCondLst>
                                            <p:cond delay="0"/>
                                          </p:stCondLst>
                                        </p:cTn>
                                        <p:tgtEl>
                                          <p:spTgt spid="353"/>
                                        </p:tgtEl>
                                        <p:attrNameLst>
                                          <p:attrName>style.visibility</p:attrName>
                                        </p:attrNameLst>
                                      </p:cBhvr>
                                      <p:to>
                                        <p:strVal val="visible"/>
                                      </p:to>
                                    </p:set>
                                  </p:childTnLst>
                                </p:cTn>
                              </p:par>
                              <p:par>
                                <p:cTn id="697" presetID="1" presetClass="entr" presetSubtype="0" fill="hold" nodeType="withEffect">
                                  <p:stCondLst>
                                    <p:cond delay="0"/>
                                  </p:stCondLst>
                                  <p:childTnLst>
                                    <p:set>
                                      <p:cBhvr>
                                        <p:cTn id="698" dur="1" fill="hold">
                                          <p:stCondLst>
                                            <p:cond delay="0"/>
                                          </p:stCondLst>
                                        </p:cTn>
                                        <p:tgtEl>
                                          <p:spTgt spid="354"/>
                                        </p:tgtEl>
                                        <p:attrNameLst>
                                          <p:attrName>style.visibility</p:attrName>
                                        </p:attrNameLst>
                                      </p:cBhvr>
                                      <p:to>
                                        <p:strVal val="visible"/>
                                      </p:to>
                                    </p:set>
                                  </p:childTnLst>
                                </p:cTn>
                              </p:par>
                              <p:par>
                                <p:cTn id="699" presetID="1" presetClass="entr" presetSubtype="0" fill="hold" nodeType="withEffect">
                                  <p:stCondLst>
                                    <p:cond delay="0"/>
                                  </p:stCondLst>
                                  <p:childTnLst>
                                    <p:set>
                                      <p:cBhvr>
                                        <p:cTn id="700" dur="1" fill="hold">
                                          <p:stCondLst>
                                            <p:cond delay="0"/>
                                          </p:stCondLst>
                                        </p:cTn>
                                        <p:tgtEl>
                                          <p:spTgt spid="355"/>
                                        </p:tgtEl>
                                        <p:attrNameLst>
                                          <p:attrName>style.visibility</p:attrName>
                                        </p:attrNameLst>
                                      </p:cBhvr>
                                      <p:to>
                                        <p:strVal val="visible"/>
                                      </p:to>
                                    </p:set>
                                  </p:childTnLst>
                                </p:cTn>
                              </p:par>
                              <p:par>
                                <p:cTn id="701" presetID="1" presetClass="entr" presetSubtype="0" fill="hold" nodeType="withEffect">
                                  <p:stCondLst>
                                    <p:cond delay="0"/>
                                  </p:stCondLst>
                                  <p:childTnLst>
                                    <p:set>
                                      <p:cBhvr>
                                        <p:cTn id="702" dur="1" fill="hold">
                                          <p:stCondLst>
                                            <p:cond delay="0"/>
                                          </p:stCondLst>
                                        </p:cTn>
                                        <p:tgtEl>
                                          <p:spTgt spid="356"/>
                                        </p:tgtEl>
                                        <p:attrNameLst>
                                          <p:attrName>style.visibility</p:attrName>
                                        </p:attrNameLst>
                                      </p:cBhvr>
                                      <p:to>
                                        <p:strVal val="visible"/>
                                      </p:to>
                                    </p:set>
                                  </p:childTnLst>
                                </p:cTn>
                              </p:par>
                              <p:par>
                                <p:cTn id="703" presetID="1" presetClass="entr" presetSubtype="0" fill="hold" nodeType="withEffect">
                                  <p:stCondLst>
                                    <p:cond delay="0"/>
                                  </p:stCondLst>
                                  <p:childTnLst>
                                    <p:set>
                                      <p:cBhvr>
                                        <p:cTn id="704" dur="1" fill="hold">
                                          <p:stCondLst>
                                            <p:cond delay="0"/>
                                          </p:stCondLst>
                                        </p:cTn>
                                        <p:tgtEl>
                                          <p:spTgt spid="357"/>
                                        </p:tgtEl>
                                        <p:attrNameLst>
                                          <p:attrName>style.visibility</p:attrName>
                                        </p:attrNameLst>
                                      </p:cBhvr>
                                      <p:to>
                                        <p:strVal val="visible"/>
                                      </p:to>
                                    </p:set>
                                  </p:childTnLst>
                                </p:cTn>
                              </p:par>
                              <p:par>
                                <p:cTn id="705" presetID="1" presetClass="entr" presetSubtype="0" fill="hold" nodeType="withEffect">
                                  <p:stCondLst>
                                    <p:cond delay="0"/>
                                  </p:stCondLst>
                                  <p:childTnLst>
                                    <p:set>
                                      <p:cBhvr>
                                        <p:cTn id="706" dur="1" fill="hold">
                                          <p:stCondLst>
                                            <p:cond delay="0"/>
                                          </p:stCondLst>
                                        </p:cTn>
                                        <p:tgtEl>
                                          <p:spTgt spid="358"/>
                                        </p:tgtEl>
                                        <p:attrNameLst>
                                          <p:attrName>style.visibility</p:attrName>
                                        </p:attrNameLst>
                                      </p:cBhvr>
                                      <p:to>
                                        <p:strVal val="visible"/>
                                      </p:to>
                                    </p:set>
                                  </p:childTnLst>
                                </p:cTn>
                              </p:par>
                              <p:par>
                                <p:cTn id="707" presetID="1" presetClass="entr" presetSubtype="0" fill="hold" nodeType="withEffect">
                                  <p:stCondLst>
                                    <p:cond delay="0"/>
                                  </p:stCondLst>
                                  <p:childTnLst>
                                    <p:set>
                                      <p:cBhvr>
                                        <p:cTn id="708" dur="1" fill="hold">
                                          <p:stCondLst>
                                            <p:cond delay="0"/>
                                          </p:stCondLst>
                                        </p:cTn>
                                        <p:tgtEl>
                                          <p:spTgt spid="359"/>
                                        </p:tgtEl>
                                        <p:attrNameLst>
                                          <p:attrName>style.visibility</p:attrName>
                                        </p:attrNameLst>
                                      </p:cBhvr>
                                      <p:to>
                                        <p:strVal val="visible"/>
                                      </p:to>
                                    </p:set>
                                  </p:childTnLst>
                                </p:cTn>
                              </p:par>
                              <p:par>
                                <p:cTn id="709" presetID="1" presetClass="entr" presetSubtype="0" fill="hold" nodeType="withEffect">
                                  <p:stCondLst>
                                    <p:cond delay="0"/>
                                  </p:stCondLst>
                                  <p:childTnLst>
                                    <p:set>
                                      <p:cBhvr>
                                        <p:cTn id="710" dur="1" fill="hold">
                                          <p:stCondLst>
                                            <p:cond delay="0"/>
                                          </p:stCondLst>
                                        </p:cTn>
                                        <p:tgtEl>
                                          <p:spTgt spid="360"/>
                                        </p:tgtEl>
                                        <p:attrNameLst>
                                          <p:attrName>style.visibility</p:attrName>
                                        </p:attrNameLst>
                                      </p:cBhvr>
                                      <p:to>
                                        <p:strVal val="visible"/>
                                      </p:to>
                                    </p:set>
                                  </p:childTnLst>
                                </p:cTn>
                              </p:par>
                              <p:par>
                                <p:cTn id="711" presetID="1" presetClass="entr" presetSubtype="0" fill="hold" nodeType="withEffect">
                                  <p:stCondLst>
                                    <p:cond delay="0"/>
                                  </p:stCondLst>
                                  <p:childTnLst>
                                    <p:set>
                                      <p:cBhvr>
                                        <p:cTn id="712" dur="1" fill="hold">
                                          <p:stCondLst>
                                            <p:cond delay="0"/>
                                          </p:stCondLst>
                                        </p:cTn>
                                        <p:tgtEl>
                                          <p:spTgt spid="361"/>
                                        </p:tgtEl>
                                        <p:attrNameLst>
                                          <p:attrName>style.visibility</p:attrName>
                                        </p:attrNameLst>
                                      </p:cBhvr>
                                      <p:to>
                                        <p:strVal val="visible"/>
                                      </p:to>
                                    </p:set>
                                  </p:childTnLst>
                                </p:cTn>
                              </p:par>
                              <p:par>
                                <p:cTn id="713" presetID="1" presetClass="entr" presetSubtype="0" fill="hold" nodeType="withEffect">
                                  <p:stCondLst>
                                    <p:cond delay="0"/>
                                  </p:stCondLst>
                                  <p:childTnLst>
                                    <p:set>
                                      <p:cBhvr>
                                        <p:cTn id="714" dur="1" fill="hold">
                                          <p:stCondLst>
                                            <p:cond delay="0"/>
                                          </p:stCondLst>
                                        </p:cTn>
                                        <p:tgtEl>
                                          <p:spTgt spid="362"/>
                                        </p:tgtEl>
                                        <p:attrNameLst>
                                          <p:attrName>style.visibility</p:attrName>
                                        </p:attrNameLst>
                                      </p:cBhvr>
                                      <p:to>
                                        <p:strVal val="visible"/>
                                      </p:to>
                                    </p:set>
                                  </p:childTnLst>
                                </p:cTn>
                              </p:par>
                              <p:par>
                                <p:cTn id="715" presetID="1" presetClass="entr" presetSubtype="0" fill="hold" nodeType="withEffect">
                                  <p:stCondLst>
                                    <p:cond delay="0"/>
                                  </p:stCondLst>
                                  <p:childTnLst>
                                    <p:set>
                                      <p:cBhvr>
                                        <p:cTn id="716" dur="1" fill="hold">
                                          <p:stCondLst>
                                            <p:cond delay="0"/>
                                          </p:stCondLst>
                                        </p:cTn>
                                        <p:tgtEl>
                                          <p:spTgt spid="363"/>
                                        </p:tgtEl>
                                        <p:attrNameLst>
                                          <p:attrName>style.visibility</p:attrName>
                                        </p:attrNameLst>
                                      </p:cBhvr>
                                      <p:to>
                                        <p:strVal val="visible"/>
                                      </p:to>
                                    </p:set>
                                  </p:childTnLst>
                                </p:cTn>
                              </p:par>
                              <p:par>
                                <p:cTn id="717" presetID="1" presetClass="entr" presetSubtype="0" fill="hold" nodeType="withEffect">
                                  <p:stCondLst>
                                    <p:cond delay="0"/>
                                  </p:stCondLst>
                                  <p:childTnLst>
                                    <p:set>
                                      <p:cBhvr>
                                        <p:cTn id="718" dur="1" fill="hold">
                                          <p:stCondLst>
                                            <p:cond delay="0"/>
                                          </p:stCondLst>
                                        </p:cTn>
                                        <p:tgtEl>
                                          <p:spTgt spid="364"/>
                                        </p:tgtEl>
                                        <p:attrNameLst>
                                          <p:attrName>style.visibility</p:attrName>
                                        </p:attrNameLst>
                                      </p:cBhvr>
                                      <p:to>
                                        <p:strVal val="visible"/>
                                      </p:to>
                                    </p:set>
                                  </p:childTnLst>
                                </p:cTn>
                              </p:par>
                              <p:par>
                                <p:cTn id="719" presetID="1" presetClass="entr" presetSubtype="0" fill="hold" nodeType="withEffect">
                                  <p:stCondLst>
                                    <p:cond delay="0"/>
                                  </p:stCondLst>
                                  <p:childTnLst>
                                    <p:set>
                                      <p:cBhvr>
                                        <p:cTn id="720" dur="1" fill="hold">
                                          <p:stCondLst>
                                            <p:cond delay="0"/>
                                          </p:stCondLst>
                                        </p:cTn>
                                        <p:tgtEl>
                                          <p:spTgt spid="365"/>
                                        </p:tgtEl>
                                        <p:attrNameLst>
                                          <p:attrName>style.visibility</p:attrName>
                                        </p:attrNameLst>
                                      </p:cBhvr>
                                      <p:to>
                                        <p:strVal val="visible"/>
                                      </p:to>
                                    </p:set>
                                  </p:childTnLst>
                                </p:cTn>
                              </p:par>
                              <p:par>
                                <p:cTn id="721" presetID="1" presetClass="entr" presetSubtype="0" fill="hold" nodeType="withEffect">
                                  <p:stCondLst>
                                    <p:cond delay="0"/>
                                  </p:stCondLst>
                                  <p:childTnLst>
                                    <p:set>
                                      <p:cBhvr>
                                        <p:cTn id="722" dur="1" fill="hold">
                                          <p:stCondLst>
                                            <p:cond delay="0"/>
                                          </p:stCondLst>
                                        </p:cTn>
                                        <p:tgtEl>
                                          <p:spTgt spid="366"/>
                                        </p:tgtEl>
                                        <p:attrNameLst>
                                          <p:attrName>style.visibility</p:attrName>
                                        </p:attrNameLst>
                                      </p:cBhvr>
                                      <p:to>
                                        <p:strVal val="visible"/>
                                      </p:to>
                                    </p:set>
                                  </p:childTnLst>
                                </p:cTn>
                              </p:par>
                              <p:par>
                                <p:cTn id="723" presetID="1" presetClass="entr" presetSubtype="0" fill="hold" nodeType="withEffect">
                                  <p:stCondLst>
                                    <p:cond delay="0"/>
                                  </p:stCondLst>
                                  <p:childTnLst>
                                    <p:set>
                                      <p:cBhvr>
                                        <p:cTn id="724" dur="1" fill="hold">
                                          <p:stCondLst>
                                            <p:cond delay="0"/>
                                          </p:stCondLst>
                                        </p:cTn>
                                        <p:tgtEl>
                                          <p:spTgt spid="367"/>
                                        </p:tgtEl>
                                        <p:attrNameLst>
                                          <p:attrName>style.visibility</p:attrName>
                                        </p:attrNameLst>
                                      </p:cBhvr>
                                      <p:to>
                                        <p:strVal val="visible"/>
                                      </p:to>
                                    </p:set>
                                  </p:childTnLst>
                                </p:cTn>
                              </p:par>
                              <p:par>
                                <p:cTn id="725" presetID="1" presetClass="entr" presetSubtype="0" fill="hold" nodeType="withEffect">
                                  <p:stCondLst>
                                    <p:cond delay="0"/>
                                  </p:stCondLst>
                                  <p:childTnLst>
                                    <p:set>
                                      <p:cBhvr>
                                        <p:cTn id="726" dur="1" fill="hold">
                                          <p:stCondLst>
                                            <p:cond delay="0"/>
                                          </p:stCondLst>
                                        </p:cTn>
                                        <p:tgtEl>
                                          <p:spTgt spid="368"/>
                                        </p:tgtEl>
                                        <p:attrNameLst>
                                          <p:attrName>style.visibility</p:attrName>
                                        </p:attrNameLst>
                                      </p:cBhvr>
                                      <p:to>
                                        <p:strVal val="visible"/>
                                      </p:to>
                                    </p:set>
                                  </p:childTnLst>
                                </p:cTn>
                              </p:par>
                              <p:par>
                                <p:cTn id="727" presetID="1" presetClass="entr" presetSubtype="0" fill="hold" nodeType="withEffect">
                                  <p:stCondLst>
                                    <p:cond delay="0"/>
                                  </p:stCondLst>
                                  <p:childTnLst>
                                    <p:set>
                                      <p:cBhvr>
                                        <p:cTn id="728" dur="1" fill="hold">
                                          <p:stCondLst>
                                            <p:cond delay="0"/>
                                          </p:stCondLst>
                                        </p:cTn>
                                        <p:tgtEl>
                                          <p:spTgt spid="369"/>
                                        </p:tgtEl>
                                        <p:attrNameLst>
                                          <p:attrName>style.visibility</p:attrName>
                                        </p:attrNameLst>
                                      </p:cBhvr>
                                      <p:to>
                                        <p:strVal val="visible"/>
                                      </p:to>
                                    </p:set>
                                  </p:childTnLst>
                                </p:cTn>
                              </p:par>
                              <p:par>
                                <p:cTn id="729" presetID="1" presetClass="entr" presetSubtype="0" fill="hold" nodeType="withEffect">
                                  <p:stCondLst>
                                    <p:cond delay="0"/>
                                  </p:stCondLst>
                                  <p:childTnLst>
                                    <p:set>
                                      <p:cBhvr>
                                        <p:cTn id="730" dur="1" fill="hold">
                                          <p:stCondLst>
                                            <p:cond delay="0"/>
                                          </p:stCondLst>
                                        </p:cTn>
                                        <p:tgtEl>
                                          <p:spTgt spid="370"/>
                                        </p:tgtEl>
                                        <p:attrNameLst>
                                          <p:attrName>style.visibility</p:attrName>
                                        </p:attrNameLst>
                                      </p:cBhvr>
                                      <p:to>
                                        <p:strVal val="visible"/>
                                      </p:to>
                                    </p:set>
                                  </p:childTnLst>
                                </p:cTn>
                              </p:par>
                              <p:par>
                                <p:cTn id="731" presetID="1" presetClass="entr" presetSubtype="0" fill="hold" nodeType="withEffect">
                                  <p:stCondLst>
                                    <p:cond delay="0"/>
                                  </p:stCondLst>
                                  <p:childTnLst>
                                    <p:set>
                                      <p:cBhvr>
                                        <p:cTn id="732" dur="1" fill="hold">
                                          <p:stCondLst>
                                            <p:cond delay="0"/>
                                          </p:stCondLst>
                                        </p:cTn>
                                        <p:tgtEl>
                                          <p:spTgt spid="371"/>
                                        </p:tgtEl>
                                        <p:attrNameLst>
                                          <p:attrName>style.visibility</p:attrName>
                                        </p:attrNameLst>
                                      </p:cBhvr>
                                      <p:to>
                                        <p:strVal val="visible"/>
                                      </p:to>
                                    </p:set>
                                  </p:childTnLst>
                                </p:cTn>
                              </p:par>
                              <p:par>
                                <p:cTn id="733" presetID="1" presetClass="entr" presetSubtype="0" fill="hold" nodeType="withEffect">
                                  <p:stCondLst>
                                    <p:cond delay="0"/>
                                  </p:stCondLst>
                                  <p:childTnLst>
                                    <p:set>
                                      <p:cBhvr>
                                        <p:cTn id="734" dur="1" fill="hold">
                                          <p:stCondLst>
                                            <p:cond delay="0"/>
                                          </p:stCondLst>
                                        </p:cTn>
                                        <p:tgtEl>
                                          <p:spTgt spid="372"/>
                                        </p:tgtEl>
                                        <p:attrNameLst>
                                          <p:attrName>style.visibility</p:attrName>
                                        </p:attrNameLst>
                                      </p:cBhvr>
                                      <p:to>
                                        <p:strVal val="visible"/>
                                      </p:to>
                                    </p:set>
                                  </p:childTnLst>
                                </p:cTn>
                              </p:par>
                              <p:par>
                                <p:cTn id="735" presetID="1" presetClass="entr" presetSubtype="0" fill="hold" nodeType="withEffect">
                                  <p:stCondLst>
                                    <p:cond delay="0"/>
                                  </p:stCondLst>
                                  <p:childTnLst>
                                    <p:set>
                                      <p:cBhvr>
                                        <p:cTn id="736" dur="1" fill="hold">
                                          <p:stCondLst>
                                            <p:cond delay="0"/>
                                          </p:stCondLst>
                                        </p:cTn>
                                        <p:tgtEl>
                                          <p:spTgt spid="373"/>
                                        </p:tgtEl>
                                        <p:attrNameLst>
                                          <p:attrName>style.visibility</p:attrName>
                                        </p:attrNameLst>
                                      </p:cBhvr>
                                      <p:to>
                                        <p:strVal val="visible"/>
                                      </p:to>
                                    </p:set>
                                  </p:childTnLst>
                                </p:cTn>
                              </p:par>
                              <p:par>
                                <p:cTn id="737" presetID="1" presetClass="entr" presetSubtype="0" fill="hold" nodeType="withEffect">
                                  <p:stCondLst>
                                    <p:cond delay="0"/>
                                  </p:stCondLst>
                                  <p:childTnLst>
                                    <p:set>
                                      <p:cBhvr>
                                        <p:cTn id="738" dur="1" fill="hold">
                                          <p:stCondLst>
                                            <p:cond delay="0"/>
                                          </p:stCondLst>
                                        </p:cTn>
                                        <p:tgtEl>
                                          <p:spTgt spid="374"/>
                                        </p:tgtEl>
                                        <p:attrNameLst>
                                          <p:attrName>style.visibility</p:attrName>
                                        </p:attrNameLst>
                                      </p:cBhvr>
                                      <p:to>
                                        <p:strVal val="visible"/>
                                      </p:to>
                                    </p:set>
                                  </p:childTnLst>
                                </p:cTn>
                              </p:par>
                              <p:par>
                                <p:cTn id="739" presetID="1" presetClass="entr" presetSubtype="0" fill="hold" nodeType="withEffect">
                                  <p:stCondLst>
                                    <p:cond delay="0"/>
                                  </p:stCondLst>
                                  <p:childTnLst>
                                    <p:set>
                                      <p:cBhvr>
                                        <p:cTn id="740" dur="1" fill="hold">
                                          <p:stCondLst>
                                            <p:cond delay="0"/>
                                          </p:stCondLst>
                                        </p:cTn>
                                        <p:tgtEl>
                                          <p:spTgt spid="375"/>
                                        </p:tgtEl>
                                        <p:attrNameLst>
                                          <p:attrName>style.visibility</p:attrName>
                                        </p:attrNameLst>
                                      </p:cBhvr>
                                      <p:to>
                                        <p:strVal val="visible"/>
                                      </p:to>
                                    </p:set>
                                  </p:childTnLst>
                                </p:cTn>
                              </p:par>
                              <p:par>
                                <p:cTn id="741" presetID="1" presetClass="entr" presetSubtype="0" fill="hold" nodeType="withEffect">
                                  <p:stCondLst>
                                    <p:cond delay="0"/>
                                  </p:stCondLst>
                                  <p:childTnLst>
                                    <p:set>
                                      <p:cBhvr>
                                        <p:cTn id="742" dur="1" fill="hold">
                                          <p:stCondLst>
                                            <p:cond delay="0"/>
                                          </p:stCondLst>
                                        </p:cTn>
                                        <p:tgtEl>
                                          <p:spTgt spid="376"/>
                                        </p:tgtEl>
                                        <p:attrNameLst>
                                          <p:attrName>style.visibility</p:attrName>
                                        </p:attrNameLst>
                                      </p:cBhvr>
                                      <p:to>
                                        <p:strVal val="visible"/>
                                      </p:to>
                                    </p:set>
                                  </p:childTnLst>
                                </p:cTn>
                              </p:par>
                              <p:par>
                                <p:cTn id="743" presetID="1" presetClass="entr" presetSubtype="0" fill="hold" nodeType="withEffect">
                                  <p:stCondLst>
                                    <p:cond delay="0"/>
                                  </p:stCondLst>
                                  <p:childTnLst>
                                    <p:set>
                                      <p:cBhvr>
                                        <p:cTn id="744" dur="1" fill="hold">
                                          <p:stCondLst>
                                            <p:cond delay="0"/>
                                          </p:stCondLst>
                                        </p:cTn>
                                        <p:tgtEl>
                                          <p:spTgt spid="377"/>
                                        </p:tgtEl>
                                        <p:attrNameLst>
                                          <p:attrName>style.visibility</p:attrName>
                                        </p:attrNameLst>
                                      </p:cBhvr>
                                      <p:to>
                                        <p:strVal val="visible"/>
                                      </p:to>
                                    </p:set>
                                  </p:childTnLst>
                                </p:cTn>
                              </p:par>
                              <p:par>
                                <p:cTn id="745" presetID="1" presetClass="entr" presetSubtype="0" fill="hold" nodeType="withEffect">
                                  <p:stCondLst>
                                    <p:cond delay="0"/>
                                  </p:stCondLst>
                                  <p:childTnLst>
                                    <p:set>
                                      <p:cBhvr>
                                        <p:cTn id="746" dur="1" fill="hold">
                                          <p:stCondLst>
                                            <p:cond delay="0"/>
                                          </p:stCondLst>
                                        </p:cTn>
                                        <p:tgtEl>
                                          <p:spTgt spid="378"/>
                                        </p:tgtEl>
                                        <p:attrNameLst>
                                          <p:attrName>style.visibility</p:attrName>
                                        </p:attrNameLst>
                                      </p:cBhvr>
                                      <p:to>
                                        <p:strVal val="visible"/>
                                      </p:to>
                                    </p:set>
                                  </p:childTnLst>
                                </p:cTn>
                              </p:par>
                              <p:par>
                                <p:cTn id="747" presetID="1" presetClass="entr" presetSubtype="0" fill="hold" nodeType="withEffect">
                                  <p:stCondLst>
                                    <p:cond delay="0"/>
                                  </p:stCondLst>
                                  <p:childTnLst>
                                    <p:set>
                                      <p:cBhvr>
                                        <p:cTn id="748" dur="1" fill="hold">
                                          <p:stCondLst>
                                            <p:cond delay="0"/>
                                          </p:stCondLst>
                                        </p:cTn>
                                        <p:tgtEl>
                                          <p:spTgt spid="379"/>
                                        </p:tgtEl>
                                        <p:attrNameLst>
                                          <p:attrName>style.visibility</p:attrName>
                                        </p:attrNameLst>
                                      </p:cBhvr>
                                      <p:to>
                                        <p:strVal val="visible"/>
                                      </p:to>
                                    </p:set>
                                  </p:childTnLst>
                                </p:cTn>
                              </p:par>
                              <p:par>
                                <p:cTn id="749" presetID="1" presetClass="entr" presetSubtype="0" fill="hold" nodeType="withEffect">
                                  <p:stCondLst>
                                    <p:cond delay="0"/>
                                  </p:stCondLst>
                                  <p:childTnLst>
                                    <p:set>
                                      <p:cBhvr>
                                        <p:cTn id="750" dur="1" fill="hold">
                                          <p:stCondLst>
                                            <p:cond delay="0"/>
                                          </p:stCondLst>
                                        </p:cTn>
                                        <p:tgtEl>
                                          <p:spTgt spid="380"/>
                                        </p:tgtEl>
                                        <p:attrNameLst>
                                          <p:attrName>style.visibility</p:attrName>
                                        </p:attrNameLst>
                                      </p:cBhvr>
                                      <p:to>
                                        <p:strVal val="visible"/>
                                      </p:to>
                                    </p:set>
                                  </p:childTnLst>
                                </p:cTn>
                              </p:par>
                              <p:par>
                                <p:cTn id="751" presetID="1" presetClass="entr" presetSubtype="0" fill="hold" nodeType="withEffect">
                                  <p:stCondLst>
                                    <p:cond delay="0"/>
                                  </p:stCondLst>
                                  <p:childTnLst>
                                    <p:set>
                                      <p:cBhvr>
                                        <p:cTn id="752" dur="1" fill="hold">
                                          <p:stCondLst>
                                            <p:cond delay="0"/>
                                          </p:stCondLst>
                                        </p:cTn>
                                        <p:tgtEl>
                                          <p:spTgt spid="381"/>
                                        </p:tgtEl>
                                        <p:attrNameLst>
                                          <p:attrName>style.visibility</p:attrName>
                                        </p:attrNameLst>
                                      </p:cBhvr>
                                      <p:to>
                                        <p:strVal val="visible"/>
                                      </p:to>
                                    </p:set>
                                  </p:childTnLst>
                                </p:cTn>
                              </p:par>
                              <p:par>
                                <p:cTn id="753" presetID="1" presetClass="entr" presetSubtype="0" fill="hold" nodeType="withEffect">
                                  <p:stCondLst>
                                    <p:cond delay="0"/>
                                  </p:stCondLst>
                                  <p:childTnLst>
                                    <p:set>
                                      <p:cBhvr>
                                        <p:cTn id="754" dur="1" fill="hold">
                                          <p:stCondLst>
                                            <p:cond delay="0"/>
                                          </p:stCondLst>
                                        </p:cTn>
                                        <p:tgtEl>
                                          <p:spTgt spid="382"/>
                                        </p:tgtEl>
                                        <p:attrNameLst>
                                          <p:attrName>style.visibility</p:attrName>
                                        </p:attrNameLst>
                                      </p:cBhvr>
                                      <p:to>
                                        <p:strVal val="visible"/>
                                      </p:to>
                                    </p:set>
                                  </p:childTnLst>
                                </p:cTn>
                              </p:par>
                              <p:par>
                                <p:cTn id="755" presetID="1" presetClass="entr" presetSubtype="0" fill="hold" nodeType="withEffect">
                                  <p:stCondLst>
                                    <p:cond delay="0"/>
                                  </p:stCondLst>
                                  <p:childTnLst>
                                    <p:set>
                                      <p:cBhvr>
                                        <p:cTn id="756" dur="1" fill="hold">
                                          <p:stCondLst>
                                            <p:cond delay="0"/>
                                          </p:stCondLst>
                                        </p:cTn>
                                        <p:tgtEl>
                                          <p:spTgt spid="383"/>
                                        </p:tgtEl>
                                        <p:attrNameLst>
                                          <p:attrName>style.visibility</p:attrName>
                                        </p:attrNameLst>
                                      </p:cBhvr>
                                      <p:to>
                                        <p:strVal val="visible"/>
                                      </p:to>
                                    </p:set>
                                  </p:childTnLst>
                                </p:cTn>
                              </p:par>
                              <p:par>
                                <p:cTn id="757" presetID="1" presetClass="entr" presetSubtype="0" fill="hold" nodeType="withEffect">
                                  <p:stCondLst>
                                    <p:cond delay="0"/>
                                  </p:stCondLst>
                                  <p:childTnLst>
                                    <p:set>
                                      <p:cBhvr>
                                        <p:cTn id="758" dur="1" fill="hold">
                                          <p:stCondLst>
                                            <p:cond delay="0"/>
                                          </p:stCondLst>
                                        </p:cTn>
                                        <p:tgtEl>
                                          <p:spTgt spid="384"/>
                                        </p:tgtEl>
                                        <p:attrNameLst>
                                          <p:attrName>style.visibility</p:attrName>
                                        </p:attrNameLst>
                                      </p:cBhvr>
                                      <p:to>
                                        <p:strVal val="visible"/>
                                      </p:to>
                                    </p:set>
                                  </p:childTnLst>
                                </p:cTn>
                              </p:par>
                              <p:par>
                                <p:cTn id="759" presetID="1" presetClass="entr" presetSubtype="0" fill="hold" nodeType="withEffect">
                                  <p:stCondLst>
                                    <p:cond delay="0"/>
                                  </p:stCondLst>
                                  <p:childTnLst>
                                    <p:set>
                                      <p:cBhvr>
                                        <p:cTn id="760" dur="1" fill="hold">
                                          <p:stCondLst>
                                            <p:cond delay="0"/>
                                          </p:stCondLst>
                                        </p:cTn>
                                        <p:tgtEl>
                                          <p:spTgt spid="385"/>
                                        </p:tgtEl>
                                        <p:attrNameLst>
                                          <p:attrName>style.visibility</p:attrName>
                                        </p:attrNameLst>
                                      </p:cBhvr>
                                      <p:to>
                                        <p:strVal val="visible"/>
                                      </p:to>
                                    </p:set>
                                  </p:childTnLst>
                                </p:cTn>
                              </p:par>
                              <p:par>
                                <p:cTn id="761" presetID="1" presetClass="entr" presetSubtype="0" fill="hold" nodeType="withEffect">
                                  <p:stCondLst>
                                    <p:cond delay="0"/>
                                  </p:stCondLst>
                                  <p:childTnLst>
                                    <p:set>
                                      <p:cBhvr>
                                        <p:cTn id="762" dur="1" fill="hold">
                                          <p:stCondLst>
                                            <p:cond delay="0"/>
                                          </p:stCondLst>
                                        </p:cTn>
                                        <p:tgtEl>
                                          <p:spTgt spid="386"/>
                                        </p:tgtEl>
                                        <p:attrNameLst>
                                          <p:attrName>style.visibility</p:attrName>
                                        </p:attrNameLst>
                                      </p:cBhvr>
                                      <p:to>
                                        <p:strVal val="visible"/>
                                      </p:to>
                                    </p:set>
                                  </p:childTnLst>
                                </p:cTn>
                              </p:par>
                              <p:par>
                                <p:cTn id="763" presetID="1" presetClass="entr" presetSubtype="0" fill="hold" nodeType="withEffect">
                                  <p:stCondLst>
                                    <p:cond delay="0"/>
                                  </p:stCondLst>
                                  <p:childTnLst>
                                    <p:set>
                                      <p:cBhvr>
                                        <p:cTn id="764" dur="1" fill="hold">
                                          <p:stCondLst>
                                            <p:cond delay="0"/>
                                          </p:stCondLst>
                                        </p:cTn>
                                        <p:tgtEl>
                                          <p:spTgt spid="387"/>
                                        </p:tgtEl>
                                        <p:attrNameLst>
                                          <p:attrName>style.visibility</p:attrName>
                                        </p:attrNameLst>
                                      </p:cBhvr>
                                      <p:to>
                                        <p:strVal val="visible"/>
                                      </p:to>
                                    </p:set>
                                  </p:childTnLst>
                                </p:cTn>
                              </p:par>
                              <p:par>
                                <p:cTn id="765" presetID="1" presetClass="entr" presetSubtype="0" fill="hold" nodeType="withEffect">
                                  <p:stCondLst>
                                    <p:cond delay="0"/>
                                  </p:stCondLst>
                                  <p:childTnLst>
                                    <p:set>
                                      <p:cBhvr>
                                        <p:cTn id="766" dur="1" fill="hold">
                                          <p:stCondLst>
                                            <p:cond delay="0"/>
                                          </p:stCondLst>
                                        </p:cTn>
                                        <p:tgtEl>
                                          <p:spTgt spid="388"/>
                                        </p:tgtEl>
                                        <p:attrNameLst>
                                          <p:attrName>style.visibility</p:attrName>
                                        </p:attrNameLst>
                                      </p:cBhvr>
                                      <p:to>
                                        <p:strVal val="visible"/>
                                      </p:to>
                                    </p:set>
                                  </p:childTnLst>
                                </p:cTn>
                              </p:par>
                              <p:par>
                                <p:cTn id="767" presetID="1" presetClass="entr" presetSubtype="0" fill="hold" nodeType="withEffect">
                                  <p:stCondLst>
                                    <p:cond delay="0"/>
                                  </p:stCondLst>
                                  <p:childTnLst>
                                    <p:set>
                                      <p:cBhvr>
                                        <p:cTn id="768" dur="1" fill="hold">
                                          <p:stCondLst>
                                            <p:cond delay="0"/>
                                          </p:stCondLst>
                                        </p:cTn>
                                        <p:tgtEl>
                                          <p:spTgt spid="389"/>
                                        </p:tgtEl>
                                        <p:attrNameLst>
                                          <p:attrName>style.visibility</p:attrName>
                                        </p:attrNameLst>
                                      </p:cBhvr>
                                      <p:to>
                                        <p:strVal val="visible"/>
                                      </p:to>
                                    </p:set>
                                  </p:childTnLst>
                                </p:cTn>
                              </p:par>
                              <p:par>
                                <p:cTn id="769" presetID="1" presetClass="entr" presetSubtype="0" fill="hold" nodeType="withEffect">
                                  <p:stCondLst>
                                    <p:cond delay="0"/>
                                  </p:stCondLst>
                                  <p:childTnLst>
                                    <p:set>
                                      <p:cBhvr>
                                        <p:cTn id="770" dur="1" fill="hold">
                                          <p:stCondLst>
                                            <p:cond delay="0"/>
                                          </p:stCondLst>
                                        </p:cTn>
                                        <p:tgtEl>
                                          <p:spTgt spid="390"/>
                                        </p:tgtEl>
                                        <p:attrNameLst>
                                          <p:attrName>style.visibility</p:attrName>
                                        </p:attrNameLst>
                                      </p:cBhvr>
                                      <p:to>
                                        <p:strVal val="visible"/>
                                      </p:to>
                                    </p:set>
                                  </p:childTnLst>
                                </p:cTn>
                              </p:par>
                              <p:par>
                                <p:cTn id="771" presetID="1" presetClass="entr" presetSubtype="0" fill="hold" nodeType="withEffect">
                                  <p:stCondLst>
                                    <p:cond delay="0"/>
                                  </p:stCondLst>
                                  <p:childTnLst>
                                    <p:set>
                                      <p:cBhvr>
                                        <p:cTn id="772" dur="1" fill="hold">
                                          <p:stCondLst>
                                            <p:cond delay="0"/>
                                          </p:stCondLst>
                                        </p:cTn>
                                        <p:tgtEl>
                                          <p:spTgt spid="391"/>
                                        </p:tgtEl>
                                        <p:attrNameLst>
                                          <p:attrName>style.visibility</p:attrName>
                                        </p:attrNameLst>
                                      </p:cBhvr>
                                      <p:to>
                                        <p:strVal val="visible"/>
                                      </p:to>
                                    </p:set>
                                  </p:childTnLst>
                                </p:cTn>
                              </p:par>
                              <p:par>
                                <p:cTn id="773" presetID="1" presetClass="entr" presetSubtype="0" fill="hold" nodeType="withEffect">
                                  <p:stCondLst>
                                    <p:cond delay="0"/>
                                  </p:stCondLst>
                                  <p:childTnLst>
                                    <p:set>
                                      <p:cBhvr>
                                        <p:cTn id="774" dur="1" fill="hold">
                                          <p:stCondLst>
                                            <p:cond delay="0"/>
                                          </p:stCondLst>
                                        </p:cTn>
                                        <p:tgtEl>
                                          <p:spTgt spid="392"/>
                                        </p:tgtEl>
                                        <p:attrNameLst>
                                          <p:attrName>style.visibility</p:attrName>
                                        </p:attrNameLst>
                                      </p:cBhvr>
                                      <p:to>
                                        <p:strVal val="visible"/>
                                      </p:to>
                                    </p:set>
                                  </p:childTnLst>
                                </p:cTn>
                              </p:par>
                              <p:par>
                                <p:cTn id="775" presetID="1" presetClass="entr" presetSubtype="0" fill="hold" nodeType="withEffect">
                                  <p:stCondLst>
                                    <p:cond delay="0"/>
                                  </p:stCondLst>
                                  <p:childTnLst>
                                    <p:set>
                                      <p:cBhvr>
                                        <p:cTn id="776" dur="1" fill="hold">
                                          <p:stCondLst>
                                            <p:cond delay="0"/>
                                          </p:stCondLst>
                                        </p:cTn>
                                        <p:tgtEl>
                                          <p:spTgt spid="393"/>
                                        </p:tgtEl>
                                        <p:attrNameLst>
                                          <p:attrName>style.visibility</p:attrName>
                                        </p:attrNameLst>
                                      </p:cBhvr>
                                      <p:to>
                                        <p:strVal val="visible"/>
                                      </p:to>
                                    </p:set>
                                  </p:childTnLst>
                                </p:cTn>
                              </p:par>
                              <p:par>
                                <p:cTn id="777" presetID="1" presetClass="entr" presetSubtype="0" fill="hold" nodeType="withEffect">
                                  <p:stCondLst>
                                    <p:cond delay="0"/>
                                  </p:stCondLst>
                                  <p:childTnLst>
                                    <p:set>
                                      <p:cBhvr>
                                        <p:cTn id="778" dur="1" fill="hold">
                                          <p:stCondLst>
                                            <p:cond delay="0"/>
                                          </p:stCondLst>
                                        </p:cTn>
                                        <p:tgtEl>
                                          <p:spTgt spid="394"/>
                                        </p:tgtEl>
                                        <p:attrNameLst>
                                          <p:attrName>style.visibility</p:attrName>
                                        </p:attrNameLst>
                                      </p:cBhvr>
                                      <p:to>
                                        <p:strVal val="visible"/>
                                      </p:to>
                                    </p:set>
                                  </p:childTnLst>
                                </p:cTn>
                              </p:par>
                              <p:par>
                                <p:cTn id="779" presetID="1" presetClass="entr" presetSubtype="0" fill="hold" nodeType="withEffect">
                                  <p:stCondLst>
                                    <p:cond delay="0"/>
                                  </p:stCondLst>
                                  <p:childTnLst>
                                    <p:set>
                                      <p:cBhvr>
                                        <p:cTn id="780" dur="1" fill="hold">
                                          <p:stCondLst>
                                            <p:cond delay="0"/>
                                          </p:stCondLst>
                                        </p:cTn>
                                        <p:tgtEl>
                                          <p:spTgt spid="395"/>
                                        </p:tgtEl>
                                        <p:attrNameLst>
                                          <p:attrName>style.visibility</p:attrName>
                                        </p:attrNameLst>
                                      </p:cBhvr>
                                      <p:to>
                                        <p:strVal val="visible"/>
                                      </p:to>
                                    </p:set>
                                  </p:childTnLst>
                                </p:cTn>
                              </p:par>
                              <p:par>
                                <p:cTn id="781" presetID="1" presetClass="entr" presetSubtype="0" fill="hold" nodeType="withEffect">
                                  <p:stCondLst>
                                    <p:cond delay="0"/>
                                  </p:stCondLst>
                                  <p:childTnLst>
                                    <p:set>
                                      <p:cBhvr>
                                        <p:cTn id="782" dur="1" fill="hold">
                                          <p:stCondLst>
                                            <p:cond delay="0"/>
                                          </p:stCondLst>
                                        </p:cTn>
                                        <p:tgtEl>
                                          <p:spTgt spid="396"/>
                                        </p:tgtEl>
                                        <p:attrNameLst>
                                          <p:attrName>style.visibility</p:attrName>
                                        </p:attrNameLst>
                                      </p:cBhvr>
                                      <p:to>
                                        <p:strVal val="visible"/>
                                      </p:to>
                                    </p:set>
                                  </p:childTnLst>
                                </p:cTn>
                              </p:par>
                              <p:par>
                                <p:cTn id="783" presetID="1" presetClass="entr" presetSubtype="0" fill="hold" nodeType="withEffect">
                                  <p:stCondLst>
                                    <p:cond delay="0"/>
                                  </p:stCondLst>
                                  <p:childTnLst>
                                    <p:set>
                                      <p:cBhvr>
                                        <p:cTn id="784" dur="1" fill="hold">
                                          <p:stCondLst>
                                            <p:cond delay="0"/>
                                          </p:stCondLst>
                                        </p:cTn>
                                        <p:tgtEl>
                                          <p:spTgt spid="397"/>
                                        </p:tgtEl>
                                        <p:attrNameLst>
                                          <p:attrName>style.visibility</p:attrName>
                                        </p:attrNameLst>
                                      </p:cBhvr>
                                      <p:to>
                                        <p:strVal val="visible"/>
                                      </p:to>
                                    </p:set>
                                  </p:childTnLst>
                                </p:cTn>
                              </p:par>
                              <p:par>
                                <p:cTn id="785" presetID="1" presetClass="entr" presetSubtype="0" fill="hold" nodeType="withEffect">
                                  <p:stCondLst>
                                    <p:cond delay="0"/>
                                  </p:stCondLst>
                                  <p:childTnLst>
                                    <p:set>
                                      <p:cBhvr>
                                        <p:cTn id="786" dur="1" fill="hold">
                                          <p:stCondLst>
                                            <p:cond delay="0"/>
                                          </p:stCondLst>
                                        </p:cTn>
                                        <p:tgtEl>
                                          <p:spTgt spid="398"/>
                                        </p:tgtEl>
                                        <p:attrNameLst>
                                          <p:attrName>style.visibility</p:attrName>
                                        </p:attrNameLst>
                                      </p:cBhvr>
                                      <p:to>
                                        <p:strVal val="visible"/>
                                      </p:to>
                                    </p:set>
                                  </p:childTnLst>
                                </p:cTn>
                              </p:par>
                              <p:par>
                                <p:cTn id="787" presetID="1" presetClass="entr" presetSubtype="0" fill="hold" nodeType="withEffect">
                                  <p:stCondLst>
                                    <p:cond delay="0"/>
                                  </p:stCondLst>
                                  <p:childTnLst>
                                    <p:set>
                                      <p:cBhvr>
                                        <p:cTn id="788" dur="1" fill="hold">
                                          <p:stCondLst>
                                            <p:cond delay="0"/>
                                          </p:stCondLst>
                                        </p:cTn>
                                        <p:tgtEl>
                                          <p:spTgt spid="399"/>
                                        </p:tgtEl>
                                        <p:attrNameLst>
                                          <p:attrName>style.visibility</p:attrName>
                                        </p:attrNameLst>
                                      </p:cBhvr>
                                      <p:to>
                                        <p:strVal val="visible"/>
                                      </p:to>
                                    </p:set>
                                  </p:childTnLst>
                                </p:cTn>
                              </p:par>
                              <p:par>
                                <p:cTn id="789" presetID="1" presetClass="entr" presetSubtype="0" fill="hold" nodeType="withEffect">
                                  <p:stCondLst>
                                    <p:cond delay="0"/>
                                  </p:stCondLst>
                                  <p:childTnLst>
                                    <p:set>
                                      <p:cBhvr>
                                        <p:cTn id="790" dur="1" fill="hold">
                                          <p:stCondLst>
                                            <p:cond delay="0"/>
                                          </p:stCondLst>
                                        </p:cTn>
                                        <p:tgtEl>
                                          <p:spTgt spid="400"/>
                                        </p:tgtEl>
                                        <p:attrNameLst>
                                          <p:attrName>style.visibility</p:attrName>
                                        </p:attrNameLst>
                                      </p:cBhvr>
                                      <p:to>
                                        <p:strVal val="visible"/>
                                      </p:to>
                                    </p:set>
                                  </p:childTnLst>
                                </p:cTn>
                              </p:par>
                              <p:par>
                                <p:cTn id="791" presetID="1" presetClass="entr" presetSubtype="0" fill="hold" nodeType="withEffect">
                                  <p:stCondLst>
                                    <p:cond delay="0"/>
                                  </p:stCondLst>
                                  <p:childTnLst>
                                    <p:set>
                                      <p:cBhvr>
                                        <p:cTn id="792" dur="1" fill="hold">
                                          <p:stCondLst>
                                            <p:cond delay="0"/>
                                          </p:stCondLst>
                                        </p:cTn>
                                        <p:tgtEl>
                                          <p:spTgt spid="401"/>
                                        </p:tgtEl>
                                        <p:attrNameLst>
                                          <p:attrName>style.visibility</p:attrName>
                                        </p:attrNameLst>
                                      </p:cBhvr>
                                      <p:to>
                                        <p:strVal val="visible"/>
                                      </p:to>
                                    </p:set>
                                  </p:childTnLst>
                                </p:cTn>
                              </p:par>
                              <p:par>
                                <p:cTn id="793" presetID="1" presetClass="entr" presetSubtype="0" fill="hold" nodeType="withEffect">
                                  <p:stCondLst>
                                    <p:cond delay="0"/>
                                  </p:stCondLst>
                                  <p:childTnLst>
                                    <p:set>
                                      <p:cBhvr>
                                        <p:cTn id="794" dur="1" fill="hold">
                                          <p:stCondLst>
                                            <p:cond delay="0"/>
                                          </p:stCondLst>
                                        </p:cTn>
                                        <p:tgtEl>
                                          <p:spTgt spid="402"/>
                                        </p:tgtEl>
                                        <p:attrNameLst>
                                          <p:attrName>style.visibility</p:attrName>
                                        </p:attrNameLst>
                                      </p:cBhvr>
                                      <p:to>
                                        <p:strVal val="visible"/>
                                      </p:to>
                                    </p:set>
                                  </p:childTnLst>
                                </p:cTn>
                              </p:par>
                              <p:par>
                                <p:cTn id="795" presetID="1" presetClass="entr" presetSubtype="0" fill="hold" nodeType="withEffect">
                                  <p:stCondLst>
                                    <p:cond delay="0"/>
                                  </p:stCondLst>
                                  <p:childTnLst>
                                    <p:set>
                                      <p:cBhvr>
                                        <p:cTn id="796" dur="1" fill="hold">
                                          <p:stCondLst>
                                            <p:cond delay="0"/>
                                          </p:stCondLst>
                                        </p:cTn>
                                        <p:tgtEl>
                                          <p:spTgt spid="403"/>
                                        </p:tgtEl>
                                        <p:attrNameLst>
                                          <p:attrName>style.visibility</p:attrName>
                                        </p:attrNameLst>
                                      </p:cBhvr>
                                      <p:to>
                                        <p:strVal val="visible"/>
                                      </p:to>
                                    </p:set>
                                  </p:childTnLst>
                                </p:cTn>
                              </p:par>
                              <p:par>
                                <p:cTn id="797" presetID="1" presetClass="entr" presetSubtype="0" fill="hold" nodeType="withEffect">
                                  <p:stCondLst>
                                    <p:cond delay="0"/>
                                  </p:stCondLst>
                                  <p:childTnLst>
                                    <p:set>
                                      <p:cBhvr>
                                        <p:cTn id="798" dur="1" fill="hold">
                                          <p:stCondLst>
                                            <p:cond delay="0"/>
                                          </p:stCondLst>
                                        </p:cTn>
                                        <p:tgtEl>
                                          <p:spTgt spid="404"/>
                                        </p:tgtEl>
                                        <p:attrNameLst>
                                          <p:attrName>style.visibility</p:attrName>
                                        </p:attrNameLst>
                                      </p:cBhvr>
                                      <p:to>
                                        <p:strVal val="visible"/>
                                      </p:to>
                                    </p:set>
                                  </p:childTnLst>
                                </p:cTn>
                              </p:par>
                              <p:par>
                                <p:cTn id="799" presetID="1" presetClass="entr" presetSubtype="0" fill="hold" nodeType="withEffect">
                                  <p:stCondLst>
                                    <p:cond delay="0"/>
                                  </p:stCondLst>
                                  <p:childTnLst>
                                    <p:set>
                                      <p:cBhvr>
                                        <p:cTn id="800" dur="1" fill="hold">
                                          <p:stCondLst>
                                            <p:cond delay="0"/>
                                          </p:stCondLst>
                                        </p:cTn>
                                        <p:tgtEl>
                                          <p:spTgt spid="405"/>
                                        </p:tgtEl>
                                        <p:attrNameLst>
                                          <p:attrName>style.visibility</p:attrName>
                                        </p:attrNameLst>
                                      </p:cBhvr>
                                      <p:to>
                                        <p:strVal val="visible"/>
                                      </p:to>
                                    </p:set>
                                  </p:childTnLst>
                                </p:cTn>
                              </p:par>
                              <p:par>
                                <p:cTn id="801" presetID="1" presetClass="entr" presetSubtype="0" fill="hold" nodeType="withEffect">
                                  <p:stCondLst>
                                    <p:cond delay="0"/>
                                  </p:stCondLst>
                                  <p:childTnLst>
                                    <p:set>
                                      <p:cBhvr>
                                        <p:cTn id="802" dur="1" fill="hold">
                                          <p:stCondLst>
                                            <p:cond delay="0"/>
                                          </p:stCondLst>
                                        </p:cTn>
                                        <p:tgtEl>
                                          <p:spTgt spid="406"/>
                                        </p:tgtEl>
                                        <p:attrNameLst>
                                          <p:attrName>style.visibility</p:attrName>
                                        </p:attrNameLst>
                                      </p:cBhvr>
                                      <p:to>
                                        <p:strVal val="visible"/>
                                      </p:to>
                                    </p:set>
                                  </p:childTnLst>
                                </p:cTn>
                              </p:par>
                              <p:par>
                                <p:cTn id="803" presetID="1" presetClass="entr" presetSubtype="0" fill="hold" nodeType="withEffect">
                                  <p:stCondLst>
                                    <p:cond delay="0"/>
                                  </p:stCondLst>
                                  <p:childTnLst>
                                    <p:set>
                                      <p:cBhvr>
                                        <p:cTn id="804" dur="1" fill="hold">
                                          <p:stCondLst>
                                            <p:cond delay="0"/>
                                          </p:stCondLst>
                                        </p:cTn>
                                        <p:tgtEl>
                                          <p:spTgt spid="407"/>
                                        </p:tgtEl>
                                        <p:attrNameLst>
                                          <p:attrName>style.visibility</p:attrName>
                                        </p:attrNameLst>
                                      </p:cBhvr>
                                      <p:to>
                                        <p:strVal val="visible"/>
                                      </p:to>
                                    </p:set>
                                  </p:childTnLst>
                                </p:cTn>
                              </p:par>
                              <p:par>
                                <p:cTn id="805" presetID="1" presetClass="entr" presetSubtype="0" fill="hold" nodeType="withEffect">
                                  <p:stCondLst>
                                    <p:cond delay="0"/>
                                  </p:stCondLst>
                                  <p:childTnLst>
                                    <p:set>
                                      <p:cBhvr>
                                        <p:cTn id="806" dur="1" fill="hold">
                                          <p:stCondLst>
                                            <p:cond delay="0"/>
                                          </p:stCondLst>
                                        </p:cTn>
                                        <p:tgtEl>
                                          <p:spTgt spid="408"/>
                                        </p:tgtEl>
                                        <p:attrNameLst>
                                          <p:attrName>style.visibility</p:attrName>
                                        </p:attrNameLst>
                                      </p:cBhvr>
                                      <p:to>
                                        <p:strVal val="visible"/>
                                      </p:to>
                                    </p:set>
                                  </p:childTnLst>
                                </p:cTn>
                              </p:par>
                              <p:par>
                                <p:cTn id="807" presetID="1" presetClass="entr" presetSubtype="0" fill="hold" nodeType="withEffect">
                                  <p:stCondLst>
                                    <p:cond delay="0"/>
                                  </p:stCondLst>
                                  <p:childTnLst>
                                    <p:set>
                                      <p:cBhvr>
                                        <p:cTn id="808" dur="1" fill="hold">
                                          <p:stCondLst>
                                            <p:cond delay="0"/>
                                          </p:stCondLst>
                                        </p:cTn>
                                        <p:tgtEl>
                                          <p:spTgt spid="409"/>
                                        </p:tgtEl>
                                        <p:attrNameLst>
                                          <p:attrName>style.visibility</p:attrName>
                                        </p:attrNameLst>
                                      </p:cBhvr>
                                      <p:to>
                                        <p:strVal val="visible"/>
                                      </p:to>
                                    </p:set>
                                  </p:childTnLst>
                                </p:cTn>
                              </p:par>
                              <p:par>
                                <p:cTn id="809" presetID="1" presetClass="entr" presetSubtype="0" fill="hold" grpId="0" nodeType="withEffect">
                                  <p:stCondLst>
                                    <p:cond delay="0"/>
                                  </p:stCondLst>
                                  <p:childTnLst>
                                    <p:set>
                                      <p:cBhvr>
                                        <p:cTn id="810" dur="1" fill="hold">
                                          <p:stCondLst>
                                            <p:cond delay="0"/>
                                          </p:stCondLst>
                                        </p:cTn>
                                        <p:tgtEl>
                                          <p:spTgt spid="410"/>
                                        </p:tgtEl>
                                        <p:attrNameLst>
                                          <p:attrName>style.visibility</p:attrName>
                                        </p:attrNameLst>
                                      </p:cBhvr>
                                      <p:to>
                                        <p:strVal val="visible"/>
                                      </p:to>
                                    </p:set>
                                  </p:childTnLst>
                                </p:cTn>
                              </p:par>
                            </p:childTnLst>
                          </p:cTn>
                        </p:par>
                      </p:childTnLst>
                    </p:cTn>
                  </p:par>
                  <p:par>
                    <p:cTn id="811" fill="hold">
                      <p:stCondLst>
                        <p:cond delay="indefinite"/>
                      </p:stCondLst>
                      <p:childTnLst>
                        <p:par>
                          <p:cTn id="812" fill="hold">
                            <p:stCondLst>
                              <p:cond delay="0"/>
                            </p:stCondLst>
                            <p:childTnLst>
                              <p:par>
                                <p:cTn id="813" presetID="1" presetClass="entr" presetSubtype="0" fill="hold" nodeType="clickEffect">
                                  <p:stCondLst>
                                    <p:cond delay="0"/>
                                  </p:stCondLst>
                                  <p:childTnLst>
                                    <p:set>
                                      <p:cBhvr>
                                        <p:cTn id="814" dur="1" fill="hold">
                                          <p:stCondLst>
                                            <p:cond delay="0"/>
                                          </p:stCondLst>
                                        </p:cTn>
                                        <p:tgtEl>
                                          <p:spTgt spid="412"/>
                                        </p:tgtEl>
                                        <p:attrNameLst>
                                          <p:attrName>style.visibility</p:attrName>
                                        </p:attrNameLst>
                                      </p:cBhvr>
                                      <p:to>
                                        <p:strVal val="visible"/>
                                      </p:to>
                                    </p:set>
                                  </p:childTnLst>
                                </p:cTn>
                              </p:par>
                              <p:par>
                                <p:cTn id="815" presetID="1" presetClass="entr" presetSubtype="0" fill="hold" nodeType="withEffect">
                                  <p:stCondLst>
                                    <p:cond delay="0"/>
                                  </p:stCondLst>
                                  <p:childTnLst>
                                    <p:set>
                                      <p:cBhvr>
                                        <p:cTn id="816" dur="1" fill="hold">
                                          <p:stCondLst>
                                            <p:cond delay="0"/>
                                          </p:stCondLst>
                                        </p:cTn>
                                        <p:tgtEl>
                                          <p:spTgt spid="413"/>
                                        </p:tgtEl>
                                        <p:attrNameLst>
                                          <p:attrName>style.visibility</p:attrName>
                                        </p:attrNameLst>
                                      </p:cBhvr>
                                      <p:to>
                                        <p:strVal val="visible"/>
                                      </p:to>
                                    </p:set>
                                  </p:childTnLst>
                                </p:cTn>
                              </p:par>
                              <p:par>
                                <p:cTn id="817" presetID="1" presetClass="entr" presetSubtype="0" fill="hold" nodeType="withEffect">
                                  <p:stCondLst>
                                    <p:cond delay="0"/>
                                  </p:stCondLst>
                                  <p:childTnLst>
                                    <p:set>
                                      <p:cBhvr>
                                        <p:cTn id="818" dur="1" fill="hold">
                                          <p:stCondLst>
                                            <p:cond delay="0"/>
                                          </p:stCondLst>
                                        </p:cTn>
                                        <p:tgtEl>
                                          <p:spTgt spid="414"/>
                                        </p:tgtEl>
                                        <p:attrNameLst>
                                          <p:attrName>style.visibility</p:attrName>
                                        </p:attrNameLst>
                                      </p:cBhvr>
                                      <p:to>
                                        <p:strVal val="visible"/>
                                      </p:to>
                                    </p:set>
                                  </p:childTnLst>
                                </p:cTn>
                              </p:par>
                              <p:par>
                                <p:cTn id="819" presetID="1" presetClass="entr" presetSubtype="0" fill="hold" nodeType="withEffect">
                                  <p:stCondLst>
                                    <p:cond delay="0"/>
                                  </p:stCondLst>
                                  <p:childTnLst>
                                    <p:set>
                                      <p:cBhvr>
                                        <p:cTn id="820" dur="1" fill="hold">
                                          <p:stCondLst>
                                            <p:cond delay="0"/>
                                          </p:stCondLst>
                                        </p:cTn>
                                        <p:tgtEl>
                                          <p:spTgt spid="415"/>
                                        </p:tgtEl>
                                        <p:attrNameLst>
                                          <p:attrName>style.visibility</p:attrName>
                                        </p:attrNameLst>
                                      </p:cBhvr>
                                      <p:to>
                                        <p:strVal val="visible"/>
                                      </p:to>
                                    </p:set>
                                  </p:childTnLst>
                                </p:cTn>
                              </p:par>
                              <p:par>
                                <p:cTn id="821" presetID="1" presetClass="entr" presetSubtype="0" fill="hold" nodeType="withEffect">
                                  <p:stCondLst>
                                    <p:cond delay="0"/>
                                  </p:stCondLst>
                                  <p:childTnLst>
                                    <p:set>
                                      <p:cBhvr>
                                        <p:cTn id="822" dur="1" fill="hold">
                                          <p:stCondLst>
                                            <p:cond delay="0"/>
                                          </p:stCondLst>
                                        </p:cTn>
                                        <p:tgtEl>
                                          <p:spTgt spid="416"/>
                                        </p:tgtEl>
                                        <p:attrNameLst>
                                          <p:attrName>style.visibility</p:attrName>
                                        </p:attrNameLst>
                                      </p:cBhvr>
                                      <p:to>
                                        <p:strVal val="visible"/>
                                      </p:to>
                                    </p:set>
                                  </p:childTnLst>
                                </p:cTn>
                              </p:par>
                              <p:par>
                                <p:cTn id="823" presetID="1" presetClass="entr" presetSubtype="0" fill="hold" nodeType="withEffect">
                                  <p:stCondLst>
                                    <p:cond delay="0"/>
                                  </p:stCondLst>
                                  <p:childTnLst>
                                    <p:set>
                                      <p:cBhvr>
                                        <p:cTn id="824" dur="1" fill="hold">
                                          <p:stCondLst>
                                            <p:cond delay="0"/>
                                          </p:stCondLst>
                                        </p:cTn>
                                        <p:tgtEl>
                                          <p:spTgt spid="417"/>
                                        </p:tgtEl>
                                        <p:attrNameLst>
                                          <p:attrName>style.visibility</p:attrName>
                                        </p:attrNameLst>
                                      </p:cBhvr>
                                      <p:to>
                                        <p:strVal val="visible"/>
                                      </p:to>
                                    </p:set>
                                  </p:childTnLst>
                                </p:cTn>
                              </p:par>
                              <p:par>
                                <p:cTn id="825" presetID="1" presetClass="entr" presetSubtype="0" fill="hold" nodeType="withEffect">
                                  <p:stCondLst>
                                    <p:cond delay="0"/>
                                  </p:stCondLst>
                                  <p:childTnLst>
                                    <p:set>
                                      <p:cBhvr>
                                        <p:cTn id="826" dur="1" fill="hold">
                                          <p:stCondLst>
                                            <p:cond delay="0"/>
                                          </p:stCondLst>
                                        </p:cTn>
                                        <p:tgtEl>
                                          <p:spTgt spid="418"/>
                                        </p:tgtEl>
                                        <p:attrNameLst>
                                          <p:attrName>style.visibility</p:attrName>
                                        </p:attrNameLst>
                                      </p:cBhvr>
                                      <p:to>
                                        <p:strVal val="visible"/>
                                      </p:to>
                                    </p:set>
                                  </p:childTnLst>
                                </p:cTn>
                              </p:par>
                              <p:par>
                                <p:cTn id="827" presetID="1" presetClass="entr" presetSubtype="0" fill="hold" nodeType="withEffect">
                                  <p:stCondLst>
                                    <p:cond delay="0"/>
                                  </p:stCondLst>
                                  <p:childTnLst>
                                    <p:set>
                                      <p:cBhvr>
                                        <p:cTn id="828" dur="1" fill="hold">
                                          <p:stCondLst>
                                            <p:cond delay="0"/>
                                          </p:stCondLst>
                                        </p:cTn>
                                        <p:tgtEl>
                                          <p:spTgt spid="419"/>
                                        </p:tgtEl>
                                        <p:attrNameLst>
                                          <p:attrName>style.visibility</p:attrName>
                                        </p:attrNameLst>
                                      </p:cBhvr>
                                      <p:to>
                                        <p:strVal val="visible"/>
                                      </p:to>
                                    </p:set>
                                  </p:childTnLst>
                                </p:cTn>
                              </p:par>
                              <p:par>
                                <p:cTn id="829" presetID="1" presetClass="entr" presetSubtype="0" fill="hold" nodeType="withEffect">
                                  <p:stCondLst>
                                    <p:cond delay="0"/>
                                  </p:stCondLst>
                                  <p:childTnLst>
                                    <p:set>
                                      <p:cBhvr>
                                        <p:cTn id="830" dur="1" fill="hold">
                                          <p:stCondLst>
                                            <p:cond delay="0"/>
                                          </p:stCondLst>
                                        </p:cTn>
                                        <p:tgtEl>
                                          <p:spTgt spid="420"/>
                                        </p:tgtEl>
                                        <p:attrNameLst>
                                          <p:attrName>style.visibility</p:attrName>
                                        </p:attrNameLst>
                                      </p:cBhvr>
                                      <p:to>
                                        <p:strVal val="visible"/>
                                      </p:to>
                                    </p:set>
                                  </p:childTnLst>
                                </p:cTn>
                              </p:par>
                              <p:par>
                                <p:cTn id="831" presetID="1" presetClass="entr" presetSubtype="0" fill="hold" nodeType="withEffect">
                                  <p:stCondLst>
                                    <p:cond delay="0"/>
                                  </p:stCondLst>
                                  <p:childTnLst>
                                    <p:set>
                                      <p:cBhvr>
                                        <p:cTn id="832" dur="1" fill="hold">
                                          <p:stCondLst>
                                            <p:cond delay="0"/>
                                          </p:stCondLst>
                                        </p:cTn>
                                        <p:tgtEl>
                                          <p:spTgt spid="421"/>
                                        </p:tgtEl>
                                        <p:attrNameLst>
                                          <p:attrName>style.visibility</p:attrName>
                                        </p:attrNameLst>
                                      </p:cBhvr>
                                      <p:to>
                                        <p:strVal val="visible"/>
                                      </p:to>
                                    </p:set>
                                  </p:childTnLst>
                                </p:cTn>
                              </p:par>
                              <p:par>
                                <p:cTn id="833" presetID="1" presetClass="entr" presetSubtype="0" fill="hold" nodeType="withEffect">
                                  <p:stCondLst>
                                    <p:cond delay="0"/>
                                  </p:stCondLst>
                                  <p:childTnLst>
                                    <p:set>
                                      <p:cBhvr>
                                        <p:cTn id="834" dur="1" fill="hold">
                                          <p:stCondLst>
                                            <p:cond delay="0"/>
                                          </p:stCondLst>
                                        </p:cTn>
                                        <p:tgtEl>
                                          <p:spTgt spid="422"/>
                                        </p:tgtEl>
                                        <p:attrNameLst>
                                          <p:attrName>style.visibility</p:attrName>
                                        </p:attrNameLst>
                                      </p:cBhvr>
                                      <p:to>
                                        <p:strVal val="visible"/>
                                      </p:to>
                                    </p:set>
                                  </p:childTnLst>
                                </p:cTn>
                              </p:par>
                              <p:par>
                                <p:cTn id="835" presetID="1" presetClass="entr" presetSubtype="0" fill="hold" nodeType="withEffect">
                                  <p:stCondLst>
                                    <p:cond delay="0"/>
                                  </p:stCondLst>
                                  <p:childTnLst>
                                    <p:set>
                                      <p:cBhvr>
                                        <p:cTn id="836" dur="1" fill="hold">
                                          <p:stCondLst>
                                            <p:cond delay="0"/>
                                          </p:stCondLst>
                                        </p:cTn>
                                        <p:tgtEl>
                                          <p:spTgt spid="423"/>
                                        </p:tgtEl>
                                        <p:attrNameLst>
                                          <p:attrName>style.visibility</p:attrName>
                                        </p:attrNameLst>
                                      </p:cBhvr>
                                      <p:to>
                                        <p:strVal val="visible"/>
                                      </p:to>
                                    </p:set>
                                  </p:childTnLst>
                                </p:cTn>
                              </p:par>
                              <p:par>
                                <p:cTn id="837" presetID="1" presetClass="entr" presetSubtype="0" fill="hold" nodeType="withEffect">
                                  <p:stCondLst>
                                    <p:cond delay="0"/>
                                  </p:stCondLst>
                                  <p:childTnLst>
                                    <p:set>
                                      <p:cBhvr>
                                        <p:cTn id="838" dur="1" fill="hold">
                                          <p:stCondLst>
                                            <p:cond delay="0"/>
                                          </p:stCondLst>
                                        </p:cTn>
                                        <p:tgtEl>
                                          <p:spTgt spid="424"/>
                                        </p:tgtEl>
                                        <p:attrNameLst>
                                          <p:attrName>style.visibility</p:attrName>
                                        </p:attrNameLst>
                                      </p:cBhvr>
                                      <p:to>
                                        <p:strVal val="visible"/>
                                      </p:to>
                                    </p:set>
                                  </p:childTnLst>
                                </p:cTn>
                              </p:par>
                              <p:par>
                                <p:cTn id="839" presetID="1" presetClass="entr" presetSubtype="0" fill="hold" nodeType="withEffect">
                                  <p:stCondLst>
                                    <p:cond delay="0"/>
                                  </p:stCondLst>
                                  <p:childTnLst>
                                    <p:set>
                                      <p:cBhvr>
                                        <p:cTn id="840" dur="1" fill="hold">
                                          <p:stCondLst>
                                            <p:cond delay="0"/>
                                          </p:stCondLst>
                                        </p:cTn>
                                        <p:tgtEl>
                                          <p:spTgt spid="425"/>
                                        </p:tgtEl>
                                        <p:attrNameLst>
                                          <p:attrName>style.visibility</p:attrName>
                                        </p:attrNameLst>
                                      </p:cBhvr>
                                      <p:to>
                                        <p:strVal val="visible"/>
                                      </p:to>
                                    </p:set>
                                  </p:childTnLst>
                                </p:cTn>
                              </p:par>
                              <p:par>
                                <p:cTn id="841" presetID="1" presetClass="entr" presetSubtype="0" fill="hold" nodeType="withEffect">
                                  <p:stCondLst>
                                    <p:cond delay="0"/>
                                  </p:stCondLst>
                                  <p:childTnLst>
                                    <p:set>
                                      <p:cBhvr>
                                        <p:cTn id="842" dur="1" fill="hold">
                                          <p:stCondLst>
                                            <p:cond delay="0"/>
                                          </p:stCondLst>
                                        </p:cTn>
                                        <p:tgtEl>
                                          <p:spTgt spid="426"/>
                                        </p:tgtEl>
                                        <p:attrNameLst>
                                          <p:attrName>style.visibility</p:attrName>
                                        </p:attrNameLst>
                                      </p:cBhvr>
                                      <p:to>
                                        <p:strVal val="visible"/>
                                      </p:to>
                                    </p:set>
                                  </p:childTnLst>
                                </p:cTn>
                              </p:par>
                              <p:par>
                                <p:cTn id="843" presetID="1" presetClass="entr" presetSubtype="0" fill="hold" nodeType="withEffect">
                                  <p:stCondLst>
                                    <p:cond delay="0"/>
                                  </p:stCondLst>
                                  <p:childTnLst>
                                    <p:set>
                                      <p:cBhvr>
                                        <p:cTn id="844" dur="1" fill="hold">
                                          <p:stCondLst>
                                            <p:cond delay="0"/>
                                          </p:stCondLst>
                                        </p:cTn>
                                        <p:tgtEl>
                                          <p:spTgt spid="427"/>
                                        </p:tgtEl>
                                        <p:attrNameLst>
                                          <p:attrName>style.visibility</p:attrName>
                                        </p:attrNameLst>
                                      </p:cBhvr>
                                      <p:to>
                                        <p:strVal val="visible"/>
                                      </p:to>
                                    </p:set>
                                  </p:childTnLst>
                                </p:cTn>
                              </p:par>
                              <p:par>
                                <p:cTn id="845" presetID="1" presetClass="entr" presetSubtype="0" fill="hold" nodeType="withEffect">
                                  <p:stCondLst>
                                    <p:cond delay="0"/>
                                  </p:stCondLst>
                                  <p:childTnLst>
                                    <p:set>
                                      <p:cBhvr>
                                        <p:cTn id="846" dur="1" fill="hold">
                                          <p:stCondLst>
                                            <p:cond delay="0"/>
                                          </p:stCondLst>
                                        </p:cTn>
                                        <p:tgtEl>
                                          <p:spTgt spid="428"/>
                                        </p:tgtEl>
                                        <p:attrNameLst>
                                          <p:attrName>style.visibility</p:attrName>
                                        </p:attrNameLst>
                                      </p:cBhvr>
                                      <p:to>
                                        <p:strVal val="visible"/>
                                      </p:to>
                                    </p:set>
                                  </p:childTnLst>
                                </p:cTn>
                              </p:par>
                              <p:par>
                                <p:cTn id="847" presetID="1" presetClass="entr" presetSubtype="0" fill="hold" nodeType="withEffect">
                                  <p:stCondLst>
                                    <p:cond delay="0"/>
                                  </p:stCondLst>
                                  <p:childTnLst>
                                    <p:set>
                                      <p:cBhvr>
                                        <p:cTn id="848" dur="1" fill="hold">
                                          <p:stCondLst>
                                            <p:cond delay="0"/>
                                          </p:stCondLst>
                                        </p:cTn>
                                        <p:tgtEl>
                                          <p:spTgt spid="429"/>
                                        </p:tgtEl>
                                        <p:attrNameLst>
                                          <p:attrName>style.visibility</p:attrName>
                                        </p:attrNameLst>
                                      </p:cBhvr>
                                      <p:to>
                                        <p:strVal val="visible"/>
                                      </p:to>
                                    </p:set>
                                  </p:childTnLst>
                                </p:cTn>
                              </p:par>
                              <p:par>
                                <p:cTn id="849" presetID="1" presetClass="entr" presetSubtype="0" fill="hold" nodeType="withEffect">
                                  <p:stCondLst>
                                    <p:cond delay="0"/>
                                  </p:stCondLst>
                                  <p:childTnLst>
                                    <p:set>
                                      <p:cBhvr>
                                        <p:cTn id="850" dur="1" fill="hold">
                                          <p:stCondLst>
                                            <p:cond delay="0"/>
                                          </p:stCondLst>
                                        </p:cTn>
                                        <p:tgtEl>
                                          <p:spTgt spid="430"/>
                                        </p:tgtEl>
                                        <p:attrNameLst>
                                          <p:attrName>style.visibility</p:attrName>
                                        </p:attrNameLst>
                                      </p:cBhvr>
                                      <p:to>
                                        <p:strVal val="visible"/>
                                      </p:to>
                                    </p:set>
                                  </p:childTnLst>
                                </p:cTn>
                              </p:par>
                              <p:par>
                                <p:cTn id="851" presetID="1" presetClass="entr" presetSubtype="0" fill="hold" nodeType="withEffect">
                                  <p:stCondLst>
                                    <p:cond delay="0"/>
                                  </p:stCondLst>
                                  <p:childTnLst>
                                    <p:set>
                                      <p:cBhvr>
                                        <p:cTn id="852" dur="1" fill="hold">
                                          <p:stCondLst>
                                            <p:cond delay="0"/>
                                          </p:stCondLst>
                                        </p:cTn>
                                        <p:tgtEl>
                                          <p:spTgt spid="431"/>
                                        </p:tgtEl>
                                        <p:attrNameLst>
                                          <p:attrName>style.visibility</p:attrName>
                                        </p:attrNameLst>
                                      </p:cBhvr>
                                      <p:to>
                                        <p:strVal val="visible"/>
                                      </p:to>
                                    </p:set>
                                  </p:childTnLst>
                                </p:cTn>
                              </p:par>
                              <p:par>
                                <p:cTn id="853" presetID="1" presetClass="entr" presetSubtype="0" fill="hold" nodeType="withEffect">
                                  <p:stCondLst>
                                    <p:cond delay="0"/>
                                  </p:stCondLst>
                                  <p:childTnLst>
                                    <p:set>
                                      <p:cBhvr>
                                        <p:cTn id="854" dur="1" fill="hold">
                                          <p:stCondLst>
                                            <p:cond delay="0"/>
                                          </p:stCondLst>
                                        </p:cTn>
                                        <p:tgtEl>
                                          <p:spTgt spid="432"/>
                                        </p:tgtEl>
                                        <p:attrNameLst>
                                          <p:attrName>style.visibility</p:attrName>
                                        </p:attrNameLst>
                                      </p:cBhvr>
                                      <p:to>
                                        <p:strVal val="visible"/>
                                      </p:to>
                                    </p:set>
                                  </p:childTnLst>
                                </p:cTn>
                              </p:par>
                              <p:par>
                                <p:cTn id="855" presetID="1" presetClass="entr" presetSubtype="0" fill="hold" nodeType="withEffect">
                                  <p:stCondLst>
                                    <p:cond delay="0"/>
                                  </p:stCondLst>
                                  <p:childTnLst>
                                    <p:set>
                                      <p:cBhvr>
                                        <p:cTn id="856" dur="1" fill="hold">
                                          <p:stCondLst>
                                            <p:cond delay="0"/>
                                          </p:stCondLst>
                                        </p:cTn>
                                        <p:tgtEl>
                                          <p:spTgt spid="433"/>
                                        </p:tgtEl>
                                        <p:attrNameLst>
                                          <p:attrName>style.visibility</p:attrName>
                                        </p:attrNameLst>
                                      </p:cBhvr>
                                      <p:to>
                                        <p:strVal val="visible"/>
                                      </p:to>
                                    </p:set>
                                  </p:childTnLst>
                                </p:cTn>
                              </p:par>
                              <p:par>
                                <p:cTn id="857" presetID="1" presetClass="entr" presetSubtype="0" fill="hold" nodeType="withEffect">
                                  <p:stCondLst>
                                    <p:cond delay="0"/>
                                  </p:stCondLst>
                                  <p:childTnLst>
                                    <p:set>
                                      <p:cBhvr>
                                        <p:cTn id="858" dur="1" fill="hold">
                                          <p:stCondLst>
                                            <p:cond delay="0"/>
                                          </p:stCondLst>
                                        </p:cTn>
                                        <p:tgtEl>
                                          <p:spTgt spid="434"/>
                                        </p:tgtEl>
                                        <p:attrNameLst>
                                          <p:attrName>style.visibility</p:attrName>
                                        </p:attrNameLst>
                                      </p:cBhvr>
                                      <p:to>
                                        <p:strVal val="visible"/>
                                      </p:to>
                                    </p:set>
                                  </p:childTnLst>
                                </p:cTn>
                              </p:par>
                              <p:par>
                                <p:cTn id="859" presetID="1" presetClass="entr" presetSubtype="0" fill="hold" nodeType="withEffect">
                                  <p:stCondLst>
                                    <p:cond delay="0"/>
                                  </p:stCondLst>
                                  <p:childTnLst>
                                    <p:set>
                                      <p:cBhvr>
                                        <p:cTn id="860" dur="1" fill="hold">
                                          <p:stCondLst>
                                            <p:cond delay="0"/>
                                          </p:stCondLst>
                                        </p:cTn>
                                        <p:tgtEl>
                                          <p:spTgt spid="435"/>
                                        </p:tgtEl>
                                        <p:attrNameLst>
                                          <p:attrName>style.visibility</p:attrName>
                                        </p:attrNameLst>
                                      </p:cBhvr>
                                      <p:to>
                                        <p:strVal val="visible"/>
                                      </p:to>
                                    </p:set>
                                  </p:childTnLst>
                                </p:cTn>
                              </p:par>
                              <p:par>
                                <p:cTn id="861" presetID="1" presetClass="entr" presetSubtype="0" fill="hold" nodeType="withEffect">
                                  <p:stCondLst>
                                    <p:cond delay="0"/>
                                  </p:stCondLst>
                                  <p:childTnLst>
                                    <p:set>
                                      <p:cBhvr>
                                        <p:cTn id="862" dur="1" fill="hold">
                                          <p:stCondLst>
                                            <p:cond delay="0"/>
                                          </p:stCondLst>
                                        </p:cTn>
                                        <p:tgtEl>
                                          <p:spTgt spid="436"/>
                                        </p:tgtEl>
                                        <p:attrNameLst>
                                          <p:attrName>style.visibility</p:attrName>
                                        </p:attrNameLst>
                                      </p:cBhvr>
                                      <p:to>
                                        <p:strVal val="visible"/>
                                      </p:to>
                                    </p:set>
                                  </p:childTnLst>
                                </p:cTn>
                              </p:par>
                              <p:par>
                                <p:cTn id="863" presetID="1" presetClass="entr" presetSubtype="0" fill="hold" nodeType="withEffect">
                                  <p:stCondLst>
                                    <p:cond delay="0"/>
                                  </p:stCondLst>
                                  <p:childTnLst>
                                    <p:set>
                                      <p:cBhvr>
                                        <p:cTn id="864" dur="1" fill="hold">
                                          <p:stCondLst>
                                            <p:cond delay="0"/>
                                          </p:stCondLst>
                                        </p:cTn>
                                        <p:tgtEl>
                                          <p:spTgt spid="437"/>
                                        </p:tgtEl>
                                        <p:attrNameLst>
                                          <p:attrName>style.visibility</p:attrName>
                                        </p:attrNameLst>
                                      </p:cBhvr>
                                      <p:to>
                                        <p:strVal val="visible"/>
                                      </p:to>
                                    </p:set>
                                  </p:childTnLst>
                                </p:cTn>
                              </p:par>
                              <p:par>
                                <p:cTn id="865" presetID="1" presetClass="entr" presetSubtype="0" fill="hold" nodeType="withEffect">
                                  <p:stCondLst>
                                    <p:cond delay="0"/>
                                  </p:stCondLst>
                                  <p:childTnLst>
                                    <p:set>
                                      <p:cBhvr>
                                        <p:cTn id="866" dur="1" fill="hold">
                                          <p:stCondLst>
                                            <p:cond delay="0"/>
                                          </p:stCondLst>
                                        </p:cTn>
                                        <p:tgtEl>
                                          <p:spTgt spid="438"/>
                                        </p:tgtEl>
                                        <p:attrNameLst>
                                          <p:attrName>style.visibility</p:attrName>
                                        </p:attrNameLst>
                                      </p:cBhvr>
                                      <p:to>
                                        <p:strVal val="visible"/>
                                      </p:to>
                                    </p:set>
                                  </p:childTnLst>
                                </p:cTn>
                              </p:par>
                              <p:par>
                                <p:cTn id="867" presetID="1" presetClass="entr" presetSubtype="0" fill="hold" nodeType="withEffect">
                                  <p:stCondLst>
                                    <p:cond delay="0"/>
                                  </p:stCondLst>
                                  <p:childTnLst>
                                    <p:set>
                                      <p:cBhvr>
                                        <p:cTn id="868" dur="1" fill="hold">
                                          <p:stCondLst>
                                            <p:cond delay="0"/>
                                          </p:stCondLst>
                                        </p:cTn>
                                        <p:tgtEl>
                                          <p:spTgt spid="439"/>
                                        </p:tgtEl>
                                        <p:attrNameLst>
                                          <p:attrName>style.visibility</p:attrName>
                                        </p:attrNameLst>
                                      </p:cBhvr>
                                      <p:to>
                                        <p:strVal val="visible"/>
                                      </p:to>
                                    </p:set>
                                  </p:childTnLst>
                                </p:cTn>
                              </p:par>
                              <p:par>
                                <p:cTn id="869" presetID="1" presetClass="entr" presetSubtype="0" fill="hold" nodeType="withEffect">
                                  <p:stCondLst>
                                    <p:cond delay="0"/>
                                  </p:stCondLst>
                                  <p:childTnLst>
                                    <p:set>
                                      <p:cBhvr>
                                        <p:cTn id="870" dur="1" fill="hold">
                                          <p:stCondLst>
                                            <p:cond delay="0"/>
                                          </p:stCondLst>
                                        </p:cTn>
                                        <p:tgtEl>
                                          <p:spTgt spid="440"/>
                                        </p:tgtEl>
                                        <p:attrNameLst>
                                          <p:attrName>style.visibility</p:attrName>
                                        </p:attrNameLst>
                                      </p:cBhvr>
                                      <p:to>
                                        <p:strVal val="visible"/>
                                      </p:to>
                                    </p:set>
                                  </p:childTnLst>
                                </p:cTn>
                              </p:par>
                              <p:par>
                                <p:cTn id="871" presetID="1" presetClass="entr" presetSubtype="0" fill="hold" nodeType="withEffect">
                                  <p:stCondLst>
                                    <p:cond delay="0"/>
                                  </p:stCondLst>
                                  <p:childTnLst>
                                    <p:set>
                                      <p:cBhvr>
                                        <p:cTn id="872" dur="1" fill="hold">
                                          <p:stCondLst>
                                            <p:cond delay="0"/>
                                          </p:stCondLst>
                                        </p:cTn>
                                        <p:tgtEl>
                                          <p:spTgt spid="441"/>
                                        </p:tgtEl>
                                        <p:attrNameLst>
                                          <p:attrName>style.visibility</p:attrName>
                                        </p:attrNameLst>
                                      </p:cBhvr>
                                      <p:to>
                                        <p:strVal val="visible"/>
                                      </p:to>
                                    </p:set>
                                  </p:childTnLst>
                                </p:cTn>
                              </p:par>
                              <p:par>
                                <p:cTn id="873" presetID="1" presetClass="entr" presetSubtype="0" fill="hold" nodeType="withEffect">
                                  <p:stCondLst>
                                    <p:cond delay="0"/>
                                  </p:stCondLst>
                                  <p:childTnLst>
                                    <p:set>
                                      <p:cBhvr>
                                        <p:cTn id="874" dur="1" fill="hold">
                                          <p:stCondLst>
                                            <p:cond delay="0"/>
                                          </p:stCondLst>
                                        </p:cTn>
                                        <p:tgtEl>
                                          <p:spTgt spid="442"/>
                                        </p:tgtEl>
                                        <p:attrNameLst>
                                          <p:attrName>style.visibility</p:attrName>
                                        </p:attrNameLst>
                                      </p:cBhvr>
                                      <p:to>
                                        <p:strVal val="visible"/>
                                      </p:to>
                                    </p:set>
                                  </p:childTnLst>
                                </p:cTn>
                              </p:par>
                              <p:par>
                                <p:cTn id="875" presetID="1" presetClass="entr" presetSubtype="0" fill="hold" nodeType="withEffect">
                                  <p:stCondLst>
                                    <p:cond delay="0"/>
                                  </p:stCondLst>
                                  <p:childTnLst>
                                    <p:set>
                                      <p:cBhvr>
                                        <p:cTn id="876" dur="1" fill="hold">
                                          <p:stCondLst>
                                            <p:cond delay="0"/>
                                          </p:stCondLst>
                                        </p:cTn>
                                        <p:tgtEl>
                                          <p:spTgt spid="443"/>
                                        </p:tgtEl>
                                        <p:attrNameLst>
                                          <p:attrName>style.visibility</p:attrName>
                                        </p:attrNameLst>
                                      </p:cBhvr>
                                      <p:to>
                                        <p:strVal val="visible"/>
                                      </p:to>
                                    </p:set>
                                  </p:childTnLst>
                                </p:cTn>
                              </p:par>
                              <p:par>
                                <p:cTn id="877" presetID="1" presetClass="entr" presetSubtype="0" fill="hold" nodeType="withEffect">
                                  <p:stCondLst>
                                    <p:cond delay="0"/>
                                  </p:stCondLst>
                                  <p:childTnLst>
                                    <p:set>
                                      <p:cBhvr>
                                        <p:cTn id="878" dur="1" fill="hold">
                                          <p:stCondLst>
                                            <p:cond delay="0"/>
                                          </p:stCondLst>
                                        </p:cTn>
                                        <p:tgtEl>
                                          <p:spTgt spid="444"/>
                                        </p:tgtEl>
                                        <p:attrNameLst>
                                          <p:attrName>style.visibility</p:attrName>
                                        </p:attrNameLst>
                                      </p:cBhvr>
                                      <p:to>
                                        <p:strVal val="visible"/>
                                      </p:to>
                                    </p:set>
                                  </p:childTnLst>
                                </p:cTn>
                              </p:par>
                              <p:par>
                                <p:cTn id="879" presetID="1" presetClass="entr" presetSubtype="0" fill="hold" nodeType="withEffect">
                                  <p:stCondLst>
                                    <p:cond delay="0"/>
                                  </p:stCondLst>
                                  <p:childTnLst>
                                    <p:set>
                                      <p:cBhvr>
                                        <p:cTn id="880" dur="1" fill="hold">
                                          <p:stCondLst>
                                            <p:cond delay="0"/>
                                          </p:stCondLst>
                                        </p:cTn>
                                        <p:tgtEl>
                                          <p:spTgt spid="445"/>
                                        </p:tgtEl>
                                        <p:attrNameLst>
                                          <p:attrName>style.visibility</p:attrName>
                                        </p:attrNameLst>
                                      </p:cBhvr>
                                      <p:to>
                                        <p:strVal val="visible"/>
                                      </p:to>
                                    </p:set>
                                  </p:childTnLst>
                                </p:cTn>
                              </p:par>
                              <p:par>
                                <p:cTn id="881" presetID="1" presetClass="entr" presetSubtype="0" fill="hold" nodeType="withEffect">
                                  <p:stCondLst>
                                    <p:cond delay="0"/>
                                  </p:stCondLst>
                                  <p:childTnLst>
                                    <p:set>
                                      <p:cBhvr>
                                        <p:cTn id="882" dur="1" fill="hold">
                                          <p:stCondLst>
                                            <p:cond delay="0"/>
                                          </p:stCondLst>
                                        </p:cTn>
                                        <p:tgtEl>
                                          <p:spTgt spid="446"/>
                                        </p:tgtEl>
                                        <p:attrNameLst>
                                          <p:attrName>style.visibility</p:attrName>
                                        </p:attrNameLst>
                                      </p:cBhvr>
                                      <p:to>
                                        <p:strVal val="visible"/>
                                      </p:to>
                                    </p:set>
                                  </p:childTnLst>
                                </p:cTn>
                              </p:par>
                              <p:par>
                                <p:cTn id="883" presetID="1" presetClass="entr" presetSubtype="0" fill="hold" nodeType="withEffect">
                                  <p:stCondLst>
                                    <p:cond delay="0"/>
                                  </p:stCondLst>
                                  <p:childTnLst>
                                    <p:set>
                                      <p:cBhvr>
                                        <p:cTn id="884" dur="1" fill="hold">
                                          <p:stCondLst>
                                            <p:cond delay="0"/>
                                          </p:stCondLst>
                                        </p:cTn>
                                        <p:tgtEl>
                                          <p:spTgt spid="447"/>
                                        </p:tgtEl>
                                        <p:attrNameLst>
                                          <p:attrName>style.visibility</p:attrName>
                                        </p:attrNameLst>
                                      </p:cBhvr>
                                      <p:to>
                                        <p:strVal val="visible"/>
                                      </p:to>
                                    </p:set>
                                  </p:childTnLst>
                                </p:cTn>
                              </p:par>
                              <p:par>
                                <p:cTn id="885" presetID="1" presetClass="entr" presetSubtype="0" fill="hold" nodeType="withEffect">
                                  <p:stCondLst>
                                    <p:cond delay="0"/>
                                  </p:stCondLst>
                                  <p:childTnLst>
                                    <p:set>
                                      <p:cBhvr>
                                        <p:cTn id="886" dur="1" fill="hold">
                                          <p:stCondLst>
                                            <p:cond delay="0"/>
                                          </p:stCondLst>
                                        </p:cTn>
                                        <p:tgtEl>
                                          <p:spTgt spid="448"/>
                                        </p:tgtEl>
                                        <p:attrNameLst>
                                          <p:attrName>style.visibility</p:attrName>
                                        </p:attrNameLst>
                                      </p:cBhvr>
                                      <p:to>
                                        <p:strVal val="visible"/>
                                      </p:to>
                                    </p:set>
                                  </p:childTnLst>
                                </p:cTn>
                              </p:par>
                              <p:par>
                                <p:cTn id="887" presetID="1" presetClass="entr" presetSubtype="0" fill="hold" nodeType="withEffect">
                                  <p:stCondLst>
                                    <p:cond delay="0"/>
                                  </p:stCondLst>
                                  <p:childTnLst>
                                    <p:set>
                                      <p:cBhvr>
                                        <p:cTn id="888" dur="1" fill="hold">
                                          <p:stCondLst>
                                            <p:cond delay="0"/>
                                          </p:stCondLst>
                                        </p:cTn>
                                        <p:tgtEl>
                                          <p:spTgt spid="449"/>
                                        </p:tgtEl>
                                        <p:attrNameLst>
                                          <p:attrName>style.visibility</p:attrName>
                                        </p:attrNameLst>
                                      </p:cBhvr>
                                      <p:to>
                                        <p:strVal val="visible"/>
                                      </p:to>
                                    </p:set>
                                  </p:childTnLst>
                                </p:cTn>
                              </p:par>
                              <p:par>
                                <p:cTn id="889" presetID="1" presetClass="entr" presetSubtype="0" fill="hold" nodeType="withEffect">
                                  <p:stCondLst>
                                    <p:cond delay="0"/>
                                  </p:stCondLst>
                                  <p:childTnLst>
                                    <p:set>
                                      <p:cBhvr>
                                        <p:cTn id="890" dur="1" fill="hold">
                                          <p:stCondLst>
                                            <p:cond delay="0"/>
                                          </p:stCondLst>
                                        </p:cTn>
                                        <p:tgtEl>
                                          <p:spTgt spid="450"/>
                                        </p:tgtEl>
                                        <p:attrNameLst>
                                          <p:attrName>style.visibility</p:attrName>
                                        </p:attrNameLst>
                                      </p:cBhvr>
                                      <p:to>
                                        <p:strVal val="visible"/>
                                      </p:to>
                                    </p:set>
                                  </p:childTnLst>
                                </p:cTn>
                              </p:par>
                              <p:par>
                                <p:cTn id="891" presetID="1" presetClass="entr" presetSubtype="0" fill="hold" nodeType="withEffect">
                                  <p:stCondLst>
                                    <p:cond delay="0"/>
                                  </p:stCondLst>
                                  <p:childTnLst>
                                    <p:set>
                                      <p:cBhvr>
                                        <p:cTn id="892" dur="1" fill="hold">
                                          <p:stCondLst>
                                            <p:cond delay="0"/>
                                          </p:stCondLst>
                                        </p:cTn>
                                        <p:tgtEl>
                                          <p:spTgt spid="451"/>
                                        </p:tgtEl>
                                        <p:attrNameLst>
                                          <p:attrName>style.visibility</p:attrName>
                                        </p:attrNameLst>
                                      </p:cBhvr>
                                      <p:to>
                                        <p:strVal val="visible"/>
                                      </p:to>
                                    </p:set>
                                  </p:childTnLst>
                                </p:cTn>
                              </p:par>
                              <p:par>
                                <p:cTn id="893" presetID="1" presetClass="entr" presetSubtype="0" fill="hold" nodeType="withEffect">
                                  <p:stCondLst>
                                    <p:cond delay="0"/>
                                  </p:stCondLst>
                                  <p:childTnLst>
                                    <p:set>
                                      <p:cBhvr>
                                        <p:cTn id="894" dur="1" fill="hold">
                                          <p:stCondLst>
                                            <p:cond delay="0"/>
                                          </p:stCondLst>
                                        </p:cTn>
                                        <p:tgtEl>
                                          <p:spTgt spid="452"/>
                                        </p:tgtEl>
                                        <p:attrNameLst>
                                          <p:attrName>style.visibility</p:attrName>
                                        </p:attrNameLst>
                                      </p:cBhvr>
                                      <p:to>
                                        <p:strVal val="visible"/>
                                      </p:to>
                                    </p:set>
                                  </p:childTnLst>
                                </p:cTn>
                              </p:par>
                              <p:par>
                                <p:cTn id="895" presetID="1" presetClass="entr" presetSubtype="0" fill="hold" nodeType="withEffect">
                                  <p:stCondLst>
                                    <p:cond delay="0"/>
                                  </p:stCondLst>
                                  <p:childTnLst>
                                    <p:set>
                                      <p:cBhvr>
                                        <p:cTn id="896" dur="1" fill="hold">
                                          <p:stCondLst>
                                            <p:cond delay="0"/>
                                          </p:stCondLst>
                                        </p:cTn>
                                        <p:tgtEl>
                                          <p:spTgt spid="453"/>
                                        </p:tgtEl>
                                        <p:attrNameLst>
                                          <p:attrName>style.visibility</p:attrName>
                                        </p:attrNameLst>
                                      </p:cBhvr>
                                      <p:to>
                                        <p:strVal val="visible"/>
                                      </p:to>
                                    </p:set>
                                  </p:childTnLst>
                                </p:cTn>
                              </p:par>
                              <p:par>
                                <p:cTn id="897" presetID="1" presetClass="entr" presetSubtype="0" fill="hold" nodeType="withEffect">
                                  <p:stCondLst>
                                    <p:cond delay="0"/>
                                  </p:stCondLst>
                                  <p:childTnLst>
                                    <p:set>
                                      <p:cBhvr>
                                        <p:cTn id="898" dur="1" fill="hold">
                                          <p:stCondLst>
                                            <p:cond delay="0"/>
                                          </p:stCondLst>
                                        </p:cTn>
                                        <p:tgtEl>
                                          <p:spTgt spid="454"/>
                                        </p:tgtEl>
                                        <p:attrNameLst>
                                          <p:attrName>style.visibility</p:attrName>
                                        </p:attrNameLst>
                                      </p:cBhvr>
                                      <p:to>
                                        <p:strVal val="visible"/>
                                      </p:to>
                                    </p:set>
                                  </p:childTnLst>
                                </p:cTn>
                              </p:par>
                              <p:par>
                                <p:cTn id="899" presetID="1" presetClass="entr" presetSubtype="0" fill="hold" nodeType="withEffect">
                                  <p:stCondLst>
                                    <p:cond delay="0"/>
                                  </p:stCondLst>
                                  <p:childTnLst>
                                    <p:set>
                                      <p:cBhvr>
                                        <p:cTn id="900" dur="1" fill="hold">
                                          <p:stCondLst>
                                            <p:cond delay="0"/>
                                          </p:stCondLst>
                                        </p:cTn>
                                        <p:tgtEl>
                                          <p:spTgt spid="455"/>
                                        </p:tgtEl>
                                        <p:attrNameLst>
                                          <p:attrName>style.visibility</p:attrName>
                                        </p:attrNameLst>
                                      </p:cBhvr>
                                      <p:to>
                                        <p:strVal val="visible"/>
                                      </p:to>
                                    </p:set>
                                  </p:childTnLst>
                                </p:cTn>
                              </p:par>
                              <p:par>
                                <p:cTn id="901" presetID="1" presetClass="entr" presetSubtype="0" fill="hold" nodeType="withEffect">
                                  <p:stCondLst>
                                    <p:cond delay="0"/>
                                  </p:stCondLst>
                                  <p:childTnLst>
                                    <p:set>
                                      <p:cBhvr>
                                        <p:cTn id="902" dur="1" fill="hold">
                                          <p:stCondLst>
                                            <p:cond delay="0"/>
                                          </p:stCondLst>
                                        </p:cTn>
                                        <p:tgtEl>
                                          <p:spTgt spid="456"/>
                                        </p:tgtEl>
                                        <p:attrNameLst>
                                          <p:attrName>style.visibility</p:attrName>
                                        </p:attrNameLst>
                                      </p:cBhvr>
                                      <p:to>
                                        <p:strVal val="visible"/>
                                      </p:to>
                                    </p:set>
                                  </p:childTnLst>
                                </p:cTn>
                              </p:par>
                              <p:par>
                                <p:cTn id="903" presetID="1" presetClass="entr" presetSubtype="0" fill="hold" nodeType="withEffect">
                                  <p:stCondLst>
                                    <p:cond delay="0"/>
                                  </p:stCondLst>
                                  <p:childTnLst>
                                    <p:set>
                                      <p:cBhvr>
                                        <p:cTn id="904" dur="1" fill="hold">
                                          <p:stCondLst>
                                            <p:cond delay="0"/>
                                          </p:stCondLst>
                                        </p:cTn>
                                        <p:tgtEl>
                                          <p:spTgt spid="457"/>
                                        </p:tgtEl>
                                        <p:attrNameLst>
                                          <p:attrName>style.visibility</p:attrName>
                                        </p:attrNameLst>
                                      </p:cBhvr>
                                      <p:to>
                                        <p:strVal val="visible"/>
                                      </p:to>
                                    </p:set>
                                  </p:childTnLst>
                                </p:cTn>
                              </p:par>
                              <p:par>
                                <p:cTn id="905" presetID="1" presetClass="entr" presetSubtype="0" fill="hold" nodeType="withEffect">
                                  <p:stCondLst>
                                    <p:cond delay="0"/>
                                  </p:stCondLst>
                                  <p:childTnLst>
                                    <p:set>
                                      <p:cBhvr>
                                        <p:cTn id="906" dur="1" fill="hold">
                                          <p:stCondLst>
                                            <p:cond delay="0"/>
                                          </p:stCondLst>
                                        </p:cTn>
                                        <p:tgtEl>
                                          <p:spTgt spid="458"/>
                                        </p:tgtEl>
                                        <p:attrNameLst>
                                          <p:attrName>style.visibility</p:attrName>
                                        </p:attrNameLst>
                                      </p:cBhvr>
                                      <p:to>
                                        <p:strVal val="visible"/>
                                      </p:to>
                                    </p:set>
                                  </p:childTnLst>
                                </p:cTn>
                              </p:par>
                              <p:par>
                                <p:cTn id="907" presetID="1" presetClass="entr" presetSubtype="0" fill="hold" nodeType="withEffect">
                                  <p:stCondLst>
                                    <p:cond delay="0"/>
                                  </p:stCondLst>
                                  <p:childTnLst>
                                    <p:set>
                                      <p:cBhvr>
                                        <p:cTn id="908" dur="1" fill="hold">
                                          <p:stCondLst>
                                            <p:cond delay="0"/>
                                          </p:stCondLst>
                                        </p:cTn>
                                        <p:tgtEl>
                                          <p:spTgt spid="459"/>
                                        </p:tgtEl>
                                        <p:attrNameLst>
                                          <p:attrName>style.visibility</p:attrName>
                                        </p:attrNameLst>
                                      </p:cBhvr>
                                      <p:to>
                                        <p:strVal val="visible"/>
                                      </p:to>
                                    </p:set>
                                  </p:childTnLst>
                                </p:cTn>
                              </p:par>
                              <p:par>
                                <p:cTn id="909" presetID="1" presetClass="entr" presetSubtype="0" fill="hold" nodeType="withEffect">
                                  <p:stCondLst>
                                    <p:cond delay="0"/>
                                  </p:stCondLst>
                                  <p:childTnLst>
                                    <p:set>
                                      <p:cBhvr>
                                        <p:cTn id="910" dur="1" fill="hold">
                                          <p:stCondLst>
                                            <p:cond delay="0"/>
                                          </p:stCondLst>
                                        </p:cTn>
                                        <p:tgtEl>
                                          <p:spTgt spid="460"/>
                                        </p:tgtEl>
                                        <p:attrNameLst>
                                          <p:attrName>style.visibility</p:attrName>
                                        </p:attrNameLst>
                                      </p:cBhvr>
                                      <p:to>
                                        <p:strVal val="visible"/>
                                      </p:to>
                                    </p:set>
                                  </p:childTnLst>
                                </p:cTn>
                              </p:par>
                              <p:par>
                                <p:cTn id="911" presetID="1" presetClass="entr" presetSubtype="0" fill="hold" nodeType="withEffect">
                                  <p:stCondLst>
                                    <p:cond delay="0"/>
                                  </p:stCondLst>
                                  <p:childTnLst>
                                    <p:set>
                                      <p:cBhvr>
                                        <p:cTn id="912" dur="1" fill="hold">
                                          <p:stCondLst>
                                            <p:cond delay="0"/>
                                          </p:stCondLst>
                                        </p:cTn>
                                        <p:tgtEl>
                                          <p:spTgt spid="461"/>
                                        </p:tgtEl>
                                        <p:attrNameLst>
                                          <p:attrName>style.visibility</p:attrName>
                                        </p:attrNameLst>
                                      </p:cBhvr>
                                      <p:to>
                                        <p:strVal val="visible"/>
                                      </p:to>
                                    </p:set>
                                  </p:childTnLst>
                                </p:cTn>
                              </p:par>
                              <p:par>
                                <p:cTn id="913" presetID="1" presetClass="entr" presetSubtype="0" fill="hold" nodeType="withEffect">
                                  <p:stCondLst>
                                    <p:cond delay="0"/>
                                  </p:stCondLst>
                                  <p:childTnLst>
                                    <p:set>
                                      <p:cBhvr>
                                        <p:cTn id="914" dur="1" fill="hold">
                                          <p:stCondLst>
                                            <p:cond delay="0"/>
                                          </p:stCondLst>
                                        </p:cTn>
                                        <p:tgtEl>
                                          <p:spTgt spid="462"/>
                                        </p:tgtEl>
                                        <p:attrNameLst>
                                          <p:attrName>style.visibility</p:attrName>
                                        </p:attrNameLst>
                                      </p:cBhvr>
                                      <p:to>
                                        <p:strVal val="visible"/>
                                      </p:to>
                                    </p:set>
                                  </p:childTnLst>
                                </p:cTn>
                              </p:par>
                              <p:par>
                                <p:cTn id="915" presetID="1" presetClass="entr" presetSubtype="0" fill="hold" nodeType="withEffect">
                                  <p:stCondLst>
                                    <p:cond delay="0"/>
                                  </p:stCondLst>
                                  <p:childTnLst>
                                    <p:set>
                                      <p:cBhvr>
                                        <p:cTn id="916" dur="1" fill="hold">
                                          <p:stCondLst>
                                            <p:cond delay="0"/>
                                          </p:stCondLst>
                                        </p:cTn>
                                        <p:tgtEl>
                                          <p:spTgt spid="463"/>
                                        </p:tgtEl>
                                        <p:attrNameLst>
                                          <p:attrName>style.visibility</p:attrName>
                                        </p:attrNameLst>
                                      </p:cBhvr>
                                      <p:to>
                                        <p:strVal val="visible"/>
                                      </p:to>
                                    </p:set>
                                  </p:childTnLst>
                                </p:cTn>
                              </p:par>
                              <p:par>
                                <p:cTn id="917" presetID="1" presetClass="entr" presetSubtype="0" fill="hold" nodeType="withEffect">
                                  <p:stCondLst>
                                    <p:cond delay="0"/>
                                  </p:stCondLst>
                                  <p:childTnLst>
                                    <p:set>
                                      <p:cBhvr>
                                        <p:cTn id="918" dur="1" fill="hold">
                                          <p:stCondLst>
                                            <p:cond delay="0"/>
                                          </p:stCondLst>
                                        </p:cTn>
                                        <p:tgtEl>
                                          <p:spTgt spid="464"/>
                                        </p:tgtEl>
                                        <p:attrNameLst>
                                          <p:attrName>style.visibility</p:attrName>
                                        </p:attrNameLst>
                                      </p:cBhvr>
                                      <p:to>
                                        <p:strVal val="visible"/>
                                      </p:to>
                                    </p:set>
                                  </p:childTnLst>
                                </p:cTn>
                              </p:par>
                              <p:par>
                                <p:cTn id="919" presetID="1" presetClass="entr" presetSubtype="0" fill="hold" nodeType="withEffect">
                                  <p:stCondLst>
                                    <p:cond delay="0"/>
                                  </p:stCondLst>
                                  <p:childTnLst>
                                    <p:set>
                                      <p:cBhvr>
                                        <p:cTn id="920" dur="1" fill="hold">
                                          <p:stCondLst>
                                            <p:cond delay="0"/>
                                          </p:stCondLst>
                                        </p:cTn>
                                        <p:tgtEl>
                                          <p:spTgt spid="465"/>
                                        </p:tgtEl>
                                        <p:attrNameLst>
                                          <p:attrName>style.visibility</p:attrName>
                                        </p:attrNameLst>
                                      </p:cBhvr>
                                      <p:to>
                                        <p:strVal val="visible"/>
                                      </p:to>
                                    </p:set>
                                  </p:childTnLst>
                                </p:cTn>
                              </p:par>
                              <p:par>
                                <p:cTn id="921" presetID="1" presetClass="entr" presetSubtype="0" fill="hold" nodeType="withEffect">
                                  <p:stCondLst>
                                    <p:cond delay="0"/>
                                  </p:stCondLst>
                                  <p:childTnLst>
                                    <p:set>
                                      <p:cBhvr>
                                        <p:cTn id="922" dur="1" fill="hold">
                                          <p:stCondLst>
                                            <p:cond delay="0"/>
                                          </p:stCondLst>
                                        </p:cTn>
                                        <p:tgtEl>
                                          <p:spTgt spid="466"/>
                                        </p:tgtEl>
                                        <p:attrNameLst>
                                          <p:attrName>style.visibility</p:attrName>
                                        </p:attrNameLst>
                                      </p:cBhvr>
                                      <p:to>
                                        <p:strVal val="visible"/>
                                      </p:to>
                                    </p:set>
                                  </p:childTnLst>
                                </p:cTn>
                              </p:par>
                              <p:par>
                                <p:cTn id="923" presetID="1" presetClass="entr" presetSubtype="0" fill="hold" nodeType="withEffect">
                                  <p:stCondLst>
                                    <p:cond delay="0"/>
                                  </p:stCondLst>
                                  <p:childTnLst>
                                    <p:set>
                                      <p:cBhvr>
                                        <p:cTn id="924" dur="1" fill="hold">
                                          <p:stCondLst>
                                            <p:cond delay="0"/>
                                          </p:stCondLst>
                                        </p:cTn>
                                        <p:tgtEl>
                                          <p:spTgt spid="467"/>
                                        </p:tgtEl>
                                        <p:attrNameLst>
                                          <p:attrName>style.visibility</p:attrName>
                                        </p:attrNameLst>
                                      </p:cBhvr>
                                      <p:to>
                                        <p:strVal val="visible"/>
                                      </p:to>
                                    </p:set>
                                  </p:childTnLst>
                                </p:cTn>
                              </p:par>
                              <p:par>
                                <p:cTn id="925" presetID="1" presetClass="entr" presetSubtype="0" fill="hold" nodeType="withEffect">
                                  <p:stCondLst>
                                    <p:cond delay="0"/>
                                  </p:stCondLst>
                                  <p:childTnLst>
                                    <p:set>
                                      <p:cBhvr>
                                        <p:cTn id="926" dur="1" fill="hold">
                                          <p:stCondLst>
                                            <p:cond delay="0"/>
                                          </p:stCondLst>
                                        </p:cTn>
                                        <p:tgtEl>
                                          <p:spTgt spid="468"/>
                                        </p:tgtEl>
                                        <p:attrNameLst>
                                          <p:attrName>style.visibility</p:attrName>
                                        </p:attrNameLst>
                                      </p:cBhvr>
                                      <p:to>
                                        <p:strVal val="visible"/>
                                      </p:to>
                                    </p:set>
                                  </p:childTnLst>
                                </p:cTn>
                              </p:par>
                              <p:par>
                                <p:cTn id="927" presetID="1" presetClass="entr" presetSubtype="0" fill="hold" nodeType="withEffect">
                                  <p:stCondLst>
                                    <p:cond delay="0"/>
                                  </p:stCondLst>
                                  <p:childTnLst>
                                    <p:set>
                                      <p:cBhvr>
                                        <p:cTn id="928" dur="1" fill="hold">
                                          <p:stCondLst>
                                            <p:cond delay="0"/>
                                          </p:stCondLst>
                                        </p:cTn>
                                        <p:tgtEl>
                                          <p:spTgt spid="469"/>
                                        </p:tgtEl>
                                        <p:attrNameLst>
                                          <p:attrName>style.visibility</p:attrName>
                                        </p:attrNameLst>
                                      </p:cBhvr>
                                      <p:to>
                                        <p:strVal val="visible"/>
                                      </p:to>
                                    </p:set>
                                  </p:childTnLst>
                                </p:cTn>
                              </p:par>
                              <p:par>
                                <p:cTn id="929" presetID="1" presetClass="entr" presetSubtype="0" fill="hold" nodeType="withEffect">
                                  <p:stCondLst>
                                    <p:cond delay="0"/>
                                  </p:stCondLst>
                                  <p:childTnLst>
                                    <p:set>
                                      <p:cBhvr>
                                        <p:cTn id="930" dur="1" fill="hold">
                                          <p:stCondLst>
                                            <p:cond delay="0"/>
                                          </p:stCondLst>
                                        </p:cTn>
                                        <p:tgtEl>
                                          <p:spTgt spid="470"/>
                                        </p:tgtEl>
                                        <p:attrNameLst>
                                          <p:attrName>style.visibility</p:attrName>
                                        </p:attrNameLst>
                                      </p:cBhvr>
                                      <p:to>
                                        <p:strVal val="visible"/>
                                      </p:to>
                                    </p:set>
                                  </p:childTnLst>
                                </p:cTn>
                              </p:par>
                              <p:par>
                                <p:cTn id="931" presetID="1" presetClass="entr" presetSubtype="0" fill="hold" nodeType="withEffect">
                                  <p:stCondLst>
                                    <p:cond delay="0"/>
                                  </p:stCondLst>
                                  <p:childTnLst>
                                    <p:set>
                                      <p:cBhvr>
                                        <p:cTn id="932" dur="1" fill="hold">
                                          <p:stCondLst>
                                            <p:cond delay="0"/>
                                          </p:stCondLst>
                                        </p:cTn>
                                        <p:tgtEl>
                                          <p:spTgt spid="471"/>
                                        </p:tgtEl>
                                        <p:attrNameLst>
                                          <p:attrName>style.visibility</p:attrName>
                                        </p:attrNameLst>
                                      </p:cBhvr>
                                      <p:to>
                                        <p:strVal val="visible"/>
                                      </p:to>
                                    </p:set>
                                  </p:childTnLst>
                                </p:cTn>
                              </p:par>
                              <p:par>
                                <p:cTn id="933" presetID="1" presetClass="entr" presetSubtype="0" fill="hold" nodeType="withEffect">
                                  <p:stCondLst>
                                    <p:cond delay="0"/>
                                  </p:stCondLst>
                                  <p:childTnLst>
                                    <p:set>
                                      <p:cBhvr>
                                        <p:cTn id="934" dur="1" fill="hold">
                                          <p:stCondLst>
                                            <p:cond delay="0"/>
                                          </p:stCondLst>
                                        </p:cTn>
                                        <p:tgtEl>
                                          <p:spTgt spid="472"/>
                                        </p:tgtEl>
                                        <p:attrNameLst>
                                          <p:attrName>style.visibility</p:attrName>
                                        </p:attrNameLst>
                                      </p:cBhvr>
                                      <p:to>
                                        <p:strVal val="visible"/>
                                      </p:to>
                                    </p:set>
                                  </p:childTnLst>
                                </p:cTn>
                              </p:par>
                              <p:par>
                                <p:cTn id="935" presetID="1" presetClass="entr" presetSubtype="0" fill="hold" nodeType="withEffect">
                                  <p:stCondLst>
                                    <p:cond delay="0"/>
                                  </p:stCondLst>
                                  <p:childTnLst>
                                    <p:set>
                                      <p:cBhvr>
                                        <p:cTn id="936" dur="1" fill="hold">
                                          <p:stCondLst>
                                            <p:cond delay="0"/>
                                          </p:stCondLst>
                                        </p:cTn>
                                        <p:tgtEl>
                                          <p:spTgt spid="473"/>
                                        </p:tgtEl>
                                        <p:attrNameLst>
                                          <p:attrName>style.visibility</p:attrName>
                                        </p:attrNameLst>
                                      </p:cBhvr>
                                      <p:to>
                                        <p:strVal val="visible"/>
                                      </p:to>
                                    </p:set>
                                  </p:childTnLst>
                                </p:cTn>
                              </p:par>
                              <p:par>
                                <p:cTn id="937" presetID="1" presetClass="entr" presetSubtype="0" fill="hold" nodeType="withEffect">
                                  <p:stCondLst>
                                    <p:cond delay="0"/>
                                  </p:stCondLst>
                                  <p:childTnLst>
                                    <p:set>
                                      <p:cBhvr>
                                        <p:cTn id="938" dur="1" fill="hold">
                                          <p:stCondLst>
                                            <p:cond delay="0"/>
                                          </p:stCondLst>
                                        </p:cTn>
                                        <p:tgtEl>
                                          <p:spTgt spid="474"/>
                                        </p:tgtEl>
                                        <p:attrNameLst>
                                          <p:attrName>style.visibility</p:attrName>
                                        </p:attrNameLst>
                                      </p:cBhvr>
                                      <p:to>
                                        <p:strVal val="visible"/>
                                      </p:to>
                                    </p:set>
                                  </p:childTnLst>
                                </p:cTn>
                              </p:par>
                              <p:par>
                                <p:cTn id="939" presetID="1" presetClass="entr" presetSubtype="0" fill="hold" nodeType="withEffect">
                                  <p:stCondLst>
                                    <p:cond delay="0"/>
                                  </p:stCondLst>
                                  <p:childTnLst>
                                    <p:set>
                                      <p:cBhvr>
                                        <p:cTn id="940" dur="1" fill="hold">
                                          <p:stCondLst>
                                            <p:cond delay="0"/>
                                          </p:stCondLst>
                                        </p:cTn>
                                        <p:tgtEl>
                                          <p:spTgt spid="475"/>
                                        </p:tgtEl>
                                        <p:attrNameLst>
                                          <p:attrName>style.visibility</p:attrName>
                                        </p:attrNameLst>
                                      </p:cBhvr>
                                      <p:to>
                                        <p:strVal val="visible"/>
                                      </p:to>
                                    </p:set>
                                  </p:childTnLst>
                                </p:cTn>
                              </p:par>
                              <p:par>
                                <p:cTn id="941" presetID="1" presetClass="entr" presetSubtype="0" fill="hold" nodeType="withEffect">
                                  <p:stCondLst>
                                    <p:cond delay="0"/>
                                  </p:stCondLst>
                                  <p:childTnLst>
                                    <p:set>
                                      <p:cBhvr>
                                        <p:cTn id="942" dur="1" fill="hold">
                                          <p:stCondLst>
                                            <p:cond delay="0"/>
                                          </p:stCondLst>
                                        </p:cTn>
                                        <p:tgtEl>
                                          <p:spTgt spid="476"/>
                                        </p:tgtEl>
                                        <p:attrNameLst>
                                          <p:attrName>style.visibility</p:attrName>
                                        </p:attrNameLst>
                                      </p:cBhvr>
                                      <p:to>
                                        <p:strVal val="visible"/>
                                      </p:to>
                                    </p:set>
                                  </p:childTnLst>
                                </p:cTn>
                              </p:par>
                              <p:par>
                                <p:cTn id="943" presetID="1" presetClass="entr" presetSubtype="0" fill="hold" nodeType="withEffect">
                                  <p:stCondLst>
                                    <p:cond delay="0"/>
                                  </p:stCondLst>
                                  <p:childTnLst>
                                    <p:set>
                                      <p:cBhvr>
                                        <p:cTn id="944" dur="1" fill="hold">
                                          <p:stCondLst>
                                            <p:cond delay="0"/>
                                          </p:stCondLst>
                                        </p:cTn>
                                        <p:tgtEl>
                                          <p:spTgt spid="477"/>
                                        </p:tgtEl>
                                        <p:attrNameLst>
                                          <p:attrName>style.visibility</p:attrName>
                                        </p:attrNameLst>
                                      </p:cBhvr>
                                      <p:to>
                                        <p:strVal val="visible"/>
                                      </p:to>
                                    </p:set>
                                  </p:childTnLst>
                                </p:cTn>
                              </p:par>
                              <p:par>
                                <p:cTn id="945" presetID="1" presetClass="entr" presetSubtype="0" fill="hold" nodeType="withEffect">
                                  <p:stCondLst>
                                    <p:cond delay="0"/>
                                  </p:stCondLst>
                                  <p:childTnLst>
                                    <p:set>
                                      <p:cBhvr>
                                        <p:cTn id="946" dur="1" fill="hold">
                                          <p:stCondLst>
                                            <p:cond delay="0"/>
                                          </p:stCondLst>
                                        </p:cTn>
                                        <p:tgtEl>
                                          <p:spTgt spid="478"/>
                                        </p:tgtEl>
                                        <p:attrNameLst>
                                          <p:attrName>style.visibility</p:attrName>
                                        </p:attrNameLst>
                                      </p:cBhvr>
                                      <p:to>
                                        <p:strVal val="visible"/>
                                      </p:to>
                                    </p:set>
                                  </p:childTnLst>
                                </p:cTn>
                              </p:par>
                              <p:par>
                                <p:cTn id="947" presetID="1" presetClass="entr" presetSubtype="0" fill="hold" nodeType="withEffect">
                                  <p:stCondLst>
                                    <p:cond delay="0"/>
                                  </p:stCondLst>
                                  <p:childTnLst>
                                    <p:set>
                                      <p:cBhvr>
                                        <p:cTn id="948" dur="1" fill="hold">
                                          <p:stCondLst>
                                            <p:cond delay="0"/>
                                          </p:stCondLst>
                                        </p:cTn>
                                        <p:tgtEl>
                                          <p:spTgt spid="479"/>
                                        </p:tgtEl>
                                        <p:attrNameLst>
                                          <p:attrName>style.visibility</p:attrName>
                                        </p:attrNameLst>
                                      </p:cBhvr>
                                      <p:to>
                                        <p:strVal val="visible"/>
                                      </p:to>
                                    </p:set>
                                  </p:childTnLst>
                                </p:cTn>
                              </p:par>
                              <p:par>
                                <p:cTn id="949" presetID="1" presetClass="entr" presetSubtype="0" fill="hold" nodeType="withEffect">
                                  <p:stCondLst>
                                    <p:cond delay="0"/>
                                  </p:stCondLst>
                                  <p:childTnLst>
                                    <p:set>
                                      <p:cBhvr>
                                        <p:cTn id="950" dur="1" fill="hold">
                                          <p:stCondLst>
                                            <p:cond delay="0"/>
                                          </p:stCondLst>
                                        </p:cTn>
                                        <p:tgtEl>
                                          <p:spTgt spid="480"/>
                                        </p:tgtEl>
                                        <p:attrNameLst>
                                          <p:attrName>style.visibility</p:attrName>
                                        </p:attrNameLst>
                                      </p:cBhvr>
                                      <p:to>
                                        <p:strVal val="visible"/>
                                      </p:to>
                                    </p:set>
                                  </p:childTnLst>
                                </p:cTn>
                              </p:par>
                              <p:par>
                                <p:cTn id="951" presetID="1" presetClass="entr" presetSubtype="0" fill="hold" nodeType="withEffect">
                                  <p:stCondLst>
                                    <p:cond delay="0"/>
                                  </p:stCondLst>
                                  <p:childTnLst>
                                    <p:set>
                                      <p:cBhvr>
                                        <p:cTn id="952" dur="1" fill="hold">
                                          <p:stCondLst>
                                            <p:cond delay="0"/>
                                          </p:stCondLst>
                                        </p:cTn>
                                        <p:tgtEl>
                                          <p:spTgt spid="481"/>
                                        </p:tgtEl>
                                        <p:attrNameLst>
                                          <p:attrName>style.visibility</p:attrName>
                                        </p:attrNameLst>
                                      </p:cBhvr>
                                      <p:to>
                                        <p:strVal val="visible"/>
                                      </p:to>
                                    </p:set>
                                  </p:childTnLst>
                                </p:cTn>
                              </p:par>
                              <p:par>
                                <p:cTn id="953" presetID="1" presetClass="entr" presetSubtype="0" fill="hold" nodeType="withEffect">
                                  <p:stCondLst>
                                    <p:cond delay="0"/>
                                  </p:stCondLst>
                                  <p:childTnLst>
                                    <p:set>
                                      <p:cBhvr>
                                        <p:cTn id="954" dur="1" fill="hold">
                                          <p:stCondLst>
                                            <p:cond delay="0"/>
                                          </p:stCondLst>
                                        </p:cTn>
                                        <p:tgtEl>
                                          <p:spTgt spid="482"/>
                                        </p:tgtEl>
                                        <p:attrNameLst>
                                          <p:attrName>style.visibility</p:attrName>
                                        </p:attrNameLst>
                                      </p:cBhvr>
                                      <p:to>
                                        <p:strVal val="visible"/>
                                      </p:to>
                                    </p:set>
                                  </p:childTnLst>
                                </p:cTn>
                              </p:par>
                              <p:par>
                                <p:cTn id="955" presetID="1" presetClass="entr" presetSubtype="0" fill="hold" nodeType="withEffect">
                                  <p:stCondLst>
                                    <p:cond delay="0"/>
                                  </p:stCondLst>
                                  <p:childTnLst>
                                    <p:set>
                                      <p:cBhvr>
                                        <p:cTn id="956" dur="1" fill="hold">
                                          <p:stCondLst>
                                            <p:cond delay="0"/>
                                          </p:stCondLst>
                                        </p:cTn>
                                        <p:tgtEl>
                                          <p:spTgt spid="483"/>
                                        </p:tgtEl>
                                        <p:attrNameLst>
                                          <p:attrName>style.visibility</p:attrName>
                                        </p:attrNameLst>
                                      </p:cBhvr>
                                      <p:to>
                                        <p:strVal val="visible"/>
                                      </p:to>
                                    </p:set>
                                  </p:childTnLst>
                                </p:cTn>
                              </p:par>
                              <p:par>
                                <p:cTn id="957" presetID="1" presetClass="entr" presetSubtype="0" fill="hold" nodeType="withEffect">
                                  <p:stCondLst>
                                    <p:cond delay="0"/>
                                  </p:stCondLst>
                                  <p:childTnLst>
                                    <p:set>
                                      <p:cBhvr>
                                        <p:cTn id="958" dur="1" fill="hold">
                                          <p:stCondLst>
                                            <p:cond delay="0"/>
                                          </p:stCondLst>
                                        </p:cTn>
                                        <p:tgtEl>
                                          <p:spTgt spid="484"/>
                                        </p:tgtEl>
                                        <p:attrNameLst>
                                          <p:attrName>style.visibility</p:attrName>
                                        </p:attrNameLst>
                                      </p:cBhvr>
                                      <p:to>
                                        <p:strVal val="visible"/>
                                      </p:to>
                                    </p:set>
                                  </p:childTnLst>
                                </p:cTn>
                              </p:par>
                              <p:par>
                                <p:cTn id="959" presetID="1" presetClass="entr" presetSubtype="0" fill="hold" nodeType="withEffect">
                                  <p:stCondLst>
                                    <p:cond delay="0"/>
                                  </p:stCondLst>
                                  <p:childTnLst>
                                    <p:set>
                                      <p:cBhvr>
                                        <p:cTn id="960" dur="1" fill="hold">
                                          <p:stCondLst>
                                            <p:cond delay="0"/>
                                          </p:stCondLst>
                                        </p:cTn>
                                        <p:tgtEl>
                                          <p:spTgt spid="485"/>
                                        </p:tgtEl>
                                        <p:attrNameLst>
                                          <p:attrName>style.visibility</p:attrName>
                                        </p:attrNameLst>
                                      </p:cBhvr>
                                      <p:to>
                                        <p:strVal val="visible"/>
                                      </p:to>
                                    </p:set>
                                  </p:childTnLst>
                                </p:cTn>
                              </p:par>
                              <p:par>
                                <p:cTn id="961" presetID="1" presetClass="entr" presetSubtype="0" fill="hold" nodeType="withEffect">
                                  <p:stCondLst>
                                    <p:cond delay="0"/>
                                  </p:stCondLst>
                                  <p:childTnLst>
                                    <p:set>
                                      <p:cBhvr>
                                        <p:cTn id="962" dur="1" fill="hold">
                                          <p:stCondLst>
                                            <p:cond delay="0"/>
                                          </p:stCondLst>
                                        </p:cTn>
                                        <p:tgtEl>
                                          <p:spTgt spid="486"/>
                                        </p:tgtEl>
                                        <p:attrNameLst>
                                          <p:attrName>style.visibility</p:attrName>
                                        </p:attrNameLst>
                                      </p:cBhvr>
                                      <p:to>
                                        <p:strVal val="visible"/>
                                      </p:to>
                                    </p:set>
                                  </p:childTnLst>
                                </p:cTn>
                              </p:par>
                              <p:par>
                                <p:cTn id="963" presetID="1" presetClass="entr" presetSubtype="0" fill="hold" nodeType="withEffect">
                                  <p:stCondLst>
                                    <p:cond delay="0"/>
                                  </p:stCondLst>
                                  <p:childTnLst>
                                    <p:set>
                                      <p:cBhvr>
                                        <p:cTn id="964" dur="1" fill="hold">
                                          <p:stCondLst>
                                            <p:cond delay="0"/>
                                          </p:stCondLst>
                                        </p:cTn>
                                        <p:tgtEl>
                                          <p:spTgt spid="487"/>
                                        </p:tgtEl>
                                        <p:attrNameLst>
                                          <p:attrName>style.visibility</p:attrName>
                                        </p:attrNameLst>
                                      </p:cBhvr>
                                      <p:to>
                                        <p:strVal val="visible"/>
                                      </p:to>
                                    </p:set>
                                  </p:childTnLst>
                                </p:cTn>
                              </p:par>
                              <p:par>
                                <p:cTn id="965" presetID="1" presetClass="entr" presetSubtype="0" fill="hold" nodeType="withEffect">
                                  <p:stCondLst>
                                    <p:cond delay="0"/>
                                  </p:stCondLst>
                                  <p:childTnLst>
                                    <p:set>
                                      <p:cBhvr>
                                        <p:cTn id="966" dur="1" fill="hold">
                                          <p:stCondLst>
                                            <p:cond delay="0"/>
                                          </p:stCondLst>
                                        </p:cTn>
                                        <p:tgtEl>
                                          <p:spTgt spid="488"/>
                                        </p:tgtEl>
                                        <p:attrNameLst>
                                          <p:attrName>style.visibility</p:attrName>
                                        </p:attrNameLst>
                                      </p:cBhvr>
                                      <p:to>
                                        <p:strVal val="visible"/>
                                      </p:to>
                                    </p:set>
                                  </p:childTnLst>
                                </p:cTn>
                              </p:par>
                              <p:par>
                                <p:cTn id="967" presetID="1" presetClass="entr" presetSubtype="0" fill="hold" nodeType="withEffect">
                                  <p:stCondLst>
                                    <p:cond delay="0"/>
                                  </p:stCondLst>
                                  <p:childTnLst>
                                    <p:set>
                                      <p:cBhvr>
                                        <p:cTn id="968" dur="1" fill="hold">
                                          <p:stCondLst>
                                            <p:cond delay="0"/>
                                          </p:stCondLst>
                                        </p:cTn>
                                        <p:tgtEl>
                                          <p:spTgt spid="489"/>
                                        </p:tgtEl>
                                        <p:attrNameLst>
                                          <p:attrName>style.visibility</p:attrName>
                                        </p:attrNameLst>
                                      </p:cBhvr>
                                      <p:to>
                                        <p:strVal val="visible"/>
                                      </p:to>
                                    </p:set>
                                  </p:childTnLst>
                                </p:cTn>
                              </p:par>
                              <p:par>
                                <p:cTn id="969" presetID="1" presetClass="entr" presetSubtype="0" fill="hold" nodeType="withEffect">
                                  <p:stCondLst>
                                    <p:cond delay="0"/>
                                  </p:stCondLst>
                                  <p:childTnLst>
                                    <p:set>
                                      <p:cBhvr>
                                        <p:cTn id="970" dur="1" fill="hold">
                                          <p:stCondLst>
                                            <p:cond delay="0"/>
                                          </p:stCondLst>
                                        </p:cTn>
                                        <p:tgtEl>
                                          <p:spTgt spid="490"/>
                                        </p:tgtEl>
                                        <p:attrNameLst>
                                          <p:attrName>style.visibility</p:attrName>
                                        </p:attrNameLst>
                                      </p:cBhvr>
                                      <p:to>
                                        <p:strVal val="visible"/>
                                      </p:to>
                                    </p:set>
                                  </p:childTnLst>
                                </p:cTn>
                              </p:par>
                              <p:par>
                                <p:cTn id="971" presetID="1" presetClass="entr" presetSubtype="0" fill="hold" nodeType="withEffect">
                                  <p:stCondLst>
                                    <p:cond delay="0"/>
                                  </p:stCondLst>
                                  <p:childTnLst>
                                    <p:set>
                                      <p:cBhvr>
                                        <p:cTn id="972" dur="1" fill="hold">
                                          <p:stCondLst>
                                            <p:cond delay="0"/>
                                          </p:stCondLst>
                                        </p:cTn>
                                        <p:tgtEl>
                                          <p:spTgt spid="491"/>
                                        </p:tgtEl>
                                        <p:attrNameLst>
                                          <p:attrName>style.visibility</p:attrName>
                                        </p:attrNameLst>
                                      </p:cBhvr>
                                      <p:to>
                                        <p:strVal val="visible"/>
                                      </p:to>
                                    </p:set>
                                  </p:childTnLst>
                                </p:cTn>
                              </p:par>
                              <p:par>
                                <p:cTn id="973" presetID="1" presetClass="entr" presetSubtype="0" fill="hold" nodeType="withEffect">
                                  <p:stCondLst>
                                    <p:cond delay="0"/>
                                  </p:stCondLst>
                                  <p:childTnLst>
                                    <p:set>
                                      <p:cBhvr>
                                        <p:cTn id="974" dur="1" fill="hold">
                                          <p:stCondLst>
                                            <p:cond delay="0"/>
                                          </p:stCondLst>
                                        </p:cTn>
                                        <p:tgtEl>
                                          <p:spTgt spid="492"/>
                                        </p:tgtEl>
                                        <p:attrNameLst>
                                          <p:attrName>style.visibility</p:attrName>
                                        </p:attrNameLst>
                                      </p:cBhvr>
                                      <p:to>
                                        <p:strVal val="visible"/>
                                      </p:to>
                                    </p:set>
                                  </p:childTnLst>
                                </p:cTn>
                              </p:par>
                              <p:par>
                                <p:cTn id="975" presetID="1" presetClass="entr" presetSubtype="0" fill="hold" nodeType="withEffect">
                                  <p:stCondLst>
                                    <p:cond delay="0"/>
                                  </p:stCondLst>
                                  <p:childTnLst>
                                    <p:set>
                                      <p:cBhvr>
                                        <p:cTn id="976" dur="1" fill="hold">
                                          <p:stCondLst>
                                            <p:cond delay="0"/>
                                          </p:stCondLst>
                                        </p:cTn>
                                        <p:tgtEl>
                                          <p:spTgt spid="493"/>
                                        </p:tgtEl>
                                        <p:attrNameLst>
                                          <p:attrName>style.visibility</p:attrName>
                                        </p:attrNameLst>
                                      </p:cBhvr>
                                      <p:to>
                                        <p:strVal val="visible"/>
                                      </p:to>
                                    </p:set>
                                  </p:childTnLst>
                                </p:cTn>
                              </p:par>
                              <p:par>
                                <p:cTn id="977" presetID="1" presetClass="entr" presetSubtype="0" fill="hold" nodeType="withEffect">
                                  <p:stCondLst>
                                    <p:cond delay="0"/>
                                  </p:stCondLst>
                                  <p:childTnLst>
                                    <p:set>
                                      <p:cBhvr>
                                        <p:cTn id="978" dur="1" fill="hold">
                                          <p:stCondLst>
                                            <p:cond delay="0"/>
                                          </p:stCondLst>
                                        </p:cTn>
                                        <p:tgtEl>
                                          <p:spTgt spid="494"/>
                                        </p:tgtEl>
                                        <p:attrNameLst>
                                          <p:attrName>style.visibility</p:attrName>
                                        </p:attrNameLst>
                                      </p:cBhvr>
                                      <p:to>
                                        <p:strVal val="visible"/>
                                      </p:to>
                                    </p:set>
                                  </p:childTnLst>
                                </p:cTn>
                              </p:par>
                              <p:par>
                                <p:cTn id="979" presetID="1" presetClass="entr" presetSubtype="0" fill="hold" nodeType="withEffect">
                                  <p:stCondLst>
                                    <p:cond delay="0"/>
                                  </p:stCondLst>
                                  <p:childTnLst>
                                    <p:set>
                                      <p:cBhvr>
                                        <p:cTn id="980" dur="1" fill="hold">
                                          <p:stCondLst>
                                            <p:cond delay="0"/>
                                          </p:stCondLst>
                                        </p:cTn>
                                        <p:tgtEl>
                                          <p:spTgt spid="495"/>
                                        </p:tgtEl>
                                        <p:attrNameLst>
                                          <p:attrName>style.visibility</p:attrName>
                                        </p:attrNameLst>
                                      </p:cBhvr>
                                      <p:to>
                                        <p:strVal val="visible"/>
                                      </p:to>
                                    </p:set>
                                  </p:childTnLst>
                                </p:cTn>
                              </p:par>
                              <p:par>
                                <p:cTn id="981" presetID="1" presetClass="entr" presetSubtype="0" fill="hold" nodeType="withEffect">
                                  <p:stCondLst>
                                    <p:cond delay="0"/>
                                  </p:stCondLst>
                                  <p:childTnLst>
                                    <p:set>
                                      <p:cBhvr>
                                        <p:cTn id="982" dur="1" fill="hold">
                                          <p:stCondLst>
                                            <p:cond delay="0"/>
                                          </p:stCondLst>
                                        </p:cTn>
                                        <p:tgtEl>
                                          <p:spTgt spid="496"/>
                                        </p:tgtEl>
                                        <p:attrNameLst>
                                          <p:attrName>style.visibility</p:attrName>
                                        </p:attrNameLst>
                                      </p:cBhvr>
                                      <p:to>
                                        <p:strVal val="visible"/>
                                      </p:to>
                                    </p:set>
                                  </p:childTnLst>
                                </p:cTn>
                              </p:par>
                              <p:par>
                                <p:cTn id="983" presetID="1" presetClass="entr" presetSubtype="0" fill="hold" nodeType="withEffect">
                                  <p:stCondLst>
                                    <p:cond delay="0"/>
                                  </p:stCondLst>
                                  <p:childTnLst>
                                    <p:set>
                                      <p:cBhvr>
                                        <p:cTn id="984" dur="1" fill="hold">
                                          <p:stCondLst>
                                            <p:cond delay="0"/>
                                          </p:stCondLst>
                                        </p:cTn>
                                        <p:tgtEl>
                                          <p:spTgt spid="497"/>
                                        </p:tgtEl>
                                        <p:attrNameLst>
                                          <p:attrName>style.visibility</p:attrName>
                                        </p:attrNameLst>
                                      </p:cBhvr>
                                      <p:to>
                                        <p:strVal val="visible"/>
                                      </p:to>
                                    </p:set>
                                  </p:childTnLst>
                                </p:cTn>
                              </p:par>
                              <p:par>
                                <p:cTn id="985" presetID="1" presetClass="entr" presetSubtype="0" fill="hold" nodeType="withEffect">
                                  <p:stCondLst>
                                    <p:cond delay="0"/>
                                  </p:stCondLst>
                                  <p:childTnLst>
                                    <p:set>
                                      <p:cBhvr>
                                        <p:cTn id="986" dur="1" fill="hold">
                                          <p:stCondLst>
                                            <p:cond delay="0"/>
                                          </p:stCondLst>
                                        </p:cTn>
                                        <p:tgtEl>
                                          <p:spTgt spid="498"/>
                                        </p:tgtEl>
                                        <p:attrNameLst>
                                          <p:attrName>style.visibility</p:attrName>
                                        </p:attrNameLst>
                                      </p:cBhvr>
                                      <p:to>
                                        <p:strVal val="visible"/>
                                      </p:to>
                                    </p:set>
                                  </p:childTnLst>
                                </p:cTn>
                              </p:par>
                              <p:par>
                                <p:cTn id="987" presetID="1" presetClass="entr" presetSubtype="0" fill="hold" nodeType="withEffect">
                                  <p:stCondLst>
                                    <p:cond delay="0"/>
                                  </p:stCondLst>
                                  <p:childTnLst>
                                    <p:set>
                                      <p:cBhvr>
                                        <p:cTn id="988" dur="1" fill="hold">
                                          <p:stCondLst>
                                            <p:cond delay="0"/>
                                          </p:stCondLst>
                                        </p:cTn>
                                        <p:tgtEl>
                                          <p:spTgt spid="499"/>
                                        </p:tgtEl>
                                        <p:attrNameLst>
                                          <p:attrName>style.visibility</p:attrName>
                                        </p:attrNameLst>
                                      </p:cBhvr>
                                      <p:to>
                                        <p:strVal val="visible"/>
                                      </p:to>
                                    </p:set>
                                  </p:childTnLst>
                                </p:cTn>
                              </p:par>
                              <p:par>
                                <p:cTn id="989" presetID="1" presetClass="entr" presetSubtype="0" fill="hold" nodeType="withEffect">
                                  <p:stCondLst>
                                    <p:cond delay="0"/>
                                  </p:stCondLst>
                                  <p:childTnLst>
                                    <p:set>
                                      <p:cBhvr>
                                        <p:cTn id="990" dur="1" fill="hold">
                                          <p:stCondLst>
                                            <p:cond delay="0"/>
                                          </p:stCondLst>
                                        </p:cTn>
                                        <p:tgtEl>
                                          <p:spTgt spid="500"/>
                                        </p:tgtEl>
                                        <p:attrNameLst>
                                          <p:attrName>style.visibility</p:attrName>
                                        </p:attrNameLst>
                                      </p:cBhvr>
                                      <p:to>
                                        <p:strVal val="visible"/>
                                      </p:to>
                                    </p:set>
                                  </p:childTnLst>
                                </p:cTn>
                              </p:par>
                              <p:par>
                                <p:cTn id="991" presetID="1" presetClass="entr" presetSubtype="0" fill="hold" nodeType="withEffect">
                                  <p:stCondLst>
                                    <p:cond delay="0"/>
                                  </p:stCondLst>
                                  <p:childTnLst>
                                    <p:set>
                                      <p:cBhvr>
                                        <p:cTn id="992" dur="1" fill="hold">
                                          <p:stCondLst>
                                            <p:cond delay="0"/>
                                          </p:stCondLst>
                                        </p:cTn>
                                        <p:tgtEl>
                                          <p:spTgt spid="501"/>
                                        </p:tgtEl>
                                        <p:attrNameLst>
                                          <p:attrName>style.visibility</p:attrName>
                                        </p:attrNameLst>
                                      </p:cBhvr>
                                      <p:to>
                                        <p:strVal val="visible"/>
                                      </p:to>
                                    </p:set>
                                  </p:childTnLst>
                                </p:cTn>
                              </p:par>
                              <p:par>
                                <p:cTn id="993" presetID="1" presetClass="entr" presetSubtype="0" fill="hold" nodeType="withEffect">
                                  <p:stCondLst>
                                    <p:cond delay="0"/>
                                  </p:stCondLst>
                                  <p:childTnLst>
                                    <p:set>
                                      <p:cBhvr>
                                        <p:cTn id="994" dur="1" fill="hold">
                                          <p:stCondLst>
                                            <p:cond delay="0"/>
                                          </p:stCondLst>
                                        </p:cTn>
                                        <p:tgtEl>
                                          <p:spTgt spid="502"/>
                                        </p:tgtEl>
                                        <p:attrNameLst>
                                          <p:attrName>style.visibility</p:attrName>
                                        </p:attrNameLst>
                                      </p:cBhvr>
                                      <p:to>
                                        <p:strVal val="visible"/>
                                      </p:to>
                                    </p:set>
                                  </p:childTnLst>
                                </p:cTn>
                              </p:par>
                              <p:par>
                                <p:cTn id="995" presetID="1" presetClass="entr" presetSubtype="0" fill="hold" nodeType="withEffect">
                                  <p:stCondLst>
                                    <p:cond delay="0"/>
                                  </p:stCondLst>
                                  <p:childTnLst>
                                    <p:set>
                                      <p:cBhvr>
                                        <p:cTn id="996" dur="1" fill="hold">
                                          <p:stCondLst>
                                            <p:cond delay="0"/>
                                          </p:stCondLst>
                                        </p:cTn>
                                        <p:tgtEl>
                                          <p:spTgt spid="503"/>
                                        </p:tgtEl>
                                        <p:attrNameLst>
                                          <p:attrName>style.visibility</p:attrName>
                                        </p:attrNameLst>
                                      </p:cBhvr>
                                      <p:to>
                                        <p:strVal val="visible"/>
                                      </p:to>
                                    </p:set>
                                  </p:childTnLst>
                                </p:cTn>
                              </p:par>
                              <p:par>
                                <p:cTn id="997" presetID="1" presetClass="entr" presetSubtype="0" fill="hold" nodeType="withEffect">
                                  <p:stCondLst>
                                    <p:cond delay="0"/>
                                  </p:stCondLst>
                                  <p:childTnLst>
                                    <p:set>
                                      <p:cBhvr>
                                        <p:cTn id="998" dur="1" fill="hold">
                                          <p:stCondLst>
                                            <p:cond delay="0"/>
                                          </p:stCondLst>
                                        </p:cTn>
                                        <p:tgtEl>
                                          <p:spTgt spid="504"/>
                                        </p:tgtEl>
                                        <p:attrNameLst>
                                          <p:attrName>style.visibility</p:attrName>
                                        </p:attrNameLst>
                                      </p:cBhvr>
                                      <p:to>
                                        <p:strVal val="visible"/>
                                      </p:to>
                                    </p:set>
                                  </p:childTnLst>
                                </p:cTn>
                              </p:par>
                              <p:par>
                                <p:cTn id="999" presetID="1" presetClass="entr" presetSubtype="0" fill="hold" nodeType="withEffect">
                                  <p:stCondLst>
                                    <p:cond delay="0"/>
                                  </p:stCondLst>
                                  <p:childTnLst>
                                    <p:set>
                                      <p:cBhvr>
                                        <p:cTn id="1000" dur="1" fill="hold">
                                          <p:stCondLst>
                                            <p:cond delay="0"/>
                                          </p:stCondLst>
                                        </p:cTn>
                                        <p:tgtEl>
                                          <p:spTgt spid="505"/>
                                        </p:tgtEl>
                                        <p:attrNameLst>
                                          <p:attrName>style.visibility</p:attrName>
                                        </p:attrNameLst>
                                      </p:cBhvr>
                                      <p:to>
                                        <p:strVal val="visible"/>
                                      </p:to>
                                    </p:set>
                                  </p:childTnLst>
                                </p:cTn>
                              </p:par>
                              <p:par>
                                <p:cTn id="1001" presetID="1" presetClass="entr" presetSubtype="0" fill="hold" nodeType="withEffect">
                                  <p:stCondLst>
                                    <p:cond delay="0"/>
                                  </p:stCondLst>
                                  <p:childTnLst>
                                    <p:set>
                                      <p:cBhvr>
                                        <p:cTn id="1002" dur="1" fill="hold">
                                          <p:stCondLst>
                                            <p:cond delay="0"/>
                                          </p:stCondLst>
                                        </p:cTn>
                                        <p:tgtEl>
                                          <p:spTgt spid="506"/>
                                        </p:tgtEl>
                                        <p:attrNameLst>
                                          <p:attrName>style.visibility</p:attrName>
                                        </p:attrNameLst>
                                      </p:cBhvr>
                                      <p:to>
                                        <p:strVal val="visible"/>
                                      </p:to>
                                    </p:set>
                                  </p:childTnLst>
                                </p:cTn>
                              </p:par>
                              <p:par>
                                <p:cTn id="1003" presetID="1" presetClass="entr" presetSubtype="0" fill="hold" nodeType="withEffect">
                                  <p:stCondLst>
                                    <p:cond delay="0"/>
                                  </p:stCondLst>
                                  <p:childTnLst>
                                    <p:set>
                                      <p:cBhvr>
                                        <p:cTn id="1004" dur="1" fill="hold">
                                          <p:stCondLst>
                                            <p:cond delay="0"/>
                                          </p:stCondLst>
                                        </p:cTn>
                                        <p:tgtEl>
                                          <p:spTgt spid="507"/>
                                        </p:tgtEl>
                                        <p:attrNameLst>
                                          <p:attrName>style.visibility</p:attrName>
                                        </p:attrNameLst>
                                      </p:cBhvr>
                                      <p:to>
                                        <p:strVal val="visible"/>
                                      </p:to>
                                    </p:set>
                                  </p:childTnLst>
                                </p:cTn>
                              </p:par>
                              <p:par>
                                <p:cTn id="1005" presetID="1" presetClass="entr" presetSubtype="0" fill="hold" nodeType="withEffect">
                                  <p:stCondLst>
                                    <p:cond delay="0"/>
                                  </p:stCondLst>
                                  <p:childTnLst>
                                    <p:set>
                                      <p:cBhvr>
                                        <p:cTn id="1006" dur="1" fill="hold">
                                          <p:stCondLst>
                                            <p:cond delay="0"/>
                                          </p:stCondLst>
                                        </p:cTn>
                                        <p:tgtEl>
                                          <p:spTgt spid="508"/>
                                        </p:tgtEl>
                                        <p:attrNameLst>
                                          <p:attrName>style.visibility</p:attrName>
                                        </p:attrNameLst>
                                      </p:cBhvr>
                                      <p:to>
                                        <p:strVal val="visible"/>
                                      </p:to>
                                    </p:set>
                                  </p:childTnLst>
                                </p:cTn>
                              </p:par>
                              <p:par>
                                <p:cTn id="1007" presetID="1" presetClass="entr" presetSubtype="0" fill="hold" nodeType="withEffect">
                                  <p:stCondLst>
                                    <p:cond delay="0"/>
                                  </p:stCondLst>
                                  <p:childTnLst>
                                    <p:set>
                                      <p:cBhvr>
                                        <p:cTn id="1008" dur="1" fill="hold">
                                          <p:stCondLst>
                                            <p:cond delay="0"/>
                                          </p:stCondLst>
                                        </p:cTn>
                                        <p:tgtEl>
                                          <p:spTgt spid="509"/>
                                        </p:tgtEl>
                                        <p:attrNameLst>
                                          <p:attrName>style.visibility</p:attrName>
                                        </p:attrNameLst>
                                      </p:cBhvr>
                                      <p:to>
                                        <p:strVal val="visible"/>
                                      </p:to>
                                    </p:set>
                                  </p:childTnLst>
                                </p:cTn>
                              </p:par>
                              <p:par>
                                <p:cTn id="1009" presetID="1" presetClass="entr" presetSubtype="0" fill="hold" nodeType="withEffect">
                                  <p:stCondLst>
                                    <p:cond delay="0"/>
                                  </p:stCondLst>
                                  <p:childTnLst>
                                    <p:set>
                                      <p:cBhvr>
                                        <p:cTn id="1010" dur="1" fill="hold">
                                          <p:stCondLst>
                                            <p:cond delay="0"/>
                                          </p:stCondLst>
                                        </p:cTn>
                                        <p:tgtEl>
                                          <p:spTgt spid="510"/>
                                        </p:tgtEl>
                                        <p:attrNameLst>
                                          <p:attrName>style.visibility</p:attrName>
                                        </p:attrNameLst>
                                      </p:cBhvr>
                                      <p:to>
                                        <p:strVal val="visible"/>
                                      </p:to>
                                    </p:set>
                                  </p:childTnLst>
                                </p:cTn>
                              </p:par>
                              <p:par>
                                <p:cTn id="1011" presetID="1" presetClass="entr" presetSubtype="0" fill="hold" nodeType="withEffect">
                                  <p:stCondLst>
                                    <p:cond delay="0"/>
                                  </p:stCondLst>
                                  <p:childTnLst>
                                    <p:set>
                                      <p:cBhvr>
                                        <p:cTn id="1012" dur="1" fill="hold">
                                          <p:stCondLst>
                                            <p:cond delay="0"/>
                                          </p:stCondLst>
                                        </p:cTn>
                                        <p:tgtEl>
                                          <p:spTgt spid="511"/>
                                        </p:tgtEl>
                                        <p:attrNameLst>
                                          <p:attrName>style.visibility</p:attrName>
                                        </p:attrNameLst>
                                      </p:cBhvr>
                                      <p:to>
                                        <p:strVal val="visible"/>
                                      </p:to>
                                    </p:set>
                                  </p:childTnLst>
                                </p:cTn>
                              </p:par>
                              <p:par>
                                <p:cTn id="1013" presetID="1" presetClass="entr" presetSubtype="0" fill="hold" nodeType="withEffect">
                                  <p:stCondLst>
                                    <p:cond delay="0"/>
                                  </p:stCondLst>
                                  <p:childTnLst>
                                    <p:set>
                                      <p:cBhvr>
                                        <p:cTn id="1014" dur="1" fill="hold">
                                          <p:stCondLst>
                                            <p:cond delay="0"/>
                                          </p:stCondLst>
                                        </p:cTn>
                                        <p:tgtEl>
                                          <p:spTgt spid="512"/>
                                        </p:tgtEl>
                                        <p:attrNameLst>
                                          <p:attrName>style.visibility</p:attrName>
                                        </p:attrNameLst>
                                      </p:cBhvr>
                                      <p:to>
                                        <p:strVal val="visible"/>
                                      </p:to>
                                    </p:set>
                                  </p:childTnLst>
                                </p:cTn>
                              </p:par>
                              <p:par>
                                <p:cTn id="1015" presetID="1" presetClass="entr" presetSubtype="0" fill="hold" nodeType="withEffect">
                                  <p:stCondLst>
                                    <p:cond delay="0"/>
                                  </p:stCondLst>
                                  <p:childTnLst>
                                    <p:set>
                                      <p:cBhvr>
                                        <p:cTn id="1016" dur="1" fill="hold">
                                          <p:stCondLst>
                                            <p:cond delay="0"/>
                                          </p:stCondLst>
                                        </p:cTn>
                                        <p:tgtEl>
                                          <p:spTgt spid="513"/>
                                        </p:tgtEl>
                                        <p:attrNameLst>
                                          <p:attrName>style.visibility</p:attrName>
                                        </p:attrNameLst>
                                      </p:cBhvr>
                                      <p:to>
                                        <p:strVal val="visible"/>
                                      </p:to>
                                    </p:set>
                                  </p:childTnLst>
                                </p:cTn>
                              </p:par>
                              <p:par>
                                <p:cTn id="1017" presetID="1" presetClass="entr" presetSubtype="0" fill="hold" nodeType="withEffect">
                                  <p:stCondLst>
                                    <p:cond delay="0"/>
                                  </p:stCondLst>
                                  <p:childTnLst>
                                    <p:set>
                                      <p:cBhvr>
                                        <p:cTn id="1018" dur="1" fill="hold">
                                          <p:stCondLst>
                                            <p:cond delay="0"/>
                                          </p:stCondLst>
                                        </p:cTn>
                                        <p:tgtEl>
                                          <p:spTgt spid="514"/>
                                        </p:tgtEl>
                                        <p:attrNameLst>
                                          <p:attrName>style.visibility</p:attrName>
                                        </p:attrNameLst>
                                      </p:cBhvr>
                                      <p:to>
                                        <p:strVal val="visible"/>
                                      </p:to>
                                    </p:set>
                                  </p:childTnLst>
                                </p:cTn>
                              </p:par>
                              <p:par>
                                <p:cTn id="1019" presetID="1" presetClass="entr" presetSubtype="0" fill="hold" nodeType="withEffect">
                                  <p:stCondLst>
                                    <p:cond delay="0"/>
                                  </p:stCondLst>
                                  <p:childTnLst>
                                    <p:set>
                                      <p:cBhvr>
                                        <p:cTn id="1020" dur="1" fill="hold">
                                          <p:stCondLst>
                                            <p:cond delay="0"/>
                                          </p:stCondLst>
                                        </p:cTn>
                                        <p:tgtEl>
                                          <p:spTgt spid="515"/>
                                        </p:tgtEl>
                                        <p:attrNameLst>
                                          <p:attrName>style.visibility</p:attrName>
                                        </p:attrNameLst>
                                      </p:cBhvr>
                                      <p:to>
                                        <p:strVal val="visible"/>
                                      </p:to>
                                    </p:set>
                                  </p:childTnLst>
                                </p:cTn>
                              </p:par>
                              <p:par>
                                <p:cTn id="1021" presetID="1" presetClass="entr" presetSubtype="0" fill="hold" nodeType="withEffect">
                                  <p:stCondLst>
                                    <p:cond delay="0"/>
                                  </p:stCondLst>
                                  <p:childTnLst>
                                    <p:set>
                                      <p:cBhvr>
                                        <p:cTn id="1022" dur="1" fill="hold">
                                          <p:stCondLst>
                                            <p:cond delay="0"/>
                                          </p:stCondLst>
                                        </p:cTn>
                                        <p:tgtEl>
                                          <p:spTgt spid="516"/>
                                        </p:tgtEl>
                                        <p:attrNameLst>
                                          <p:attrName>style.visibility</p:attrName>
                                        </p:attrNameLst>
                                      </p:cBhvr>
                                      <p:to>
                                        <p:strVal val="visible"/>
                                      </p:to>
                                    </p:set>
                                  </p:childTnLst>
                                </p:cTn>
                              </p:par>
                              <p:par>
                                <p:cTn id="1023" presetID="1" presetClass="entr" presetSubtype="0" fill="hold" nodeType="withEffect">
                                  <p:stCondLst>
                                    <p:cond delay="0"/>
                                  </p:stCondLst>
                                  <p:childTnLst>
                                    <p:set>
                                      <p:cBhvr>
                                        <p:cTn id="1024" dur="1" fill="hold">
                                          <p:stCondLst>
                                            <p:cond delay="0"/>
                                          </p:stCondLst>
                                        </p:cTn>
                                        <p:tgtEl>
                                          <p:spTgt spid="517"/>
                                        </p:tgtEl>
                                        <p:attrNameLst>
                                          <p:attrName>style.visibility</p:attrName>
                                        </p:attrNameLst>
                                      </p:cBhvr>
                                      <p:to>
                                        <p:strVal val="visible"/>
                                      </p:to>
                                    </p:set>
                                  </p:childTnLst>
                                </p:cTn>
                              </p:par>
                              <p:par>
                                <p:cTn id="1025" presetID="1" presetClass="entr" presetSubtype="0" fill="hold" nodeType="withEffect">
                                  <p:stCondLst>
                                    <p:cond delay="0"/>
                                  </p:stCondLst>
                                  <p:childTnLst>
                                    <p:set>
                                      <p:cBhvr>
                                        <p:cTn id="1026" dur="1" fill="hold">
                                          <p:stCondLst>
                                            <p:cond delay="0"/>
                                          </p:stCondLst>
                                        </p:cTn>
                                        <p:tgtEl>
                                          <p:spTgt spid="518"/>
                                        </p:tgtEl>
                                        <p:attrNameLst>
                                          <p:attrName>style.visibility</p:attrName>
                                        </p:attrNameLst>
                                      </p:cBhvr>
                                      <p:to>
                                        <p:strVal val="visible"/>
                                      </p:to>
                                    </p:set>
                                  </p:childTnLst>
                                </p:cTn>
                              </p:par>
                              <p:par>
                                <p:cTn id="1027" presetID="1" presetClass="entr" presetSubtype="0" fill="hold" nodeType="withEffect">
                                  <p:stCondLst>
                                    <p:cond delay="0"/>
                                  </p:stCondLst>
                                  <p:childTnLst>
                                    <p:set>
                                      <p:cBhvr>
                                        <p:cTn id="1028" dur="1" fill="hold">
                                          <p:stCondLst>
                                            <p:cond delay="0"/>
                                          </p:stCondLst>
                                        </p:cTn>
                                        <p:tgtEl>
                                          <p:spTgt spid="519"/>
                                        </p:tgtEl>
                                        <p:attrNameLst>
                                          <p:attrName>style.visibility</p:attrName>
                                        </p:attrNameLst>
                                      </p:cBhvr>
                                      <p:to>
                                        <p:strVal val="visible"/>
                                      </p:to>
                                    </p:set>
                                  </p:childTnLst>
                                </p:cTn>
                              </p:par>
                              <p:par>
                                <p:cTn id="1029" presetID="1" presetClass="entr" presetSubtype="0" fill="hold" nodeType="withEffect">
                                  <p:stCondLst>
                                    <p:cond delay="0"/>
                                  </p:stCondLst>
                                  <p:childTnLst>
                                    <p:set>
                                      <p:cBhvr>
                                        <p:cTn id="1030" dur="1" fill="hold">
                                          <p:stCondLst>
                                            <p:cond delay="0"/>
                                          </p:stCondLst>
                                        </p:cTn>
                                        <p:tgtEl>
                                          <p:spTgt spid="520"/>
                                        </p:tgtEl>
                                        <p:attrNameLst>
                                          <p:attrName>style.visibility</p:attrName>
                                        </p:attrNameLst>
                                      </p:cBhvr>
                                      <p:to>
                                        <p:strVal val="visible"/>
                                      </p:to>
                                    </p:set>
                                  </p:childTnLst>
                                </p:cTn>
                              </p:par>
                              <p:par>
                                <p:cTn id="1031" presetID="1" presetClass="entr" presetSubtype="0" fill="hold" nodeType="withEffect">
                                  <p:stCondLst>
                                    <p:cond delay="0"/>
                                  </p:stCondLst>
                                  <p:childTnLst>
                                    <p:set>
                                      <p:cBhvr>
                                        <p:cTn id="1032" dur="1" fill="hold">
                                          <p:stCondLst>
                                            <p:cond delay="0"/>
                                          </p:stCondLst>
                                        </p:cTn>
                                        <p:tgtEl>
                                          <p:spTgt spid="521"/>
                                        </p:tgtEl>
                                        <p:attrNameLst>
                                          <p:attrName>style.visibility</p:attrName>
                                        </p:attrNameLst>
                                      </p:cBhvr>
                                      <p:to>
                                        <p:strVal val="visible"/>
                                      </p:to>
                                    </p:set>
                                  </p:childTnLst>
                                </p:cTn>
                              </p:par>
                              <p:par>
                                <p:cTn id="1033" presetID="1" presetClass="entr" presetSubtype="0" fill="hold" nodeType="withEffect">
                                  <p:stCondLst>
                                    <p:cond delay="0"/>
                                  </p:stCondLst>
                                  <p:childTnLst>
                                    <p:set>
                                      <p:cBhvr>
                                        <p:cTn id="1034" dur="1" fill="hold">
                                          <p:stCondLst>
                                            <p:cond delay="0"/>
                                          </p:stCondLst>
                                        </p:cTn>
                                        <p:tgtEl>
                                          <p:spTgt spid="522"/>
                                        </p:tgtEl>
                                        <p:attrNameLst>
                                          <p:attrName>style.visibility</p:attrName>
                                        </p:attrNameLst>
                                      </p:cBhvr>
                                      <p:to>
                                        <p:strVal val="visible"/>
                                      </p:to>
                                    </p:set>
                                  </p:childTnLst>
                                </p:cTn>
                              </p:par>
                              <p:par>
                                <p:cTn id="1035" presetID="1" presetClass="entr" presetSubtype="0" fill="hold" nodeType="withEffect">
                                  <p:stCondLst>
                                    <p:cond delay="0"/>
                                  </p:stCondLst>
                                  <p:childTnLst>
                                    <p:set>
                                      <p:cBhvr>
                                        <p:cTn id="1036" dur="1" fill="hold">
                                          <p:stCondLst>
                                            <p:cond delay="0"/>
                                          </p:stCondLst>
                                        </p:cTn>
                                        <p:tgtEl>
                                          <p:spTgt spid="523"/>
                                        </p:tgtEl>
                                        <p:attrNameLst>
                                          <p:attrName>style.visibility</p:attrName>
                                        </p:attrNameLst>
                                      </p:cBhvr>
                                      <p:to>
                                        <p:strVal val="visible"/>
                                      </p:to>
                                    </p:set>
                                  </p:childTnLst>
                                </p:cTn>
                              </p:par>
                              <p:par>
                                <p:cTn id="1037" presetID="1" presetClass="entr" presetSubtype="0" fill="hold" nodeType="withEffect">
                                  <p:stCondLst>
                                    <p:cond delay="0"/>
                                  </p:stCondLst>
                                  <p:childTnLst>
                                    <p:set>
                                      <p:cBhvr>
                                        <p:cTn id="1038" dur="1" fill="hold">
                                          <p:stCondLst>
                                            <p:cond delay="0"/>
                                          </p:stCondLst>
                                        </p:cTn>
                                        <p:tgtEl>
                                          <p:spTgt spid="524"/>
                                        </p:tgtEl>
                                        <p:attrNameLst>
                                          <p:attrName>style.visibility</p:attrName>
                                        </p:attrNameLst>
                                      </p:cBhvr>
                                      <p:to>
                                        <p:strVal val="visible"/>
                                      </p:to>
                                    </p:set>
                                  </p:childTnLst>
                                </p:cTn>
                              </p:par>
                              <p:par>
                                <p:cTn id="1039" presetID="1" presetClass="entr" presetSubtype="0" fill="hold" nodeType="withEffect">
                                  <p:stCondLst>
                                    <p:cond delay="0"/>
                                  </p:stCondLst>
                                  <p:childTnLst>
                                    <p:set>
                                      <p:cBhvr>
                                        <p:cTn id="1040" dur="1" fill="hold">
                                          <p:stCondLst>
                                            <p:cond delay="0"/>
                                          </p:stCondLst>
                                        </p:cTn>
                                        <p:tgtEl>
                                          <p:spTgt spid="525"/>
                                        </p:tgtEl>
                                        <p:attrNameLst>
                                          <p:attrName>style.visibility</p:attrName>
                                        </p:attrNameLst>
                                      </p:cBhvr>
                                      <p:to>
                                        <p:strVal val="visible"/>
                                      </p:to>
                                    </p:set>
                                  </p:childTnLst>
                                </p:cTn>
                              </p:par>
                              <p:par>
                                <p:cTn id="1041" presetID="1" presetClass="entr" presetSubtype="0" fill="hold" nodeType="withEffect">
                                  <p:stCondLst>
                                    <p:cond delay="0"/>
                                  </p:stCondLst>
                                  <p:childTnLst>
                                    <p:set>
                                      <p:cBhvr>
                                        <p:cTn id="1042" dur="1" fill="hold">
                                          <p:stCondLst>
                                            <p:cond delay="0"/>
                                          </p:stCondLst>
                                        </p:cTn>
                                        <p:tgtEl>
                                          <p:spTgt spid="526"/>
                                        </p:tgtEl>
                                        <p:attrNameLst>
                                          <p:attrName>style.visibility</p:attrName>
                                        </p:attrNameLst>
                                      </p:cBhvr>
                                      <p:to>
                                        <p:strVal val="visible"/>
                                      </p:to>
                                    </p:set>
                                  </p:childTnLst>
                                </p:cTn>
                              </p:par>
                              <p:par>
                                <p:cTn id="1043" presetID="1" presetClass="entr" presetSubtype="0" fill="hold" nodeType="withEffect">
                                  <p:stCondLst>
                                    <p:cond delay="0"/>
                                  </p:stCondLst>
                                  <p:childTnLst>
                                    <p:set>
                                      <p:cBhvr>
                                        <p:cTn id="1044" dur="1" fill="hold">
                                          <p:stCondLst>
                                            <p:cond delay="0"/>
                                          </p:stCondLst>
                                        </p:cTn>
                                        <p:tgtEl>
                                          <p:spTgt spid="527"/>
                                        </p:tgtEl>
                                        <p:attrNameLst>
                                          <p:attrName>style.visibility</p:attrName>
                                        </p:attrNameLst>
                                      </p:cBhvr>
                                      <p:to>
                                        <p:strVal val="visible"/>
                                      </p:to>
                                    </p:set>
                                  </p:childTnLst>
                                </p:cTn>
                              </p:par>
                              <p:par>
                                <p:cTn id="1045" presetID="1" presetClass="entr" presetSubtype="0" fill="hold" nodeType="withEffect">
                                  <p:stCondLst>
                                    <p:cond delay="0"/>
                                  </p:stCondLst>
                                  <p:childTnLst>
                                    <p:set>
                                      <p:cBhvr>
                                        <p:cTn id="1046" dur="1" fill="hold">
                                          <p:stCondLst>
                                            <p:cond delay="0"/>
                                          </p:stCondLst>
                                        </p:cTn>
                                        <p:tgtEl>
                                          <p:spTgt spid="528"/>
                                        </p:tgtEl>
                                        <p:attrNameLst>
                                          <p:attrName>style.visibility</p:attrName>
                                        </p:attrNameLst>
                                      </p:cBhvr>
                                      <p:to>
                                        <p:strVal val="visible"/>
                                      </p:to>
                                    </p:set>
                                  </p:childTnLst>
                                </p:cTn>
                              </p:par>
                              <p:par>
                                <p:cTn id="1047" presetID="1" presetClass="entr" presetSubtype="0" fill="hold" nodeType="withEffect">
                                  <p:stCondLst>
                                    <p:cond delay="0"/>
                                  </p:stCondLst>
                                  <p:childTnLst>
                                    <p:set>
                                      <p:cBhvr>
                                        <p:cTn id="1048" dur="1" fill="hold">
                                          <p:stCondLst>
                                            <p:cond delay="0"/>
                                          </p:stCondLst>
                                        </p:cTn>
                                        <p:tgtEl>
                                          <p:spTgt spid="529"/>
                                        </p:tgtEl>
                                        <p:attrNameLst>
                                          <p:attrName>style.visibility</p:attrName>
                                        </p:attrNameLst>
                                      </p:cBhvr>
                                      <p:to>
                                        <p:strVal val="visible"/>
                                      </p:to>
                                    </p:set>
                                  </p:childTnLst>
                                </p:cTn>
                              </p:par>
                              <p:par>
                                <p:cTn id="1049" presetID="1" presetClass="entr" presetSubtype="0" fill="hold" nodeType="withEffect">
                                  <p:stCondLst>
                                    <p:cond delay="0"/>
                                  </p:stCondLst>
                                  <p:childTnLst>
                                    <p:set>
                                      <p:cBhvr>
                                        <p:cTn id="1050" dur="1" fill="hold">
                                          <p:stCondLst>
                                            <p:cond delay="0"/>
                                          </p:stCondLst>
                                        </p:cTn>
                                        <p:tgtEl>
                                          <p:spTgt spid="530"/>
                                        </p:tgtEl>
                                        <p:attrNameLst>
                                          <p:attrName>style.visibility</p:attrName>
                                        </p:attrNameLst>
                                      </p:cBhvr>
                                      <p:to>
                                        <p:strVal val="visible"/>
                                      </p:to>
                                    </p:set>
                                  </p:childTnLst>
                                </p:cTn>
                              </p:par>
                              <p:par>
                                <p:cTn id="1051" presetID="1" presetClass="entr" presetSubtype="0" fill="hold" nodeType="withEffect">
                                  <p:stCondLst>
                                    <p:cond delay="0"/>
                                  </p:stCondLst>
                                  <p:childTnLst>
                                    <p:set>
                                      <p:cBhvr>
                                        <p:cTn id="1052" dur="1" fill="hold">
                                          <p:stCondLst>
                                            <p:cond delay="0"/>
                                          </p:stCondLst>
                                        </p:cTn>
                                        <p:tgtEl>
                                          <p:spTgt spid="531"/>
                                        </p:tgtEl>
                                        <p:attrNameLst>
                                          <p:attrName>style.visibility</p:attrName>
                                        </p:attrNameLst>
                                      </p:cBhvr>
                                      <p:to>
                                        <p:strVal val="visible"/>
                                      </p:to>
                                    </p:set>
                                  </p:childTnLst>
                                </p:cTn>
                              </p:par>
                              <p:par>
                                <p:cTn id="1053" presetID="1" presetClass="entr" presetSubtype="0" fill="hold" nodeType="withEffect">
                                  <p:stCondLst>
                                    <p:cond delay="0"/>
                                  </p:stCondLst>
                                  <p:childTnLst>
                                    <p:set>
                                      <p:cBhvr>
                                        <p:cTn id="1054" dur="1" fill="hold">
                                          <p:stCondLst>
                                            <p:cond delay="0"/>
                                          </p:stCondLst>
                                        </p:cTn>
                                        <p:tgtEl>
                                          <p:spTgt spid="532"/>
                                        </p:tgtEl>
                                        <p:attrNameLst>
                                          <p:attrName>style.visibility</p:attrName>
                                        </p:attrNameLst>
                                      </p:cBhvr>
                                      <p:to>
                                        <p:strVal val="visible"/>
                                      </p:to>
                                    </p:set>
                                  </p:childTnLst>
                                </p:cTn>
                              </p:par>
                              <p:par>
                                <p:cTn id="1055" presetID="1" presetClass="entr" presetSubtype="0" fill="hold" nodeType="withEffect">
                                  <p:stCondLst>
                                    <p:cond delay="0"/>
                                  </p:stCondLst>
                                  <p:childTnLst>
                                    <p:set>
                                      <p:cBhvr>
                                        <p:cTn id="1056" dur="1" fill="hold">
                                          <p:stCondLst>
                                            <p:cond delay="0"/>
                                          </p:stCondLst>
                                        </p:cTn>
                                        <p:tgtEl>
                                          <p:spTgt spid="533"/>
                                        </p:tgtEl>
                                        <p:attrNameLst>
                                          <p:attrName>style.visibility</p:attrName>
                                        </p:attrNameLst>
                                      </p:cBhvr>
                                      <p:to>
                                        <p:strVal val="visible"/>
                                      </p:to>
                                    </p:set>
                                  </p:childTnLst>
                                </p:cTn>
                              </p:par>
                              <p:par>
                                <p:cTn id="1057" presetID="1" presetClass="entr" presetSubtype="0" fill="hold" nodeType="withEffect">
                                  <p:stCondLst>
                                    <p:cond delay="0"/>
                                  </p:stCondLst>
                                  <p:childTnLst>
                                    <p:set>
                                      <p:cBhvr>
                                        <p:cTn id="1058" dur="1" fill="hold">
                                          <p:stCondLst>
                                            <p:cond delay="0"/>
                                          </p:stCondLst>
                                        </p:cTn>
                                        <p:tgtEl>
                                          <p:spTgt spid="534"/>
                                        </p:tgtEl>
                                        <p:attrNameLst>
                                          <p:attrName>style.visibility</p:attrName>
                                        </p:attrNameLst>
                                      </p:cBhvr>
                                      <p:to>
                                        <p:strVal val="visible"/>
                                      </p:to>
                                    </p:set>
                                  </p:childTnLst>
                                </p:cTn>
                              </p:par>
                              <p:par>
                                <p:cTn id="1059" presetID="1" presetClass="entr" presetSubtype="0" fill="hold" nodeType="withEffect">
                                  <p:stCondLst>
                                    <p:cond delay="0"/>
                                  </p:stCondLst>
                                  <p:childTnLst>
                                    <p:set>
                                      <p:cBhvr>
                                        <p:cTn id="1060" dur="1" fill="hold">
                                          <p:stCondLst>
                                            <p:cond delay="0"/>
                                          </p:stCondLst>
                                        </p:cTn>
                                        <p:tgtEl>
                                          <p:spTgt spid="535"/>
                                        </p:tgtEl>
                                        <p:attrNameLst>
                                          <p:attrName>style.visibility</p:attrName>
                                        </p:attrNameLst>
                                      </p:cBhvr>
                                      <p:to>
                                        <p:strVal val="visible"/>
                                      </p:to>
                                    </p:set>
                                  </p:childTnLst>
                                </p:cTn>
                              </p:par>
                              <p:par>
                                <p:cTn id="1061" presetID="1" presetClass="entr" presetSubtype="0" fill="hold" nodeType="withEffect">
                                  <p:stCondLst>
                                    <p:cond delay="0"/>
                                  </p:stCondLst>
                                  <p:childTnLst>
                                    <p:set>
                                      <p:cBhvr>
                                        <p:cTn id="1062" dur="1" fill="hold">
                                          <p:stCondLst>
                                            <p:cond delay="0"/>
                                          </p:stCondLst>
                                        </p:cTn>
                                        <p:tgtEl>
                                          <p:spTgt spid="536"/>
                                        </p:tgtEl>
                                        <p:attrNameLst>
                                          <p:attrName>style.visibility</p:attrName>
                                        </p:attrNameLst>
                                      </p:cBhvr>
                                      <p:to>
                                        <p:strVal val="visible"/>
                                      </p:to>
                                    </p:set>
                                  </p:childTnLst>
                                </p:cTn>
                              </p:par>
                              <p:par>
                                <p:cTn id="1063" presetID="1" presetClass="entr" presetSubtype="0" fill="hold" nodeType="withEffect">
                                  <p:stCondLst>
                                    <p:cond delay="0"/>
                                  </p:stCondLst>
                                  <p:childTnLst>
                                    <p:set>
                                      <p:cBhvr>
                                        <p:cTn id="1064" dur="1" fill="hold">
                                          <p:stCondLst>
                                            <p:cond delay="0"/>
                                          </p:stCondLst>
                                        </p:cTn>
                                        <p:tgtEl>
                                          <p:spTgt spid="537"/>
                                        </p:tgtEl>
                                        <p:attrNameLst>
                                          <p:attrName>style.visibility</p:attrName>
                                        </p:attrNameLst>
                                      </p:cBhvr>
                                      <p:to>
                                        <p:strVal val="visible"/>
                                      </p:to>
                                    </p:set>
                                  </p:childTnLst>
                                </p:cTn>
                              </p:par>
                              <p:par>
                                <p:cTn id="1065" presetID="1" presetClass="entr" presetSubtype="0" fill="hold" nodeType="withEffect">
                                  <p:stCondLst>
                                    <p:cond delay="0"/>
                                  </p:stCondLst>
                                  <p:childTnLst>
                                    <p:set>
                                      <p:cBhvr>
                                        <p:cTn id="1066" dur="1" fill="hold">
                                          <p:stCondLst>
                                            <p:cond delay="0"/>
                                          </p:stCondLst>
                                        </p:cTn>
                                        <p:tgtEl>
                                          <p:spTgt spid="538"/>
                                        </p:tgtEl>
                                        <p:attrNameLst>
                                          <p:attrName>style.visibility</p:attrName>
                                        </p:attrNameLst>
                                      </p:cBhvr>
                                      <p:to>
                                        <p:strVal val="visible"/>
                                      </p:to>
                                    </p:set>
                                  </p:childTnLst>
                                </p:cTn>
                              </p:par>
                              <p:par>
                                <p:cTn id="1067" presetID="1" presetClass="entr" presetSubtype="0" fill="hold" nodeType="withEffect">
                                  <p:stCondLst>
                                    <p:cond delay="0"/>
                                  </p:stCondLst>
                                  <p:childTnLst>
                                    <p:set>
                                      <p:cBhvr>
                                        <p:cTn id="1068" dur="1" fill="hold">
                                          <p:stCondLst>
                                            <p:cond delay="0"/>
                                          </p:stCondLst>
                                        </p:cTn>
                                        <p:tgtEl>
                                          <p:spTgt spid="539"/>
                                        </p:tgtEl>
                                        <p:attrNameLst>
                                          <p:attrName>style.visibility</p:attrName>
                                        </p:attrNameLst>
                                      </p:cBhvr>
                                      <p:to>
                                        <p:strVal val="visible"/>
                                      </p:to>
                                    </p:set>
                                  </p:childTnLst>
                                </p:cTn>
                              </p:par>
                              <p:par>
                                <p:cTn id="1069" presetID="1" presetClass="entr" presetSubtype="0" fill="hold" nodeType="withEffect">
                                  <p:stCondLst>
                                    <p:cond delay="0"/>
                                  </p:stCondLst>
                                  <p:childTnLst>
                                    <p:set>
                                      <p:cBhvr>
                                        <p:cTn id="1070" dur="1" fill="hold">
                                          <p:stCondLst>
                                            <p:cond delay="0"/>
                                          </p:stCondLst>
                                        </p:cTn>
                                        <p:tgtEl>
                                          <p:spTgt spid="540"/>
                                        </p:tgtEl>
                                        <p:attrNameLst>
                                          <p:attrName>style.visibility</p:attrName>
                                        </p:attrNameLst>
                                      </p:cBhvr>
                                      <p:to>
                                        <p:strVal val="visible"/>
                                      </p:to>
                                    </p:set>
                                  </p:childTnLst>
                                </p:cTn>
                              </p:par>
                              <p:par>
                                <p:cTn id="1071" presetID="1" presetClass="entr" presetSubtype="0" fill="hold" nodeType="withEffect">
                                  <p:stCondLst>
                                    <p:cond delay="0"/>
                                  </p:stCondLst>
                                  <p:childTnLst>
                                    <p:set>
                                      <p:cBhvr>
                                        <p:cTn id="1072" dur="1" fill="hold">
                                          <p:stCondLst>
                                            <p:cond delay="0"/>
                                          </p:stCondLst>
                                        </p:cTn>
                                        <p:tgtEl>
                                          <p:spTgt spid="541"/>
                                        </p:tgtEl>
                                        <p:attrNameLst>
                                          <p:attrName>style.visibility</p:attrName>
                                        </p:attrNameLst>
                                      </p:cBhvr>
                                      <p:to>
                                        <p:strVal val="visible"/>
                                      </p:to>
                                    </p:set>
                                  </p:childTnLst>
                                </p:cTn>
                              </p:par>
                              <p:par>
                                <p:cTn id="1073" presetID="1" presetClass="entr" presetSubtype="0" fill="hold" nodeType="withEffect">
                                  <p:stCondLst>
                                    <p:cond delay="0"/>
                                  </p:stCondLst>
                                  <p:childTnLst>
                                    <p:set>
                                      <p:cBhvr>
                                        <p:cTn id="1074" dur="1" fill="hold">
                                          <p:stCondLst>
                                            <p:cond delay="0"/>
                                          </p:stCondLst>
                                        </p:cTn>
                                        <p:tgtEl>
                                          <p:spTgt spid="542"/>
                                        </p:tgtEl>
                                        <p:attrNameLst>
                                          <p:attrName>style.visibility</p:attrName>
                                        </p:attrNameLst>
                                      </p:cBhvr>
                                      <p:to>
                                        <p:strVal val="visible"/>
                                      </p:to>
                                    </p:set>
                                  </p:childTnLst>
                                </p:cTn>
                              </p:par>
                              <p:par>
                                <p:cTn id="1075" presetID="1" presetClass="entr" presetSubtype="0" fill="hold" nodeType="withEffect">
                                  <p:stCondLst>
                                    <p:cond delay="0"/>
                                  </p:stCondLst>
                                  <p:childTnLst>
                                    <p:set>
                                      <p:cBhvr>
                                        <p:cTn id="1076" dur="1" fill="hold">
                                          <p:stCondLst>
                                            <p:cond delay="0"/>
                                          </p:stCondLst>
                                        </p:cTn>
                                        <p:tgtEl>
                                          <p:spTgt spid="543"/>
                                        </p:tgtEl>
                                        <p:attrNameLst>
                                          <p:attrName>style.visibility</p:attrName>
                                        </p:attrNameLst>
                                      </p:cBhvr>
                                      <p:to>
                                        <p:strVal val="visible"/>
                                      </p:to>
                                    </p:set>
                                  </p:childTnLst>
                                </p:cTn>
                              </p:par>
                              <p:par>
                                <p:cTn id="1077" presetID="1" presetClass="entr" presetSubtype="0" fill="hold" nodeType="withEffect">
                                  <p:stCondLst>
                                    <p:cond delay="0"/>
                                  </p:stCondLst>
                                  <p:childTnLst>
                                    <p:set>
                                      <p:cBhvr>
                                        <p:cTn id="1078" dur="1" fill="hold">
                                          <p:stCondLst>
                                            <p:cond delay="0"/>
                                          </p:stCondLst>
                                        </p:cTn>
                                        <p:tgtEl>
                                          <p:spTgt spid="544"/>
                                        </p:tgtEl>
                                        <p:attrNameLst>
                                          <p:attrName>style.visibility</p:attrName>
                                        </p:attrNameLst>
                                      </p:cBhvr>
                                      <p:to>
                                        <p:strVal val="visible"/>
                                      </p:to>
                                    </p:set>
                                  </p:childTnLst>
                                </p:cTn>
                              </p:par>
                              <p:par>
                                <p:cTn id="1079" presetID="1" presetClass="entr" presetSubtype="0" fill="hold" nodeType="withEffect">
                                  <p:stCondLst>
                                    <p:cond delay="0"/>
                                  </p:stCondLst>
                                  <p:childTnLst>
                                    <p:set>
                                      <p:cBhvr>
                                        <p:cTn id="1080" dur="1" fill="hold">
                                          <p:stCondLst>
                                            <p:cond delay="0"/>
                                          </p:stCondLst>
                                        </p:cTn>
                                        <p:tgtEl>
                                          <p:spTgt spid="545"/>
                                        </p:tgtEl>
                                        <p:attrNameLst>
                                          <p:attrName>style.visibility</p:attrName>
                                        </p:attrNameLst>
                                      </p:cBhvr>
                                      <p:to>
                                        <p:strVal val="visible"/>
                                      </p:to>
                                    </p:set>
                                  </p:childTnLst>
                                </p:cTn>
                              </p:par>
                              <p:par>
                                <p:cTn id="1081" presetID="1" presetClass="entr" presetSubtype="0" fill="hold" nodeType="withEffect">
                                  <p:stCondLst>
                                    <p:cond delay="0"/>
                                  </p:stCondLst>
                                  <p:childTnLst>
                                    <p:set>
                                      <p:cBhvr>
                                        <p:cTn id="1082" dur="1" fill="hold">
                                          <p:stCondLst>
                                            <p:cond delay="0"/>
                                          </p:stCondLst>
                                        </p:cTn>
                                        <p:tgtEl>
                                          <p:spTgt spid="546"/>
                                        </p:tgtEl>
                                        <p:attrNameLst>
                                          <p:attrName>style.visibility</p:attrName>
                                        </p:attrNameLst>
                                      </p:cBhvr>
                                      <p:to>
                                        <p:strVal val="visible"/>
                                      </p:to>
                                    </p:set>
                                  </p:childTnLst>
                                </p:cTn>
                              </p:par>
                              <p:par>
                                <p:cTn id="1083" presetID="1" presetClass="entr" presetSubtype="0" fill="hold" nodeType="withEffect">
                                  <p:stCondLst>
                                    <p:cond delay="0"/>
                                  </p:stCondLst>
                                  <p:childTnLst>
                                    <p:set>
                                      <p:cBhvr>
                                        <p:cTn id="1084" dur="1" fill="hold">
                                          <p:stCondLst>
                                            <p:cond delay="0"/>
                                          </p:stCondLst>
                                        </p:cTn>
                                        <p:tgtEl>
                                          <p:spTgt spid="547"/>
                                        </p:tgtEl>
                                        <p:attrNameLst>
                                          <p:attrName>style.visibility</p:attrName>
                                        </p:attrNameLst>
                                      </p:cBhvr>
                                      <p:to>
                                        <p:strVal val="visible"/>
                                      </p:to>
                                    </p:set>
                                  </p:childTnLst>
                                </p:cTn>
                              </p:par>
                              <p:par>
                                <p:cTn id="1085" presetID="1" presetClass="entr" presetSubtype="0" fill="hold" nodeType="withEffect">
                                  <p:stCondLst>
                                    <p:cond delay="0"/>
                                  </p:stCondLst>
                                  <p:childTnLst>
                                    <p:set>
                                      <p:cBhvr>
                                        <p:cTn id="1086" dur="1" fill="hold">
                                          <p:stCondLst>
                                            <p:cond delay="0"/>
                                          </p:stCondLst>
                                        </p:cTn>
                                        <p:tgtEl>
                                          <p:spTgt spid="548"/>
                                        </p:tgtEl>
                                        <p:attrNameLst>
                                          <p:attrName>style.visibility</p:attrName>
                                        </p:attrNameLst>
                                      </p:cBhvr>
                                      <p:to>
                                        <p:strVal val="visible"/>
                                      </p:to>
                                    </p:set>
                                  </p:childTnLst>
                                </p:cTn>
                              </p:par>
                              <p:par>
                                <p:cTn id="1087" presetID="1" presetClass="entr" presetSubtype="0" fill="hold" nodeType="withEffect">
                                  <p:stCondLst>
                                    <p:cond delay="0"/>
                                  </p:stCondLst>
                                  <p:childTnLst>
                                    <p:set>
                                      <p:cBhvr>
                                        <p:cTn id="1088" dur="1" fill="hold">
                                          <p:stCondLst>
                                            <p:cond delay="0"/>
                                          </p:stCondLst>
                                        </p:cTn>
                                        <p:tgtEl>
                                          <p:spTgt spid="549"/>
                                        </p:tgtEl>
                                        <p:attrNameLst>
                                          <p:attrName>style.visibility</p:attrName>
                                        </p:attrNameLst>
                                      </p:cBhvr>
                                      <p:to>
                                        <p:strVal val="visible"/>
                                      </p:to>
                                    </p:set>
                                  </p:childTnLst>
                                </p:cTn>
                              </p:par>
                              <p:par>
                                <p:cTn id="1089" presetID="1" presetClass="entr" presetSubtype="0" fill="hold" nodeType="withEffect">
                                  <p:stCondLst>
                                    <p:cond delay="0"/>
                                  </p:stCondLst>
                                  <p:childTnLst>
                                    <p:set>
                                      <p:cBhvr>
                                        <p:cTn id="1090" dur="1" fill="hold">
                                          <p:stCondLst>
                                            <p:cond delay="0"/>
                                          </p:stCondLst>
                                        </p:cTn>
                                        <p:tgtEl>
                                          <p:spTgt spid="550"/>
                                        </p:tgtEl>
                                        <p:attrNameLst>
                                          <p:attrName>style.visibility</p:attrName>
                                        </p:attrNameLst>
                                      </p:cBhvr>
                                      <p:to>
                                        <p:strVal val="visible"/>
                                      </p:to>
                                    </p:set>
                                  </p:childTnLst>
                                </p:cTn>
                              </p:par>
                              <p:par>
                                <p:cTn id="1091" presetID="1" presetClass="entr" presetSubtype="0" fill="hold" nodeType="withEffect">
                                  <p:stCondLst>
                                    <p:cond delay="0"/>
                                  </p:stCondLst>
                                  <p:childTnLst>
                                    <p:set>
                                      <p:cBhvr>
                                        <p:cTn id="1092" dur="1" fill="hold">
                                          <p:stCondLst>
                                            <p:cond delay="0"/>
                                          </p:stCondLst>
                                        </p:cTn>
                                        <p:tgtEl>
                                          <p:spTgt spid="551"/>
                                        </p:tgtEl>
                                        <p:attrNameLst>
                                          <p:attrName>style.visibility</p:attrName>
                                        </p:attrNameLst>
                                      </p:cBhvr>
                                      <p:to>
                                        <p:strVal val="visible"/>
                                      </p:to>
                                    </p:set>
                                  </p:childTnLst>
                                </p:cTn>
                              </p:par>
                              <p:par>
                                <p:cTn id="1093" presetID="1" presetClass="entr" presetSubtype="0" fill="hold" nodeType="withEffect">
                                  <p:stCondLst>
                                    <p:cond delay="0"/>
                                  </p:stCondLst>
                                  <p:childTnLst>
                                    <p:set>
                                      <p:cBhvr>
                                        <p:cTn id="1094" dur="1" fill="hold">
                                          <p:stCondLst>
                                            <p:cond delay="0"/>
                                          </p:stCondLst>
                                        </p:cTn>
                                        <p:tgtEl>
                                          <p:spTgt spid="552"/>
                                        </p:tgtEl>
                                        <p:attrNameLst>
                                          <p:attrName>style.visibility</p:attrName>
                                        </p:attrNameLst>
                                      </p:cBhvr>
                                      <p:to>
                                        <p:strVal val="visible"/>
                                      </p:to>
                                    </p:set>
                                  </p:childTnLst>
                                </p:cTn>
                              </p:par>
                              <p:par>
                                <p:cTn id="1095" presetID="1" presetClass="entr" presetSubtype="0" fill="hold" nodeType="withEffect">
                                  <p:stCondLst>
                                    <p:cond delay="0"/>
                                  </p:stCondLst>
                                  <p:childTnLst>
                                    <p:set>
                                      <p:cBhvr>
                                        <p:cTn id="1096" dur="1" fill="hold">
                                          <p:stCondLst>
                                            <p:cond delay="0"/>
                                          </p:stCondLst>
                                        </p:cTn>
                                        <p:tgtEl>
                                          <p:spTgt spid="553"/>
                                        </p:tgtEl>
                                        <p:attrNameLst>
                                          <p:attrName>style.visibility</p:attrName>
                                        </p:attrNameLst>
                                      </p:cBhvr>
                                      <p:to>
                                        <p:strVal val="visible"/>
                                      </p:to>
                                    </p:set>
                                  </p:childTnLst>
                                </p:cTn>
                              </p:par>
                              <p:par>
                                <p:cTn id="1097" presetID="1" presetClass="entr" presetSubtype="0" fill="hold" nodeType="withEffect">
                                  <p:stCondLst>
                                    <p:cond delay="0"/>
                                  </p:stCondLst>
                                  <p:childTnLst>
                                    <p:set>
                                      <p:cBhvr>
                                        <p:cTn id="1098" dur="1" fill="hold">
                                          <p:stCondLst>
                                            <p:cond delay="0"/>
                                          </p:stCondLst>
                                        </p:cTn>
                                        <p:tgtEl>
                                          <p:spTgt spid="554"/>
                                        </p:tgtEl>
                                        <p:attrNameLst>
                                          <p:attrName>style.visibility</p:attrName>
                                        </p:attrNameLst>
                                      </p:cBhvr>
                                      <p:to>
                                        <p:strVal val="visible"/>
                                      </p:to>
                                    </p:set>
                                  </p:childTnLst>
                                </p:cTn>
                              </p:par>
                              <p:par>
                                <p:cTn id="1099" presetID="1" presetClass="entr" presetSubtype="0" fill="hold" nodeType="withEffect">
                                  <p:stCondLst>
                                    <p:cond delay="0"/>
                                  </p:stCondLst>
                                  <p:childTnLst>
                                    <p:set>
                                      <p:cBhvr>
                                        <p:cTn id="1100" dur="1" fill="hold">
                                          <p:stCondLst>
                                            <p:cond delay="0"/>
                                          </p:stCondLst>
                                        </p:cTn>
                                        <p:tgtEl>
                                          <p:spTgt spid="555"/>
                                        </p:tgtEl>
                                        <p:attrNameLst>
                                          <p:attrName>style.visibility</p:attrName>
                                        </p:attrNameLst>
                                      </p:cBhvr>
                                      <p:to>
                                        <p:strVal val="visible"/>
                                      </p:to>
                                    </p:set>
                                  </p:childTnLst>
                                </p:cTn>
                              </p:par>
                              <p:par>
                                <p:cTn id="1101" presetID="1" presetClass="entr" presetSubtype="0" fill="hold" nodeType="withEffect">
                                  <p:stCondLst>
                                    <p:cond delay="0"/>
                                  </p:stCondLst>
                                  <p:childTnLst>
                                    <p:set>
                                      <p:cBhvr>
                                        <p:cTn id="1102" dur="1" fill="hold">
                                          <p:stCondLst>
                                            <p:cond delay="0"/>
                                          </p:stCondLst>
                                        </p:cTn>
                                        <p:tgtEl>
                                          <p:spTgt spid="556"/>
                                        </p:tgtEl>
                                        <p:attrNameLst>
                                          <p:attrName>style.visibility</p:attrName>
                                        </p:attrNameLst>
                                      </p:cBhvr>
                                      <p:to>
                                        <p:strVal val="visible"/>
                                      </p:to>
                                    </p:set>
                                  </p:childTnLst>
                                </p:cTn>
                              </p:par>
                              <p:par>
                                <p:cTn id="1103" presetID="1" presetClass="entr" presetSubtype="0" fill="hold" nodeType="withEffect">
                                  <p:stCondLst>
                                    <p:cond delay="0"/>
                                  </p:stCondLst>
                                  <p:childTnLst>
                                    <p:set>
                                      <p:cBhvr>
                                        <p:cTn id="1104" dur="1" fill="hold">
                                          <p:stCondLst>
                                            <p:cond delay="0"/>
                                          </p:stCondLst>
                                        </p:cTn>
                                        <p:tgtEl>
                                          <p:spTgt spid="557"/>
                                        </p:tgtEl>
                                        <p:attrNameLst>
                                          <p:attrName>style.visibility</p:attrName>
                                        </p:attrNameLst>
                                      </p:cBhvr>
                                      <p:to>
                                        <p:strVal val="visible"/>
                                      </p:to>
                                    </p:set>
                                  </p:childTnLst>
                                </p:cTn>
                              </p:par>
                              <p:par>
                                <p:cTn id="1105" presetID="1" presetClass="entr" presetSubtype="0" fill="hold" nodeType="withEffect">
                                  <p:stCondLst>
                                    <p:cond delay="0"/>
                                  </p:stCondLst>
                                  <p:childTnLst>
                                    <p:set>
                                      <p:cBhvr>
                                        <p:cTn id="1106" dur="1" fill="hold">
                                          <p:stCondLst>
                                            <p:cond delay="0"/>
                                          </p:stCondLst>
                                        </p:cTn>
                                        <p:tgtEl>
                                          <p:spTgt spid="558"/>
                                        </p:tgtEl>
                                        <p:attrNameLst>
                                          <p:attrName>style.visibility</p:attrName>
                                        </p:attrNameLst>
                                      </p:cBhvr>
                                      <p:to>
                                        <p:strVal val="visible"/>
                                      </p:to>
                                    </p:set>
                                  </p:childTnLst>
                                </p:cTn>
                              </p:par>
                              <p:par>
                                <p:cTn id="1107" presetID="1" presetClass="entr" presetSubtype="0" fill="hold" nodeType="withEffect">
                                  <p:stCondLst>
                                    <p:cond delay="0"/>
                                  </p:stCondLst>
                                  <p:childTnLst>
                                    <p:set>
                                      <p:cBhvr>
                                        <p:cTn id="1108" dur="1" fill="hold">
                                          <p:stCondLst>
                                            <p:cond delay="0"/>
                                          </p:stCondLst>
                                        </p:cTn>
                                        <p:tgtEl>
                                          <p:spTgt spid="559"/>
                                        </p:tgtEl>
                                        <p:attrNameLst>
                                          <p:attrName>style.visibility</p:attrName>
                                        </p:attrNameLst>
                                      </p:cBhvr>
                                      <p:to>
                                        <p:strVal val="visible"/>
                                      </p:to>
                                    </p:set>
                                  </p:childTnLst>
                                </p:cTn>
                              </p:par>
                              <p:par>
                                <p:cTn id="1109" presetID="1" presetClass="entr" presetSubtype="0" fill="hold" nodeType="withEffect">
                                  <p:stCondLst>
                                    <p:cond delay="0"/>
                                  </p:stCondLst>
                                  <p:childTnLst>
                                    <p:set>
                                      <p:cBhvr>
                                        <p:cTn id="1110" dur="1" fill="hold">
                                          <p:stCondLst>
                                            <p:cond delay="0"/>
                                          </p:stCondLst>
                                        </p:cTn>
                                        <p:tgtEl>
                                          <p:spTgt spid="560"/>
                                        </p:tgtEl>
                                        <p:attrNameLst>
                                          <p:attrName>style.visibility</p:attrName>
                                        </p:attrNameLst>
                                      </p:cBhvr>
                                      <p:to>
                                        <p:strVal val="visible"/>
                                      </p:to>
                                    </p:set>
                                  </p:childTnLst>
                                </p:cTn>
                              </p:par>
                              <p:par>
                                <p:cTn id="1111" presetID="1" presetClass="entr" presetSubtype="0" fill="hold" nodeType="withEffect">
                                  <p:stCondLst>
                                    <p:cond delay="0"/>
                                  </p:stCondLst>
                                  <p:childTnLst>
                                    <p:set>
                                      <p:cBhvr>
                                        <p:cTn id="1112" dur="1" fill="hold">
                                          <p:stCondLst>
                                            <p:cond delay="0"/>
                                          </p:stCondLst>
                                        </p:cTn>
                                        <p:tgtEl>
                                          <p:spTgt spid="561"/>
                                        </p:tgtEl>
                                        <p:attrNameLst>
                                          <p:attrName>style.visibility</p:attrName>
                                        </p:attrNameLst>
                                      </p:cBhvr>
                                      <p:to>
                                        <p:strVal val="visible"/>
                                      </p:to>
                                    </p:set>
                                  </p:childTnLst>
                                </p:cTn>
                              </p:par>
                              <p:par>
                                <p:cTn id="1113" presetID="1" presetClass="entr" presetSubtype="0" fill="hold" nodeType="withEffect">
                                  <p:stCondLst>
                                    <p:cond delay="0"/>
                                  </p:stCondLst>
                                  <p:childTnLst>
                                    <p:set>
                                      <p:cBhvr>
                                        <p:cTn id="1114" dur="1" fill="hold">
                                          <p:stCondLst>
                                            <p:cond delay="0"/>
                                          </p:stCondLst>
                                        </p:cTn>
                                        <p:tgtEl>
                                          <p:spTgt spid="562"/>
                                        </p:tgtEl>
                                        <p:attrNameLst>
                                          <p:attrName>style.visibility</p:attrName>
                                        </p:attrNameLst>
                                      </p:cBhvr>
                                      <p:to>
                                        <p:strVal val="visible"/>
                                      </p:to>
                                    </p:set>
                                  </p:childTnLst>
                                </p:cTn>
                              </p:par>
                              <p:par>
                                <p:cTn id="1115" presetID="1" presetClass="entr" presetSubtype="0" fill="hold" nodeType="withEffect">
                                  <p:stCondLst>
                                    <p:cond delay="0"/>
                                  </p:stCondLst>
                                  <p:childTnLst>
                                    <p:set>
                                      <p:cBhvr>
                                        <p:cTn id="1116" dur="1" fill="hold">
                                          <p:stCondLst>
                                            <p:cond delay="0"/>
                                          </p:stCondLst>
                                        </p:cTn>
                                        <p:tgtEl>
                                          <p:spTgt spid="563"/>
                                        </p:tgtEl>
                                        <p:attrNameLst>
                                          <p:attrName>style.visibility</p:attrName>
                                        </p:attrNameLst>
                                      </p:cBhvr>
                                      <p:to>
                                        <p:strVal val="visible"/>
                                      </p:to>
                                    </p:set>
                                  </p:childTnLst>
                                </p:cTn>
                              </p:par>
                              <p:par>
                                <p:cTn id="1117" presetID="1" presetClass="entr" presetSubtype="0" fill="hold" nodeType="withEffect">
                                  <p:stCondLst>
                                    <p:cond delay="0"/>
                                  </p:stCondLst>
                                  <p:childTnLst>
                                    <p:set>
                                      <p:cBhvr>
                                        <p:cTn id="1118" dur="1" fill="hold">
                                          <p:stCondLst>
                                            <p:cond delay="0"/>
                                          </p:stCondLst>
                                        </p:cTn>
                                        <p:tgtEl>
                                          <p:spTgt spid="564"/>
                                        </p:tgtEl>
                                        <p:attrNameLst>
                                          <p:attrName>style.visibility</p:attrName>
                                        </p:attrNameLst>
                                      </p:cBhvr>
                                      <p:to>
                                        <p:strVal val="visible"/>
                                      </p:to>
                                    </p:set>
                                  </p:childTnLst>
                                </p:cTn>
                              </p:par>
                              <p:par>
                                <p:cTn id="1119" presetID="1" presetClass="entr" presetSubtype="0" fill="hold" nodeType="withEffect">
                                  <p:stCondLst>
                                    <p:cond delay="0"/>
                                  </p:stCondLst>
                                  <p:childTnLst>
                                    <p:set>
                                      <p:cBhvr>
                                        <p:cTn id="1120" dur="1" fill="hold">
                                          <p:stCondLst>
                                            <p:cond delay="0"/>
                                          </p:stCondLst>
                                        </p:cTn>
                                        <p:tgtEl>
                                          <p:spTgt spid="565"/>
                                        </p:tgtEl>
                                        <p:attrNameLst>
                                          <p:attrName>style.visibility</p:attrName>
                                        </p:attrNameLst>
                                      </p:cBhvr>
                                      <p:to>
                                        <p:strVal val="visible"/>
                                      </p:to>
                                    </p:set>
                                  </p:childTnLst>
                                </p:cTn>
                              </p:par>
                              <p:par>
                                <p:cTn id="1121" presetID="1" presetClass="entr" presetSubtype="0" fill="hold" nodeType="withEffect">
                                  <p:stCondLst>
                                    <p:cond delay="0"/>
                                  </p:stCondLst>
                                  <p:childTnLst>
                                    <p:set>
                                      <p:cBhvr>
                                        <p:cTn id="1122" dur="1" fill="hold">
                                          <p:stCondLst>
                                            <p:cond delay="0"/>
                                          </p:stCondLst>
                                        </p:cTn>
                                        <p:tgtEl>
                                          <p:spTgt spid="566"/>
                                        </p:tgtEl>
                                        <p:attrNameLst>
                                          <p:attrName>style.visibility</p:attrName>
                                        </p:attrNameLst>
                                      </p:cBhvr>
                                      <p:to>
                                        <p:strVal val="visible"/>
                                      </p:to>
                                    </p:set>
                                  </p:childTnLst>
                                </p:cTn>
                              </p:par>
                              <p:par>
                                <p:cTn id="1123" presetID="1" presetClass="entr" presetSubtype="0" fill="hold" nodeType="withEffect">
                                  <p:stCondLst>
                                    <p:cond delay="0"/>
                                  </p:stCondLst>
                                  <p:childTnLst>
                                    <p:set>
                                      <p:cBhvr>
                                        <p:cTn id="1124" dur="1" fill="hold">
                                          <p:stCondLst>
                                            <p:cond delay="0"/>
                                          </p:stCondLst>
                                        </p:cTn>
                                        <p:tgtEl>
                                          <p:spTgt spid="567"/>
                                        </p:tgtEl>
                                        <p:attrNameLst>
                                          <p:attrName>style.visibility</p:attrName>
                                        </p:attrNameLst>
                                      </p:cBhvr>
                                      <p:to>
                                        <p:strVal val="visible"/>
                                      </p:to>
                                    </p:set>
                                  </p:childTnLst>
                                </p:cTn>
                              </p:par>
                              <p:par>
                                <p:cTn id="1125" presetID="1" presetClass="entr" presetSubtype="0" fill="hold" nodeType="withEffect">
                                  <p:stCondLst>
                                    <p:cond delay="0"/>
                                  </p:stCondLst>
                                  <p:childTnLst>
                                    <p:set>
                                      <p:cBhvr>
                                        <p:cTn id="1126" dur="1" fill="hold">
                                          <p:stCondLst>
                                            <p:cond delay="0"/>
                                          </p:stCondLst>
                                        </p:cTn>
                                        <p:tgtEl>
                                          <p:spTgt spid="568"/>
                                        </p:tgtEl>
                                        <p:attrNameLst>
                                          <p:attrName>style.visibility</p:attrName>
                                        </p:attrNameLst>
                                      </p:cBhvr>
                                      <p:to>
                                        <p:strVal val="visible"/>
                                      </p:to>
                                    </p:set>
                                  </p:childTnLst>
                                </p:cTn>
                              </p:par>
                              <p:par>
                                <p:cTn id="1127" presetID="1" presetClass="entr" presetSubtype="0" fill="hold" nodeType="withEffect">
                                  <p:stCondLst>
                                    <p:cond delay="0"/>
                                  </p:stCondLst>
                                  <p:childTnLst>
                                    <p:set>
                                      <p:cBhvr>
                                        <p:cTn id="1128" dur="1" fill="hold">
                                          <p:stCondLst>
                                            <p:cond delay="0"/>
                                          </p:stCondLst>
                                        </p:cTn>
                                        <p:tgtEl>
                                          <p:spTgt spid="569"/>
                                        </p:tgtEl>
                                        <p:attrNameLst>
                                          <p:attrName>style.visibility</p:attrName>
                                        </p:attrNameLst>
                                      </p:cBhvr>
                                      <p:to>
                                        <p:strVal val="visible"/>
                                      </p:to>
                                    </p:set>
                                  </p:childTnLst>
                                </p:cTn>
                              </p:par>
                              <p:par>
                                <p:cTn id="1129" presetID="1" presetClass="entr" presetSubtype="0" fill="hold" nodeType="withEffect">
                                  <p:stCondLst>
                                    <p:cond delay="0"/>
                                  </p:stCondLst>
                                  <p:childTnLst>
                                    <p:set>
                                      <p:cBhvr>
                                        <p:cTn id="1130" dur="1" fill="hold">
                                          <p:stCondLst>
                                            <p:cond delay="0"/>
                                          </p:stCondLst>
                                        </p:cTn>
                                        <p:tgtEl>
                                          <p:spTgt spid="570"/>
                                        </p:tgtEl>
                                        <p:attrNameLst>
                                          <p:attrName>style.visibility</p:attrName>
                                        </p:attrNameLst>
                                      </p:cBhvr>
                                      <p:to>
                                        <p:strVal val="visible"/>
                                      </p:to>
                                    </p:set>
                                  </p:childTnLst>
                                </p:cTn>
                              </p:par>
                              <p:par>
                                <p:cTn id="1131" presetID="1" presetClass="entr" presetSubtype="0" fill="hold" nodeType="withEffect">
                                  <p:stCondLst>
                                    <p:cond delay="0"/>
                                  </p:stCondLst>
                                  <p:childTnLst>
                                    <p:set>
                                      <p:cBhvr>
                                        <p:cTn id="1132" dur="1" fill="hold">
                                          <p:stCondLst>
                                            <p:cond delay="0"/>
                                          </p:stCondLst>
                                        </p:cTn>
                                        <p:tgtEl>
                                          <p:spTgt spid="571"/>
                                        </p:tgtEl>
                                        <p:attrNameLst>
                                          <p:attrName>style.visibility</p:attrName>
                                        </p:attrNameLst>
                                      </p:cBhvr>
                                      <p:to>
                                        <p:strVal val="visible"/>
                                      </p:to>
                                    </p:set>
                                  </p:childTnLst>
                                </p:cTn>
                              </p:par>
                              <p:par>
                                <p:cTn id="1133" presetID="1" presetClass="entr" presetSubtype="0" fill="hold" nodeType="withEffect">
                                  <p:stCondLst>
                                    <p:cond delay="0"/>
                                  </p:stCondLst>
                                  <p:childTnLst>
                                    <p:set>
                                      <p:cBhvr>
                                        <p:cTn id="1134" dur="1" fill="hold">
                                          <p:stCondLst>
                                            <p:cond delay="0"/>
                                          </p:stCondLst>
                                        </p:cTn>
                                        <p:tgtEl>
                                          <p:spTgt spid="572"/>
                                        </p:tgtEl>
                                        <p:attrNameLst>
                                          <p:attrName>style.visibility</p:attrName>
                                        </p:attrNameLst>
                                      </p:cBhvr>
                                      <p:to>
                                        <p:strVal val="visible"/>
                                      </p:to>
                                    </p:set>
                                  </p:childTnLst>
                                </p:cTn>
                              </p:par>
                              <p:par>
                                <p:cTn id="1135" presetID="1" presetClass="entr" presetSubtype="0" fill="hold" nodeType="withEffect">
                                  <p:stCondLst>
                                    <p:cond delay="0"/>
                                  </p:stCondLst>
                                  <p:childTnLst>
                                    <p:set>
                                      <p:cBhvr>
                                        <p:cTn id="1136" dur="1" fill="hold">
                                          <p:stCondLst>
                                            <p:cond delay="0"/>
                                          </p:stCondLst>
                                        </p:cTn>
                                        <p:tgtEl>
                                          <p:spTgt spid="573"/>
                                        </p:tgtEl>
                                        <p:attrNameLst>
                                          <p:attrName>style.visibility</p:attrName>
                                        </p:attrNameLst>
                                      </p:cBhvr>
                                      <p:to>
                                        <p:strVal val="visible"/>
                                      </p:to>
                                    </p:set>
                                  </p:childTnLst>
                                </p:cTn>
                              </p:par>
                              <p:par>
                                <p:cTn id="1137" presetID="1" presetClass="entr" presetSubtype="0" fill="hold" nodeType="withEffect">
                                  <p:stCondLst>
                                    <p:cond delay="0"/>
                                  </p:stCondLst>
                                  <p:childTnLst>
                                    <p:set>
                                      <p:cBhvr>
                                        <p:cTn id="1138" dur="1" fill="hold">
                                          <p:stCondLst>
                                            <p:cond delay="0"/>
                                          </p:stCondLst>
                                        </p:cTn>
                                        <p:tgtEl>
                                          <p:spTgt spid="574"/>
                                        </p:tgtEl>
                                        <p:attrNameLst>
                                          <p:attrName>style.visibility</p:attrName>
                                        </p:attrNameLst>
                                      </p:cBhvr>
                                      <p:to>
                                        <p:strVal val="visible"/>
                                      </p:to>
                                    </p:set>
                                  </p:childTnLst>
                                </p:cTn>
                              </p:par>
                              <p:par>
                                <p:cTn id="1139" presetID="1" presetClass="entr" presetSubtype="0" fill="hold" nodeType="withEffect">
                                  <p:stCondLst>
                                    <p:cond delay="0"/>
                                  </p:stCondLst>
                                  <p:childTnLst>
                                    <p:set>
                                      <p:cBhvr>
                                        <p:cTn id="1140" dur="1" fill="hold">
                                          <p:stCondLst>
                                            <p:cond delay="0"/>
                                          </p:stCondLst>
                                        </p:cTn>
                                        <p:tgtEl>
                                          <p:spTgt spid="575"/>
                                        </p:tgtEl>
                                        <p:attrNameLst>
                                          <p:attrName>style.visibility</p:attrName>
                                        </p:attrNameLst>
                                      </p:cBhvr>
                                      <p:to>
                                        <p:strVal val="visible"/>
                                      </p:to>
                                    </p:set>
                                  </p:childTnLst>
                                </p:cTn>
                              </p:par>
                              <p:par>
                                <p:cTn id="1141" presetID="1" presetClass="entr" presetSubtype="0" fill="hold" nodeType="withEffect">
                                  <p:stCondLst>
                                    <p:cond delay="0"/>
                                  </p:stCondLst>
                                  <p:childTnLst>
                                    <p:set>
                                      <p:cBhvr>
                                        <p:cTn id="1142" dur="1" fill="hold">
                                          <p:stCondLst>
                                            <p:cond delay="0"/>
                                          </p:stCondLst>
                                        </p:cTn>
                                        <p:tgtEl>
                                          <p:spTgt spid="576"/>
                                        </p:tgtEl>
                                        <p:attrNameLst>
                                          <p:attrName>style.visibility</p:attrName>
                                        </p:attrNameLst>
                                      </p:cBhvr>
                                      <p:to>
                                        <p:strVal val="visible"/>
                                      </p:to>
                                    </p:set>
                                  </p:childTnLst>
                                </p:cTn>
                              </p:par>
                              <p:par>
                                <p:cTn id="1143" presetID="1" presetClass="entr" presetSubtype="0" fill="hold" nodeType="withEffect">
                                  <p:stCondLst>
                                    <p:cond delay="0"/>
                                  </p:stCondLst>
                                  <p:childTnLst>
                                    <p:set>
                                      <p:cBhvr>
                                        <p:cTn id="1144" dur="1" fill="hold">
                                          <p:stCondLst>
                                            <p:cond delay="0"/>
                                          </p:stCondLst>
                                        </p:cTn>
                                        <p:tgtEl>
                                          <p:spTgt spid="577"/>
                                        </p:tgtEl>
                                        <p:attrNameLst>
                                          <p:attrName>style.visibility</p:attrName>
                                        </p:attrNameLst>
                                      </p:cBhvr>
                                      <p:to>
                                        <p:strVal val="visible"/>
                                      </p:to>
                                    </p:set>
                                  </p:childTnLst>
                                </p:cTn>
                              </p:par>
                              <p:par>
                                <p:cTn id="1145" presetID="1" presetClass="entr" presetSubtype="0" fill="hold" nodeType="withEffect">
                                  <p:stCondLst>
                                    <p:cond delay="0"/>
                                  </p:stCondLst>
                                  <p:childTnLst>
                                    <p:set>
                                      <p:cBhvr>
                                        <p:cTn id="1146" dur="1" fill="hold">
                                          <p:stCondLst>
                                            <p:cond delay="0"/>
                                          </p:stCondLst>
                                        </p:cTn>
                                        <p:tgtEl>
                                          <p:spTgt spid="578"/>
                                        </p:tgtEl>
                                        <p:attrNameLst>
                                          <p:attrName>style.visibility</p:attrName>
                                        </p:attrNameLst>
                                      </p:cBhvr>
                                      <p:to>
                                        <p:strVal val="visible"/>
                                      </p:to>
                                    </p:set>
                                  </p:childTnLst>
                                </p:cTn>
                              </p:par>
                              <p:par>
                                <p:cTn id="1147" presetID="1" presetClass="entr" presetSubtype="0" fill="hold" nodeType="withEffect">
                                  <p:stCondLst>
                                    <p:cond delay="0"/>
                                  </p:stCondLst>
                                  <p:childTnLst>
                                    <p:set>
                                      <p:cBhvr>
                                        <p:cTn id="1148" dur="1" fill="hold">
                                          <p:stCondLst>
                                            <p:cond delay="0"/>
                                          </p:stCondLst>
                                        </p:cTn>
                                        <p:tgtEl>
                                          <p:spTgt spid="579"/>
                                        </p:tgtEl>
                                        <p:attrNameLst>
                                          <p:attrName>style.visibility</p:attrName>
                                        </p:attrNameLst>
                                      </p:cBhvr>
                                      <p:to>
                                        <p:strVal val="visible"/>
                                      </p:to>
                                    </p:set>
                                  </p:childTnLst>
                                </p:cTn>
                              </p:par>
                              <p:par>
                                <p:cTn id="1149" presetID="1" presetClass="entr" presetSubtype="0" fill="hold" nodeType="withEffect">
                                  <p:stCondLst>
                                    <p:cond delay="0"/>
                                  </p:stCondLst>
                                  <p:childTnLst>
                                    <p:set>
                                      <p:cBhvr>
                                        <p:cTn id="1150" dur="1" fill="hold">
                                          <p:stCondLst>
                                            <p:cond delay="0"/>
                                          </p:stCondLst>
                                        </p:cTn>
                                        <p:tgtEl>
                                          <p:spTgt spid="580"/>
                                        </p:tgtEl>
                                        <p:attrNameLst>
                                          <p:attrName>style.visibility</p:attrName>
                                        </p:attrNameLst>
                                      </p:cBhvr>
                                      <p:to>
                                        <p:strVal val="visible"/>
                                      </p:to>
                                    </p:set>
                                  </p:childTnLst>
                                </p:cTn>
                              </p:par>
                              <p:par>
                                <p:cTn id="1151" presetID="1" presetClass="entr" presetSubtype="0" fill="hold" nodeType="withEffect">
                                  <p:stCondLst>
                                    <p:cond delay="0"/>
                                  </p:stCondLst>
                                  <p:childTnLst>
                                    <p:set>
                                      <p:cBhvr>
                                        <p:cTn id="1152" dur="1" fill="hold">
                                          <p:stCondLst>
                                            <p:cond delay="0"/>
                                          </p:stCondLst>
                                        </p:cTn>
                                        <p:tgtEl>
                                          <p:spTgt spid="581"/>
                                        </p:tgtEl>
                                        <p:attrNameLst>
                                          <p:attrName>style.visibility</p:attrName>
                                        </p:attrNameLst>
                                      </p:cBhvr>
                                      <p:to>
                                        <p:strVal val="visible"/>
                                      </p:to>
                                    </p:set>
                                  </p:childTnLst>
                                </p:cTn>
                              </p:par>
                              <p:par>
                                <p:cTn id="1153" presetID="1" presetClass="entr" presetSubtype="0" fill="hold" nodeType="withEffect">
                                  <p:stCondLst>
                                    <p:cond delay="0"/>
                                  </p:stCondLst>
                                  <p:childTnLst>
                                    <p:set>
                                      <p:cBhvr>
                                        <p:cTn id="1154" dur="1" fill="hold">
                                          <p:stCondLst>
                                            <p:cond delay="0"/>
                                          </p:stCondLst>
                                        </p:cTn>
                                        <p:tgtEl>
                                          <p:spTgt spid="582"/>
                                        </p:tgtEl>
                                        <p:attrNameLst>
                                          <p:attrName>style.visibility</p:attrName>
                                        </p:attrNameLst>
                                      </p:cBhvr>
                                      <p:to>
                                        <p:strVal val="visible"/>
                                      </p:to>
                                    </p:set>
                                  </p:childTnLst>
                                </p:cTn>
                              </p:par>
                              <p:par>
                                <p:cTn id="1155" presetID="1" presetClass="entr" presetSubtype="0" fill="hold" nodeType="withEffect">
                                  <p:stCondLst>
                                    <p:cond delay="0"/>
                                  </p:stCondLst>
                                  <p:childTnLst>
                                    <p:set>
                                      <p:cBhvr>
                                        <p:cTn id="1156" dur="1" fill="hold">
                                          <p:stCondLst>
                                            <p:cond delay="0"/>
                                          </p:stCondLst>
                                        </p:cTn>
                                        <p:tgtEl>
                                          <p:spTgt spid="583"/>
                                        </p:tgtEl>
                                        <p:attrNameLst>
                                          <p:attrName>style.visibility</p:attrName>
                                        </p:attrNameLst>
                                      </p:cBhvr>
                                      <p:to>
                                        <p:strVal val="visible"/>
                                      </p:to>
                                    </p:set>
                                  </p:childTnLst>
                                </p:cTn>
                              </p:par>
                              <p:par>
                                <p:cTn id="1157" presetID="1" presetClass="entr" presetSubtype="0" fill="hold" nodeType="withEffect">
                                  <p:stCondLst>
                                    <p:cond delay="0"/>
                                  </p:stCondLst>
                                  <p:childTnLst>
                                    <p:set>
                                      <p:cBhvr>
                                        <p:cTn id="1158" dur="1" fill="hold">
                                          <p:stCondLst>
                                            <p:cond delay="0"/>
                                          </p:stCondLst>
                                        </p:cTn>
                                        <p:tgtEl>
                                          <p:spTgt spid="584"/>
                                        </p:tgtEl>
                                        <p:attrNameLst>
                                          <p:attrName>style.visibility</p:attrName>
                                        </p:attrNameLst>
                                      </p:cBhvr>
                                      <p:to>
                                        <p:strVal val="visible"/>
                                      </p:to>
                                    </p:set>
                                  </p:childTnLst>
                                </p:cTn>
                              </p:par>
                              <p:par>
                                <p:cTn id="1159" presetID="1" presetClass="entr" presetSubtype="0" fill="hold" nodeType="withEffect">
                                  <p:stCondLst>
                                    <p:cond delay="0"/>
                                  </p:stCondLst>
                                  <p:childTnLst>
                                    <p:set>
                                      <p:cBhvr>
                                        <p:cTn id="1160" dur="1" fill="hold">
                                          <p:stCondLst>
                                            <p:cond delay="0"/>
                                          </p:stCondLst>
                                        </p:cTn>
                                        <p:tgtEl>
                                          <p:spTgt spid="585"/>
                                        </p:tgtEl>
                                        <p:attrNameLst>
                                          <p:attrName>style.visibility</p:attrName>
                                        </p:attrNameLst>
                                      </p:cBhvr>
                                      <p:to>
                                        <p:strVal val="visible"/>
                                      </p:to>
                                    </p:set>
                                  </p:childTnLst>
                                </p:cTn>
                              </p:par>
                              <p:par>
                                <p:cTn id="1161" presetID="1" presetClass="entr" presetSubtype="0" fill="hold" nodeType="withEffect">
                                  <p:stCondLst>
                                    <p:cond delay="0"/>
                                  </p:stCondLst>
                                  <p:childTnLst>
                                    <p:set>
                                      <p:cBhvr>
                                        <p:cTn id="1162" dur="1" fill="hold">
                                          <p:stCondLst>
                                            <p:cond delay="0"/>
                                          </p:stCondLst>
                                        </p:cTn>
                                        <p:tgtEl>
                                          <p:spTgt spid="586"/>
                                        </p:tgtEl>
                                        <p:attrNameLst>
                                          <p:attrName>style.visibility</p:attrName>
                                        </p:attrNameLst>
                                      </p:cBhvr>
                                      <p:to>
                                        <p:strVal val="visible"/>
                                      </p:to>
                                    </p:set>
                                  </p:childTnLst>
                                </p:cTn>
                              </p:par>
                              <p:par>
                                <p:cTn id="1163" presetID="1" presetClass="entr" presetSubtype="0" fill="hold" nodeType="withEffect">
                                  <p:stCondLst>
                                    <p:cond delay="0"/>
                                  </p:stCondLst>
                                  <p:childTnLst>
                                    <p:set>
                                      <p:cBhvr>
                                        <p:cTn id="1164" dur="1" fill="hold">
                                          <p:stCondLst>
                                            <p:cond delay="0"/>
                                          </p:stCondLst>
                                        </p:cTn>
                                        <p:tgtEl>
                                          <p:spTgt spid="587"/>
                                        </p:tgtEl>
                                        <p:attrNameLst>
                                          <p:attrName>style.visibility</p:attrName>
                                        </p:attrNameLst>
                                      </p:cBhvr>
                                      <p:to>
                                        <p:strVal val="visible"/>
                                      </p:to>
                                    </p:set>
                                  </p:childTnLst>
                                </p:cTn>
                              </p:par>
                              <p:par>
                                <p:cTn id="1165" presetID="1" presetClass="entr" presetSubtype="0" fill="hold" nodeType="withEffect">
                                  <p:stCondLst>
                                    <p:cond delay="0"/>
                                  </p:stCondLst>
                                  <p:childTnLst>
                                    <p:set>
                                      <p:cBhvr>
                                        <p:cTn id="1166" dur="1" fill="hold">
                                          <p:stCondLst>
                                            <p:cond delay="0"/>
                                          </p:stCondLst>
                                        </p:cTn>
                                        <p:tgtEl>
                                          <p:spTgt spid="588"/>
                                        </p:tgtEl>
                                        <p:attrNameLst>
                                          <p:attrName>style.visibility</p:attrName>
                                        </p:attrNameLst>
                                      </p:cBhvr>
                                      <p:to>
                                        <p:strVal val="visible"/>
                                      </p:to>
                                    </p:set>
                                  </p:childTnLst>
                                </p:cTn>
                              </p:par>
                              <p:par>
                                <p:cTn id="1167" presetID="1" presetClass="entr" presetSubtype="0" fill="hold" nodeType="withEffect">
                                  <p:stCondLst>
                                    <p:cond delay="0"/>
                                  </p:stCondLst>
                                  <p:childTnLst>
                                    <p:set>
                                      <p:cBhvr>
                                        <p:cTn id="1168" dur="1" fill="hold">
                                          <p:stCondLst>
                                            <p:cond delay="0"/>
                                          </p:stCondLst>
                                        </p:cTn>
                                        <p:tgtEl>
                                          <p:spTgt spid="589"/>
                                        </p:tgtEl>
                                        <p:attrNameLst>
                                          <p:attrName>style.visibility</p:attrName>
                                        </p:attrNameLst>
                                      </p:cBhvr>
                                      <p:to>
                                        <p:strVal val="visible"/>
                                      </p:to>
                                    </p:set>
                                  </p:childTnLst>
                                </p:cTn>
                              </p:par>
                              <p:par>
                                <p:cTn id="1169" presetID="1" presetClass="entr" presetSubtype="0" fill="hold" nodeType="withEffect">
                                  <p:stCondLst>
                                    <p:cond delay="0"/>
                                  </p:stCondLst>
                                  <p:childTnLst>
                                    <p:set>
                                      <p:cBhvr>
                                        <p:cTn id="1170" dur="1" fill="hold">
                                          <p:stCondLst>
                                            <p:cond delay="0"/>
                                          </p:stCondLst>
                                        </p:cTn>
                                        <p:tgtEl>
                                          <p:spTgt spid="590"/>
                                        </p:tgtEl>
                                        <p:attrNameLst>
                                          <p:attrName>style.visibility</p:attrName>
                                        </p:attrNameLst>
                                      </p:cBhvr>
                                      <p:to>
                                        <p:strVal val="visible"/>
                                      </p:to>
                                    </p:set>
                                  </p:childTnLst>
                                </p:cTn>
                              </p:par>
                              <p:par>
                                <p:cTn id="1171" presetID="1" presetClass="entr" presetSubtype="0" fill="hold" nodeType="withEffect">
                                  <p:stCondLst>
                                    <p:cond delay="0"/>
                                  </p:stCondLst>
                                  <p:childTnLst>
                                    <p:set>
                                      <p:cBhvr>
                                        <p:cTn id="1172" dur="1" fill="hold">
                                          <p:stCondLst>
                                            <p:cond delay="0"/>
                                          </p:stCondLst>
                                        </p:cTn>
                                        <p:tgtEl>
                                          <p:spTgt spid="591"/>
                                        </p:tgtEl>
                                        <p:attrNameLst>
                                          <p:attrName>style.visibility</p:attrName>
                                        </p:attrNameLst>
                                      </p:cBhvr>
                                      <p:to>
                                        <p:strVal val="visible"/>
                                      </p:to>
                                    </p:set>
                                  </p:childTnLst>
                                </p:cTn>
                              </p:par>
                              <p:par>
                                <p:cTn id="1173" presetID="1" presetClass="entr" presetSubtype="0" fill="hold" nodeType="withEffect">
                                  <p:stCondLst>
                                    <p:cond delay="0"/>
                                  </p:stCondLst>
                                  <p:childTnLst>
                                    <p:set>
                                      <p:cBhvr>
                                        <p:cTn id="1174" dur="1" fill="hold">
                                          <p:stCondLst>
                                            <p:cond delay="0"/>
                                          </p:stCondLst>
                                        </p:cTn>
                                        <p:tgtEl>
                                          <p:spTgt spid="592"/>
                                        </p:tgtEl>
                                        <p:attrNameLst>
                                          <p:attrName>style.visibility</p:attrName>
                                        </p:attrNameLst>
                                      </p:cBhvr>
                                      <p:to>
                                        <p:strVal val="visible"/>
                                      </p:to>
                                    </p:set>
                                  </p:childTnLst>
                                </p:cTn>
                              </p:par>
                              <p:par>
                                <p:cTn id="1175" presetID="1" presetClass="entr" presetSubtype="0" fill="hold" nodeType="withEffect">
                                  <p:stCondLst>
                                    <p:cond delay="0"/>
                                  </p:stCondLst>
                                  <p:childTnLst>
                                    <p:set>
                                      <p:cBhvr>
                                        <p:cTn id="1176" dur="1" fill="hold">
                                          <p:stCondLst>
                                            <p:cond delay="0"/>
                                          </p:stCondLst>
                                        </p:cTn>
                                        <p:tgtEl>
                                          <p:spTgt spid="593"/>
                                        </p:tgtEl>
                                        <p:attrNameLst>
                                          <p:attrName>style.visibility</p:attrName>
                                        </p:attrNameLst>
                                      </p:cBhvr>
                                      <p:to>
                                        <p:strVal val="visible"/>
                                      </p:to>
                                    </p:set>
                                  </p:childTnLst>
                                </p:cTn>
                              </p:par>
                              <p:par>
                                <p:cTn id="1177" presetID="1" presetClass="entr" presetSubtype="0" fill="hold" nodeType="withEffect">
                                  <p:stCondLst>
                                    <p:cond delay="0"/>
                                  </p:stCondLst>
                                  <p:childTnLst>
                                    <p:set>
                                      <p:cBhvr>
                                        <p:cTn id="1178" dur="1" fill="hold">
                                          <p:stCondLst>
                                            <p:cond delay="0"/>
                                          </p:stCondLst>
                                        </p:cTn>
                                        <p:tgtEl>
                                          <p:spTgt spid="594"/>
                                        </p:tgtEl>
                                        <p:attrNameLst>
                                          <p:attrName>style.visibility</p:attrName>
                                        </p:attrNameLst>
                                      </p:cBhvr>
                                      <p:to>
                                        <p:strVal val="visible"/>
                                      </p:to>
                                    </p:set>
                                  </p:childTnLst>
                                </p:cTn>
                              </p:par>
                              <p:par>
                                <p:cTn id="1179" presetID="1" presetClass="entr" presetSubtype="0" fill="hold" nodeType="withEffect">
                                  <p:stCondLst>
                                    <p:cond delay="0"/>
                                  </p:stCondLst>
                                  <p:childTnLst>
                                    <p:set>
                                      <p:cBhvr>
                                        <p:cTn id="1180" dur="1" fill="hold">
                                          <p:stCondLst>
                                            <p:cond delay="0"/>
                                          </p:stCondLst>
                                        </p:cTn>
                                        <p:tgtEl>
                                          <p:spTgt spid="595"/>
                                        </p:tgtEl>
                                        <p:attrNameLst>
                                          <p:attrName>style.visibility</p:attrName>
                                        </p:attrNameLst>
                                      </p:cBhvr>
                                      <p:to>
                                        <p:strVal val="visible"/>
                                      </p:to>
                                    </p:set>
                                  </p:childTnLst>
                                </p:cTn>
                              </p:par>
                              <p:par>
                                <p:cTn id="1181" presetID="1" presetClass="entr" presetSubtype="0" fill="hold" nodeType="withEffect">
                                  <p:stCondLst>
                                    <p:cond delay="0"/>
                                  </p:stCondLst>
                                  <p:childTnLst>
                                    <p:set>
                                      <p:cBhvr>
                                        <p:cTn id="1182" dur="1" fill="hold">
                                          <p:stCondLst>
                                            <p:cond delay="0"/>
                                          </p:stCondLst>
                                        </p:cTn>
                                        <p:tgtEl>
                                          <p:spTgt spid="596"/>
                                        </p:tgtEl>
                                        <p:attrNameLst>
                                          <p:attrName>style.visibility</p:attrName>
                                        </p:attrNameLst>
                                      </p:cBhvr>
                                      <p:to>
                                        <p:strVal val="visible"/>
                                      </p:to>
                                    </p:set>
                                  </p:childTnLst>
                                </p:cTn>
                              </p:par>
                              <p:par>
                                <p:cTn id="1183" presetID="1" presetClass="entr" presetSubtype="0" fill="hold" nodeType="withEffect">
                                  <p:stCondLst>
                                    <p:cond delay="0"/>
                                  </p:stCondLst>
                                  <p:childTnLst>
                                    <p:set>
                                      <p:cBhvr>
                                        <p:cTn id="1184" dur="1" fill="hold">
                                          <p:stCondLst>
                                            <p:cond delay="0"/>
                                          </p:stCondLst>
                                        </p:cTn>
                                        <p:tgtEl>
                                          <p:spTgt spid="597"/>
                                        </p:tgtEl>
                                        <p:attrNameLst>
                                          <p:attrName>style.visibility</p:attrName>
                                        </p:attrNameLst>
                                      </p:cBhvr>
                                      <p:to>
                                        <p:strVal val="visible"/>
                                      </p:to>
                                    </p:set>
                                  </p:childTnLst>
                                </p:cTn>
                              </p:par>
                              <p:par>
                                <p:cTn id="1185" presetID="1" presetClass="entr" presetSubtype="0" fill="hold" nodeType="withEffect">
                                  <p:stCondLst>
                                    <p:cond delay="0"/>
                                  </p:stCondLst>
                                  <p:childTnLst>
                                    <p:set>
                                      <p:cBhvr>
                                        <p:cTn id="1186" dur="1" fill="hold">
                                          <p:stCondLst>
                                            <p:cond delay="0"/>
                                          </p:stCondLst>
                                        </p:cTn>
                                        <p:tgtEl>
                                          <p:spTgt spid="598"/>
                                        </p:tgtEl>
                                        <p:attrNameLst>
                                          <p:attrName>style.visibility</p:attrName>
                                        </p:attrNameLst>
                                      </p:cBhvr>
                                      <p:to>
                                        <p:strVal val="visible"/>
                                      </p:to>
                                    </p:set>
                                  </p:childTnLst>
                                </p:cTn>
                              </p:par>
                              <p:par>
                                <p:cTn id="1187" presetID="1" presetClass="entr" presetSubtype="0" fill="hold" nodeType="withEffect">
                                  <p:stCondLst>
                                    <p:cond delay="0"/>
                                  </p:stCondLst>
                                  <p:childTnLst>
                                    <p:set>
                                      <p:cBhvr>
                                        <p:cTn id="1188" dur="1" fill="hold">
                                          <p:stCondLst>
                                            <p:cond delay="0"/>
                                          </p:stCondLst>
                                        </p:cTn>
                                        <p:tgtEl>
                                          <p:spTgt spid="599"/>
                                        </p:tgtEl>
                                        <p:attrNameLst>
                                          <p:attrName>style.visibility</p:attrName>
                                        </p:attrNameLst>
                                      </p:cBhvr>
                                      <p:to>
                                        <p:strVal val="visible"/>
                                      </p:to>
                                    </p:set>
                                  </p:childTnLst>
                                </p:cTn>
                              </p:par>
                              <p:par>
                                <p:cTn id="1189" presetID="1" presetClass="entr" presetSubtype="0" fill="hold" nodeType="withEffect">
                                  <p:stCondLst>
                                    <p:cond delay="0"/>
                                  </p:stCondLst>
                                  <p:childTnLst>
                                    <p:set>
                                      <p:cBhvr>
                                        <p:cTn id="1190" dur="1" fill="hold">
                                          <p:stCondLst>
                                            <p:cond delay="0"/>
                                          </p:stCondLst>
                                        </p:cTn>
                                        <p:tgtEl>
                                          <p:spTgt spid="600"/>
                                        </p:tgtEl>
                                        <p:attrNameLst>
                                          <p:attrName>style.visibility</p:attrName>
                                        </p:attrNameLst>
                                      </p:cBhvr>
                                      <p:to>
                                        <p:strVal val="visible"/>
                                      </p:to>
                                    </p:set>
                                  </p:childTnLst>
                                </p:cTn>
                              </p:par>
                              <p:par>
                                <p:cTn id="1191" presetID="1" presetClass="entr" presetSubtype="0" fill="hold" nodeType="withEffect">
                                  <p:stCondLst>
                                    <p:cond delay="0"/>
                                  </p:stCondLst>
                                  <p:childTnLst>
                                    <p:set>
                                      <p:cBhvr>
                                        <p:cTn id="1192" dur="1" fill="hold">
                                          <p:stCondLst>
                                            <p:cond delay="0"/>
                                          </p:stCondLst>
                                        </p:cTn>
                                        <p:tgtEl>
                                          <p:spTgt spid="601"/>
                                        </p:tgtEl>
                                        <p:attrNameLst>
                                          <p:attrName>style.visibility</p:attrName>
                                        </p:attrNameLst>
                                      </p:cBhvr>
                                      <p:to>
                                        <p:strVal val="visible"/>
                                      </p:to>
                                    </p:set>
                                  </p:childTnLst>
                                </p:cTn>
                              </p:par>
                              <p:par>
                                <p:cTn id="1193" presetID="1" presetClass="entr" presetSubtype="0" fill="hold" nodeType="withEffect">
                                  <p:stCondLst>
                                    <p:cond delay="0"/>
                                  </p:stCondLst>
                                  <p:childTnLst>
                                    <p:set>
                                      <p:cBhvr>
                                        <p:cTn id="1194" dur="1" fill="hold">
                                          <p:stCondLst>
                                            <p:cond delay="0"/>
                                          </p:stCondLst>
                                        </p:cTn>
                                        <p:tgtEl>
                                          <p:spTgt spid="602"/>
                                        </p:tgtEl>
                                        <p:attrNameLst>
                                          <p:attrName>style.visibility</p:attrName>
                                        </p:attrNameLst>
                                      </p:cBhvr>
                                      <p:to>
                                        <p:strVal val="visible"/>
                                      </p:to>
                                    </p:set>
                                  </p:childTnLst>
                                </p:cTn>
                              </p:par>
                              <p:par>
                                <p:cTn id="1195" presetID="1" presetClass="entr" presetSubtype="0" fill="hold" nodeType="withEffect">
                                  <p:stCondLst>
                                    <p:cond delay="0"/>
                                  </p:stCondLst>
                                  <p:childTnLst>
                                    <p:set>
                                      <p:cBhvr>
                                        <p:cTn id="1196" dur="1" fill="hold">
                                          <p:stCondLst>
                                            <p:cond delay="0"/>
                                          </p:stCondLst>
                                        </p:cTn>
                                        <p:tgtEl>
                                          <p:spTgt spid="603"/>
                                        </p:tgtEl>
                                        <p:attrNameLst>
                                          <p:attrName>style.visibility</p:attrName>
                                        </p:attrNameLst>
                                      </p:cBhvr>
                                      <p:to>
                                        <p:strVal val="visible"/>
                                      </p:to>
                                    </p:set>
                                  </p:childTnLst>
                                </p:cTn>
                              </p:par>
                              <p:par>
                                <p:cTn id="1197" presetID="1" presetClass="entr" presetSubtype="0" fill="hold" nodeType="withEffect">
                                  <p:stCondLst>
                                    <p:cond delay="0"/>
                                  </p:stCondLst>
                                  <p:childTnLst>
                                    <p:set>
                                      <p:cBhvr>
                                        <p:cTn id="1198" dur="1" fill="hold">
                                          <p:stCondLst>
                                            <p:cond delay="0"/>
                                          </p:stCondLst>
                                        </p:cTn>
                                        <p:tgtEl>
                                          <p:spTgt spid="604"/>
                                        </p:tgtEl>
                                        <p:attrNameLst>
                                          <p:attrName>style.visibility</p:attrName>
                                        </p:attrNameLst>
                                      </p:cBhvr>
                                      <p:to>
                                        <p:strVal val="visible"/>
                                      </p:to>
                                    </p:set>
                                  </p:childTnLst>
                                </p:cTn>
                              </p:par>
                              <p:par>
                                <p:cTn id="1199" presetID="1" presetClass="entr" presetSubtype="0" fill="hold" nodeType="withEffect">
                                  <p:stCondLst>
                                    <p:cond delay="0"/>
                                  </p:stCondLst>
                                  <p:childTnLst>
                                    <p:set>
                                      <p:cBhvr>
                                        <p:cTn id="1200" dur="1" fill="hold">
                                          <p:stCondLst>
                                            <p:cond delay="0"/>
                                          </p:stCondLst>
                                        </p:cTn>
                                        <p:tgtEl>
                                          <p:spTgt spid="605"/>
                                        </p:tgtEl>
                                        <p:attrNameLst>
                                          <p:attrName>style.visibility</p:attrName>
                                        </p:attrNameLst>
                                      </p:cBhvr>
                                      <p:to>
                                        <p:strVal val="visible"/>
                                      </p:to>
                                    </p:set>
                                  </p:childTnLst>
                                </p:cTn>
                              </p:par>
                              <p:par>
                                <p:cTn id="1201" presetID="1" presetClass="entr" presetSubtype="0" fill="hold" nodeType="withEffect">
                                  <p:stCondLst>
                                    <p:cond delay="0"/>
                                  </p:stCondLst>
                                  <p:childTnLst>
                                    <p:set>
                                      <p:cBhvr>
                                        <p:cTn id="1202" dur="1" fill="hold">
                                          <p:stCondLst>
                                            <p:cond delay="0"/>
                                          </p:stCondLst>
                                        </p:cTn>
                                        <p:tgtEl>
                                          <p:spTgt spid="606"/>
                                        </p:tgtEl>
                                        <p:attrNameLst>
                                          <p:attrName>style.visibility</p:attrName>
                                        </p:attrNameLst>
                                      </p:cBhvr>
                                      <p:to>
                                        <p:strVal val="visible"/>
                                      </p:to>
                                    </p:set>
                                  </p:childTnLst>
                                </p:cTn>
                              </p:par>
                              <p:par>
                                <p:cTn id="1203" presetID="1" presetClass="entr" presetSubtype="0" fill="hold" nodeType="withEffect">
                                  <p:stCondLst>
                                    <p:cond delay="0"/>
                                  </p:stCondLst>
                                  <p:childTnLst>
                                    <p:set>
                                      <p:cBhvr>
                                        <p:cTn id="1204" dur="1" fill="hold">
                                          <p:stCondLst>
                                            <p:cond delay="0"/>
                                          </p:stCondLst>
                                        </p:cTn>
                                        <p:tgtEl>
                                          <p:spTgt spid="607"/>
                                        </p:tgtEl>
                                        <p:attrNameLst>
                                          <p:attrName>style.visibility</p:attrName>
                                        </p:attrNameLst>
                                      </p:cBhvr>
                                      <p:to>
                                        <p:strVal val="visible"/>
                                      </p:to>
                                    </p:set>
                                  </p:childTnLst>
                                </p:cTn>
                              </p:par>
                              <p:par>
                                <p:cTn id="1205" presetID="1" presetClass="entr" presetSubtype="0" fill="hold" nodeType="withEffect">
                                  <p:stCondLst>
                                    <p:cond delay="0"/>
                                  </p:stCondLst>
                                  <p:childTnLst>
                                    <p:set>
                                      <p:cBhvr>
                                        <p:cTn id="1206" dur="1" fill="hold">
                                          <p:stCondLst>
                                            <p:cond delay="0"/>
                                          </p:stCondLst>
                                        </p:cTn>
                                        <p:tgtEl>
                                          <p:spTgt spid="608"/>
                                        </p:tgtEl>
                                        <p:attrNameLst>
                                          <p:attrName>style.visibility</p:attrName>
                                        </p:attrNameLst>
                                      </p:cBhvr>
                                      <p:to>
                                        <p:strVal val="visible"/>
                                      </p:to>
                                    </p:set>
                                  </p:childTnLst>
                                </p:cTn>
                              </p:par>
                              <p:par>
                                <p:cTn id="1207" presetID="1" presetClass="entr" presetSubtype="0" fill="hold" nodeType="withEffect">
                                  <p:stCondLst>
                                    <p:cond delay="0"/>
                                  </p:stCondLst>
                                  <p:childTnLst>
                                    <p:set>
                                      <p:cBhvr>
                                        <p:cTn id="1208" dur="1" fill="hold">
                                          <p:stCondLst>
                                            <p:cond delay="0"/>
                                          </p:stCondLst>
                                        </p:cTn>
                                        <p:tgtEl>
                                          <p:spTgt spid="609"/>
                                        </p:tgtEl>
                                        <p:attrNameLst>
                                          <p:attrName>style.visibility</p:attrName>
                                        </p:attrNameLst>
                                      </p:cBhvr>
                                      <p:to>
                                        <p:strVal val="visible"/>
                                      </p:to>
                                    </p:set>
                                  </p:childTnLst>
                                </p:cTn>
                              </p:par>
                              <p:par>
                                <p:cTn id="1209" presetID="1" presetClass="entr" presetSubtype="0" fill="hold" nodeType="withEffect">
                                  <p:stCondLst>
                                    <p:cond delay="0"/>
                                  </p:stCondLst>
                                  <p:childTnLst>
                                    <p:set>
                                      <p:cBhvr>
                                        <p:cTn id="1210" dur="1" fill="hold">
                                          <p:stCondLst>
                                            <p:cond delay="0"/>
                                          </p:stCondLst>
                                        </p:cTn>
                                        <p:tgtEl>
                                          <p:spTgt spid="610"/>
                                        </p:tgtEl>
                                        <p:attrNameLst>
                                          <p:attrName>style.visibility</p:attrName>
                                        </p:attrNameLst>
                                      </p:cBhvr>
                                      <p:to>
                                        <p:strVal val="visible"/>
                                      </p:to>
                                    </p:set>
                                  </p:childTnLst>
                                </p:cTn>
                              </p:par>
                              <p:par>
                                <p:cTn id="1211" presetID="1" presetClass="entr" presetSubtype="0" fill="hold" nodeType="withEffect">
                                  <p:stCondLst>
                                    <p:cond delay="0"/>
                                  </p:stCondLst>
                                  <p:childTnLst>
                                    <p:set>
                                      <p:cBhvr>
                                        <p:cTn id="1212" dur="1" fill="hold">
                                          <p:stCondLst>
                                            <p:cond delay="0"/>
                                          </p:stCondLst>
                                        </p:cTn>
                                        <p:tgtEl>
                                          <p:spTgt spid="611"/>
                                        </p:tgtEl>
                                        <p:attrNameLst>
                                          <p:attrName>style.visibility</p:attrName>
                                        </p:attrNameLst>
                                      </p:cBhvr>
                                      <p:to>
                                        <p:strVal val="visible"/>
                                      </p:to>
                                    </p:set>
                                  </p:childTnLst>
                                </p:cTn>
                              </p:par>
                              <p:par>
                                <p:cTn id="1213" presetID="1" presetClass="entr" presetSubtype="0" fill="hold" grpId="0" nodeType="withEffect">
                                  <p:stCondLst>
                                    <p:cond delay="0"/>
                                  </p:stCondLst>
                                  <p:childTnLst>
                                    <p:set>
                                      <p:cBhvr>
                                        <p:cTn id="1214" dur="1" fill="hold">
                                          <p:stCondLst>
                                            <p:cond delay="0"/>
                                          </p:stCondLst>
                                        </p:cTn>
                                        <p:tgtEl>
                                          <p:spTgt spid="612"/>
                                        </p:tgtEl>
                                        <p:attrNameLst>
                                          <p:attrName>style.visibility</p:attrName>
                                        </p:attrNameLst>
                                      </p:cBhvr>
                                      <p:to>
                                        <p:strVal val="visible"/>
                                      </p:to>
                                    </p:set>
                                  </p:childTnLst>
                                </p:cTn>
                              </p:par>
                            </p:childTnLst>
                          </p:cTn>
                        </p:par>
                      </p:childTnLst>
                    </p:cTn>
                  </p:par>
                  <p:par>
                    <p:cTn id="1215" fill="hold">
                      <p:stCondLst>
                        <p:cond delay="indefinite"/>
                      </p:stCondLst>
                      <p:childTnLst>
                        <p:par>
                          <p:cTn id="1216" fill="hold">
                            <p:stCondLst>
                              <p:cond delay="0"/>
                            </p:stCondLst>
                            <p:childTnLst>
                              <p:par>
                                <p:cTn id="1217" presetID="1" presetClass="entr" presetSubtype="0" fill="hold" grpId="0" nodeType="clickEffect">
                                  <p:stCondLst>
                                    <p:cond delay="0"/>
                                  </p:stCondLst>
                                  <p:childTnLst>
                                    <p:set>
                                      <p:cBhvr>
                                        <p:cTn id="1218" dur="1" fill="hold">
                                          <p:stCondLst>
                                            <p:cond delay="0"/>
                                          </p:stCondLst>
                                        </p:cTn>
                                        <p:tgtEl>
                                          <p:spTgt spid="6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8" grpId="0"/>
      <p:bldP spid="410" grpId="0"/>
      <p:bldP spid="612" grpId="0"/>
      <p:bldP spid="613"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13" name="object-1">
            <a:extLst>
              <a:ext uri="{FF2B5EF4-FFF2-40B4-BE49-F238E27FC236}">
                <a16:creationId xmlns:a16="http://schemas.microsoft.com/office/drawing/2014/main" id="{71A28528-7E74-4D2C-9A2A-943EDA0C78A3}"/>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I do</a:t>
            </a:r>
          </a:p>
        </p:txBody>
      </p:sp>
      <p:sp>
        <p:nvSpPr>
          <p:cNvPr id="2" name="object-2">
            <a:extLst>
              <a:ext uri="{FF2B5EF4-FFF2-40B4-BE49-F238E27FC236}">
                <a16:creationId xmlns:a16="http://schemas.microsoft.com/office/drawing/2014/main" id="{CB007703-D60B-4B63-B51C-93E357735D61}"/>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Order 2.6, 258/100, 262% from smallest to greatest.</a:t>
            </a:r>
          </a:p>
        </p:txBody>
      </p:sp>
      <p:sp>
        <p:nvSpPr>
          <p:cNvPr id="3" name="object-3">
            <a:extLst>
              <a:ext uri="{FF2B5EF4-FFF2-40B4-BE49-F238E27FC236}">
                <a16:creationId xmlns:a16="http://schemas.microsoft.com/office/drawing/2014/main" id="{594D65CF-6766-4EDD-9053-8CD9704C3921}"/>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BC27F932-DB4B-4F0B-8747-CC58A5A64E05}"/>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Compare fractions decimals and percentages</a:t>
            </a:r>
          </a:p>
        </p:txBody>
      </p:sp>
      <p:sp>
        <p:nvSpPr>
          <p:cNvPr id="5" name="object-5">
            <a:extLst>
              <a:ext uri="{FF2B5EF4-FFF2-40B4-BE49-F238E27FC236}">
                <a16:creationId xmlns:a16="http://schemas.microsoft.com/office/drawing/2014/main" id="{9ED4DD48-7ECA-4BE9-9D0B-FFB1629D1212}"/>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4</a:t>
            </a:r>
          </a:p>
        </p:txBody>
      </p:sp>
      <p:sp>
        <p:nvSpPr>
          <p:cNvPr id="6" name="object-6">
            <a:extLst>
              <a:ext uri="{FF2B5EF4-FFF2-40B4-BE49-F238E27FC236}">
                <a16:creationId xmlns:a16="http://schemas.microsoft.com/office/drawing/2014/main" id="{EB147191-7A0C-4000-A694-5D0175F0951D}"/>
              </a:ext>
            </a:extLst>
          </p:cNvPr>
          <p:cNvSpPr>
            <a:spLocks noGrp="1"/>
          </p:cNvSpPr>
          <p:nvPr/>
        </p:nvSpPr>
        <p:spPr>
          <a:xfrm>
            <a:off x="833438" y="2857500"/>
            <a:ext cx="1905000" cy="714375"/>
          </a:xfrm>
          <a:prstGeom prst="rect">
            <a:avLst/>
          </a:prstGeom>
          <a:noFill/>
          <a:ln w="0">
            <a:noFill/>
          </a:ln>
        </p:spPr>
        <p:txBody>
          <a:bodyPr anchor="ctr">
            <a:noAutofit/>
          </a:bodyPr>
          <a:lstStyle/>
          <a:p>
            <a:pPr algn="l">
              <a:defRPr sz="3375" b="1">
                <a:solidFill>
                  <a:srgbClr val="1D4ED8"/>
                </a:solidFill>
                <a:latin typeface="Arial"/>
                <a:ea typeface="Arial"/>
                <a:cs typeface="Arial"/>
              </a:defRPr>
            </a:pPr>
            <a:r>
              <a:rPr sz="3375" b="1">
                <a:solidFill>
                  <a:srgbClr val="1D4ED8"/>
                </a:solidFill>
                <a:latin typeface="Arial"/>
                <a:ea typeface="Arial"/>
                <a:cs typeface="Arial"/>
              </a:rPr>
              <a:t>2.6</a:t>
            </a:r>
          </a:p>
        </p:txBody>
      </p:sp>
      <p:sp>
        <p:nvSpPr>
          <p:cNvPr id="7" name="object-7">
            <a:extLst>
              <a:ext uri="{FF2B5EF4-FFF2-40B4-BE49-F238E27FC236}">
                <a16:creationId xmlns:a16="http://schemas.microsoft.com/office/drawing/2014/main" id="{A76AB861-5921-4601-82C3-6418A02BC0D5}"/>
              </a:ext>
            </a:extLst>
          </p:cNvPr>
          <p:cNvSpPr>
            <a:spLocks noGrp="1"/>
          </p:cNvSpPr>
          <p:nvPr/>
        </p:nvSpPr>
        <p:spPr>
          <a:xfrm>
            <a:off x="2976563" y="2857500"/>
            <a:ext cx="34925" cy="547688"/>
          </a:xfrm>
          <a:prstGeom prst="rect">
            <a:avLst/>
          </a:prstGeom>
          <a:solidFill>
            <a:srgbClr val="1D4ED8"/>
          </a:solidFill>
          <a:ln w="13097">
            <a:solidFill>
              <a:srgbClr val="172B4D"/>
            </a:solidFill>
          </a:ln>
        </p:spPr>
      </p:sp>
      <p:sp>
        <p:nvSpPr>
          <p:cNvPr id="8" name="object-8">
            <a:extLst>
              <a:ext uri="{FF2B5EF4-FFF2-40B4-BE49-F238E27FC236}">
                <a16:creationId xmlns:a16="http://schemas.microsoft.com/office/drawing/2014/main" id="{AF9D76D2-D62C-4121-8D7D-1B0DE5959AC6}"/>
              </a:ext>
            </a:extLst>
          </p:cNvPr>
          <p:cNvSpPr>
            <a:spLocks noGrp="1"/>
          </p:cNvSpPr>
          <p:nvPr/>
        </p:nvSpPr>
        <p:spPr>
          <a:xfrm>
            <a:off x="3011488" y="2857500"/>
            <a:ext cx="34925" cy="547688"/>
          </a:xfrm>
          <a:prstGeom prst="rect">
            <a:avLst/>
          </a:prstGeom>
          <a:solidFill>
            <a:srgbClr val="1D4ED8"/>
          </a:solidFill>
          <a:ln w="13097">
            <a:solidFill>
              <a:srgbClr val="172B4D"/>
            </a:solidFill>
          </a:ln>
        </p:spPr>
      </p:sp>
      <p:sp>
        <p:nvSpPr>
          <p:cNvPr id="9" name="object-9">
            <a:extLst>
              <a:ext uri="{FF2B5EF4-FFF2-40B4-BE49-F238E27FC236}">
                <a16:creationId xmlns:a16="http://schemas.microsoft.com/office/drawing/2014/main" id="{755841E8-4C4E-4691-BBD9-69687D8EF2FF}"/>
              </a:ext>
            </a:extLst>
          </p:cNvPr>
          <p:cNvSpPr>
            <a:spLocks noGrp="1"/>
          </p:cNvSpPr>
          <p:nvPr/>
        </p:nvSpPr>
        <p:spPr>
          <a:xfrm>
            <a:off x="3046413" y="2857500"/>
            <a:ext cx="34925" cy="547688"/>
          </a:xfrm>
          <a:prstGeom prst="rect">
            <a:avLst/>
          </a:prstGeom>
          <a:solidFill>
            <a:srgbClr val="1D4ED8"/>
          </a:solidFill>
          <a:ln w="13097">
            <a:solidFill>
              <a:srgbClr val="172B4D"/>
            </a:solidFill>
          </a:ln>
        </p:spPr>
      </p:sp>
      <p:sp>
        <p:nvSpPr>
          <p:cNvPr id="10" name="object-10">
            <a:extLst>
              <a:ext uri="{FF2B5EF4-FFF2-40B4-BE49-F238E27FC236}">
                <a16:creationId xmlns:a16="http://schemas.microsoft.com/office/drawing/2014/main" id="{F770CC02-7B9A-4C88-AE81-6284B71FC859}"/>
              </a:ext>
            </a:extLst>
          </p:cNvPr>
          <p:cNvSpPr>
            <a:spLocks noGrp="1"/>
          </p:cNvSpPr>
          <p:nvPr/>
        </p:nvSpPr>
        <p:spPr>
          <a:xfrm>
            <a:off x="3081338" y="2857500"/>
            <a:ext cx="34925" cy="547688"/>
          </a:xfrm>
          <a:prstGeom prst="rect">
            <a:avLst/>
          </a:prstGeom>
          <a:solidFill>
            <a:srgbClr val="1D4ED8"/>
          </a:solidFill>
          <a:ln w="13097">
            <a:solidFill>
              <a:srgbClr val="172B4D"/>
            </a:solidFill>
          </a:ln>
        </p:spPr>
      </p:sp>
      <p:sp>
        <p:nvSpPr>
          <p:cNvPr id="11" name="object-11">
            <a:extLst>
              <a:ext uri="{FF2B5EF4-FFF2-40B4-BE49-F238E27FC236}">
                <a16:creationId xmlns:a16="http://schemas.microsoft.com/office/drawing/2014/main" id="{9CE3DB4A-75A2-4CAC-B0D2-41DCCEFD43FB}"/>
              </a:ext>
            </a:extLst>
          </p:cNvPr>
          <p:cNvSpPr>
            <a:spLocks noGrp="1"/>
          </p:cNvSpPr>
          <p:nvPr/>
        </p:nvSpPr>
        <p:spPr>
          <a:xfrm>
            <a:off x="3116263" y="2857500"/>
            <a:ext cx="34925" cy="547688"/>
          </a:xfrm>
          <a:prstGeom prst="rect">
            <a:avLst/>
          </a:prstGeom>
          <a:solidFill>
            <a:srgbClr val="1D4ED8"/>
          </a:solidFill>
          <a:ln w="13097">
            <a:solidFill>
              <a:srgbClr val="172B4D"/>
            </a:solidFill>
          </a:ln>
        </p:spPr>
      </p:sp>
      <p:sp>
        <p:nvSpPr>
          <p:cNvPr id="12" name="object-12">
            <a:extLst>
              <a:ext uri="{FF2B5EF4-FFF2-40B4-BE49-F238E27FC236}">
                <a16:creationId xmlns:a16="http://schemas.microsoft.com/office/drawing/2014/main" id="{B727C5CD-5463-4F8D-AE78-B346AB75EC54}"/>
              </a:ext>
            </a:extLst>
          </p:cNvPr>
          <p:cNvSpPr>
            <a:spLocks noGrp="1"/>
          </p:cNvSpPr>
          <p:nvPr/>
        </p:nvSpPr>
        <p:spPr>
          <a:xfrm>
            <a:off x="3151188" y="2857500"/>
            <a:ext cx="34925" cy="547688"/>
          </a:xfrm>
          <a:prstGeom prst="rect">
            <a:avLst/>
          </a:prstGeom>
          <a:solidFill>
            <a:srgbClr val="1D4ED8"/>
          </a:solidFill>
          <a:ln w="13097">
            <a:solidFill>
              <a:srgbClr val="172B4D"/>
            </a:solidFill>
          </a:ln>
        </p:spPr>
      </p:sp>
      <p:sp>
        <p:nvSpPr>
          <p:cNvPr id="13" name="object-13">
            <a:extLst>
              <a:ext uri="{FF2B5EF4-FFF2-40B4-BE49-F238E27FC236}">
                <a16:creationId xmlns:a16="http://schemas.microsoft.com/office/drawing/2014/main" id="{71BCE12D-BDC4-43E9-BEF0-59EEF23A4B5C}"/>
              </a:ext>
            </a:extLst>
          </p:cNvPr>
          <p:cNvSpPr>
            <a:spLocks noGrp="1"/>
          </p:cNvSpPr>
          <p:nvPr/>
        </p:nvSpPr>
        <p:spPr>
          <a:xfrm>
            <a:off x="3186113" y="2857500"/>
            <a:ext cx="34925" cy="547688"/>
          </a:xfrm>
          <a:prstGeom prst="rect">
            <a:avLst/>
          </a:prstGeom>
          <a:solidFill>
            <a:srgbClr val="1D4ED8"/>
          </a:solidFill>
          <a:ln w="13097">
            <a:solidFill>
              <a:srgbClr val="172B4D"/>
            </a:solidFill>
          </a:ln>
        </p:spPr>
      </p:sp>
      <p:sp>
        <p:nvSpPr>
          <p:cNvPr id="14" name="object-14">
            <a:extLst>
              <a:ext uri="{FF2B5EF4-FFF2-40B4-BE49-F238E27FC236}">
                <a16:creationId xmlns:a16="http://schemas.microsoft.com/office/drawing/2014/main" id="{E75C85B7-E300-4298-9F2E-ABA23EE07952}"/>
              </a:ext>
            </a:extLst>
          </p:cNvPr>
          <p:cNvSpPr>
            <a:spLocks noGrp="1"/>
          </p:cNvSpPr>
          <p:nvPr/>
        </p:nvSpPr>
        <p:spPr>
          <a:xfrm>
            <a:off x="3221038" y="2857500"/>
            <a:ext cx="34925" cy="547688"/>
          </a:xfrm>
          <a:prstGeom prst="rect">
            <a:avLst/>
          </a:prstGeom>
          <a:solidFill>
            <a:srgbClr val="1D4ED8"/>
          </a:solidFill>
          <a:ln w="13097">
            <a:solidFill>
              <a:srgbClr val="172B4D"/>
            </a:solidFill>
          </a:ln>
        </p:spPr>
      </p:sp>
      <p:sp>
        <p:nvSpPr>
          <p:cNvPr id="15" name="object-15">
            <a:extLst>
              <a:ext uri="{FF2B5EF4-FFF2-40B4-BE49-F238E27FC236}">
                <a16:creationId xmlns:a16="http://schemas.microsoft.com/office/drawing/2014/main" id="{D78A5460-B0E4-4D77-BAE0-75178A1DADE8}"/>
              </a:ext>
            </a:extLst>
          </p:cNvPr>
          <p:cNvSpPr>
            <a:spLocks noGrp="1"/>
          </p:cNvSpPr>
          <p:nvPr/>
        </p:nvSpPr>
        <p:spPr>
          <a:xfrm>
            <a:off x="3255963" y="2857500"/>
            <a:ext cx="34925" cy="547688"/>
          </a:xfrm>
          <a:prstGeom prst="rect">
            <a:avLst/>
          </a:prstGeom>
          <a:solidFill>
            <a:srgbClr val="1D4ED8"/>
          </a:solidFill>
          <a:ln w="13097">
            <a:solidFill>
              <a:srgbClr val="172B4D"/>
            </a:solidFill>
          </a:ln>
        </p:spPr>
      </p:sp>
      <p:sp>
        <p:nvSpPr>
          <p:cNvPr id="16" name="object-16">
            <a:extLst>
              <a:ext uri="{FF2B5EF4-FFF2-40B4-BE49-F238E27FC236}">
                <a16:creationId xmlns:a16="http://schemas.microsoft.com/office/drawing/2014/main" id="{E1CF7315-E1C5-45DA-9E29-1DD04ADD1620}"/>
              </a:ext>
            </a:extLst>
          </p:cNvPr>
          <p:cNvSpPr>
            <a:spLocks noGrp="1"/>
          </p:cNvSpPr>
          <p:nvPr/>
        </p:nvSpPr>
        <p:spPr>
          <a:xfrm>
            <a:off x="3290888" y="2857500"/>
            <a:ext cx="34925" cy="547688"/>
          </a:xfrm>
          <a:prstGeom prst="rect">
            <a:avLst/>
          </a:prstGeom>
          <a:solidFill>
            <a:srgbClr val="1D4ED8"/>
          </a:solidFill>
          <a:ln w="13097">
            <a:solidFill>
              <a:srgbClr val="172B4D"/>
            </a:solidFill>
          </a:ln>
        </p:spPr>
      </p:sp>
      <p:sp>
        <p:nvSpPr>
          <p:cNvPr id="17" name="object-17">
            <a:extLst>
              <a:ext uri="{FF2B5EF4-FFF2-40B4-BE49-F238E27FC236}">
                <a16:creationId xmlns:a16="http://schemas.microsoft.com/office/drawing/2014/main" id="{F5F0C02D-34FB-4D00-BCEF-CF971682BF05}"/>
              </a:ext>
            </a:extLst>
          </p:cNvPr>
          <p:cNvSpPr>
            <a:spLocks noGrp="1"/>
          </p:cNvSpPr>
          <p:nvPr/>
        </p:nvSpPr>
        <p:spPr>
          <a:xfrm>
            <a:off x="3325812" y="2857500"/>
            <a:ext cx="34925" cy="547688"/>
          </a:xfrm>
          <a:prstGeom prst="rect">
            <a:avLst/>
          </a:prstGeom>
          <a:solidFill>
            <a:srgbClr val="1D4ED8"/>
          </a:solidFill>
          <a:ln w="13097">
            <a:solidFill>
              <a:srgbClr val="172B4D"/>
            </a:solidFill>
          </a:ln>
        </p:spPr>
      </p:sp>
      <p:sp>
        <p:nvSpPr>
          <p:cNvPr id="18" name="object-18">
            <a:extLst>
              <a:ext uri="{FF2B5EF4-FFF2-40B4-BE49-F238E27FC236}">
                <a16:creationId xmlns:a16="http://schemas.microsoft.com/office/drawing/2014/main" id="{7F460658-692F-4DED-B759-74D720322711}"/>
              </a:ext>
            </a:extLst>
          </p:cNvPr>
          <p:cNvSpPr>
            <a:spLocks noGrp="1"/>
          </p:cNvSpPr>
          <p:nvPr/>
        </p:nvSpPr>
        <p:spPr>
          <a:xfrm>
            <a:off x="3360738" y="2857500"/>
            <a:ext cx="34925" cy="547688"/>
          </a:xfrm>
          <a:prstGeom prst="rect">
            <a:avLst/>
          </a:prstGeom>
          <a:solidFill>
            <a:srgbClr val="1D4ED8"/>
          </a:solidFill>
          <a:ln w="13097">
            <a:solidFill>
              <a:srgbClr val="172B4D"/>
            </a:solidFill>
          </a:ln>
        </p:spPr>
      </p:sp>
      <p:sp>
        <p:nvSpPr>
          <p:cNvPr id="19" name="object-19">
            <a:extLst>
              <a:ext uri="{FF2B5EF4-FFF2-40B4-BE49-F238E27FC236}">
                <a16:creationId xmlns:a16="http://schemas.microsoft.com/office/drawing/2014/main" id="{7BCB4FFC-9C39-4A21-AC9B-A805B20CE65D}"/>
              </a:ext>
            </a:extLst>
          </p:cNvPr>
          <p:cNvSpPr>
            <a:spLocks noGrp="1"/>
          </p:cNvSpPr>
          <p:nvPr/>
        </p:nvSpPr>
        <p:spPr>
          <a:xfrm>
            <a:off x="3395663" y="2857500"/>
            <a:ext cx="34925" cy="547688"/>
          </a:xfrm>
          <a:prstGeom prst="rect">
            <a:avLst/>
          </a:prstGeom>
          <a:solidFill>
            <a:srgbClr val="1D4ED8"/>
          </a:solidFill>
          <a:ln w="13097">
            <a:solidFill>
              <a:srgbClr val="172B4D"/>
            </a:solidFill>
          </a:ln>
        </p:spPr>
      </p:sp>
      <p:sp>
        <p:nvSpPr>
          <p:cNvPr id="20" name="object-20">
            <a:extLst>
              <a:ext uri="{FF2B5EF4-FFF2-40B4-BE49-F238E27FC236}">
                <a16:creationId xmlns:a16="http://schemas.microsoft.com/office/drawing/2014/main" id="{B8698571-26F5-4C19-9052-9BDCD56F3F57}"/>
              </a:ext>
            </a:extLst>
          </p:cNvPr>
          <p:cNvSpPr>
            <a:spLocks noGrp="1"/>
          </p:cNvSpPr>
          <p:nvPr/>
        </p:nvSpPr>
        <p:spPr>
          <a:xfrm>
            <a:off x="3430587" y="2857500"/>
            <a:ext cx="34925" cy="547688"/>
          </a:xfrm>
          <a:prstGeom prst="rect">
            <a:avLst/>
          </a:prstGeom>
          <a:solidFill>
            <a:srgbClr val="1D4ED8"/>
          </a:solidFill>
          <a:ln w="13097">
            <a:solidFill>
              <a:srgbClr val="172B4D"/>
            </a:solidFill>
          </a:ln>
        </p:spPr>
      </p:sp>
      <p:sp>
        <p:nvSpPr>
          <p:cNvPr id="21" name="object-21">
            <a:extLst>
              <a:ext uri="{FF2B5EF4-FFF2-40B4-BE49-F238E27FC236}">
                <a16:creationId xmlns:a16="http://schemas.microsoft.com/office/drawing/2014/main" id="{5E14BB22-4CB9-4548-8A8A-478DAC0049A1}"/>
              </a:ext>
            </a:extLst>
          </p:cNvPr>
          <p:cNvSpPr>
            <a:spLocks noGrp="1"/>
          </p:cNvSpPr>
          <p:nvPr/>
        </p:nvSpPr>
        <p:spPr>
          <a:xfrm>
            <a:off x="3465513" y="2857500"/>
            <a:ext cx="34925" cy="547688"/>
          </a:xfrm>
          <a:prstGeom prst="rect">
            <a:avLst/>
          </a:prstGeom>
          <a:solidFill>
            <a:srgbClr val="1D4ED8"/>
          </a:solidFill>
          <a:ln w="13097">
            <a:solidFill>
              <a:srgbClr val="172B4D"/>
            </a:solidFill>
          </a:ln>
        </p:spPr>
      </p:sp>
      <p:sp>
        <p:nvSpPr>
          <p:cNvPr id="22" name="object-22">
            <a:extLst>
              <a:ext uri="{FF2B5EF4-FFF2-40B4-BE49-F238E27FC236}">
                <a16:creationId xmlns:a16="http://schemas.microsoft.com/office/drawing/2014/main" id="{5739A8B1-D82B-4129-A931-2EE0CA27F777}"/>
              </a:ext>
            </a:extLst>
          </p:cNvPr>
          <p:cNvSpPr>
            <a:spLocks noGrp="1"/>
          </p:cNvSpPr>
          <p:nvPr/>
        </p:nvSpPr>
        <p:spPr>
          <a:xfrm>
            <a:off x="3500438" y="2857500"/>
            <a:ext cx="34925" cy="547688"/>
          </a:xfrm>
          <a:prstGeom prst="rect">
            <a:avLst/>
          </a:prstGeom>
          <a:solidFill>
            <a:srgbClr val="1D4ED8"/>
          </a:solidFill>
          <a:ln w="13097">
            <a:solidFill>
              <a:srgbClr val="172B4D"/>
            </a:solidFill>
          </a:ln>
        </p:spPr>
      </p:sp>
      <p:sp>
        <p:nvSpPr>
          <p:cNvPr id="23" name="object-23">
            <a:extLst>
              <a:ext uri="{FF2B5EF4-FFF2-40B4-BE49-F238E27FC236}">
                <a16:creationId xmlns:a16="http://schemas.microsoft.com/office/drawing/2014/main" id="{24A2F06F-D3A3-47FE-824C-5A7CA64FA1D2}"/>
              </a:ext>
            </a:extLst>
          </p:cNvPr>
          <p:cNvSpPr>
            <a:spLocks noGrp="1"/>
          </p:cNvSpPr>
          <p:nvPr/>
        </p:nvSpPr>
        <p:spPr>
          <a:xfrm>
            <a:off x="3535363" y="2857500"/>
            <a:ext cx="34925" cy="547688"/>
          </a:xfrm>
          <a:prstGeom prst="rect">
            <a:avLst/>
          </a:prstGeom>
          <a:solidFill>
            <a:srgbClr val="1D4ED8"/>
          </a:solidFill>
          <a:ln w="13097">
            <a:solidFill>
              <a:srgbClr val="172B4D"/>
            </a:solidFill>
          </a:ln>
        </p:spPr>
      </p:sp>
      <p:sp>
        <p:nvSpPr>
          <p:cNvPr id="24" name="object-24">
            <a:extLst>
              <a:ext uri="{FF2B5EF4-FFF2-40B4-BE49-F238E27FC236}">
                <a16:creationId xmlns:a16="http://schemas.microsoft.com/office/drawing/2014/main" id="{6BEBE0CD-528E-4BDB-B536-FF294E6B5E17}"/>
              </a:ext>
            </a:extLst>
          </p:cNvPr>
          <p:cNvSpPr>
            <a:spLocks noGrp="1"/>
          </p:cNvSpPr>
          <p:nvPr/>
        </p:nvSpPr>
        <p:spPr>
          <a:xfrm>
            <a:off x="3570288" y="2857500"/>
            <a:ext cx="34925" cy="547688"/>
          </a:xfrm>
          <a:prstGeom prst="rect">
            <a:avLst/>
          </a:prstGeom>
          <a:solidFill>
            <a:srgbClr val="1D4ED8"/>
          </a:solidFill>
          <a:ln w="13097">
            <a:solidFill>
              <a:srgbClr val="172B4D"/>
            </a:solidFill>
          </a:ln>
        </p:spPr>
      </p:sp>
      <p:sp>
        <p:nvSpPr>
          <p:cNvPr id="25" name="object-25">
            <a:extLst>
              <a:ext uri="{FF2B5EF4-FFF2-40B4-BE49-F238E27FC236}">
                <a16:creationId xmlns:a16="http://schemas.microsoft.com/office/drawing/2014/main" id="{210C3CC6-98E1-4CC2-9284-ADAF613D1FE4}"/>
              </a:ext>
            </a:extLst>
          </p:cNvPr>
          <p:cNvSpPr>
            <a:spLocks noGrp="1"/>
          </p:cNvSpPr>
          <p:nvPr/>
        </p:nvSpPr>
        <p:spPr>
          <a:xfrm>
            <a:off x="3605213" y="2857500"/>
            <a:ext cx="34925" cy="547688"/>
          </a:xfrm>
          <a:prstGeom prst="rect">
            <a:avLst/>
          </a:prstGeom>
          <a:solidFill>
            <a:srgbClr val="1D4ED8"/>
          </a:solidFill>
          <a:ln w="13097">
            <a:solidFill>
              <a:srgbClr val="172B4D"/>
            </a:solidFill>
          </a:ln>
        </p:spPr>
      </p:sp>
      <p:sp>
        <p:nvSpPr>
          <p:cNvPr id="26" name="object-26">
            <a:extLst>
              <a:ext uri="{FF2B5EF4-FFF2-40B4-BE49-F238E27FC236}">
                <a16:creationId xmlns:a16="http://schemas.microsoft.com/office/drawing/2014/main" id="{9896156F-948F-4C4D-AC2A-3DEA815F4D56}"/>
              </a:ext>
            </a:extLst>
          </p:cNvPr>
          <p:cNvSpPr>
            <a:spLocks noGrp="1"/>
          </p:cNvSpPr>
          <p:nvPr/>
        </p:nvSpPr>
        <p:spPr>
          <a:xfrm>
            <a:off x="3640138" y="2857500"/>
            <a:ext cx="34925" cy="547688"/>
          </a:xfrm>
          <a:prstGeom prst="rect">
            <a:avLst/>
          </a:prstGeom>
          <a:solidFill>
            <a:srgbClr val="1D4ED8"/>
          </a:solidFill>
          <a:ln w="13097">
            <a:solidFill>
              <a:srgbClr val="172B4D"/>
            </a:solidFill>
          </a:ln>
        </p:spPr>
      </p:sp>
      <p:sp>
        <p:nvSpPr>
          <p:cNvPr id="27" name="object-27">
            <a:extLst>
              <a:ext uri="{FF2B5EF4-FFF2-40B4-BE49-F238E27FC236}">
                <a16:creationId xmlns:a16="http://schemas.microsoft.com/office/drawing/2014/main" id="{F469CC8F-9264-4142-8A57-7180FBA191C2}"/>
              </a:ext>
            </a:extLst>
          </p:cNvPr>
          <p:cNvSpPr>
            <a:spLocks noGrp="1"/>
          </p:cNvSpPr>
          <p:nvPr/>
        </p:nvSpPr>
        <p:spPr>
          <a:xfrm>
            <a:off x="3675063" y="2857500"/>
            <a:ext cx="34925" cy="547688"/>
          </a:xfrm>
          <a:prstGeom prst="rect">
            <a:avLst/>
          </a:prstGeom>
          <a:solidFill>
            <a:srgbClr val="1D4ED8"/>
          </a:solidFill>
          <a:ln w="13097">
            <a:solidFill>
              <a:srgbClr val="172B4D"/>
            </a:solidFill>
          </a:ln>
        </p:spPr>
      </p:sp>
      <p:sp>
        <p:nvSpPr>
          <p:cNvPr id="28" name="object-28">
            <a:extLst>
              <a:ext uri="{FF2B5EF4-FFF2-40B4-BE49-F238E27FC236}">
                <a16:creationId xmlns:a16="http://schemas.microsoft.com/office/drawing/2014/main" id="{DA34FBA2-AAB2-4372-B23F-FA43B055FDC5}"/>
              </a:ext>
            </a:extLst>
          </p:cNvPr>
          <p:cNvSpPr>
            <a:spLocks noGrp="1"/>
          </p:cNvSpPr>
          <p:nvPr/>
        </p:nvSpPr>
        <p:spPr>
          <a:xfrm>
            <a:off x="3709988" y="2857500"/>
            <a:ext cx="34925" cy="547688"/>
          </a:xfrm>
          <a:prstGeom prst="rect">
            <a:avLst/>
          </a:prstGeom>
          <a:solidFill>
            <a:srgbClr val="1D4ED8"/>
          </a:solidFill>
          <a:ln w="13097">
            <a:solidFill>
              <a:srgbClr val="172B4D"/>
            </a:solidFill>
          </a:ln>
        </p:spPr>
      </p:sp>
      <p:sp>
        <p:nvSpPr>
          <p:cNvPr id="29" name="object-29">
            <a:extLst>
              <a:ext uri="{FF2B5EF4-FFF2-40B4-BE49-F238E27FC236}">
                <a16:creationId xmlns:a16="http://schemas.microsoft.com/office/drawing/2014/main" id="{2DCFD5F4-520B-4517-8886-6F7CDB3BDF13}"/>
              </a:ext>
            </a:extLst>
          </p:cNvPr>
          <p:cNvSpPr>
            <a:spLocks noGrp="1"/>
          </p:cNvSpPr>
          <p:nvPr/>
        </p:nvSpPr>
        <p:spPr>
          <a:xfrm>
            <a:off x="3744912" y="2857500"/>
            <a:ext cx="34925" cy="547688"/>
          </a:xfrm>
          <a:prstGeom prst="rect">
            <a:avLst/>
          </a:prstGeom>
          <a:solidFill>
            <a:srgbClr val="1D4ED8"/>
          </a:solidFill>
          <a:ln w="13097">
            <a:solidFill>
              <a:srgbClr val="172B4D"/>
            </a:solidFill>
          </a:ln>
        </p:spPr>
      </p:sp>
      <p:sp>
        <p:nvSpPr>
          <p:cNvPr id="30" name="object-30">
            <a:extLst>
              <a:ext uri="{FF2B5EF4-FFF2-40B4-BE49-F238E27FC236}">
                <a16:creationId xmlns:a16="http://schemas.microsoft.com/office/drawing/2014/main" id="{DF6BD532-3137-41BB-860B-9D6DF2E221C1}"/>
              </a:ext>
            </a:extLst>
          </p:cNvPr>
          <p:cNvSpPr>
            <a:spLocks noGrp="1"/>
          </p:cNvSpPr>
          <p:nvPr/>
        </p:nvSpPr>
        <p:spPr>
          <a:xfrm>
            <a:off x="3779838" y="2857500"/>
            <a:ext cx="34925" cy="547688"/>
          </a:xfrm>
          <a:prstGeom prst="rect">
            <a:avLst/>
          </a:prstGeom>
          <a:solidFill>
            <a:srgbClr val="1D4ED8"/>
          </a:solidFill>
          <a:ln w="13097">
            <a:solidFill>
              <a:srgbClr val="172B4D"/>
            </a:solidFill>
          </a:ln>
        </p:spPr>
      </p:sp>
      <p:sp>
        <p:nvSpPr>
          <p:cNvPr id="31" name="object-31">
            <a:extLst>
              <a:ext uri="{FF2B5EF4-FFF2-40B4-BE49-F238E27FC236}">
                <a16:creationId xmlns:a16="http://schemas.microsoft.com/office/drawing/2014/main" id="{994C4150-12BA-42C7-97D3-FD7C16733794}"/>
              </a:ext>
            </a:extLst>
          </p:cNvPr>
          <p:cNvSpPr>
            <a:spLocks noGrp="1"/>
          </p:cNvSpPr>
          <p:nvPr/>
        </p:nvSpPr>
        <p:spPr>
          <a:xfrm>
            <a:off x="3814763" y="2857500"/>
            <a:ext cx="34925" cy="547688"/>
          </a:xfrm>
          <a:prstGeom prst="rect">
            <a:avLst/>
          </a:prstGeom>
          <a:solidFill>
            <a:srgbClr val="1D4ED8"/>
          </a:solidFill>
          <a:ln w="13097">
            <a:solidFill>
              <a:srgbClr val="172B4D"/>
            </a:solidFill>
          </a:ln>
        </p:spPr>
      </p:sp>
      <p:sp>
        <p:nvSpPr>
          <p:cNvPr id="32" name="object-32">
            <a:extLst>
              <a:ext uri="{FF2B5EF4-FFF2-40B4-BE49-F238E27FC236}">
                <a16:creationId xmlns:a16="http://schemas.microsoft.com/office/drawing/2014/main" id="{752CB5D1-3AFD-4A96-87F4-097EDA541609}"/>
              </a:ext>
            </a:extLst>
          </p:cNvPr>
          <p:cNvSpPr>
            <a:spLocks noGrp="1"/>
          </p:cNvSpPr>
          <p:nvPr/>
        </p:nvSpPr>
        <p:spPr>
          <a:xfrm>
            <a:off x="3849687" y="2857500"/>
            <a:ext cx="34925" cy="547688"/>
          </a:xfrm>
          <a:prstGeom prst="rect">
            <a:avLst/>
          </a:prstGeom>
          <a:solidFill>
            <a:srgbClr val="1D4ED8"/>
          </a:solidFill>
          <a:ln w="13097">
            <a:solidFill>
              <a:srgbClr val="172B4D"/>
            </a:solidFill>
          </a:ln>
        </p:spPr>
      </p:sp>
      <p:sp>
        <p:nvSpPr>
          <p:cNvPr id="33" name="object-33">
            <a:extLst>
              <a:ext uri="{FF2B5EF4-FFF2-40B4-BE49-F238E27FC236}">
                <a16:creationId xmlns:a16="http://schemas.microsoft.com/office/drawing/2014/main" id="{1919C990-4B3B-4304-B5BD-7FEB512609C0}"/>
              </a:ext>
            </a:extLst>
          </p:cNvPr>
          <p:cNvSpPr>
            <a:spLocks noGrp="1"/>
          </p:cNvSpPr>
          <p:nvPr/>
        </p:nvSpPr>
        <p:spPr>
          <a:xfrm>
            <a:off x="3884613" y="2857500"/>
            <a:ext cx="34925" cy="547688"/>
          </a:xfrm>
          <a:prstGeom prst="rect">
            <a:avLst/>
          </a:prstGeom>
          <a:solidFill>
            <a:srgbClr val="1D4ED8"/>
          </a:solidFill>
          <a:ln w="13097">
            <a:solidFill>
              <a:srgbClr val="172B4D"/>
            </a:solidFill>
          </a:ln>
        </p:spPr>
      </p:sp>
      <p:sp>
        <p:nvSpPr>
          <p:cNvPr id="34" name="object-34">
            <a:extLst>
              <a:ext uri="{FF2B5EF4-FFF2-40B4-BE49-F238E27FC236}">
                <a16:creationId xmlns:a16="http://schemas.microsoft.com/office/drawing/2014/main" id="{1BC13F54-A645-4324-9695-4C499DB39BE1}"/>
              </a:ext>
            </a:extLst>
          </p:cNvPr>
          <p:cNvSpPr>
            <a:spLocks noGrp="1"/>
          </p:cNvSpPr>
          <p:nvPr/>
        </p:nvSpPr>
        <p:spPr>
          <a:xfrm>
            <a:off x="3919538" y="2857500"/>
            <a:ext cx="34925" cy="547688"/>
          </a:xfrm>
          <a:prstGeom prst="rect">
            <a:avLst/>
          </a:prstGeom>
          <a:solidFill>
            <a:srgbClr val="1D4ED8"/>
          </a:solidFill>
          <a:ln w="13097">
            <a:solidFill>
              <a:srgbClr val="172B4D"/>
            </a:solidFill>
          </a:ln>
        </p:spPr>
      </p:sp>
      <p:sp>
        <p:nvSpPr>
          <p:cNvPr id="35" name="object-35">
            <a:extLst>
              <a:ext uri="{FF2B5EF4-FFF2-40B4-BE49-F238E27FC236}">
                <a16:creationId xmlns:a16="http://schemas.microsoft.com/office/drawing/2014/main" id="{5F38E93A-52D4-49FF-BCF6-347AF5B9DA11}"/>
              </a:ext>
            </a:extLst>
          </p:cNvPr>
          <p:cNvSpPr>
            <a:spLocks noGrp="1"/>
          </p:cNvSpPr>
          <p:nvPr/>
        </p:nvSpPr>
        <p:spPr>
          <a:xfrm>
            <a:off x="3954462" y="2857500"/>
            <a:ext cx="34925" cy="547688"/>
          </a:xfrm>
          <a:prstGeom prst="rect">
            <a:avLst/>
          </a:prstGeom>
          <a:solidFill>
            <a:srgbClr val="1D4ED8"/>
          </a:solidFill>
          <a:ln w="13097">
            <a:solidFill>
              <a:srgbClr val="172B4D"/>
            </a:solidFill>
          </a:ln>
        </p:spPr>
      </p:sp>
      <p:sp>
        <p:nvSpPr>
          <p:cNvPr id="36" name="object-36">
            <a:extLst>
              <a:ext uri="{FF2B5EF4-FFF2-40B4-BE49-F238E27FC236}">
                <a16:creationId xmlns:a16="http://schemas.microsoft.com/office/drawing/2014/main" id="{65F72919-9291-4757-B49A-D7BC84CA324B}"/>
              </a:ext>
            </a:extLst>
          </p:cNvPr>
          <p:cNvSpPr>
            <a:spLocks noGrp="1"/>
          </p:cNvSpPr>
          <p:nvPr/>
        </p:nvSpPr>
        <p:spPr>
          <a:xfrm>
            <a:off x="3989388" y="2857500"/>
            <a:ext cx="34925" cy="547688"/>
          </a:xfrm>
          <a:prstGeom prst="rect">
            <a:avLst/>
          </a:prstGeom>
          <a:solidFill>
            <a:srgbClr val="1D4ED8"/>
          </a:solidFill>
          <a:ln w="13097">
            <a:solidFill>
              <a:srgbClr val="172B4D"/>
            </a:solidFill>
          </a:ln>
        </p:spPr>
      </p:sp>
      <p:sp>
        <p:nvSpPr>
          <p:cNvPr id="37" name="object-37">
            <a:extLst>
              <a:ext uri="{FF2B5EF4-FFF2-40B4-BE49-F238E27FC236}">
                <a16:creationId xmlns:a16="http://schemas.microsoft.com/office/drawing/2014/main" id="{1581AE82-6AD2-4E58-B1FF-0912E0A1DC09}"/>
              </a:ext>
            </a:extLst>
          </p:cNvPr>
          <p:cNvSpPr>
            <a:spLocks noGrp="1"/>
          </p:cNvSpPr>
          <p:nvPr/>
        </p:nvSpPr>
        <p:spPr>
          <a:xfrm>
            <a:off x="4024313" y="2857500"/>
            <a:ext cx="34925" cy="547688"/>
          </a:xfrm>
          <a:prstGeom prst="rect">
            <a:avLst/>
          </a:prstGeom>
          <a:solidFill>
            <a:srgbClr val="1D4ED8"/>
          </a:solidFill>
          <a:ln w="13097">
            <a:solidFill>
              <a:srgbClr val="172B4D"/>
            </a:solidFill>
          </a:ln>
        </p:spPr>
      </p:sp>
      <p:sp>
        <p:nvSpPr>
          <p:cNvPr id="38" name="object-38">
            <a:extLst>
              <a:ext uri="{FF2B5EF4-FFF2-40B4-BE49-F238E27FC236}">
                <a16:creationId xmlns:a16="http://schemas.microsoft.com/office/drawing/2014/main" id="{AE52A2D3-EFB8-4A3C-9BEB-7D86470DDFF8}"/>
              </a:ext>
            </a:extLst>
          </p:cNvPr>
          <p:cNvSpPr>
            <a:spLocks noGrp="1"/>
          </p:cNvSpPr>
          <p:nvPr/>
        </p:nvSpPr>
        <p:spPr>
          <a:xfrm>
            <a:off x="4059238" y="2857500"/>
            <a:ext cx="34925" cy="547688"/>
          </a:xfrm>
          <a:prstGeom prst="rect">
            <a:avLst/>
          </a:prstGeom>
          <a:solidFill>
            <a:srgbClr val="1D4ED8"/>
          </a:solidFill>
          <a:ln w="13097">
            <a:solidFill>
              <a:srgbClr val="172B4D"/>
            </a:solidFill>
          </a:ln>
        </p:spPr>
      </p:sp>
      <p:sp>
        <p:nvSpPr>
          <p:cNvPr id="39" name="object-39">
            <a:extLst>
              <a:ext uri="{FF2B5EF4-FFF2-40B4-BE49-F238E27FC236}">
                <a16:creationId xmlns:a16="http://schemas.microsoft.com/office/drawing/2014/main" id="{65C81E16-95A8-4BCA-B0F6-290513E4C3C8}"/>
              </a:ext>
            </a:extLst>
          </p:cNvPr>
          <p:cNvSpPr>
            <a:spLocks noGrp="1"/>
          </p:cNvSpPr>
          <p:nvPr/>
        </p:nvSpPr>
        <p:spPr>
          <a:xfrm>
            <a:off x="4094163" y="2857500"/>
            <a:ext cx="34925" cy="547688"/>
          </a:xfrm>
          <a:prstGeom prst="rect">
            <a:avLst/>
          </a:prstGeom>
          <a:solidFill>
            <a:srgbClr val="1D4ED8"/>
          </a:solidFill>
          <a:ln w="13097">
            <a:solidFill>
              <a:srgbClr val="172B4D"/>
            </a:solidFill>
          </a:ln>
        </p:spPr>
      </p:sp>
      <p:sp>
        <p:nvSpPr>
          <p:cNvPr id="40" name="object-40">
            <a:extLst>
              <a:ext uri="{FF2B5EF4-FFF2-40B4-BE49-F238E27FC236}">
                <a16:creationId xmlns:a16="http://schemas.microsoft.com/office/drawing/2014/main" id="{C9E8CFEB-6656-4106-A3AA-1559D3C2FDB6}"/>
              </a:ext>
            </a:extLst>
          </p:cNvPr>
          <p:cNvSpPr>
            <a:spLocks noGrp="1"/>
          </p:cNvSpPr>
          <p:nvPr/>
        </p:nvSpPr>
        <p:spPr>
          <a:xfrm>
            <a:off x="4129088" y="2857500"/>
            <a:ext cx="34925" cy="547688"/>
          </a:xfrm>
          <a:prstGeom prst="rect">
            <a:avLst/>
          </a:prstGeom>
          <a:solidFill>
            <a:srgbClr val="1D4ED8"/>
          </a:solidFill>
          <a:ln w="13097">
            <a:solidFill>
              <a:srgbClr val="172B4D"/>
            </a:solidFill>
          </a:ln>
        </p:spPr>
      </p:sp>
      <p:sp>
        <p:nvSpPr>
          <p:cNvPr id="41" name="object-41">
            <a:extLst>
              <a:ext uri="{FF2B5EF4-FFF2-40B4-BE49-F238E27FC236}">
                <a16:creationId xmlns:a16="http://schemas.microsoft.com/office/drawing/2014/main" id="{6DE888D5-1225-4FAE-92C3-820F58D56EEC}"/>
              </a:ext>
            </a:extLst>
          </p:cNvPr>
          <p:cNvSpPr>
            <a:spLocks noGrp="1"/>
          </p:cNvSpPr>
          <p:nvPr/>
        </p:nvSpPr>
        <p:spPr>
          <a:xfrm>
            <a:off x="4164013" y="2857500"/>
            <a:ext cx="34925" cy="547688"/>
          </a:xfrm>
          <a:prstGeom prst="rect">
            <a:avLst/>
          </a:prstGeom>
          <a:solidFill>
            <a:srgbClr val="1D4ED8"/>
          </a:solidFill>
          <a:ln w="13097">
            <a:solidFill>
              <a:srgbClr val="172B4D"/>
            </a:solidFill>
          </a:ln>
        </p:spPr>
      </p:sp>
      <p:sp>
        <p:nvSpPr>
          <p:cNvPr id="42" name="object-42">
            <a:extLst>
              <a:ext uri="{FF2B5EF4-FFF2-40B4-BE49-F238E27FC236}">
                <a16:creationId xmlns:a16="http://schemas.microsoft.com/office/drawing/2014/main" id="{64155DBC-DCE5-4D97-A8D9-135BB21EBCB8}"/>
              </a:ext>
            </a:extLst>
          </p:cNvPr>
          <p:cNvSpPr>
            <a:spLocks noGrp="1"/>
          </p:cNvSpPr>
          <p:nvPr/>
        </p:nvSpPr>
        <p:spPr>
          <a:xfrm>
            <a:off x="4198938" y="2857500"/>
            <a:ext cx="34925" cy="547688"/>
          </a:xfrm>
          <a:prstGeom prst="rect">
            <a:avLst/>
          </a:prstGeom>
          <a:solidFill>
            <a:srgbClr val="1D4ED8"/>
          </a:solidFill>
          <a:ln w="13097">
            <a:solidFill>
              <a:srgbClr val="172B4D"/>
            </a:solidFill>
          </a:ln>
        </p:spPr>
      </p:sp>
      <p:sp>
        <p:nvSpPr>
          <p:cNvPr id="43" name="object-43">
            <a:extLst>
              <a:ext uri="{FF2B5EF4-FFF2-40B4-BE49-F238E27FC236}">
                <a16:creationId xmlns:a16="http://schemas.microsoft.com/office/drawing/2014/main" id="{1394C0ED-E46F-41C7-97B2-5445C39ECF54}"/>
              </a:ext>
            </a:extLst>
          </p:cNvPr>
          <p:cNvSpPr>
            <a:spLocks noGrp="1"/>
          </p:cNvSpPr>
          <p:nvPr/>
        </p:nvSpPr>
        <p:spPr>
          <a:xfrm>
            <a:off x="4233863" y="2857500"/>
            <a:ext cx="34925" cy="547688"/>
          </a:xfrm>
          <a:prstGeom prst="rect">
            <a:avLst/>
          </a:prstGeom>
          <a:solidFill>
            <a:srgbClr val="1D4ED8"/>
          </a:solidFill>
          <a:ln w="13097">
            <a:solidFill>
              <a:srgbClr val="172B4D"/>
            </a:solidFill>
          </a:ln>
        </p:spPr>
      </p:sp>
      <p:sp>
        <p:nvSpPr>
          <p:cNvPr id="44" name="object-44">
            <a:extLst>
              <a:ext uri="{FF2B5EF4-FFF2-40B4-BE49-F238E27FC236}">
                <a16:creationId xmlns:a16="http://schemas.microsoft.com/office/drawing/2014/main" id="{C1588E40-BFA3-42DB-B891-6E58DB879DD9}"/>
              </a:ext>
            </a:extLst>
          </p:cNvPr>
          <p:cNvSpPr>
            <a:spLocks noGrp="1"/>
          </p:cNvSpPr>
          <p:nvPr/>
        </p:nvSpPr>
        <p:spPr>
          <a:xfrm>
            <a:off x="4268788" y="2857500"/>
            <a:ext cx="34925" cy="547688"/>
          </a:xfrm>
          <a:prstGeom prst="rect">
            <a:avLst/>
          </a:prstGeom>
          <a:solidFill>
            <a:srgbClr val="1D4ED8"/>
          </a:solidFill>
          <a:ln w="13097">
            <a:solidFill>
              <a:srgbClr val="172B4D"/>
            </a:solidFill>
          </a:ln>
        </p:spPr>
      </p:sp>
      <p:sp>
        <p:nvSpPr>
          <p:cNvPr id="45" name="object-45">
            <a:extLst>
              <a:ext uri="{FF2B5EF4-FFF2-40B4-BE49-F238E27FC236}">
                <a16:creationId xmlns:a16="http://schemas.microsoft.com/office/drawing/2014/main" id="{B1E85BF6-9E9C-4034-9405-A1495FDB5628}"/>
              </a:ext>
            </a:extLst>
          </p:cNvPr>
          <p:cNvSpPr>
            <a:spLocks noGrp="1"/>
          </p:cNvSpPr>
          <p:nvPr/>
        </p:nvSpPr>
        <p:spPr>
          <a:xfrm>
            <a:off x="4303713" y="2857500"/>
            <a:ext cx="34925" cy="547688"/>
          </a:xfrm>
          <a:prstGeom prst="rect">
            <a:avLst/>
          </a:prstGeom>
          <a:solidFill>
            <a:srgbClr val="1D4ED8"/>
          </a:solidFill>
          <a:ln w="13097">
            <a:solidFill>
              <a:srgbClr val="172B4D"/>
            </a:solidFill>
          </a:ln>
        </p:spPr>
      </p:sp>
      <p:sp>
        <p:nvSpPr>
          <p:cNvPr id="46" name="object-46">
            <a:extLst>
              <a:ext uri="{FF2B5EF4-FFF2-40B4-BE49-F238E27FC236}">
                <a16:creationId xmlns:a16="http://schemas.microsoft.com/office/drawing/2014/main" id="{56E8B2A4-4B76-4934-9376-BF07DF20E027}"/>
              </a:ext>
            </a:extLst>
          </p:cNvPr>
          <p:cNvSpPr>
            <a:spLocks noGrp="1"/>
          </p:cNvSpPr>
          <p:nvPr/>
        </p:nvSpPr>
        <p:spPr>
          <a:xfrm>
            <a:off x="4338638" y="2857500"/>
            <a:ext cx="34925" cy="547688"/>
          </a:xfrm>
          <a:prstGeom prst="rect">
            <a:avLst/>
          </a:prstGeom>
          <a:solidFill>
            <a:srgbClr val="1D4ED8"/>
          </a:solidFill>
          <a:ln w="13097">
            <a:solidFill>
              <a:srgbClr val="172B4D"/>
            </a:solidFill>
          </a:ln>
        </p:spPr>
      </p:sp>
      <p:sp>
        <p:nvSpPr>
          <p:cNvPr id="47" name="object-47">
            <a:extLst>
              <a:ext uri="{FF2B5EF4-FFF2-40B4-BE49-F238E27FC236}">
                <a16:creationId xmlns:a16="http://schemas.microsoft.com/office/drawing/2014/main" id="{6D276E67-3CA1-493B-8A3D-DEAC3219A78E}"/>
              </a:ext>
            </a:extLst>
          </p:cNvPr>
          <p:cNvSpPr>
            <a:spLocks noGrp="1"/>
          </p:cNvSpPr>
          <p:nvPr/>
        </p:nvSpPr>
        <p:spPr>
          <a:xfrm>
            <a:off x="4373563" y="2857500"/>
            <a:ext cx="34925" cy="547688"/>
          </a:xfrm>
          <a:prstGeom prst="rect">
            <a:avLst/>
          </a:prstGeom>
          <a:solidFill>
            <a:srgbClr val="1D4ED8"/>
          </a:solidFill>
          <a:ln w="13097">
            <a:solidFill>
              <a:srgbClr val="172B4D"/>
            </a:solidFill>
          </a:ln>
        </p:spPr>
      </p:sp>
      <p:sp>
        <p:nvSpPr>
          <p:cNvPr id="48" name="object-48">
            <a:extLst>
              <a:ext uri="{FF2B5EF4-FFF2-40B4-BE49-F238E27FC236}">
                <a16:creationId xmlns:a16="http://schemas.microsoft.com/office/drawing/2014/main" id="{084EB821-53ED-46E8-89FC-74C16153214A}"/>
              </a:ext>
            </a:extLst>
          </p:cNvPr>
          <p:cNvSpPr>
            <a:spLocks noGrp="1"/>
          </p:cNvSpPr>
          <p:nvPr/>
        </p:nvSpPr>
        <p:spPr>
          <a:xfrm>
            <a:off x="4408488" y="2857500"/>
            <a:ext cx="34925" cy="547688"/>
          </a:xfrm>
          <a:prstGeom prst="rect">
            <a:avLst/>
          </a:prstGeom>
          <a:solidFill>
            <a:srgbClr val="1D4ED8"/>
          </a:solidFill>
          <a:ln w="13097">
            <a:solidFill>
              <a:srgbClr val="172B4D"/>
            </a:solidFill>
          </a:ln>
        </p:spPr>
      </p:sp>
      <p:sp>
        <p:nvSpPr>
          <p:cNvPr id="49" name="object-49">
            <a:extLst>
              <a:ext uri="{FF2B5EF4-FFF2-40B4-BE49-F238E27FC236}">
                <a16:creationId xmlns:a16="http://schemas.microsoft.com/office/drawing/2014/main" id="{787BA644-CACD-492F-9290-40C6BB90ADF4}"/>
              </a:ext>
            </a:extLst>
          </p:cNvPr>
          <p:cNvSpPr>
            <a:spLocks noGrp="1"/>
          </p:cNvSpPr>
          <p:nvPr/>
        </p:nvSpPr>
        <p:spPr>
          <a:xfrm>
            <a:off x="4443413" y="2857500"/>
            <a:ext cx="34925" cy="547688"/>
          </a:xfrm>
          <a:prstGeom prst="rect">
            <a:avLst/>
          </a:prstGeom>
          <a:solidFill>
            <a:srgbClr val="1D4ED8"/>
          </a:solidFill>
          <a:ln w="13097">
            <a:solidFill>
              <a:srgbClr val="172B4D"/>
            </a:solidFill>
          </a:ln>
        </p:spPr>
      </p:sp>
      <p:sp>
        <p:nvSpPr>
          <p:cNvPr id="50" name="object-50">
            <a:extLst>
              <a:ext uri="{FF2B5EF4-FFF2-40B4-BE49-F238E27FC236}">
                <a16:creationId xmlns:a16="http://schemas.microsoft.com/office/drawing/2014/main" id="{919F188C-0D64-4FAB-AE7C-D90A408FB04C}"/>
              </a:ext>
            </a:extLst>
          </p:cNvPr>
          <p:cNvSpPr>
            <a:spLocks noGrp="1"/>
          </p:cNvSpPr>
          <p:nvPr/>
        </p:nvSpPr>
        <p:spPr>
          <a:xfrm>
            <a:off x="4478338" y="2857500"/>
            <a:ext cx="34925" cy="547688"/>
          </a:xfrm>
          <a:prstGeom prst="rect">
            <a:avLst/>
          </a:prstGeom>
          <a:solidFill>
            <a:srgbClr val="1D4ED8"/>
          </a:solidFill>
          <a:ln w="13097">
            <a:solidFill>
              <a:srgbClr val="172B4D"/>
            </a:solidFill>
          </a:ln>
        </p:spPr>
      </p:sp>
      <p:sp>
        <p:nvSpPr>
          <p:cNvPr id="51" name="object-51">
            <a:extLst>
              <a:ext uri="{FF2B5EF4-FFF2-40B4-BE49-F238E27FC236}">
                <a16:creationId xmlns:a16="http://schemas.microsoft.com/office/drawing/2014/main" id="{10E38D27-0899-4CD3-A348-E20406DCFF09}"/>
              </a:ext>
            </a:extLst>
          </p:cNvPr>
          <p:cNvSpPr>
            <a:spLocks noGrp="1"/>
          </p:cNvSpPr>
          <p:nvPr/>
        </p:nvSpPr>
        <p:spPr>
          <a:xfrm>
            <a:off x="4513263" y="2857500"/>
            <a:ext cx="34925" cy="547688"/>
          </a:xfrm>
          <a:prstGeom prst="rect">
            <a:avLst/>
          </a:prstGeom>
          <a:solidFill>
            <a:srgbClr val="1D4ED8"/>
          </a:solidFill>
          <a:ln w="13097">
            <a:solidFill>
              <a:srgbClr val="172B4D"/>
            </a:solidFill>
          </a:ln>
        </p:spPr>
      </p:sp>
      <p:sp>
        <p:nvSpPr>
          <p:cNvPr id="52" name="object-52">
            <a:extLst>
              <a:ext uri="{FF2B5EF4-FFF2-40B4-BE49-F238E27FC236}">
                <a16:creationId xmlns:a16="http://schemas.microsoft.com/office/drawing/2014/main" id="{634F3D51-BD62-4F7E-8AC5-A245BEB5C966}"/>
              </a:ext>
            </a:extLst>
          </p:cNvPr>
          <p:cNvSpPr>
            <a:spLocks noGrp="1"/>
          </p:cNvSpPr>
          <p:nvPr/>
        </p:nvSpPr>
        <p:spPr>
          <a:xfrm>
            <a:off x="4548188" y="2857500"/>
            <a:ext cx="34925" cy="547688"/>
          </a:xfrm>
          <a:prstGeom prst="rect">
            <a:avLst/>
          </a:prstGeom>
          <a:solidFill>
            <a:srgbClr val="1D4ED8"/>
          </a:solidFill>
          <a:ln w="13097">
            <a:solidFill>
              <a:srgbClr val="172B4D"/>
            </a:solidFill>
          </a:ln>
        </p:spPr>
      </p:sp>
      <p:sp>
        <p:nvSpPr>
          <p:cNvPr id="53" name="object-53">
            <a:extLst>
              <a:ext uri="{FF2B5EF4-FFF2-40B4-BE49-F238E27FC236}">
                <a16:creationId xmlns:a16="http://schemas.microsoft.com/office/drawing/2014/main" id="{141D02E9-464E-4CD0-BC57-95D6F4944B4E}"/>
              </a:ext>
            </a:extLst>
          </p:cNvPr>
          <p:cNvSpPr>
            <a:spLocks noGrp="1"/>
          </p:cNvSpPr>
          <p:nvPr/>
        </p:nvSpPr>
        <p:spPr>
          <a:xfrm>
            <a:off x="4583113" y="2857500"/>
            <a:ext cx="34925" cy="547688"/>
          </a:xfrm>
          <a:prstGeom prst="rect">
            <a:avLst/>
          </a:prstGeom>
          <a:solidFill>
            <a:srgbClr val="1D4ED8"/>
          </a:solidFill>
          <a:ln w="13097">
            <a:solidFill>
              <a:srgbClr val="172B4D"/>
            </a:solidFill>
          </a:ln>
        </p:spPr>
      </p:sp>
      <p:sp>
        <p:nvSpPr>
          <p:cNvPr id="54" name="object-54">
            <a:extLst>
              <a:ext uri="{FF2B5EF4-FFF2-40B4-BE49-F238E27FC236}">
                <a16:creationId xmlns:a16="http://schemas.microsoft.com/office/drawing/2014/main" id="{103183E2-B05F-48E3-8E6E-FD84CCAF6A36}"/>
              </a:ext>
            </a:extLst>
          </p:cNvPr>
          <p:cNvSpPr>
            <a:spLocks noGrp="1"/>
          </p:cNvSpPr>
          <p:nvPr/>
        </p:nvSpPr>
        <p:spPr>
          <a:xfrm>
            <a:off x="4618038" y="2857500"/>
            <a:ext cx="34925" cy="547688"/>
          </a:xfrm>
          <a:prstGeom prst="rect">
            <a:avLst/>
          </a:prstGeom>
          <a:solidFill>
            <a:srgbClr val="1D4ED8"/>
          </a:solidFill>
          <a:ln w="13097">
            <a:solidFill>
              <a:srgbClr val="172B4D"/>
            </a:solidFill>
          </a:ln>
        </p:spPr>
      </p:sp>
      <p:sp>
        <p:nvSpPr>
          <p:cNvPr id="55" name="object-55">
            <a:extLst>
              <a:ext uri="{FF2B5EF4-FFF2-40B4-BE49-F238E27FC236}">
                <a16:creationId xmlns:a16="http://schemas.microsoft.com/office/drawing/2014/main" id="{12BC2020-F7E1-4800-8332-EF8A2BC838E6}"/>
              </a:ext>
            </a:extLst>
          </p:cNvPr>
          <p:cNvSpPr>
            <a:spLocks noGrp="1"/>
          </p:cNvSpPr>
          <p:nvPr/>
        </p:nvSpPr>
        <p:spPr>
          <a:xfrm>
            <a:off x="4652963" y="2857500"/>
            <a:ext cx="34925" cy="547688"/>
          </a:xfrm>
          <a:prstGeom prst="rect">
            <a:avLst/>
          </a:prstGeom>
          <a:solidFill>
            <a:srgbClr val="1D4ED8"/>
          </a:solidFill>
          <a:ln w="13097">
            <a:solidFill>
              <a:srgbClr val="172B4D"/>
            </a:solidFill>
          </a:ln>
        </p:spPr>
      </p:sp>
      <p:sp>
        <p:nvSpPr>
          <p:cNvPr id="56" name="object-56">
            <a:extLst>
              <a:ext uri="{FF2B5EF4-FFF2-40B4-BE49-F238E27FC236}">
                <a16:creationId xmlns:a16="http://schemas.microsoft.com/office/drawing/2014/main" id="{77B2B71D-23BD-4FC9-98F3-532551747871}"/>
              </a:ext>
            </a:extLst>
          </p:cNvPr>
          <p:cNvSpPr>
            <a:spLocks noGrp="1"/>
          </p:cNvSpPr>
          <p:nvPr/>
        </p:nvSpPr>
        <p:spPr>
          <a:xfrm>
            <a:off x="4687888" y="2857500"/>
            <a:ext cx="34925" cy="547688"/>
          </a:xfrm>
          <a:prstGeom prst="rect">
            <a:avLst/>
          </a:prstGeom>
          <a:solidFill>
            <a:srgbClr val="1D4ED8"/>
          </a:solidFill>
          <a:ln w="13097">
            <a:solidFill>
              <a:srgbClr val="172B4D"/>
            </a:solidFill>
          </a:ln>
        </p:spPr>
      </p:sp>
      <p:sp>
        <p:nvSpPr>
          <p:cNvPr id="57" name="object-57">
            <a:extLst>
              <a:ext uri="{FF2B5EF4-FFF2-40B4-BE49-F238E27FC236}">
                <a16:creationId xmlns:a16="http://schemas.microsoft.com/office/drawing/2014/main" id="{7F862BC0-2FB9-4F20-9C01-F195FF483E13}"/>
              </a:ext>
            </a:extLst>
          </p:cNvPr>
          <p:cNvSpPr>
            <a:spLocks noGrp="1"/>
          </p:cNvSpPr>
          <p:nvPr/>
        </p:nvSpPr>
        <p:spPr>
          <a:xfrm>
            <a:off x="4722812" y="2857500"/>
            <a:ext cx="34925" cy="547688"/>
          </a:xfrm>
          <a:prstGeom prst="rect">
            <a:avLst/>
          </a:prstGeom>
          <a:solidFill>
            <a:srgbClr val="1D4ED8"/>
          </a:solidFill>
          <a:ln w="13097">
            <a:solidFill>
              <a:srgbClr val="172B4D"/>
            </a:solidFill>
          </a:ln>
        </p:spPr>
      </p:sp>
      <p:sp>
        <p:nvSpPr>
          <p:cNvPr id="58" name="object-58">
            <a:extLst>
              <a:ext uri="{FF2B5EF4-FFF2-40B4-BE49-F238E27FC236}">
                <a16:creationId xmlns:a16="http://schemas.microsoft.com/office/drawing/2014/main" id="{6898F01A-FA09-4EC0-9B8C-C63773FA5CA8}"/>
              </a:ext>
            </a:extLst>
          </p:cNvPr>
          <p:cNvSpPr>
            <a:spLocks noGrp="1"/>
          </p:cNvSpPr>
          <p:nvPr/>
        </p:nvSpPr>
        <p:spPr>
          <a:xfrm>
            <a:off x="4757738" y="2857500"/>
            <a:ext cx="34925" cy="547688"/>
          </a:xfrm>
          <a:prstGeom prst="rect">
            <a:avLst/>
          </a:prstGeom>
          <a:solidFill>
            <a:srgbClr val="1D4ED8"/>
          </a:solidFill>
          <a:ln w="13097">
            <a:solidFill>
              <a:srgbClr val="172B4D"/>
            </a:solidFill>
          </a:ln>
        </p:spPr>
      </p:sp>
      <p:sp>
        <p:nvSpPr>
          <p:cNvPr id="59" name="object-59">
            <a:extLst>
              <a:ext uri="{FF2B5EF4-FFF2-40B4-BE49-F238E27FC236}">
                <a16:creationId xmlns:a16="http://schemas.microsoft.com/office/drawing/2014/main" id="{FDFC6DEA-DB59-426D-94DE-7C36817BA587}"/>
              </a:ext>
            </a:extLst>
          </p:cNvPr>
          <p:cNvSpPr>
            <a:spLocks noGrp="1"/>
          </p:cNvSpPr>
          <p:nvPr/>
        </p:nvSpPr>
        <p:spPr>
          <a:xfrm>
            <a:off x="4792663" y="2857500"/>
            <a:ext cx="34925" cy="547688"/>
          </a:xfrm>
          <a:prstGeom prst="rect">
            <a:avLst/>
          </a:prstGeom>
          <a:solidFill>
            <a:srgbClr val="1D4ED8"/>
          </a:solidFill>
          <a:ln w="13097">
            <a:solidFill>
              <a:srgbClr val="172B4D"/>
            </a:solidFill>
          </a:ln>
        </p:spPr>
      </p:sp>
      <p:sp>
        <p:nvSpPr>
          <p:cNvPr id="60" name="object-60">
            <a:extLst>
              <a:ext uri="{FF2B5EF4-FFF2-40B4-BE49-F238E27FC236}">
                <a16:creationId xmlns:a16="http://schemas.microsoft.com/office/drawing/2014/main" id="{DA28513F-49E7-4D0F-9DB4-DFF82282DB06}"/>
              </a:ext>
            </a:extLst>
          </p:cNvPr>
          <p:cNvSpPr>
            <a:spLocks noGrp="1"/>
          </p:cNvSpPr>
          <p:nvPr/>
        </p:nvSpPr>
        <p:spPr>
          <a:xfrm>
            <a:off x="4827588" y="2857500"/>
            <a:ext cx="34925" cy="547688"/>
          </a:xfrm>
          <a:prstGeom prst="rect">
            <a:avLst/>
          </a:prstGeom>
          <a:solidFill>
            <a:srgbClr val="1D4ED8"/>
          </a:solidFill>
          <a:ln w="13097">
            <a:solidFill>
              <a:srgbClr val="172B4D"/>
            </a:solidFill>
          </a:ln>
        </p:spPr>
      </p:sp>
      <p:sp>
        <p:nvSpPr>
          <p:cNvPr id="61" name="object-61">
            <a:extLst>
              <a:ext uri="{FF2B5EF4-FFF2-40B4-BE49-F238E27FC236}">
                <a16:creationId xmlns:a16="http://schemas.microsoft.com/office/drawing/2014/main" id="{57FB35D9-D0E6-40FE-9548-00C0B22E7973}"/>
              </a:ext>
            </a:extLst>
          </p:cNvPr>
          <p:cNvSpPr>
            <a:spLocks noGrp="1"/>
          </p:cNvSpPr>
          <p:nvPr/>
        </p:nvSpPr>
        <p:spPr>
          <a:xfrm>
            <a:off x="4862513" y="2857500"/>
            <a:ext cx="34925" cy="547688"/>
          </a:xfrm>
          <a:prstGeom prst="rect">
            <a:avLst/>
          </a:prstGeom>
          <a:solidFill>
            <a:srgbClr val="1D4ED8"/>
          </a:solidFill>
          <a:ln w="13097">
            <a:solidFill>
              <a:srgbClr val="172B4D"/>
            </a:solidFill>
          </a:ln>
        </p:spPr>
      </p:sp>
      <p:sp>
        <p:nvSpPr>
          <p:cNvPr id="62" name="object-62">
            <a:extLst>
              <a:ext uri="{FF2B5EF4-FFF2-40B4-BE49-F238E27FC236}">
                <a16:creationId xmlns:a16="http://schemas.microsoft.com/office/drawing/2014/main" id="{36740DC8-A7D1-4AA5-A28A-0F310442CFFC}"/>
              </a:ext>
            </a:extLst>
          </p:cNvPr>
          <p:cNvSpPr>
            <a:spLocks noGrp="1"/>
          </p:cNvSpPr>
          <p:nvPr/>
        </p:nvSpPr>
        <p:spPr>
          <a:xfrm>
            <a:off x="4897438" y="2857500"/>
            <a:ext cx="34925" cy="547688"/>
          </a:xfrm>
          <a:prstGeom prst="rect">
            <a:avLst/>
          </a:prstGeom>
          <a:solidFill>
            <a:srgbClr val="1D4ED8"/>
          </a:solidFill>
          <a:ln w="13097">
            <a:solidFill>
              <a:srgbClr val="172B4D"/>
            </a:solidFill>
          </a:ln>
        </p:spPr>
      </p:sp>
      <p:sp>
        <p:nvSpPr>
          <p:cNvPr id="63" name="object-63">
            <a:extLst>
              <a:ext uri="{FF2B5EF4-FFF2-40B4-BE49-F238E27FC236}">
                <a16:creationId xmlns:a16="http://schemas.microsoft.com/office/drawing/2014/main" id="{365766AF-1463-40DF-9A93-1794DF173449}"/>
              </a:ext>
            </a:extLst>
          </p:cNvPr>
          <p:cNvSpPr>
            <a:spLocks noGrp="1"/>
          </p:cNvSpPr>
          <p:nvPr/>
        </p:nvSpPr>
        <p:spPr>
          <a:xfrm>
            <a:off x="4932362" y="2857500"/>
            <a:ext cx="34925" cy="547688"/>
          </a:xfrm>
          <a:prstGeom prst="rect">
            <a:avLst/>
          </a:prstGeom>
          <a:solidFill>
            <a:srgbClr val="1D4ED8"/>
          </a:solidFill>
          <a:ln w="13097">
            <a:solidFill>
              <a:srgbClr val="172B4D"/>
            </a:solidFill>
          </a:ln>
        </p:spPr>
      </p:sp>
      <p:sp>
        <p:nvSpPr>
          <p:cNvPr id="64" name="object-64">
            <a:extLst>
              <a:ext uri="{FF2B5EF4-FFF2-40B4-BE49-F238E27FC236}">
                <a16:creationId xmlns:a16="http://schemas.microsoft.com/office/drawing/2014/main" id="{C0F43027-035E-496E-81E8-F60426D522C8}"/>
              </a:ext>
            </a:extLst>
          </p:cNvPr>
          <p:cNvSpPr>
            <a:spLocks noGrp="1"/>
          </p:cNvSpPr>
          <p:nvPr/>
        </p:nvSpPr>
        <p:spPr>
          <a:xfrm>
            <a:off x="4967288" y="2857500"/>
            <a:ext cx="34925" cy="547688"/>
          </a:xfrm>
          <a:prstGeom prst="rect">
            <a:avLst/>
          </a:prstGeom>
          <a:solidFill>
            <a:srgbClr val="1D4ED8"/>
          </a:solidFill>
          <a:ln w="13097">
            <a:solidFill>
              <a:srgbClr val="172B4D"/>
            </a:solidFill>
          </a:ln>
        </p:spPr>
      </p:sp>
      <p:sp>
        <p:nvSpPr>
          <p:cNvPr id="65" name="object-65">
            <a:extLst>
              <a:ext uri="{FF2B5EF4-FFF2-40B4-BE49-F238E27FC236}">
                <a16:creationId xmlns:a16="http://schemas.microsoft.com/office/drawing/2014/main" id="{76D1E5C4-9325-449B-AC2C-72CE52623773}"/>
              </a:ext>
            </a:extLst>
          </p:cNvPr>
          <p:cNvSpPr>
            <a:spLocks noGrp="1"/>
          </p:cNvSpPr>
          <p:nvPr/>
        </p:nvSpPr>
        <p:spPr>
          <a:xfrm>
            <a:off x="5002213" y="2857500"/>
            <a:ext cx="34925" cy="547688"/>
          </a:xfrm>
          <a:prstGeom prst="rect">
            <a:avLst/>
          </a:prstGeom>
          <a:solidFill>
            <a:srgbClr val="1D4ED8"/>
          </a:solidFill>
          <a:ln w="13097">
            <a:solidFill>
              <a:srgbClr val="172B4D"/>
            </a:solidFill>
          </a:ln>
        </p:spPr>
      </p:sp>
      <p:sp>
        <p:nvSpPr>
          <p:cNvPr id="66" name="object-66">
            <a:extLst>
              <a:ext uri="{FF2B5EF4-FFF2-40B4-BE49-F238E27FC236}">
                <a16:creationId xmlns:a16="http://schemas.microsoft.com/office/drawing/2014/main" id="{32CAEDE0-2999-44DF-B29C-BB3C219FBF2A}"/>
              </a:ext>
            </a:extLst>
          </p:cNvPr>
          <p:cNvSpPr>
            <a:spLocks noGrp="1"/>
          </p:cNvSpPr>
          <p:nvPr/>
        </p:nvSpPr>
        <p:spPr>
          <a:xfrm>
            <a:off x="5037138" y="2857500"/>
            <a:ext cx="34925" cy="547688"/>
          </a:xfrm>
          <a:prstGeom prst="rect">
            <a:avLst/>
          </a:prstGeom>
          <a:solidFill>
            <a:srgbClr val="1D4ED8"/>
          </a:solidFill>
          <a:ln w="13097">
            <a:solidFill>
              <a:srgbClr val="172B4D"/>
            </a:solidFill>
          </a:ln>
        </p:spPr>
      </p:sp>
      <p:sp>
        <p:nvSpPr>
          <p:cNvPr id="67" name="object-67">
            <a:extLst>
              <a:ext uri="{FF2B5EF4-FFF2-40B4-BE49-F238E27FC236}">
                <a16:creationId xmlns:a16="http://schemas.microsoft.com/office/drawing/2014/main" id="{93F8BBC4-0A63-4E8D-BBC4-CF574AEC2B4D}"/>
              </a:ext>
            </a:extLst>
          </p:cNvPr>
          <p:cNvSpPr>
            <a:spLocks noGrp="1"/>
          </p:cNvSpPr>
          <p:nvPr/>
        </p:nvSpPr>
        <p:spPr>
          <a:xfrm>
            <a:off x="5072063" y="2857500"/>
            <a:ext cx="34925" cy="547688"/>
          </a:xfrm>
          <a:prstGeom prst="rect">
            <a:avLst/>
          </a:prstGeom>
          <a:solidFill>
            <a:srgbClr val="1D4ED8"/>
          </a:solidFill>
          <a:ln w="13097">
            <a:solidFill>
              <a:srgbClr val="172B4D"/>
            </a:solidFill>
          </a:ln>
        </p:spPr>
      </p:sp>
      <p:sp>
        <p:nvSpPr>
          <p:cNvPr id="68" name="object-68">
            <a:extLst>
              <a:ext uri="{FF2B5EF4-FFF2-40B4-BE49-F238E27FC236}">
                <a16:creationId xmlns:a16="http://schemas.microsoft.com/office/drawing/2014/main" id="{1E068AEC-5D9F-402A-AA35-29C2D40F4448}"/>
              </a:ext>
            </a:extLst>
          </p:cNvPr>
          <p:cNvSpPr>
            <a:spLocks noGrp="1"/>
          </p:cNvSpPr>
          <p:nvPr/>
        </p:nvSpPr>
        <p:spPr>
          <a:xfrm>
            <a:off x="5106988" y="2857500"/>
            <a:ext cx="34925" cy="547688"/>
          </a:xfrm>
          <a:prstGeom prst="rect">
            <a:avLst/>
          </a:prstGeom>
          <a:solidFill>
            <a:srgbClr val="1D4ED8"/>
          </a:solidFill>
          <a:ln w="13097">
            <a:solidFill>
              <a:srgbClr val="172B4D"/>
            </a:solidFill>
          </a:ln>
        </p:spPr>
      </p:sp>
      <p:sp>
        <p:nvSpPr>
          <p:cNvPr id="69" name="object-69">
            <a:extLst>
              <a:ext uri="{FF2B5EF4-FFF2-40B4-BE49-F238E27FC236}">
                <a16:creationId xmlns:a16="http://schemas.microsoft.com/office/drawing/2014/main" id="{BB09070D-4E60-4DF7-AD59-3FB8B63644F4}"/>
              </a:ext>
            </a:extLst>
          </p:cNvPr>
          <p:cNvSpPr>
            <a:spLocks noGrp="1"/>
          </p:cNvSpPr>
          <p:nvPr/>
        </p:nvSpPr>
        <p:spPr>
          <a:xfrm>
            <a:off x="5141913" y="2857500"/>
            <a:ext cx="34925" cy="547688"/>
          </a:xfrm>
          <a:prstGeom prst="rect">
            <a:avLst/>
          </a:prstGeom>
          <a:solidFill>
            <a:srgbClr val="1D4ED8"/>
          </a:solidFill>
          <a:ln w="13097">
            <a:solidFill>
              <a:srgbClr val="172B4D"/>
            </a:solidFill>
          </a:ln>
        </p:spPr>
      </p:sp>
      <p:sp>
        <p:nvSpPr>
          <p:cNvPr id="70" name="object-70">
            <a:extLst>
              <a:ext uri="{FF2B5EF4-FFF2-40B4-BE49-F238E27FC236}">
                <a16:creationId xmlns:a16="http://schemas.microsoft.com/office/drawing/2014/main" id="{E7A88429-B130-432C-B097-12BE692A62C4}"/>
              </a:ext>
            </a:extLst>
          </p:cNvPr>
          <p:cNvSpPr>
            <a:spLocks noGrp="1"/>
          </p:cNvSpPr>
          <p:nvPr/>
        </p:nvSpPr>
        <p:spPr>
          <a:xfrm>
            <a:off x="5176838" y="2857500"/>
            <a:ext cx="34925" cy="547688"/>
          </a:xfrm>
          <a:prstGeom prst="rect">
            <a:avLst/>
          </a:prstGeom>
          <a:solidFill>
            <a:srgbClr val="1D4ED8"/>
          </a:solidFill>
          <a:ln w="13097">
            <a:solidFill>
              <a:srgbClr val="172B4D"/>
            </a:solidFill>
          </a:ln>
        </p:spPr>
      </p:sp>
      <p:sp>
        <p:nvSpPr>
          <p:cNvPr id="71" name="object-71">
            <a:extLst>
              <a:ext uri="{FF2B5EF4-FFF2-40B4-BE49-F238E27FC236}">
                <a16:creationId xmlns:a16="http://schemas.microsoft.com/office/drawing/2014/main" id="{8D6C1779-F84F-499A-9F40-9BDF04DFD4E4}"/>
              </a:ext>
            </a:extLst>
          </p:cNvPr>
          <p:cNvSpPr>
            <a:spLocks noGrp="1"/>
          </p:cNvSpPr>
          <p:nvPr/>
        </p:nvSpPr>
        <p:spPr>
          <a:xfrm>
            <a:off x="5211763" y="2857500"/>
            <a:ext cx="34925" cy="547688"/>
          </a:xfrm>
          <a:prstGeom prst="rect">
            <a:avLst/>
          </a:prstGeom>
          <a:solidFill>
            <a:srgbClr val="1D4ED8"/>
          </a:solidFill>
          <a:ln w="13097">
            <a:solidFill>
              <a:srgbClr val="172B4D"/>
            </a:solidFill>
          </a:ln>
        </p:spPr>
      </p:sp>
      <p:sp>
        <p:nvSpPr>
          <p:cNvPr id="72" name="object-72">
            <a:extLst>
              <a:ext uri="{FF2B5EF4-FFF2-40B4-BE49-F238E27FC236}">
                <a16:creationId xmlns:a16="http://schemas.microsoft.com/office/drawing/2014/main" id="{567CFC51-6481-480D-8CCF-17B065417F13}"/>
              </a:ext>
            </a:extLst>
          </p:cNvPr>
          <p:cNvSpPr>
            <a:spLocks noGrp="1"/>
          </p:cNvSpPr>
          <p:nvPr/>
        </p:nvSpPr>
        <p:spPr>
          <a:xfrm>
            <a:off x="5246687" y="2857500"/>
            <a:ext cx="34925" cy="547688"/>
          </a:xfrm>
          <a:prstGeom prst="rect">
            <a:avLst/>
          </a:prstGeom>
          <a:solidFill>
            <a:srgbClr val="1D4ED8"/>
          </a:solidFill>
          <a:ln w="13097">
            <a:solidFill>
              <a:srgbClr val="172B4D"/>
            </a:solidFill>
          </a:ln>
        </p:spPr>
      </p:sp>
      <p:sp>
        <p:nvSpPr>
          <p:cNvPr id="73" name="object-73">
            <a:extLst>
              <a:ext uri="{FF2B5EF4-FFF2-40B4-BE49-F238E27FC236}">
                <a16:creationId xmlns:a16="http://schemas.microsoft.com/office/drawing/2014/main" id="{BD461333-1C8A-4A0A-B1D7-0FB7A277A549}"/>
              </a:ext>
            </a:extLst>
          </p:cNvPr>
          <p:cNvSpPr>
            <a:spLocks noGrp="1"/>
          </p:cNvSpPr>
          <p:nvPr/>
        </p:nvSpPr>
        <p:spPr>
          <a:xfrm>
            <a:off x="5281613" y="2857500"/>
            <a:ext cx="34925" cy="547688"/>
          </a:xfrm>
          <a:prstGeom prst="rect">
            <a:avLst/>
          </a:prstGeom>
          <a:solidFill>
            <a:srgbClr val="1D4ED8"/>
          </a:solidFill>
          <a:ln w="13097">
            <a:solidFill>
              <a:srgbClr val="172B4D"/>
            </a:solidFill>
          </a:ln>
        </p:spPr>
      </p:sp>
      <p:sp>
        <p:nvSpPr>
          <p:cNvPr id="74" name="object-74">
            <a:extLst>
              <a:ext uri="{FF2B5EF4-FFF2-40B4-BE49-F238E27FC236}">
                <a16:creationId xmlns:a16="http://schemas.microsoft.com/office/drawing/2014/main" id="{EA19725B-0132-4C45-B1F6-475E317BA9F8}"/>
              </a:ext>
            </a:extLst>
          </p:cNvPr>
          <p:cNvSpPr>
            <a:spLocks noGrp="1"/>
          </p:cNvSpPr>
          <p:nvPr/>
        </p:nvSpPr>
        <p:spPr>
          <a:xfrm>
            <a:off x="5316538" y="2857500"/>
            <a:ext cx="34925" cy="547688"/>
          </a:xfrm>
          <a:prstGeom prst="rect">
            <a:avLst/>
          </a:prstGeom>
          <a:solidFill>
            <a:srgbClr val="1D4ED8"/>
          </a:solidFill>
          <a:ln w="13097">
            <a:solidFill>
              <a:srgbClr val="172B4D"/>
            </a:solidFill>
          </a:ln>
        </p:spPr>
      </p:sp>
      <p:sp>
        <p:nvSpPr>
          <p:cNvPr id="75" name="object-75">
            <a:extLst>
              <a:ext uri="{FF2B5EF4-FFF2-40B4-BE49-F238E27FC236}">
                <a16:creationId xmlns:a16="http://schemas.microsoft.com/office/drawing/2014/main" id="{3D7BFAAF-2343-4E89-8DE3-419CEB551689}"/>
              </a:ext>
            </a:extLst>
          </p:cNvPr>
          <p:cNvSpPr>
            <a:spLocks noGrp="1"/>
          </p:cNvSpPr>
          <p:nvPr/>
        </p:nvSpPr>
        <p:spPr>
          <a:xfrm>
            <a:off x="5351463" y="2857500"/>
            <a:ext cx="34925" cy="547688"/>
          </a:xfrm>
          <a:prstGeom prst="rect">
            <a:avLst/>
          </a:prstGeom>
          <a:solidFill>
            <a:srgbClr val="1D4ED8"/>
          </a:solidFill>
          <a:ln w="13097">
            <a:solidFill>
              <a:srgbClr val="172B4D"/>
            </a:solidFill>
          </a:ln>
        </p:spPr>
      </p:sp>
      <p:sp>
        <p:nvSpPr>
          <p:cNvPr id="76" name="object-76">
            <a:extLst>
              <a:ext uri="{FF2B5EF4-FFF2-40B4-BE49-F238E27FC236}">
                <a16:creationId xmlns:a16="http://schemas.microsoft.com/office/drawing/2014/main" id="{20D6200C-A534-4AAE-A539-A2CF6D4F62D8}"/>
              </a:ext>
            </a:extLst>
          </p:cNvPr>
          <p:cNvSpPr>
            <a:spLocks noGrp="1"/>
          </p:cNvSpPr>
          <p:nvPr/>
        </p:nvSpPr>
        <p:spPr>
          <a:xfrm>
            <a:off x="5386388" y="2857500"/>
            <a:ext cx="34925" cy="547688"/>
          </a:xfrm>
          <a:prstGeom prst="rect">
            <a:avLst/>
          </a:prstGeom>
          <a:solidFill>
            <a:srgbClr val="1D4ED8"/>
          </a:solidFill>
          <a:ln w="13097">
            <a:solidFill>
              <a:srgbClr val="172B4D"/>
            </a:solidFill>
          </a:ln>
        </p:spPr>
      </p:sp>
      <p:sp>
        <p:nvSpPr>
          <p:cNvPr id="77" name="object-77">
            <a:extLst>
              <a:ext uri="{FF2B5EF4-FFF2-40B4-BE49-F238E27FC236}">
                <a16:creationId xmlns:a16="http://schemas.microsoft.com/office/drawing/2014/main" id="{29F85FA2-3344-4C56-84CB-8C382874DD23}"/>
              </a:ext>
            </a:extLst>
          </p:cNvPr>
          <p:cNvSpPr>
            <a:spLocks noGrp="1"/>
          </p:cNvSpPr>
          <p:nvPr/>
        </p:nvSpPr>
        <p:spPr>
          <a:xfrm>
            <a:off x="5421313" y="2857500"/>
            <a:ext cx="34925" cy="547688"/>
          </a:xfrm>
          <a:prstGeom prst="rect">
            <a:avLst/>
          </a:prstGeom>
          <a:solidFill>
            <a:srgbClr val="1D4ED8"/>
          </a:solidFill>
          <a:ln w="13097">
            <a:solidFill>
              <a:srgbClr val="172B4D"/>
            </a:solidFill>
          </a:ln>
        </p:spPr>
      </p:sp>
      <p:sp>
        <p:nvSpPr>
          <p:cNvPr id="78" name="object-78">
            <a:extLst>
              <a:ext uri="{FF2B5EF4-FFF2-40B4-BE49-F238E27FC236}">
                <a16:creationId xmlns:a16="http://schemas.microsoft.com/office/drawing/2014/main" id="{1BEDB1B6-C08E-41B9-84B4-FEF0DA580C47}"/>
              </a:ext>
            </a:extLst>
          </p:cNvPr>
          <p:cNvSpPr>
            <a:spLocks noGrp="1"/>
          </p:cNvSpPr>
          <p:nvPr/>
        </p:nvSpPr>
        <p:spPr>
          <a:xfrm>
            <a:off x="5456237" y="2857500"/>
            <a:ext cx="34925" cy="547688"/>
          </a:xfrm>
          <a:prstGeom prst="rect">
            <a:avLst/>
          </a:prstGeom>
          <a:solidFill>
            <a:srgbClr val="1D4ED8"/>
          </a:solidFill>
          <a:ln w="13097">
            <a:solidFill>
              <a:srgbClr val="172B4D"/>
            </a:solidFill>
          </a:ln>
        </p:spPr>
      </p:sp>
      <p:sp>
        <p:nvSpPr>
          <p:cNvPr id="79" name="object-79">
            <a:extLst>
              <a:ext uri="{FF2B5EF4-FFF2-40B4-BE49-F238E27FC236}">
                <a16:creationId xmlns:a16="http://schemas.microsoft.com/office/drawing/2014/main" id="{8AF86853-C440-4827-AFBE-EB7E75C18E36}"/>
              </a:ext>
            </a:extLst>
          </p:cNvPr>
          <p:cNvSpPr>
            <a:spLocks noGrp="1"/>
          </p:cNvSpPr>
          <p:nvPr/>
        </p:nvSpPr>
        <p:spPr>
          <a:xfrm>
            <a:off x="5491163" y="2857500"/>
            <a:ext cx="34925" cy="547688"/>
          </a:xfrm>
          <a:prstGeom prst="rect">
            <a:avLst/>
          </a:prstGeom>
          <a:solidFill>
            <a:srgbClr val="1D4ED8"/>
          </a:solidFill>
          <a:ln w="13097">
            <a:solidFill>
              <a:srgbClr val="172B4D"/>
            </a:solidFill>
          </a:ln>
        </p:spPr>
      </p:sp>
      <p:sp>
        <p:nvSpPr>
          <p:cNvPr id="80" name="object-80">
            <a:extLst>
              <a:ext uri="{FF2B5EF4-FFF2-40B4-BE49-F238E27FC236}">
                <a16:creationId xmlns:a16="http://schemas.microsoft.com/office/drawing/2014/main" id="{F3493022-9068-48AC-9FD6-F7C70F60F0EA}"/>
              </a:ext>
            </a:extLst>
          </p:cNvPr>
          <p:cNvSpPr>
            <a:spLocks noGrp="1"/>
          </p:cNvSpPr>
          <p:nvPr/>
        </p:nvSpPr>
        <p:spPr>
          <a:xfrm>
            <a:off x="5526088" y="2857500"/>
            <a:ext cx="34925" cy="547688"/>
          </a:xfrm>
          <a:prstGeom prst="rect">
            <a:avLst/>
          </a:prstGeom>
          <a:solidFill>
            <a:srgbClr val="1D4ED8"/>
          </a:solidFill>
          <a:ln w="13097">
            <a:solidFill>
              <a:srgbClr val="172B4D"/>
            </a:solidFill>
          </a:ln>
        </p:spPr>
      </p:sp>
      <p:sp>
        <p:nvSpPr>
          <p:cNvPr id="81" name="object-81">
            <a:extLst>
              <a:ext uri="{FF2B5EF4-FFF2-40B4-BE49-F238E27FC236}">
                <a16:creationId xmlns:a16="http://schemas.microsoft.com/office/drawing/2014/main" id="{FFBBD4E1-EC99-4CB4-95F8-22AB8560A173}"/>
              </a:ext>
            </a:extLst>
          </p:cNvPr>
          <p:cNvSpPr>
            <a:spLocks noGrp="1"/>
          </p:cNvSpPr>
          <p:nvPr/>
        </p:nvSpPr>
        <p:spPr>
          <a:xfrm>
            <a:off x="5561013" y="2857500"/>
            <a:ext cx="34925" cy="547688"/>
          </a:xfrm>
          <a:prstGeom prst="rect">
            <a:avLst/>
          </a:prstGeom>
          <a:solidFill>
            <a:srgbClr val="1D4ED8"/>
          </a:solidFill>
          <a:ln w="13097">
            <a:solidFill>
              <a:srgbClr val="172B4D"/>
            </a:solidFill>
          </a:ln>
        </p:spPr>
      </p:sp>
      <p:sp>
        <p:nvSpPr>
          <p:cNvPr id="82" name="object-82">
            <a:extLst>
              <a:ext uri="{FF2B5EF4-FFF2-40B4-BE49-F238E27FC236}">
                <a16:creationId xmlns:a16="http://schemas.microsoft.com/office/drawing/2014/main" id="{5C11B8BE-FF01-4E78-B3F0-653FFDCB66FA}"/>
              </a:ext>
            </a:extLst>
          </p:cNvPr>
          <p:cNvSpPr>
            <a:spLocks noGrp="1"/>
          </p:cNvSpPr>
          <p:nvPr/>
        </p:nvSpPr>
        <p:spPr>
          <a:xfrm>
            <a:off x="5595938" y="2857500"/>
            <a:ext cx="34925" cy="547688"/>
          </a:xfrm>
          <a:prstGeom prst="rect">
            <a:avLst/>
          </a:prstGeom>
          <a:solidFill>
            <a:srgbClr val="1D4ED8"/>
          </a:solidFill>
          <a:ln w="13097">
            <a:solidFill>
              <a:srgbClr val="172B4D"/>
            </a:solidFill>
          </a:ln>
        </p:spPr>
      </p:sp>
      <p:sp>
        <p:nvSpPr>
          <p:cNvPr id="83" name="object-83">
            <a:extLst>
              <a:ext uri="{FF2B5EF4-FFF2-40B4-BE49-F238E27FC236}">
                <a16:creationId xmlns:a16="http://schemas.microsoft.com/office/drawing/2014/main" id="{B3524AA2-72AF-46FA-8AE7-B0BC20C4B804}"/>
              </a:ext>
            </a:extLst>
          </p:cNvPr>
          <p:cNvSpPr>
            <a:spLocks noGrp="1"/>
          </p:cNvSpPr>
          <p:nvPr/>
        </p:nvSpPr>
        <p:spPr>
          <a:xfrm>
            <a:off x="5630863" y="2857500"/>
            <a:ext cx="34925" cy="547688"/>
          </a:xfrm>
          <a:prstGeom prst="rect">
            <a:avLst/>
          </a:prstGeom>
          <a:solidFill>
            <a:srgbClr val="1D4ED8"/>
          </a:solidFill>
          <a:ln w="13097">
            <a:solidFill>
              <a:srgbClr val="172B4D"/>
            </a:solidFill>
          </a:ln>
        </p:spPr>
      </p:sp>
      <p:sp>
        <p:nvSpPr>
          <p:cNvPr id="84" name="object-84">
            <a:extLst>
              <a:ext uri="{FF2B5EF4-FFF2-40B4-BE49-F238E27FC236}">
                <a16:creationId xmlns:a16="http://schemas.microsoft.com/office/drawing/2014/main" id="{6823ED7E-86C9-440D-9689-00EFB9E94C8D}"/>
              </a:ext>
            </a:extLst>
          </p:cNvPr>
          <p:cNvSpPr>
            <a:spLocks noGrp="1"/>
          </p:cNvSpPr>
          <p:nvPr/>
        </p:nvSpPr>
        <p:spPr>
          <a:xfrm>
            <a:off x="5665788" y="2857500"/>
            <a:ext cx="34925" cy="547688"/>
          </a:xfrm>
          <a:prstGeom prst="rect">
            <a:avLst/>
          </a:prstGeom>
          <a:solidFill>
            <a:srgbClr val="1D4ED8"/>
          </a:solidFill>
          <a:ln w="13097">
            <a:solidFill>
              <a:srgbClr val="172B4D"/>
            </a:solidFill>
          </a:ln>
        </p:spPr>
      </p:sp>
      <p:sp>
        <p:nvSpPr>
          <p:cNvPr id="85" name="object-85">
            <a:extLst>
              <a:ext uri="{FF2B5EF4-FFF2-40B4-BE49-F238E27FC236}">
                <a16:creationId xmlns:a16="http://schemas.microsoft.com/office/drawing/2014/main" id="{1148B93E-1514-4333-884A-E4B1829B5175}"/>
              </a:ext>
            </a:extLst>
          </p:cNvPr>
          <p:cNvSpPr>
            <a:spLocks noGrp="1"/>
          </p:cNvSpPr>
          <p:nvPr/>
        </p:nvSpPr>
        <p:spPr>
          <a:xfrm>
            <a:off x="5700713" y="2857500"/>
            <a:ext cx="34925" cy="547688"/>
          </a:xfrm>
          <a:prstGeom prst="rect">
            <a:avLst/>
          </a:prstGeom>
          <a:solidFill>
            <a:srgbClr val="1D4ED8"/>
          </a:solidFill>
          <a:ln w="13097">
            <a:solidFill>
              <a:srgbClr val="172B4D"/>
            </a:solidFill>
          </a:ln>
        </p:spPr>
      </p:sp>
      <p:sp>
        <p:nvSpPr>
          <p:cNvPr id="86" name="object-86">
            <a:extLst>
              <a:ext uri="{FF2B5EF4-FFF2-40B4-BE49-F238E27FC236}">
                <a16:creationId xmlns:a16="http://schemas.microsoft.com/office/drawing/2014/main" id="{8B0387D7-30F9-46D7-BEA8-A4186B130FCD}"/>
              </a:ext>
            </a:extLst>
          </p:cNvPr>
          <p:cNvSpPr>
            <a:spLocks noGrp="1"/>
          </p:cNvSpPr>
          <p:nvPr/>
        </p:nvSpPr>
        <p:spPr>
          <a:xfrm>
            <a:off x="5735638" y="2857500"/>
            <a:ext cx="34925" cy="547688"/>
          </a:xfrm>
          <a:prstGeom prst="rect">
            <a:avLst/>
          </a:prstGeom>
          <a:solidFill>
            <a:srgbClr val="1D4ED8"/>
          </a:solidFill>
          <a:ln w="13097">
            <a:solidFill>
              <a:srgbClr val="172B4D"/>
            </a:solidFill>
          </a:ln>
        </p:spPr>
      </p:sp>
      <p:sp>
        <p:nvSpPr>
          <p:cNvPr id="87" name="object-87">
            <a:extLst>
              <a:ext uri="{FF2B5EF4-FFF2-40B4-BE49-F238E27FC236}">
                <a16:creationId xmlns:a16="http://schemas.microsoft.com/office/drawing/2014/main" id="{6C03A870-9783-494B-BCED-343752602ADA}"/>
              </a:ext>
            </a:extLst>
          </p:cNvPr>
          <p:cNvSpPr>
            <a:spLocks noGrp="1"/>
          </p:cNvSpPr>
          <p:nvPr/>
        </p:nvSpPr>
        <p:spPr>
          <a:xfrm>
            <a:off x="5770562" y="2857500"/>
            <a:ext cx="34925" cy="547688"/>
          </a:xfrm>
          <a:prstGeom prst="rect">
            <a:avLst/>
          </a:prstGeom>
          <a:solidFill>
            <a:srgbClr val="1D4ED8"/>
          </a:solidFill>
          <a:ln w="13097">
            <a:solidFill>
              <a:srgbClr val="172B4D"/>
            </a:solidFill>
          </a:ln>
        </p:spPr>
      </p:sp>
      <p:sp>
        <p:nvSpPr>
          <p:cNvPr id="88" name="object-88">
            <a:extLst>
              <a:ext uri="{FF2B5EF4-FFF2-40B4-BE49-F238E27FC236}">
                <a16:creationId xmlns:a16="http://schemas.microsoft.com/office/drawing/2014/main" id="{4B785A5F-4851-47F0-94AB-CEE3D783731D}"/>
              </a:ext>
            </a:extLst>
          </p:cNvPr>
          <p:cNvSpPr>
            <a:spLocks noGrp="1"/>
          </p:cNvSpPr>
          <p:nvPr/>
        </p:nvSpPr>
        <p:spPr>
          <a:xfrm>
            <a:off x="5805488" y="2857500"/>
            <a:ext cx="34925" cy="547688"/>
          </a:xfrm>
          <a:prstGeom prst="rect">
            <a:avLst/>
          </a:prstGeom>
          <a:solidFill>
            <a:srgbClr val="1D4ED8"/>
          </a:solidFill>
          <a:ln w="13097">
            <a:solidFill>
              <a:srgbClr val="172B4D"/>
            </a:solidFill>
          </a:ln>
        </p:spPr>
      </p:sp>
      <p:sp>
        <p:nvSpPr>
          <p:cNvPr id="89" name="object-89">
            <a:extLst>
              <a:ext uri="{FF2B5EF4-FFF2-40B4-BE49-F238E27FC236}">
                <a16:creationId xmlns:a16="http://schemas.microsoft.com/office/drawing/2014/main" id="{DCE82075-CE19-4D07-9132-D4DD5488AB1C}"/>
              </a:ext>
            </a:extLst>
          </p:cNvPr>
          <p:cNvSpPr>
            <a:spLocks noGrp="1"/>
          </p:cNvSpPr>
          <p:nvPr/>
        </p:nvSpPr>
        <p:spPr>
          <a:xfrm>
            <a:off x="5840413" y="2857500"/>
            <a:ext cx="34925" cy="547688"/>
          </a:xfrm>
          <a:prstGeom prst="rect">
            <a:avLst/>
          </a:prstGeom>
          <a:solidFill>
            <a:srgbClr val="1D4ED8"/>
          </a:solidFill>
          <a:ln w="13097">
            <a:solidFill>
              <a:srgbClr val="172B4D"/>
            </a:solidFill>
          </a:ln>
        </p:spPr>
      </p:sp>
      <p:sp>
        <p:nvSpPr>
          <p:cNvPr id="90" name="object-90">
            <a:extLst>
              <a:ext uri="{FF2B5EF4-FFF2-40B4-BE49-F238E27FC236}">
                <a16:creationId xmlns:a16="http://schemas.microsoft.com/office/drawing/2014/main" id="{792C8888-72B3-4998-86B1-E87AEEF9969F}"/>
              </a:ext>
            </a:extLst>
          </p:cNvPr>
          <p:cNvSpPr>
            <a:spLocks noGrp="1"/>
          </p:cNvSpPr>
          <p:nvPr/>
        </p:nvSpPr>
        <p:spPr>
          <a:xfrm>
            <a:off x="5875338" y="2857500"/>
            <a:ext cx="34925" cy="547688"/>
          </a:xfrm>
          <a:prstGeom prst="rect">
            <a:avLst/>
          </a:prstGeom>
          <a:solidFill>
            <a:srgbClr val="1D4ED8"/>
          </a:solidFill>
          <a:ln w="13097">
            <a:solidFill>
              <a:srgbClr val="172B4D"/>
            </a:solidFill>
          </a:ln>
        </p:spPr>
      </p:sp>
      <p:sp>
        <p:nvSpPr>
          <p:cNvPr id="91" name="object-91">
            <a:extLst>
              <a:ext uri="{FF2B5EF4-FFF2-40B4-BE49-F238E27FC236}">
                <a16:creationId xmlns:a16="http://schemas.microsoft.com/office/drawing/2014/main" id="{8446DD4D-0955-4885-BD71-83BED5999397}"/>
              </a:ext>
            </a:extLst>
          </p:cNvPr>
          <p:cNvSpPr>
            <a:spLocks noGrp="1"/>
          </p:cNvSpPr>
          <p:nvPr/>
        </p:nvSpPr>
        <p:spPr>
          <a:xfrm>
            <a:off x="5910263" y="2857500"/>
            <a:ext cx="34925" cy="547688"/>
          </a:xfrm>
          <a:prstGeom prst="rect">
            <a:avLst/>
          </a:prstGeom>
          <a:solidFill>
            <a:srgbClr val="1D4ED8"/>
          </a:solidFill>
          <a:ln w="13097">
            <a:solidFill>
              <a:srgbClr val="172B4D"/>
            </a:solidFill>
          </a:ln>
        </p:spPr>
      </p:sp>
      <p:sp>
        <p:nvSpPr>
          <p:cNvPr id="92" name="object-92">
            <a:extLst>
              <a:ext uri="{FF2B5EF4-FFF2-40B4-BE49-F238E27FC236}">
                <a16:creationId xmlns:a16="http://schemas.microsoft.com/office/drawing/2014/main" id="{1B0A937D-37EB-4603-9554-F1C5402119F8}"/>
              </a:ext>
            </a:extLst>
          </p:cNvPr>
          <p:cNvSpPr>
            <a:spLocks noGrp="1"/>
          </p:cNvSpPr>
          <p:nvPr/>
        </p:nvSpPr>
        <p:spPr>
          <a:xfrm>
            <a:off x="5945188" y="2857500"/>
            <a:ext cx="34925" cy="547688"/>
          </a:xfrm>
          <a:prstGeom prst="rect">
            <a:avLst/>
          </a:prstGeom>
          <a:solidFill>
            <a:srgbClr val="1D4ED8"/>
          </a:solidFill>
          <a:ln w="13097">
            <a:solidFill>
              <a:srgbClr val="172B4D"/>
            </a:solidFill>
          </a:ln>
        </p:spPr>
      </p:sp>
      <p:sp>
        <p:nvSpPr>
          <p:cNvPr id="93" name="object-93">
            <a:extLst>
              <a:ext uri="{FF2B5EF4-FFF2-40B4-BE49-F238E27FC236}">
                <a16:creationId xmlns:a16="http://schemas.microsoft.com/office/drawing/2014/main" id="{F10A716F-18CD-4F55-A155-92CDA59CE163}"/>
              </a:ext>
            </a:extLst>
          </p:cNvPr>
          <p:cNvSpPr>
            <a:spLocks noGrp="1"/>
          </p:cNvSpPr>
          <p:nvPr/>
        </p:nvSpPr>
        <p:spPr>
          <a:xfrm>
            <a:off x="5980112" y="2857500"/>
            <a:ext cx="34925" cy="547688"/>
          </a:xfrm>
          <a:prstGeom prst="rect">
            <a:avLst/>
          </a:prstGeom>
          <a:solidFill>
            <a:srgbClr val="1D4ED8"/>
          </a:solidFill>
          <a:ln w="13097">
            <a:solidFill>
              <a:srgbClr val="172B4D"/>
            </a:solidFill>
          </a:ln>
        </p:spPr>
      </p:sp>
      <p:sp>
        <p:nvSpPr>
          <p:cNvPr id="94" name="object-94">
            <a:extLst>
              <a:ext uri="{FF2B5EF4-FFF2-40B4-BE49-F238E27FC236}">
                <a16:creationId xmlns:a16="http://schemas.microsoft.com/office/drawing/2014/main" id="{26684810-09F2-4E12-9467-3BAC046ACC42}"/>
              </a:ext>
            </a:extLst>
          </p:cNvPr>
          <p:cNvSpPr>
            <a:spLocks noGrp="1"/>
          </p:cNvSpPr>
          <p:nvPr/>
        </p:nvSpPr>
        <p:spPr>
          <a:xfrm>
            <a:off x="6015038" y="2857500"/>
            <a:ext cx="34925" cy="547688"/>
          </a:xfrm>
          <a:prstGeom prst="rect">
            <a:avLst/>
          </a:prstGeom>
          <a:solidFill>
            <a:srgbClr val="1D4ED8"/>
          </a:solidFill>
          <a:ln w="13097">
            <a:solidFill>
              <a:srgbClr val="172B4D"/>
            </a:solidFill>
          </a:ln>
        </p:spPr>
      </p:sp>
      <p:sp>
        <p:nvSpPr>
          <p:cNvPr id="95" name="object-95">
            <a:extLst>
              <a:ext uri="{FF2B5EF4-FFF2-40B4-BE49-F238E27FC236}">
                <a16:creationId xmlns:a16="http://schemas.microsoft.com/office/drawing/2014/main" id="{F6542633-445F-4FD6-972A-2855E588DD00}"/>
              </a:ext>
            </a:extLst>
          </p:cNvPr>
          <p:cNvSpPr>
            <a:spLocks noGrp="1"/>
          </p:cNvSpPr>
          <p:nvPr/>
        </p:nvSpPr>
        <p:spPr>
          <a:xfrm>
            <a:off x="6049963" y="2857500"/>
            <a:ext cx="34925" cy="547688"/>
          </a:xfrm>
          <a:prstGeom prst="rect">
            <a:avLst/>
          </a:prstGeom>
          <a:solidFill>
            <a:srgbClr val="1D4ED8"/>
          </a:solidFill>
          <a:ln w="13097">
            <a:solidFill>
              <a:srgbClr val="172B4D"/>
            </a:solidFill>
          </a:ln>
        </p:spPr>
      </p:sp>
      <p:sp>
        <p:nvSpPr>
          <p:cNvPr id="96" name="object-96">
            <a:extLst>
              <a:ext uri="{FF2B5EF4-FFF2-40B4-BE49-F238E27FC236}">
                <a16:creationId xmlns:a16="http://schemas.microsoft.com/office/drawing/2014/main" id="{3398FD48-9DA5-4738-A9C1-3DF9C1C1FC3F}"/>
              </a:ext>
            </a:extLst>
          </p:cNvPr>
          <p:cNvSpPr>
            <a:spLocks noGrp="1"/>
          </p:cNvSpPr>
          <p:nvPr/>
        </p:nvSpPr>
        <p:spPr>
          <a:xfrm>
            <a:off x="6084888" y="2857500"/>
            <a:ext cx="34925" cy="547688"/>
          </a:xfrm>
          <a:prstGeom prst="rect">
            <a:avLst/>
          </a:prstGeom>
          <a:solidFill>
            <a:srgbClr val="1D4ED8"/>
          </a:solidFill>
          <a:ln w="13097">
            <a:solidFill>
              <a:srgbClr val="172B4D"/>
            </a:solidFill>
          </a:ln>
        </p:spPr>
      </p:sp>
      <p:sp>
        <p:nvSpPr>
          <p:cNvPr id="97" name="object-97">
            <a:extLst>
              <a:ext uri="{FF2B5EF4-FFF2-40B4-BE49-F238E27FC236}">
                <a16:creationId xmlns:a16="http://schemas.microsoft.com/office/drawing/2014/main" id="{E3528519-9674-4D22-86A4-70D840A68457}"/>
              </a:ext>
            </a:extLst>
          </p:cNvPr>
          <p:cNvSpPr>
            <a:spLocks noGrp="1"/>
          </p:cNvSpPr>
          <p:nvPr/>
        </p:nvSpPr>
        <p:spPr>
          <a:xfrm>
            <a:off x="6119813" y="2857500"/>
            <a:ext cx="34925" cy="547688"/>
          </a:xfrm>
          <a:prstGeom prst="rect">
            <a:avLst/>
          </a:prstGeom>
          <a:solidFill>
            <a:srgbClr val="1D4ED8"/>
          </a:solidFill>
          <a:ln w="13097">
            <a:solidFill>
              <a:srgbClr val="172B4D"/>
            </a:solidFill>
          </a:ln>
        </p:spPr>
      </p:sp>
      <p:sp>
        <p:nvSpPr>
          <p:cNvPr id="98" name="object-98">
            <a:extLst>
              <a:ext uri="{FF2B5EF4-FFF2-40B4-BE49-F238E27FC236}">
                <a16:creationId xmlns:a16="http://schemas.microsoft.com/office/drawing/2014/main" id="{BBA7EC97-650D-42C4-8ED6-1C0C7C36F1FC}"/>
              </a:ext>
            </a:extLst>
          </p:cNvPr>
          <p:cNvSpPr>
            <a:spLocks noGrp="1"/>
          </p:cNvSpPr>
          <p:nvPr/>
        </p:nvSpPr>
        <p:spPr>
          <a:xfrm>
            <a:off x="6154738" y="2857500"/>
            <a:ext cx="34925" cy="547688"/>
          </a:xfrm>
          <a:prstGeom prst="rect">
            <a:avLst/>
          </a:prstGeom>
          <a:solidFill>
            <a:srgbClr val="1D4ED8"/>
          </a:solidFill>
          <a:ln w="13097">
            <a:solidFill>
              <a:srgbClr val="172B4D"/>
            </a:solidFill>
          </a:ln>
        </p:spPr>
      </p:sp>
      <p:sp>
        <p:nvSpPr>
          <p:cNvPr id="99" name="object-99">
            <a:extLst>
              <a:ext uri="{FF2B5EF4-FFF2-40B4-BE49-F238E27FC236}">
                <a16:creationId xmlns:a16="http://schemas.microsoft.com/office/drawing/2014/main" id="{80DA17CD-C7C0-4D33-9BE6-C58EA509E4E2}"/>
              </a:ext>
            </a:extLst>
          </p:cNvPr>
          <p:cNvSpPr>
            <a:spLocks noGrp="1"/>
          </p:cNvSpPr>
          <p:nvPr/>
        </p:nvSpPr>
        <p:spPr>
          <a:xfrm>
            <a:off x="6189663" y="2857500"/>
            <a:ext cx="34925" cy="547688"/>
          </a:xfrm>
          <a:prstGeom prst="rect">
            <a:avLst/>
          </a:prstGeom>
          <a:solidFill>
            <a:srgbClr val="1D4ED8"/>
          </a:solidFill>
          <a:ln w="13097">
            <a:solidFill>
              <a:srgbClr val="172B4D"/>
            </a:solidFill>
          </a:ln>
        </p:spPr>
      </p:sp>
      <p:sp>
        <p:nvSpPr>
          <p:cNvPr id="100" name="object-100">
            <a:extLst>
              <a:ext uri="{FF2B5EF4-FFF2-40B4-BE49-F238E27FC236}">
                <a16:creationId xmlns:a16="http://schemas.microsoft.com/office/drawing/2014/main" id="{CED5B2DB-DC7F-43B3-AC88-D2265258D3D0}"/>
              </a:ext>
            </a:extLst>
          </p:cNvPr>
          <p:cNvSpPr>
            <a:spLocks noGrp="1"/>
          </p:cNvSpPr>
          <p:nvPr/>
        </p:nvSpPr>
        <p:spPr>
          <a:xfrm>
            <a:off x="6224588" y="2857500"/>
            <a:ext cx="34925" cy="547688"/>
          </a:xfrm>
          <a:prstGeom prst="rect">
            <a:avLst/>
          </a:prstGeom>
          <a:solidFill>
            <a:srgbClr val="1D4ED8"/>
          </a:solidFill>
          <a:ln w="13097">
            <a:solidFill>
              <a:srgbClr val="172B4D"/>
            </a:solidFill>
          </a:ln>
        </p:spPr>
      </p:sp>
      <p:sp>
        <p:nvSpPr>
          <p:cNvPr id="101" name="object-101">
            <a:extLst>
              <a:ext uri="{FF2B5EF4-FFF2-40B4-BE49-F238E27FC236}">
                <a16:creationId xmlns:a16="http://schemas.microsoft.com/office/drawing/2014/main" id="{28199390-D3D1-4F55-A212-1ED103246BD3}"/>
              </a:ext>
            </a:extLst>
          </p:cNvPr>
          <p:cNvSpPr>
            <a:spLocks noGrp="1"/>
          </p:cNvSpPr>
          <p:nvPr/>
        </p:nvSpPr>
        <p:spPr>
          <a:xfrm>
            <a:off x="6259513" y="2857500"/>
            <a:ext cx="34925" cy="547688"/>
          </a:xfrm>
          <a:prstGeom prst="rect">
            <a:avLst/>
          </a:prstGeom>
          <a:solidFill>
            <a:srgbClr val="1D4ED8"/>
          </a:solidFill>
          <a:ln w="13097">
            <a:solidFill>
              <a:srgbClr val="172B4D"/>
            </a:solidFill>
          </a:ln>
        </p:spPr>
      </p:sp>
      <p:sp>
        <p:nvSpPr>
          <p:cNvPr id="102" name="object-102">
            <a:extLst>
              <a:ext uri="{FF2B5EF4-FFF2-40B4-BE49-F238E27FC236}">
                <a16:creationId xmlns:a16="http://schemas.microsoft.com/office/drawing/2014/main" id="{C262A2C0-259B-4A89-B565-33DFDA9574DF}"/>
              </a:ext>
            </a:extLst>
          </p:cNvPr>
          <p:cNvSpPr>
            <a:spLocks noGrp="1"/>
          </p:cNvSpPr>
          <p:nvPr/>
        </p:nvSpPr>
        <p:spPr>
          <a:xfrm>
            <a:off x="6294438" y="2857500"/>
            <a:ext cx="34925" cy="547688"/>
          </a:xfrm>
          <a:prstGeom prst="rect">
            <a:avLst/>
          </a:prstGeom>
          <a:solidFill>
            <a:srgbClr val="1D4ED8"/>
          </a:solidFill>
          <a:ln w="13097">
            <a:solidFill>
              <a:srgbClr val="172B4D"/>
            </a:solidFill>
          </a:ln>
        </p:spPr>
      </p:sp>
      <p:sp>
        <p:nvSpPr>
          <p:cNvPr id="103" name="object-103">
            <a:extLst>
              <a:ext uri="{FF2B5EF4-FFF2-40B4-BE49-F238E27FC236}">
                <a16:creationId xmlns:a16="http://schemas.microsoft.com/office/drawing/2014/main" id="{6742D472-8A0E-4DA9-B11B-6B258C675E0A}"/>
              </a:ext>
            </a:extLst>
          </p:cNvPr>
          <p:cNvSpPr>
            <a:spLocks noGrp="1"/>
          </p:cNvSpPr>
          <p:nvPr/>
        </p:nvSpPr>
        <p:spPr>
          <a:xfrm>
            <a:off x="6329363" y="2857500"/>
            <a:ext cx="34925" cy="547688"/>
          </a:xfrm>
          <a:prstGeom prst="rect">
            <a:avLst/>
          </a:prstGeom>
          <a:solidFill>
            <a:srgbClr val="1D4ED8"/>
          </a:solidFill>
          <a:ln w="13097">
            <a:solidFill>
              <a:srgbClr val="172B4D"/>
            </a:solidFill>
          </a:ln>
        </p:spPr>
      </p:sp>
      <p:sp>
        <p:nvSpPr>
          <p:cNvPr id="104" name="object-104">
            <a:extLst>
              <a:ext uri="{FF2B5EF4-FFF2-40B4-BE49-F238E27FC236}">
                <a16:creationId xmlns:a16="http://schemas.microsoft.com/office/drawing/2014/main" id="{E14DEAF1-D764-44A3-BADE-BE377D3AA8A0}"/>
              </a:ext>
            </a:extLst>
          </p:cNvPr>
          <p:cNvSpPr>
            <a:spLocks noGrp="1"/>
          </p:cNvSpPr>
          <p:nvPr/>
        </p:nvSpPr>
        <p:spPr>
          <a:xfrm>
            <a:off x="6364288" y="2857500"/>
            <a:ext cx="34925" cy="547688"/>
          </a:xfrm>
          <a:prstGeom prst="rect">
            <a:avLst/>
          </a:prstGeom>
          <a:solidFill>
            <a:srgbClr val="1D4ED8"/>
          </a:solidFill>
          <a:ln w="13097">
            <a:solidFill>
              <a:srgbClr val="172B4D"/>
            </a:solidFill>
          </a:ln>
        </p:spPr>
      </p:sp>
      <p:sp>
        <p:nvSpPr>
          <p:cNvPr id="105" name="object-105">
            <a:extLst>
              <a:ext uri="{FF2B5EF4-FFF2-40B4-BE49-F238E27FC236}">
                <a16:creationId xmlns:a16="http://schemas.microsoft.com/office/drawing/2014/main" id="{90853216-4B63-4C30-99AF-5DE3F4142727}"/>
              </a:ext>
            </a:extLst>
          </p:cNvPr>
          <p:cNvSpPr>
            <a:spLocks noGrp="1"/>
          </p:cNvSpPr>
          <p:nvPr/>
        </p:nvSpPr>
        <p:spPr>
          <a:xfrm>
            <a:off x="6399213" y="2857500"/>
            <a:ext cx="34925" cy="547688"/>
          </a:xfrm>
          <a:prstGeom prst="rect">
            <a:avLst/>
          </a:prstGeom>
          <a:solidFill>
            <a:srgbClr val="1D4ED8"/>
          </a:solidFill>
          <a:ln w="13097">
            <a:solidFill>
              <a:srgbClr val="172B4D"/>
            </a:solidFill>
          </a:ln>
        </p:spPr>
      </p:sp>
      <p:sp>
        <p:nvSpPr>
          <p:cNvPr id="106" name="object-106">
            <a:extLst>
              <a:ext uri="{FF2B5EF4-FFF2-40B4-BE49-F238E27FC236}">
                <a16:creationId xmlns:a16="http://schemas.microsoft.com/office/drawing/2014/main" id="{92526F3F-1ACE-454E-8C72-130888E69709}"/>
              </a:ext>
            </a:extLst>
          </p:cNvPr>
          <p:cNvSpPr>
            <a:spLocks noGrp="1"/>
          </p:cNvSpPr>
          <p:nvPr/>
        </p:nvSpPr>
        <p:spPr>
          <a:xfrm>
            <a:off x="6434138" y="2857500"/>
            <a:ext cx="34925" cy="547688"/>
          </a:xfrm>
          <a:prstGeom prst="rect">
            <a:avLst/>
          </a:prstGeom>
          <a:solidFill>
            <a:srgbClr val="1D4ED8"/>
          </a:solidFill>
          <a:ln w="13097">
            <a:solidFill>
              <a:srgbClr val="172B4D"/>
            </a:solidFill>
          </a:ln>
        </p:spPr>
      </p:sp>
      <p:sp>
        <p:nvSpPr>
          <p:cNvPr id="107" name="object-107">
            <a:extLst>
              <a:ext uri="{FF2B5EF4-FFF2-40B4-BE49-F238E27FC236}">
                <a16:creationId xmlns:a16="http://schemas.microsoft.com/office/drawing/2014/main" id="{56416B48-D50B-4621-9C36-2AFAE957EFA9}"/>
              </a:ext>
            </a:extLst>
          </p:cNvPr>
          <p:cNvSpPr>
            <a:spLocks noGrp="1"/>
          </p:cNvSpPr>
          <p:nvPr/>
        </p:nvSpPr>
        <p:spPr>
          <a:xfrm>
            <a:off x="6469062" y="2857500"/>
            <a:ext cx="34925" cy="547688"/>
          </a:xfrm>
          <a:prstGeom prst="rect">
            <a:avLst/>
          </a:prstGeom>
          <a:solidFill>
            <a:srgbClr val="1D4ED8"/>
          </a:solidFill>
          <a:ln w="13097">
            <a:solidFill>
              <a:srgbClr val="172B4D"/>
            </a:solidFill>
          </a:ln>
        </p:spPr>
      </p:sp>
      <p:sp>
        <p:nvSpPr>
          <p:cNvPr id="108" name="object-108">
            <a:extLst>
              <a:ext uri="{FF2B5EF4-FFF2-40B4-BE49-F238E27FC236}">
                <a16:creationId xmlns:a16="http://schemas.microsoft.com/office/drawing/2014/main" id="{7C136E7C-59C6-49D9-8DE2-05F86464D229}"/>
              </a:ext>
            </a:extLst>
          </p:cNvPr>
          <p:cNvSpPr>
            <a:spLocks noGrp="1"/>
          </p:cNvSpPr>
          <p:nvPr/>
        </p:nvSpPr>
        <p:spPr>
          <a:xfrm>
            <a:off x="6503987" y="2857500"/>
            <a:ext cx="34925" cy="547688"/>
          </a:xfrm>
          <a:prstGeom prst="rect">
            <a:avLst/>
          </a:prstGeom>
          <a:solidFill>
            <a:srgbClr val="1D4ED8"/>
          </a:solidFill>
          <a:ln w="13097">
            <a:solidFill>
              <a:srgbClr val="172B4D"/>
            </a:solidFill>
          </a:ln>
        </p:spPr>
      </p:sp>
      <p:sp>
        <p:nvSpPr>
          <p:cNvPr id="109" name="object-109">
            <a:extLst>
              <a:ext uri="{FF2B5EF4-FFF2-40B4-BE49-F238E27FC236}">
                <a16:creationId xmlns:a16="http://schemas.microsoft.com/office/drawing/2014/main" id="{383ADE54-09E1-4E8C-A4E0-F6277EC8969E}"/>
              </a:ext>
            </a:extLst>
          </p:cNvPr>
          <p:cNvSpPr>
            <a:spLocks noGrp="1"/>
          </p:cNvSpPr>
          <p:nvPr/>
        </p:nvSpPr>
        <p:spPr>
          <a:xfrm>
            <a:off x="6538913" y="2857500"/>
            <a:ext cx="34925" cy="547688"/>
          </a:xfrm>
          <a:prstGeom prst="rect">
            <a:avLst/>
          </a:prstGeom>
          <a:solidFill>
            <a:srgbClr val="1D4ED8"/>
          </a:solidFill>
          <a:ln w="13097">
            <a:solidFill>
              <a:srgbClr val="172B4D"/>
            </a:solidFill>
          </a:ln>
        </p:spPr>
      </p:sp>
      <p:sp>
        <p:nvSpPr>
          <p:cNvPr id="110" name="object-110">
            <a:extLst>
              <a:ext uri="{FF2B5EF4-FFF2-40B4-BE49-F238E27FC236}">
                <a16:creationId xmlns:a16="http://schemas.microsoft.com/office/drawing/2014/main" id="{51C19692-3A9B-4518-B319-850132522C3E}"/>
              </a:ext>
            </a:extLst>
          </p:cNvPr>
          <p:cNvSpPr>
            <a:spLocks noGrp="1"/>
          </p:cNvSpPr>
          <p:nvPr/>
        </p:nvSpPr>
        <p:spPr>
          <a:xfrm>
            <a:off x="6573838" y="2857500"/>
            <a:ext cx="34925" cy="547688"/>
          </a:xfrm>
          <a:prstGeom prst="rect">
            <a:avLst/>
          </a:prstGeom>
          <a:solidFill>
            <a:srgbClr val="1D4ED8"/>
          </a:solidFill>
          <a:ln w="13097">
            <a:solidFill>
              <a:srgbClr val="172B4D"/>
            </a:solidFill>
          </a:ln>
        </p:spPr>
      </p:sp>
      <p:sp>
        <p:nvSpPr>
          <p:cNvPr id="111" name="object-111">
            <a:extLst>
              <a:ext uri="{FF2B5EF4-FFF2-40B4-BE49-F238E27FC236}">
                <a16:creationId xmlns:a16="http://schemas.microsoft.com/office/drawing/2014/main" id="{991F3F75-EA38-425F-B17D-FB301FAB7326}"/>
              </a:ext>
            </a:extLst>
          </p:cNvPr>
          <p:cNvSpPr>
            <a:spLocks noGrp="1"/>
          </p:cNvSpPr>
          <p:nvPr/>
        </p:nvSpPr>
        <p:spPr>
          <a:xfrm>
            <a:off x="6608762" y="2857500"/>
            <a:ext cx="34925" cy="547688"/>
          </a:xfrm>
          <a:prstGeom prst="rect">
            <a:avLst/>
          </a:prstGeom>
          <a:solidFill>
            <a:srgbClr val="1D4ED8"/>
          </a:solidFill>
          <a:ln w="13097">
            <a:solidFill>
              <a:srgbClr val="172B4D"/>
            </a:solidFill>
          </a:ln>
        </p:spPr>
      </p:sp>
      <p:sp>
        <p:nvSpPr>
          <p:cNvPr id="112" name="object-112">
            <a:extLst>
              <a:ext uri="{FF2B5EF4-FFF2-40B4-BE49-F238E27FC236}">
                <a16:creationId xmlns:a16="http://schemas.microsoft.com/office/drawing/2014/main" id="{23A02A99-B28D-4A12-9348-EB0405224032}"/>
              </a:ext>
            </a:extLst>
          </p:cNvPr>
          <p:cNvSpPr>
            <a:spLocks noGrp="1"/>
          </p:cNvSpPr>
          <p:nvPr/>
        </p:nvSpPr>
        <p:spPr>
          <a:xfrm>
            <a:off x="6643688" y="2857500"/>
            <a:ext cx="34925" cy="547688"/>
          </a:xfrm>
          <a:prstGeom prst="rect">
            <a:avLst/>
          </a:prstGeom>
          <a:solidFill>
            <a:srgbClr val="1D4ED8"/>
          </a:solidFill>
          <a:ln w="13097">
            <a:solidFill>
              <a:srgbClr val="172B4D"/>
            </a:solidFill>
          </a:ln>
        </p:spPr>
      </p:sp>
      <p:sp>
        <p:nvSpPr>
          <p:cNvPr id="113" name="object-113">
            <a:extLst>
              <a:ext uri="{FF2B5EF4-FFF2-40B4-BE49-F238E27FC236}">
                <a16:creationId xmlns:a16="http://schemas.microsoft.com/office/drawing/2014/main" id="{5BFB6647-086E-4812-A343-DEE35B7C341E}"/>
              </a:ext>
            </a:extLst>
          </p:cNvPr>
          <p:cNvSpPr>
            <a:spLocks noGrp="1"/>
          </p:cNvSpPr>
          <p:nvPr/>
        </p:nvSpPr>
        <p:spPr>
          <a:xfrm>
            <a:off x="6678613" y="2857500"/>
            <a:ext cx="34925" cy="547688"/>
          </a:xfrm>
          <a:prstGeom prst="rect">
            <a:avLst/>
          </a:prstGeom>
          <a:solidFill>
            <a:srgbClr val="1D4ED8"/>
          </a:solidFill>
          <a:ln w="13097">
            <a:solidFill>
              <a:srgbClr val="172B4D"/>
            </a:solidFill>
          </a:ln>
        </p:spPr>
      </p:sp>
      <p:sp>
        <p:nvSpPr>
          <p:cNvPr id="114" name="object-114">
            <a:extLst>
              <a:ext uri="{FF2B5EF4-FFF2-40B4-BE49-F238E27FC236}">
                <a16:creationId xmlns:a16="http://schemas.microsoft.com/office/drawing/2014/main" id="{F38AB8EF-A30C-4EA4-AAC5-33CD2DEABBF8}"/>
              </a:ext>
            </a:extLst>
          </p:cNvPr>
          <p:cNvSpPr>
            <a:spLocks noGrp="1"/>
          </p:cNvSpPr>
          <p:nvPr/>
        </p:nvSpPr>
        <p:spPr>
          <a:xfrm>
            <a:off x="6713538" y="2857500"/>
            <a:ext cx="34925" cy="547688"/>
          </a:xfrm>
          <a:prstGeom prst="rect">
            <a:avLst/>
          </a:prstGeom>
          <a:solidFill>
            <a:srgbClr val="1D4ED8"/>
          </a:solidFill>
          <a:ln w="13097">
            <a:solidFill>
              <a:srgbClr val="172B4D"/>
            </a:solidFill>
          </a:ln>
        </p:spPr>
      </p:sp>
      <p:sp>
        <p:nvSpPr>
          <p:cNvPr id="115" name="object-115">
            <a:extLst>
              <a:ext uri="{FF2B5EF4-FFF2-40B4-BE49-F238E27FC236}">
                <a16:creationId xmlns:a16="http://schemas.microsoft.com/office/drawing/2014/main" id="{0A708F51-02A9-4A20-8A1B-9210C9C08D0C}"/>
              </a:ext>
            </a:extLst>
          </p:cNvPr>
          <p:cNvSpPr>
            <a:spLocks noGrp="1"/>
          </p:cNvSpPr>
          <p:nvPr/>
        </p:nvSpPr>
        <p:spPr>
          <a:xfrm>
            <a:off x="6748463" y="2857500"/>
            <a:ext cx="34925" cy="547688"/>
          </a:xfrm>
          <a:prstGeom prst="rect">
            <a:avLst/>
          </a:prstGeom>
          <a:solidFill>
            <a:srgbClr val="1D4ED8"/>
          </a:solidFill>
          <a:ln w="13097">
            <a:solidFill>
              <a:srgbClr val="172B4D"/>
            </a:solidFill>
          </a:ln>
        </p:spPr>
      </p:sp>
      <p:sp>
        <p:nvSpPr>
          <p:cNvPr id="116" name="object-116">
            <a:extLst>
              <a:ext uri="{FF2B5EF4-FFF2-40B4-BE49-F238E27FC236}">
                <a16:creationId xmlns:a16="http://schemas.microsoft.com/office/drawing/2014/main" id="{AB3DC3E8-74CF-4B65-8437-8AA167899921}"/>
              </a:ext>
            </a:extLst>
          </p:cNvPr>
          <p:cNvSpPr>
            <a:spLocks noGrp="1"/>
          </p:cNvSpPr>
          <p:nvPr/>
        </p:nvSpPr>
        <p:spPr>
          <a:xfrm>
            <a:off x="6783388" y="2857500"/>
            <a:ext cx="34925" cy="547688"/>
          </a:xfrm>
          <a:prstGeom prst="rect">
            <a:avLst/>
          </a:prstGeom>
          <a:solidFill>
            <a:srgbClr val="1D4ED8"/>
          </a:solidFill>
          <a:ln w="13097">
            <a:solidFill>
              <a:srgbClr val="172B4D"/>
            </a:solidFill>
          </a:ln>
        </p:spPr>
      </p:sp>
      <p:sp>
        <p:nvSpPr>
          <p:cNvPr id="117" name="object-117">
            <a:extLst>
              <a:ext uri="{FF2B5EF4-FFF2-40B4-BE49-F238E27FC236}">
                <a16:creationId xmlns:a16="http://schemas.microsoft.com/office/drawing/2014/main" id="{9FEB7D3C-964D-45C0-89D7-6835EB824D3E}"/>
              </a:ext>
            </a:extLst>
          </p:cNvPr>
          <p:cNvSpPr>
            <a:spLocks noGrp="1"/>
          </p:cNvSpPr>
          <p:nvPr/>
        </p:nvSpPr>
        <p:spPr>
          <a:xfrm>
            <a:off x="6818313" y="2857500"/>
            <a:ext cx="34925" cy="547688"/>
          </a:xfrm>
          <a:prstGeom prst="rect">
            <a:avLst/>
          </a:prstGeom>
          <a:solidFill>
            <a:srgbClr val="1D4ED8"/>
          </a:solidFill>
          <a:ln w="13097">
            <a:solidFill>
              <a:srgbClr val="172B4D"/>
            </a:solidFill>
          </a:ln>
        </p:spPr>
      </p:sp>
      <p:sp>
        <p:nvSpPr>
          <p:cNvPr id="118" name="object-118">
            <a:extLst>
              <a:ext uri="{FF2B5EF4-FFF2-40B4-BE49-F238E27FC236}">
                <a16:creationId xmlns:a16="http://schemas.microsoft.com/office/drawing/2014/main" id="{F7012F5C-9B54-4F3C-BF43-5290F4E6D451}"/>
              </a:ext>
            </a:extLst>
          </p:cNvPr>
          <p:cNvSpPr>
            <a:spLocks noGrp="1"/>
          </p:cNvSpPr>
          <p:nvPr/>
        </p:nvSpPr>
        <p:spPr>
          <a:xfrm>
            <a:off x="6853238" y="2857500"/>
            <a:ext cx="34925" cy="547688"/>
          </a:xfrm>
          <a:prstGeom prst="rect">
            <a:avLst/>
          </a:prstGeom>
          <a:solidFill>
            <a:srgbClr val="1D4ED8"/>
          </a:solidFill>
          <a:ln w="13097">
            <a:solidFill>
              <a:srgbClr val="172B4D"/>
            </a:solidFill>
          </a:ln>
        </p:spPr>
      </p:sp>
      <p:sp>
        <p:nvSpPr>
          <p:cNvPr id="119" name="object-119">
            <a:extLst>
              <a:ext uri="{FF2B5EF4-FFF2-40B4-BE49-F238E27FC236}">
                <a16:creationId xmlns:a16="http://schemas.microsoft.com/office/drawing/2014/main" id="{8B1DBC0A-3928-49A0-9F5A-FFE92B3B1751}"/>
              </a:ext>
            </a:extLst>
          </p:cNvPr>
          <p:cNvSpPr>
            <a:spLocks noGrp="1"/>
          </p:cNvSpPr>
          <p:nvPr/>
        </p:nvSpPr>
        <p:spPr>
          <a:xfrm>
            <a:off x="6888163" y="2857500"/>
            <a:ext cx="34925" cy="547688"/>
          </a:xfrm>
          <a:prstGeom prst="rect">
            <a:avLst/>
          </a:prstGeom>
          <a:solidFill>
            <a:srgbClr val="1D4ED8"/>
          </a:solidFill>
          <a:ln w="13097">
            <a:solidFill>
              <a:srgbClr val="172B4D"/>
            </a:solidFill>
          </a:ln>
        </p:spPr>
      </p:sp>
      <p:sp>
        <p:nvSpPr>
          <p:cNvPr id="120" name="object-120">
            <a:extLst>
              <a:ext uri="{FF2B5EF4-FFF2-40B4-BE49-F238E27FC236}">
                <a16:creationId xmlns:a16="http://schemas.microsoft.com/office/drawing/2014/main" id="{49CB0EBC-53E2-46EA-ABFD-5ECDAAAAFF40}"/>
              </a:ext>
            </a:extLst>
          </p:cNvPr>
          <p:cNvSpPr>
            <a:spLocks noGrp="1"/>
          </p:cNvSpPr>
          <p:nvPr/>
        </p:nvSpPr>
        <p:spPr>
          <a:xfrm>
            <a:off x="6923088" y="2857500"/>
            <a:ext cx="34925" cy="547688"/>
          </a:xfrm>
          <a:prstGeom prst="rect">
            <a:avLst/>
          </a:prstGeom>
          <a:solidFill>
            <a:srgbClr val="1D4ED8"/>
          </a:solidFill>
          <a:ln w="13097">
            <a:solidFill>
              <a:srgbClr val="172B4D"/>
            </a:solidFill>
          </a:ln>
        </p:spPr>
      </p:sp>
      <p:sp>
        <p:nvSpPr>
          <p:cNvPr id="121" name="object-121">
            <a:extLst>
              <a:ext uri="{FF2B5EF4-FFF2-40B4-BE49-F238E27FC236}">
                <a16:creationId xmlns:a16="http://schemas.microsoft.com/office/drawing/2014/main" id="{8C6753AA-EE65-4B6C-AABB-F19A5D9A4AFD}"/>
              </a:ext>
            </a:extLst>
          </p:cNvPr>
          <p:cNvSpPr>
            <a:spLocks noGrp="1"/>
          </p:cNvSpPr>
          <p:nvPr/>
        </p:nvSpPr>
        <p:spPr>
          <a:xfrm>
            <a:off x="6958013" y="2857500"/>
            <a:ext cx="34925" cy="547688"/>
          </a:xfrm>
          <a:prstGeom prst="rect">
            <a:avLst/>
          </a:prstGeom>
          <a:solidFill>
            <a:srgbClr val="1D4ED8"/>
          </a:solidFill>
          <a:ln w="13097">
            <a:solidFill>
              <a:srgbClr val="172B4D"/>
            </a:solidFill>
          </a:ln>
        </p:spPr>
      </p:sp>
      <p:sp>
        <p:nvSpPr>
          <p:cNvPr id="122" name="object-122">
            <a:extLst>
              <a:ext uri="{FF2B5EF4-FFF2-40B4-BE49-F238E27FC236}">
                <a16:creationId xmlns:a16="http://schemas.microsoft.com/office/drawing/2014/main" id="{1EB64916-B894-4798-A3D5-7B2250396F4A}"/>
              </a:ext>
            </a:extLst>
          </p:cNvPr>
          <p:cNvSpPr>
            <a:spLocks noGrp="1"/>
          </p:cNvSpPr>
          <p:nvPr/>
        </p:nvSpPr>
        <p:spPr>
          <a:xfrm>
            <a:off x="6992937" y="2857500"/>
            <a:ext cx="34925" cy="547688"/>
          </a:xfrm>
          <a:prstGeom prst="rect">
            <a:avLst/>
          </a:prstGeom>
          <a:solidFill>
            <a:srgbClr val="1D4ED8"/>
          </a:solidFill>
          <a:ln w="13097">
            <a:solidFill>
              <a:srgbClr val="172B4D"/>
            </a:solidFill>
          </a:ln>
        </p:spPr>
      </p:sp>
      <p:sp>
        <p:nvSpPr>
          <p:cNvPr id="123" name="object-123">
            <a:extLst>
              <a:ext uri="{FF2B5EF4-FFF2-40B4-BE49-F238E27FC236}">
                <a16:creationId xmlns:a16="http://schemas.microsoft.com/office/drawing/2014/main" id="{FD801186-5B89-4392-B5C9-4FD1502CDEB0}"/>
              </a:ext>
            </a:extLst>
          </p:cNvPr>
          <p:cNvSpPr>
            <a:spLocks noGrp="1"/>
          </p:cNvSpPr>
          <p:nvPr/>
        </p:nvSpPr>
        <p:spPr>
          <a:xfrm>
            <a:off x="7027862" y="2857500"/>
            <a:ext cx="34925" cy="547688"/>
          </a:xfrm>
          <a:prstGeom prst="rect">
            <a:avLst/>
          </a:prstGeom>
          <a:solidFill>
            <a:srgbClr val="1D4ED8"/>
          </a:solidFill>
          <a:ln w="13097">
            <a:solidFill>
              <a:srgbClr val="172B4D"/>
            </a:solidFill>
          </a:ln>
        </p:spPr>
      </p:sp>
      <p:sp>
        <p:nvSpPr>
          <p:cNvPr id="124" name="object-124">
            <a:extLst>
              <a:ext uri="{FF2B5EF4-FFF2-40B4-BE49-F238E27FC236}">
                <a16:creationId xmlns:a16="http://schemas.microsoft.com/office/drawing/2014/main" id="{45336FB1-DAD5-43C8-A66B-DD2E262902C9}"/>
              </a:ext>
            </a:extLst>
          </p:cNvPr>
          <p:cNvSpPr>
            <a:spLocks noGrp="1"/>
          </p:cNvSpPr>
          <p:nvPr/>
        </p:nvSpPr>
        <p:spPr>
          <a:xfrm>
            <a:off x="7062788" y="2857500"/>
            <a:ext cx="34925" cy="547688"/>
          </a:xfrm>
          <a:prstGeom prst="rect">
            <a:avLst/>
          </a:prstGeom>
          <a:solidFill>
            <a:srgbClr val="1D4ED8"/>
          </a:solidFill>
          <a:ln w="13097">
            <a:solidFill>
              <a:srgbClr val="172B4D"/>
            </a:solidFill>
          </a:ln>
        </p:spPr>
      </p:sp>
      <p:sp>
        <p:nvSpPr>
          <p:cNvPr id="125" name="object-125">
            <a:extLst>
              <a:ext uri="{FF2B5EF4-FFF2-40B4-BE49-F238E27FC236}">
                <a16:creationId xmlns:a16="http://schemas.microsoft.com/office/drawing/2014/main" id="{A444D7AE-58F4-4C6C-AEBC-55F75F54E8CB}"/>
              </a:ext>
            </a:extLst>
          </p:cNvPr>
          <p:cNvSpPr>
            <a:spLocks noGrp="1"/>
          </p:cNvSpPr>
          <p:nvPr/>
        </p:nvSpPr>
        <p:spPr>
          <a:xfrm>
            <a:off x="7097713" y="2857500"/>
            <a:ext cx="34925" cy="547688"/>
          </a:xfrm>
          <a:prstGeom prst="rect">
            <a:avLst/>
          </a:prstGeom>
          <a:solidFill>
            <a:srgbClr val="1D4ED8"/>
          </a:solidFill>
          <a:ln w="13097">
            <a:solidFill>
              <a:srgbClr val="172B4D"/>
            </a:solidFill>
          </a:ln>
        </p:spPr>
      </p:sp>
      <p:sp>
        <p:nvSpPr>
          <p:cNvPr id="126" name="object-126">
            <a:extLst>
              <a:ext uri="{FF2B5EF4-FFF2-40B4-BE49-F238E27FC236}">
                <a16:creationId xmlns:a16="http://schemas.microsoft.com/office/drawing/2014/main" id="{6D5FF103-815E-4D42-AE1E-6DBB262ED8CC}"/>
              </a:ext>
            </a:extLst>
          </p:cNvPr>
          <p:cNvSpPr>
            <a:spLocks noGrp="1"/>
          </p:cNvSpPr>
          <p:nvPr/>
        </p:nvSpPr>
        <p:spPr>
          <a:xfrm>
            <a:off x="7132637" y="2857500"/>
            <a:ext cx="34925" cy="547688"/>
          </a:xfrm>
          <a:prstGeom prst="rect">
            <a:avLst/>
          </a:prstGeom>
          <a:solidFill>
            <a:srgbClr val="1D4ED8"/>
          </a:solidFill>
          <a:ln w="13097">
            <a:solidFill>
              <a:srgbClr val="172B4D"/>
            </a:solidFill>
          </a:ln>
        </p:spPr>
      </p:sp>
      <p:sp>
        <p:nvSpPr>
          <p:cNvPr id="127" name="object-127">
            <a:extLst>
              <a:ext uri="{FF2B5EF4-FFF2-40B4-BE49-F238E27FC236}">
                <a16:creationId xmlns:a16="http://schemas.microsoft.com/office/drawing/2014/main" id="{BF91070B-1153-468A-8FD7-125A9E1AC3B0}"/>
              </a:ext>
            </a:extLst>
          </p:cNvPr>
          <p:cNvSpPr>
            <a:spLocks noGrp="1"/>
          </p:cNvSpPr>
          <p:nvPr/>
        </p:nvSpPr>
        <p:spPr>
          <a:xfrm>
            <a:off x="7167563" y="2857500"/>
            <a:ext cx="34925" cy="547688"/>
          </a:xfrm>
          <a:prstGeom prst="rect">
            <a:avLst/>
          </a:prstGeom>
          <a:solidFill>
            <a:srgbClr val="1D4ED8"/>
          </a:solidFill>
          <a:ln w="13097">
            <a:solidFill>
              <a:srgbClr val="172B4D"/>
            </a:solidFill>
          </a:ln>
        </p:spPr>
      </p:sp>
      <p:sp>
        <p:nvSpPr>
          <p:cNvPr id="128" name="object-128">
            <a:extLst>
              <a:ext uri="{FF2B5EF4-FFF2-40B4-BE49-F238E27FC236}">
                <a16:creationId xmlns:a16="http://schemas.microsoft.com/office/drawing/2014/main" id="{8FAE26A5-544E-42A9-BBF4-1E1F74412F87}"/>
              </a:ext>
            </a:extLst>
          </p:cNvPr>
          <p:cNvSpPr>
            <a:spLocks noGrp="1"/>
          </p:cNvSpPr>
          <p:nvPr/>
        </p:nvSpPr>
        <p:spPr>
          <a:xfrm>
            <a:off x="7202488" y="2857500"/>
            <a:ext cx="34925" cy="547688"/>
          </a:xfrm>
          <a:prstGeom prst="rect">
            <a:avLst/>
          </a:prstGeom>
          <a:solidFill>
            <a:srgbClr val="1D4ED8"/>
          </a:solidFill>
          <a:ln w="13097">
            <a:solidFill>
              <a:srgbClr val="172B4D"/>
            </a:solidFill>
          </a:ln>
        </p:spPr>
      </p:sp>
      <p:sp>
        <p:nvSpPr>
          <p:cNvPr id="129" name="object-129">
            <a:extLst>
              <a:ext uri="{FF2B5EF4-FFF2-40B4-BE49-F238E27FC236}">
                <a16:creationId xmlns:a16="http://schemas.microsoft.com/office/drawing/2014/main" id="{33D8197F-678A-4967-9908-35BCA4D377EA}"/>
              </a:ext>
            </a:extLst>
          </p:cNvPr>
          <p:cNvSpPr>
            <a:spLocks noGrp="1"/>
          </p:cNvSpPr>
          <p:nvPr/>
        </p:nvSpPr>
        <p:spPr>
          <a:xfrm>
            <a:off x="7237413" y="2857500"/>
            <a:ext cx="34925" cy="547688"/>
          </a:xfrm>
          <a:prstGeom prst="rect">
            <a:avLst/>
          </a:prstGeom>
          <a:solidFill>
            <a:srgbClr val="1D4ED8"/>
          </a:solidFill>
          <a:ln w="13097">
            <a:solidFill>
              <a:srgbClr val="172B4D"/>
            </a:solidFill>
          </a:ln>
        </p:spPr>
      </p:sp>
      <p:sp>
        <p:nvSpPr>
          <p:cNvPr id="130" name="object-130">
            <a:extLst>
              <a:ext uri="{FF2B5EF4-FFF2-40B4-BE49-F238E27FC236}">
                <a16:creationId xmlns:a16="http://schemas.microsoft.com/office/drawing/2014/main" id="{9D53CA09-0254-49AB-AF45-CA005C367FDF}"/>
              </a:ext>
            </a:extLst>
          </p:cNvPr>
          <p:cNvSpPr>
            <a:spLocks noGrp="1"/>
          </p:cNvSpPr>
          <p:nvPr/>
        </p:nvSpPr>
        <p:spPr>
          <a:xfrm>
            <a:off x="7272338" y="2857500"/>
            <a:ext cx="34925" cy="547688"/>
          </a:xfrm>
          <a:prstGeom prst="rect">
            <a:avLst/>
          </a:prstGeom>
          <a:solidFill>
            <a:srgbClr val="1D4ED8"/>
          </a:solidFill>
          <a:ln w="13097">
            <a:solidFill>
              <a:srgbClr val="172B4D"/>
            </a:solidFill>
          </a:ln>
        </p:spPr>
      </p:sp>
      <p:sp>
        <p:nvSpPr>
          <p:cNvPr id="131" name="object-131">
            <a:extLst>
              <a:ext uri="{FF2B5EF4-FFF2-40B4-BE49-F238E27FC236}">
                <a16:creationId xmlns:a16="http://schemas.microsoft.com/office/drawing/2014/main" id="{824CF563-6040-4931-BEB9-28F6A3F72C86}"/>
              </a:ext>
            </a:extLst>
          </p:cNvPr>
          <p:cNvSpPr>
            <a:spLocks noGrp="1"/>
          </p:cNvSpPr>
          <p:nvPr/>
        </p:nvSpPr>
        <p:spPr>
          <a:xfrm>
            <a:off x="7307263" y="2857500"/>
            <a:ext cx="34925" cy="547688"/>
          </a:xfrm>
          <a:prstGeom prst="rect">
            <a:avLst/>
          </a:prstGeom>
          <a:solidFill>
            <a:srgbClr val="1D4ED8"/>
          </a:solidFill>
          <a:ln w="13097">
            <a:solidFill>
              <a:srgbClr val="172B4D"/>
            </a:solidFill>
          </a:ln>
        </p:spPr>
      </p:sp>
      <p:sp>
        <p:nvSpPr>
          <p:cNvPr id="132" name="object-132">
            <a:extLst>
              <a:ext uri="{FF2B5EF4-FFF2-40B4-BE49-F238E27FC236}">
                <a16:creationId xmlns:a16="http://schemas.microsoft.com/office/drawing/2014/main" id="{6FDB4062-1DC6-41F7-BFD7-E16740DA6C7C}"/>
              </a:ext>
            </a:extLst>
          </p:cNvPr>
          <p:cNvSpPr>
            <a:spLocks noGrp="1"/>
          </p:cNvSpPr>
          <p:nvPr/>
        </p:nvSpPr>
        <p:spPr>
          <a:xfrm>
            <a:off x="7342188" y="2857500"/>
            <a:ext cx="34925" cy="547688"/>
          </a:xfrm>
          <a:prstGeom prst="rect">
            <a:avLst/>
          </a:prstGeom>
          <a:solidFill>
            <a:srgbClr val="1D4ED8"/>
          </a:solidFill>
          <a:ln w="13097">
            <a:solidFill>
              <a:srgbClr val="172B4D"/>
            </a:solidFill>
          </a:ln>
        </p:spPr>
      </p:sp>
      <p:sp>
        <p:nvSpPr>
          <p:cNvPr id="133" name="object-133">
            <a:extLst>
              <a:ext uri="{FF2B5EF4-FFF2-40B4-BE49-F238E27FC236}">
                <a16:creationId xmlns:a16="http://schemas.microsoft.com/office/drawing/2014/main" id="{BCA701D4-A5BC-47FD-A650-24C4F098E750}"/>
              </a:ext>
            </a:extLst>
          </p:cNvPr>
          <p:cNvSpPr>
            <a:spLocks noGrp="1"/>
          </p:cNvSpPr>
          <p:nvPr/>
        </p:nvSpPr>
        <p:spPr>
          <a:xfrm>
            <a:off x="7377113" y="2857500"/>
            <a:ext cx="34925" cy="547688"/>
          </a:xfrm>
          <a:prstGeom prst="rect">
            <a:avLst/>
          </a:prstGeom>
          <a:solidFill>
            <a:srgbClr val="1D4ED8"/>
          </a:solidFill>
          <a:ln w="13097">
            <a:solidFill>
              <a:srgbClr val="172B4D"/>
            </a:solidFill>
          </a:ln>
        </p:spPr>
      </p:sp>
      <p:sp>
        <p:nvSpPr>
          <p:cNvPr id="134" name="object-134">
            <a:extLst>
              <a:ext uri="{FF2B5EF4-FFF2-40B4-BE49-F238E27FC236}">
                <a16:creationId xmlns:a16="http://schemas.microsoft.com/office/drawing/2014/main" id="{4199CFA2-F68A-46BC-B371-C023418507E1}"/>
              </a:ext>
            </a:extLst>
          </p:cNvPr>
          <p:cNvSpPr>
            <a:spLocks noGrp="1"/>
          </p:cNvSpPr>
          <p:nvPr/>
        </p:nvSpPr>
        <p:spPr>
          <a:xfrm>
            <a:off x="7412038" y="2857500"/>
            <a:ext cx="34925" cy="547688"/>
          </a:xfrm>
          <a:prstGeom prst="rect">
            <a:avLst/>
          </a:prstGeom>
          <a:solidFill>
            <a:srgbClr val="1D4ED8"/>
          </a:solidFill>
          <a:ln w="13097">
            <a:solidFill>
              <a:srgbClr val="172B4D"/>
            </a:solidFill>
          </a:ln>
        </p:spPr>
      </p:sp>
      <p:sp>
        <p:nvSpPr>
          <p:cNvPr id="135" name="object-135">
            <a:extLst>
              <a:ext uri="{FF2B5EF4-FFF2-40B4-BE49-F238E27FC236}">
                <a16:creationId xmlns:a16="http://schemas.microsoft.com/office/drawing/2014/main" id="{A2C12C41-2166-4F2A-9D8B-99982EB06581}"/>
              </a:ext>
            </a:extLst>
          </p:cNvPr>
          <p:cNvSpPr>
            <a:spLocks noGrp="1"/>
          </p:cNvSpPr>
          <p:nvPr/>
        </p:nvSpPr>
        <p:spPr>
          <a:xfrm>
            <a:off x="7446963" y="2857500"/>
            <a:ext cx="34925" cy="547688"/>
          </a:xfrm>
          <a:prstGeom prst="rect">
            <a:avLst/>
          </a:prstGeom>
          <a:solidFill>
            <a:srgbClr val="1D4ED8"/>
          </a:solidFill>
          <a:ln w="13097">
            <a:solidFill>
              <a:srgbClr val="172B4D"/>
            </a:solidFill>
          </a:ln>
        </p:spPr>
      </p:sp>
      <p:sp>
        <p:nvSpPr>
          <p:cNvPr id="136" name="object-136">
            <a:extLst>
              <a:ext uri="{FF2B5EF4-FFF2-40B4-BE49-F238E27FC236}">
                <a16:creationId xmlns:a16="http://schemas.microsoft.com/office/drawing/2014/main" id="{5267582D-4EB6-46B1-8B54-480865DEE9CC}"/>
              </a:ext>
            </a:extLst>
          </p:cNvPr>
          <p:cNvSpPr>
            <a:spLocks noGrp="1"/>
          </p:cNvSpPr>
          <p:nvPr/>
        </p:nvSpPr>
        <p:spPr>
          <a:xfrm>
            <a:off x="7481888" y="2857500"/>
            <a:ext cx="34925" cy="547688"/>
          </a:xfrm>
          <a:prstGeom prst="rect">
            <a:avLst/>
          </a:prstGeom>
          <a:solidFill>
            <a:srgbClr val="1D4ED8"/>
          </a:solidFill>
          <a:ln w="13097">
            <a:solidFill>
              <a:srgbClr val="172B4D"/>
            </a:solidFill>
          </a:ln>
        </p:spPr>
      </p:sp>
      <p:sp>
        <p:nvSpPr>
          <p:cNvPr id="137" name="object-137">
            <a:extLst>
              <a:ext uri="{FF2B5EF4-FFF2-40B4-BE49-F238E27FC236}">
                <a16:creationId xmlns:a16="http://schemas.microsoft.com/office/drawing/2014/main" id="{48DDA36F-3747-4BC8-8C60-FCF127F5A9BD}"/>
              </a:ext>
            </a:extLst>
          </p:cNvPr>
          <p:cNvSpPr>
            <a:spLocks noGrp="1"/>
          </p:cNvSpPr>
          <p:nvPr/>
        </p:nvSpPr>
        <p:spPr>
          <a:xfrm>
            <a:off x="7516812" y="2857500"/>
            <a:ext cx="34925" cy="547688"/>
          </a:xfrm>
          <a:prstGeom prst="rect">
            <a:avLst/>
          </a:prstGeom>
          <a:solidFill>
            <a:srgbClr val="1D4ED8"/>
          </a:solidFill>
          <a:ln w="13097">
            <a:solidFill>
              <a:srgbClr val="172B4D"/>
            </a:solidFill>
          </a:ln>
        </p:spPr>
      </p:sp>
      <p:sp>
        <p:nvSpPr>
          <p:cNvPr id="138" name="object-138">
            <a:extLst>
              <a:ext uri="{FF2B5EF4-FFF2-40B4-BE49-F238E27FC236}">
                <a16:creationId xmlns:a16="http://schemas.microsoft.com/office/drawing/2014/main" id="{7D965F34-6F8E-4EA5-B940-F09719A02BB1}"/>
              </a:ext>
            </a:extLst>
          </p:cNvPr>
          <p:cNvSpPr>
            <a:spLocks noGrp="1"/>
          </p:cNvSpPr>
          <p:nvPr/>
        </p:nvSpPr>
        <p:spPr>
          <a:xfrm>
            <a:off x="7551737" y="2857500"/>
            <a:ext cx="34925" cy="547688"/>
          </a:xfrm>
          <a:prstGeom prst="rect">
            <a:avLst/>
          </a:prstGeom>
          <a:solidFill>
            <a:srgbClr val="1D4ED8"/>
          </a:solidFill>
          <a:ln w="13097">
            <a:solidFill>
              <a:srgbClr val="172B4D"/>
            </a:solidFill>
          </a:ln>
        </p:spPr>
      </p:sp>
      <p:sp>
        <p:nvSpPr>
          <p:cNvPr id="139" name="object-139">
            <a:extLst>
              <a:ext uri="{FF2B5EF4-FFF2-40B4-BE49-F238E27FC236}">
                <a16:creationId xmlns:a16="http://schemas.microsoft.com/office/drawing/2014/main" id="{8FDE074E-66DF-4F19-BC36-9D909CDFFCCC}"/>
              </a:ext>
            </a:extLst>
          </p:cNvPr>
          <p:cNvSpPr>
            <a:spLocks noGrp="1"/>
          </p:cNvSpPr>
          <p:nvPr/>
        </p:nvSpPr>
        <p:spPr>
          <a:xfrm>
            <a:off x="7586663" y="2857500"/>
            <a:ext cx="34925" cy="547688"/>
          </a:xfrm>
          <a:prstGeom prst="rect">
            <a:avLst/>
          </a:prstGeom>
          <a:solidFill>
            <a:srgbClr val="1D4ED8"/>
          </a:solidFill>
          <a:ln w="13097">
            <a:solidFill>
              <a:srgbClr val="172B4D"/>
            </a:solidFill>
          </a:ln>
        </p:spPr>
      </p:sp>
      <p:sp>
        <p:nvSpPr>
          <p:cNvPr id="140" name="object-140">
            <a:extLst>
              <a:ext uri="{FF2B5EF4-FFF2-40B4-BE49-F238E27FC236}">
                <a16:creationId xmlns:a16="http://schemas.microsoft.com/office/drawing/2014/main" id="{27168C1C-CD9C-4983-8B79-3F5439BF90D6}"/>
              </a:ext>
            </a:extLst>
          </p:cNvPr>
          <p:cNvSpPr>
            <a:spLocks noGrp="1"/>
          </p:cNvSpPr>
          <p:nvPr/>
        </p:nvSpPr>
        <p:spPr>
          <a:xfrm>
            <a:off x="7621588" y="2857500"/>
            <a:ext cx="34925" cy="547688"/>
          </a:xfrm>
          <a:prstGeom prst="rect">
            <a:avLst/>
          </a:prstGeom>
          <a:solidFill>
            <a:srgbClr val="1D4ED8"/>
          </a:solidFill>
          <a:ln w="13097">
            <a:solidFill>
              <a:srgbClr val="172B4D"/>
            </a:solidFill>
          </a:ln>
        </p:spPr>
      </p:sp>
      <p:sp>
        <p:nvSpPr>
          <p:cNvPr id="141" name="object-141">
            <a:extLst>
              <a:ext uri="{FF2B5EF4-FFF2-40B4-BE49-F238E27FC236}">
                <a16:creationId xmlns:a16="http://schemas.microsoft.com/office/drawing/2014/main" id="{3BA5B9E7-4333-494F-A0CF-FF57028E76AF}"/>
              </a:ext>
            </a:extLst>
          </p:cNvPr>
          <p:cNvSpPr>
            <a:spLocks noGrp="1"/>
          </p:cNvSpPr>
          <p:nvPr/>
        </p:nvSpPr>
        <p:spPr>
          <a:xfrm>
            <a:off x="7656512" y="2857500"/>
            <a:ext cx="34925" cy="547688"/>
          </a:xfrm>
          <a:prstGeom prst="rect">
            <a:avLst/>
          </a:prstGeom>
          <a:solidFill>
            <a:srgbClr val="1D4ED8"/>
          </a:solidFill>
          <a:ln w="13097">
            <a:solidFill>
              <a:srgbClr val="172B4D"/>
            </a:solidFill>
          </a:ln>
        </p:spPr>
      </p:sp>
      <p:sp>
        <p:nvSpPr>
          <p:cNvPr id="142" name="object-142">
            <a:extLst>
              <a:ext uri="{FF2B5EF4-FFF2-40B4-BE49-F238E27FC236}">
                <a16:creationId xmlns:a16="http://schemas.microsoft.com/office/drawing/2014/main" id="{CE294A24-A4A8-4687-A1A1-B698AB6B6523}"/>
              </a:ext>
            </a:extLst>
          </p:cNvPr>
          <p:cNvSpPr>
            <a:spLocks noGrp="1"/>
          </p:cNvSpPr>
          <p:nvPr/>
        </p:nvSpPr>
        <p:spPr>
          <a:xfrm>
            <a:off x="7691438" y="2857500"/>
            <a:ext cx="34925" cy="547688"/>
          </a:xfrm>
          <a:prstGeom prst="rect">
            <a:avLst/>
          </a:prstGeom>
          <a:solidFill>
            <a:srgbClr val="1D4ED8"/>
          </a:solidFill>
          <a:ln w="13097">
            <a:solidFill>
              <a:srgbClr val="172B4D"/>
            </a:solidFill>
          </a:ln>
        </p:spPr>
      </p:sp>
      <p:sp>
        <p:nvSpPr>
          <p:cNvPr id="143" name="object-143">
            <a:extLst>
              <a:ext uri="{FF2B5EF4-FFF2-40B4-BE49-F238E27FC236}">
                <a16:creationId xmlns:a16="http://schemas.microsoft.com/office/drawing/2014/main" id="{99692648-72F4-492B-A50A-092FA9F12475}"/>
              </a:ext>
            </a:extLst>
          </p:cNvPr>
          <p:cNvSpPr>
            <a:spLocks noGrp="1"/>
          </p:cNvSpPr>
          <p:nvPr/>
        </p:nvSpPr>
        <p:spPr>
          <a:xfrm>
            <a:off x="7726363" y="2857500"/>
            <a:ext cx="34925" cy="547688"/>
          </a:xfrm>
          <a:prstGeom prst="rect">
            <a:avLst/>
          </a:prstGeom>
          <a:solidFill>
            <a:srgbClr val="1D4ED8"/>
          </a:solidFill>
          <a:ln w="13097">
            <a:solidFill>
              <a:srgbClr val="172B4D"/>
            </a:solidFill>
          </a:ln>
        </p:spPr>
      </p:sp>
      <p:sp>
        <p:nvSpPr>
          <p:cNvPr id="144" name="object-144">
            <a:extLst>
              <a:ext uri="{FF2B5EF4-FFF2-40B4-BE49-F238E27FC236}">
                <a16:creationId xmlns:a16="http://schemas.microsoft.com/office/drawing/2014/main" id="{ED50986B-C5D0-443D-93CC-73A552F860CA}"/>
              </a:ext>
            </a:extLst>
          </p:cNvPr>
          <p:cNvSpPr>
            <a:spLocks noGrp="1"/>
          </p:cNvSpPr>
          <p:nvPr/>
        </p:nvSpPr>
        <p:spPr>
          <a:xfrm>
            <a:off x="7761288" y="2857500"/>
            <a:ext cx="34925" cy="547688"/>
          </a:xfrm>
          <a:prstGeom prst="rect">
            <a:avLst/>
          </a:prstGeom>
          <a:solidFill>
            <a:srgbClr val="1D4ED8"/>
          </a:solidFill>
          <a:ln w="13097">
            <a:solidFill>
              <a:srgbClr val="172B4D"/>
            </a:solidFill>
          </a:ln>
        </p:spPr>
      </p:sp>
      <p:sp>
        <p:nvSpPr>
          <p:cNvPr id="145" name="object-145">
            <a:extLst>
              <a:ext uri="{FF2B5EF4-FFF2-40B4-BE49-F238E27FC236}">
                <a16:creationId xmlns:a16="http://schemas.microsoft.com/office/drawing/2014/main" id="{CEF40FF2-6941-40AD-A5F9-548D1EF6E21D}"/>
              </a:ext>
            </a:extLst>
          </p:cNvPr>
          <p:cNvSpPr>
            <a:spLocks noGrp="1"/>
          </p:cNvSpPr>
          <p:nvPr/>
        </p:nvSpPr>
        <p:spPr>
          <a:xfrm>
            <a:off x="7796213" y="2857500"/>
            <a:ext cx="34925" cy="547688"/>
          </a:xfrm>
          <a:prstGeom prst="rect">
            <a:avLst/>
          </a:prstGeom>
          <a:solidFill>
            <a:srgbClr val="1D4ED8"/>
          </a:solidFill>
          <a:ln w="13097">
            <a:solidFill>
              <a:srgbClr val="172B4D"/>
            </a:solidFill>
          </a:ln>
        </p:spPr>
      </p:sp>
      <p:sp>
        <p:nvSpPr>
          <p:cNvPr id="146" name="object-146">
            <a:extLst>
              <a:ext uri="{FF2B5EF4-FFF2-40B4-BE49-F238E27FC236}">
                <a16:creationId xmlns:a16="http://schemas.microsoft.com/office/drawing/2014/main" id="{596C5777-95C9-4347-B1CA-FAC0CA0C3FA7}"/>
              </a:ext>
            </a:extLst>
          </p:cNvPr>
          <p:cNvSpPr>
            <a:spLocks noGrp="1"/>
          </p:cNvSpPr>
          <p:nvPr/>
        </p:nvSpPr>
        <p:spPr>
          <a:xfrm>
            <a:off x="7831138" y="2857500"/>
            <a:ext cx="34925" cy="547688"/>
          </a:xfrm>
          <a:prstGeom prst="rect">
            <a:avLst/>
          </a:prstGeom>
          <a:solidFill>
            <a:srgbClr val="1D4ED8"/>
          </a:solidFill>
          <a:ln w="13097">
            <a:solidFill>
              <a:srgbClr val="172B4D"/>
            </a:solidFill>
          </a:ln>
        </p:spPr>
      </p:sp>
      <p:sp>
        <p:nvSpPr>
          <p:cNvPr id="147" name="object-147">
            <a:extLst>
              <a:ext uri="{FF2B5EF4-FFF2-40B4-BE49-F238E27FC236}">
                <a16:creationId xmlns:a16="http://schemas.microsoft.com/office/drawing/2014/main" id="{13037EF4-6F7E-47FD-AFB6-619E7AB6DC80}"/>
              </a:ext>
            </a:extLst>
          </p:cNvPr>
          <p:cNvSpPr>
            <a:spLocks noGrp="1"/>
          </p:cNvSpPr>
          <p:nvPr/>
        </p:nvSpPr>
        <p:spPr>
          <a:xfrm>
            <a:off x="7866063" y="2857500"/>
            <a:ext cx="34925" cy="547688"/>
          </a:xfrm>
          <a:prstGeom prst="rect">
            <a:avLst/>
          </a:prstGeom>
          <a:solidFill>
            <a:srgbClr val="1D4ED8"/>
          </a:solidFill>
          <a:ln w="13097">
            <a:solidFill>
              <a:srgbClr val="172B4D"/>
            </a:solidFill>
          </a:ln>
        </p:spPr>
      </p:sp>
      <p:sp>
        <p:nvSpPr>
          <p:cNvPr id="148" name="object-148">
            <a:extLst>
              <a:ext uri="{FF2B5EF4-FFF2-40B4-BE49-F238E27FC236}">
                <a16:creationId xmlns:a16="http://schemas.microsoft.com/office/drawing/2014/main" id="{7476ADAD-DE15-41CD-83F3-9E3A7C2E6928}"/>
              </a:ext>
            </a:extLst>
          </p:cNvPr>
          <p:cNvSpPr>
            <a:spLocks noGrp="1"/>
          </p:cNvSpPr>
          <p:nvPr/>
        </p:nvSpPr>
        <p:spPr>
          <a:xfrm>
            <a:off x="7900988" y="2857500"/>
            <a:ext cx="34925" cy="547688"/>
          </a:xfrm>
          <a:prstGeom prst="rect">
            <a:avLst/>
          </a:prstGeom>
          <a:solidFill>
            <a:srgbClr val="1D4ED8"/>
          </a:solidFill>
          <a:ln w="13097">
            <a:solidFill>
              <a:srgbClr val="172B4D"/>
            </a:solidFill>
          </a:ln>
        </p:spPr>
      </p:sp>
      <p:sp>
        <p:nvSpPr>
          <p:cNvPr id="149" name="object-149">
            <a:extLst>
              <a:ext uri="{FF2B5EF4-FFF2-40B4-BE49-F238E27FC236}">
                <a16:creationId xmlns:a16="http://schemas.microsoft.com/office/drawing/2014/main" id="{65B29F2B-B4FD-46FB-8280-2384573C9980}"/>
              </a:ext>
            </a:extLst>
          </p:cNvPr>
          <p:cNvSpPr>
            <a:spLocks noGrp="1"/>
          </p:cNvSpPr>
          <p:nvPr/>
        </p:nvSpPr>
        <p:spPr>
          <a:xfrm>
            <a:off x="7935913" y="2857500"/>
            <a:ext cx="34925" cy="547688"/>
          </a:xfrm>
          <a:prstGeom prst="rect">
            <a:avLst/>
          </a:prstGeom>
          <a:solidFill>
            <a:srgbClr val="1D4ED8"/>
          </a:solidFill>
          <a:ln w="13097">
            <a:solidFill>
              <a:srgbClr val="172B4D"/>
            </a:solidFill>
          </a:ln>
        </p:spPr>
      </p:sp>
      <p:sp>
        <p:nvSpPr>
          <p:cNvPr id="150" name="object-150">
            <a:extLst>
              <a:ext uri="{FF2B5EF4-FFF2-40B4-BE49-F238E27FC236}">
                <a16:creationId xmlns:a16="http://schemas.microsoft.com/office/drawing/2014/main" id="{A7143F64-A097-49B1-80BE-6CD0357111F8}"/>
              </a:ext>
            </a:extLst>
          </p:cNvPr>
          <p:cNvSpPr>
            <a:spLocks noGrp="1"/>
          </p:cNvSpPr>
          <p:nvPr/>
        </p:nvSpPr>
        <p:spPr>
          <a:xfrm>
            <a:off x="7970838" y="2857500"/>
            <a:ext cx="34925" cy="547688"/>
          </a:xfrm>
          <a:prstGeom prst="rect">
            <a:avLst/>
          </a:prstGeom>
          <a:solidFill>
            <a:srgbClr val="1D4ED8"/>
          </a:solidFill>
          <a:ln w="13097">
            <a:solidFill>
              <a:srgbClr val="172B4D"/>
            </a:solidFill>
          </a:ln>
        </p:spPr>
      </p:sp>
      <p:sp>
        <p:nvSpPr>
          <p:cNvPr id="151" name="object-151">
            <a:extLst>
              <a:ext uri="{FF2B5EF4-FFF2-40B4-BE49-F238E27FC236}">
                <a16:creationId xmlns:a16="http://schemas.microsoft.com/office/drawing/2014/main" id="{44C3EA69-8AB1-462D-B785-85BDE3B554E7}"/>
              </a:ext>
            </a:extLst>
          </p:cNvPr>
          <p:cNvSpPr>
            <a:spLocks noGrp="1"/>
          </p:cNvSpPr>
          <p:nvPr/>
        </p:nvSpPr>
        <p:spPr>
          <a:xfrm>
            <a:off x="8005763" y="2857500"/>
            <a:ext cx="34925" cy="547688"/>
          </a:xfrm>
          <a:prstGeom prst="rect">
            <a:avLst/>
          </a:prstGeom>
          <a:solidFill>
            <a:srgbClr val="1D4ED8"/>
          </a:solidFill>
          <a:ln w="13097">
            <a:solidFill>
              <a:srgbClr val="172B4D"/>
            </a:solidFill>
          </a:ln>
        </p:spPr>
      </p:sp>
      <p:sp>
        <p:nvSpPr>
          <p:cNvPr id="152" name="object-152">
            <a:extLst>
              <a:ext uri="{FF2B5EF4-FFF2-40B4-BE49-F238E27FC236}">
                <a16:creationId xmlns:a16="http://schemas.microsoft.com/office/drawing/2014/main" id="{C2A3D4A6-8DFA-4379-A23F-0F9DCEFEEE6E}"/>
              </a:ext>
            </a:extLst>
          </p:cNvPr>
          <p:cNvSpPr>
            <a:spLocks noGrp="1"/>
          </p:cNvSpPr>
          <p:nvPr/>
        </p:nvSpPr>
        <p:spPr>
          <a:xfrm>
            <a:off x="8040687" y="2857500"/>
            <a:ext cx="34925" cy="547688"/>
          </a:xfrm>
          <a:prstGeom prst="rect">
            <a:avLst/>
          </a:prstGeom>
          <a:solidFill>
            <a:srgbClr val="1D4ED8"/>
          </a:solidFill>
          <a:ln w="13097">
            <a:solidFill>
              <a:srgbClr val="172B4D"/>
            </a:solidFill>
          </a:ln>
        </p:spPr>
      </p:sp>
      <p:sp>
        <p:nvSpPr>
          <p:cNvPr id="153" name="object-153">
            <a:extLst>
              <a:ext uri="{FF2B5EF4-FFF2-40B4-BE49-F238E27FC236}">
                <a16:creationId xmlns:a16="http://schemas.microsoft.com/office/drawing/2014/main" id="{9AE6E571-4891-4610-9BFD-272D2ABC8E36}"/>
              </a:ext>
            </a:extLst>
          </p:cNvPr>
          <p:cNvSpPr>
            <a:spLocks noGrp="1"/>
          </p:cNvSpPr>
          <p:nvPr/>
        </p:nvSpPr>
        <p:spPr>
          <a:xfrm>
            <a:off x="8075612" y="2857500"/>
            <a:ext cx="34925" cy="547688"/>
          </a:xfrm>
          <a:prstGeom prst="rect">
            <a:avLst/>
          </a:prstGeom>
          <a:solidFill>
            <a:srgbClr val="1D4ED8"/>
          </a:solidFill>
          <a:ln w="13097">
            <a:solidFill>
              <a:srgbClr val="172B4D"/>
            </a:solidFill>
          </a:ln>
        </p:spPr>
      </p:sp>
      <p:sp>
        <p:nvSpPr>
          <p:cNvPr id="154" name="object-154">
            <a:extLst>
              <a:ext uri="{FF2B5EF4-FFF2-40B4-BE49-F238E27FC236}">
                <a16:creationId xmlns:a16="http://schemas.microsoft.com/office/drawing/2014/main" id="{96C3AFCB-B48A-4F89-AEAC-1E767F339FE5}"/>
              </a:ext>
            </a:extLst>
          </p:cNvPr>
          <p:cNvSpPr>
            <a:spLocks noGrp="1"/>
          </p:cNvSpPr>
          <p:nvPr/>
        </p:nvSpPr>
        <p:spPr>
          <a:xfrm>
            <a:off x="8110538" y="2857500"/>
            <a:ext cx="34925" cy="547688"/>
          </a:xfrm>
          <a:prstGeom prst="rect">
            <a:avLst/>
          </a:prstGeom>
          <a:solidFill>
            <a:srgbClr val="1D4ED8"/>
          </a:solidFill>
          <a:ln w="13097">
            <a:solidFill>
              <a:srgbClr val="172B4D"/>
            </a:solidFill>
          </a:ln>
        </p:spPr>
      </p:sp>
      <p:sp>
        <p:nvSpPr>
          <p:cNvPr id="155" name="object-155">
            <a:extLst>
              <a:ext uri="{FF2B5EF4-FFF2-40B4-BE49-F238E27FC236}">
                <a16:creationId xmlns:a16="http://schemas.microsoft.com/office/drawing/2014/main" id="{B7CB94C7-1FB4-4AB6-A4CB-A113D71941E5}"/>
              </a:ext>
            </a:extLst>
          </p:cNvPr>
          <p:cNvSpPr>
            <a:spLocks noGrp="1"/>
          </p:cNvSpPr>
          <p:nvPr/>
        </p:nvSpPr>
        <p:spPr>
          <a:xfrm>
            <a:off x="8145463" y="2857500"/>
            <a:ext cx="34925" cy="547688"/>
          </a:xfrm>
          <a:prstGeom prst="rect">
            <a:avLst/>
          </a:prstGeom>
          <a:solidFill>
            <a:srgbClr val="1D4ED8"/>
          </a:solidFill>
          <a:ln w="13097">
            <a:solidFill>
              <a:srgbClr val="172B4D"/>
            </a:solidFill>
          </a:ln>
        </p:spPr>
      </p:sp>
      <p:sp>
        <p:nvSpPr>
          <p:cNvPr id="156" name="object-156">
            <a:extLst>
              <a:ext uri="{FF2B5EF4-FFF2-40B4-BE49-F238E27FC236}">
                <a16:creationId xmlns:a16="http://schemas.microsoft.com/office/drawing/2014/main" id="{D61CA259-1FA4-4582-8BE4-78720C356D4D}"/>
              </a:ext>
            </a:extLst>
          </p:cNvPr>
          <p:cNvSpPr>
            <a:spLocks noGrp="1"/>
          </p:cNvSpPr>
          <p:nvPr/>
        </p:nvSpPr>
        <p:spPr>
          <a:xfrm>
            <a:off x="8180387" y="2857500"/>
            <a:ext cx="34925" cy="547688"/>
          </a:xfrm>
          <a:prstGeom prst="rect">
            <a:avLst/>
          </a:prstGeom>
          <a:solidFill>
            <a:srgbClr val="1D4ED8"/>
          </a:solidFill>
          <a:ln w="13097">
            <a:solidFill>
              <a:srgbClr val="172B4D"/>
            </a:solidFill>
          </a:ln>
        </p:spPr>
      </p:sp>
      <p:sp>
        <p:nvSpPr>
          <p:cNvPr id="157" name="object-157">
            <a:extLst>
              <a:ext uri="{FF2B5EF4-FFF2-40B4-BE49-F238E27FC236}">
                <a16:creationId xmlns:a16="http://schemas.microsoft.com/office/drawing/2014/main" id="{6EBAA1CD-D4C1-403A-BBD7-5D7559A96A3A}"/>
              </a:ext>
            </a:extLst>
          </p:cNvPr>
          <p:cNvSpPr>
            <a:spLocks noGrp="1"/>
          </p:cNvSpPr>
          <p:nvPr/>
        </p:nvSpPr>
        <p:spPr>
          <a:xfrm>
            <a:off x="8215313" y="2857500"/>
            <a:ext cx="34925" cy="547688"/>
          </a:xfrm>
          <a:prstGeom prst="rect">
            <a:avLst/>
          </a:prstGeom>
          <a:solidFill>
            <a:srgbClr val="1D4ED8"/>
          </a:solidFill>
          <a:ln w="13097">
            <a:solidFill>
              <a:srgbClr val="172B4D"/>
            </a:solidFill>
          </a:ln>
        </p:spPr>
      </p:sp>
      <p:sp>
        <p:nvSpPr>
          <p:cNvPr id="158" name="object-158">
            <a:extLst>
              <a:ext uri="{FF2B5EF4-FFF2-40B4-BE49-F238E27FC236}">
                <a16:creationId xmlns:a16="http://schemas.microsoft.com/office/drawing/2014/main" id="{4A788738-4E6C-46B4-ADFF-1153898B1A5A}"/>
              </a:ext>
            </a:extLst>
          </p:cNvPr>
          <p:cNvSpPr>
            <a:spLocks noGrp="1"/>
          </p:cNvSpPr>
          <p:nvPr/>
        </p:nvSpPr>
        <p:spPr>
          <a:xfrm>
            <a:off x="8250238" y="2857500"/>
            <a:ext cx="34925" cy="547688"/>
          </a:xfrm>
          <a:prstGeom prst="rect">
            <a:avLst/>
          </a:prstGeom>
          <a:solidFill>
            <a:srgbClr val="1D4ED8"/>
          </a:solidFill>
          <a:ln w="13097">
            <a:solidFill>
              <a:srgbClr val="172B4D"/>
            </a:solidFill>
          </a:ln>
        </p:spPr>
      </p:sp>
      <p:sp>
        <p:nvSpPr>
          <p:cNvPr id="159" name="object-159">
            <a:extLst>
              <a:ext uri="{FF2B5EF4-FFF2-40B4-BE49-F238E27FC236}">
                <a16:creationId xmlns:a16="http://schemas.microsoft.com/office/drawing/2014/main" id="{AC1C53F0-1BAF-436B-B02F-5B4BC5CF53CB}"/>
              </a:ext>
            </a:extLst>
          </p:cNvPr>
          <p:cNvSpPr>
            <a:spLocks noGrp="1"/>
          </p:cNvSpPr>
          <p:nvPr/>
        </p:nvSpPr>
        <p:spPr>
          <a:xfrm>
            <a:off x="8285163" y="2857500"/>
            <a:ext cx="34925" cy="547688"/>
          </a:xfrm>
          <a:prstGeom prst="rect">
            <a:avLst/>
          </a:prstGeom>
          <a:solidFill>
            <a:srgbClr val="1D4ED8"/>
          </a:solidFill>
          <a:ln w="13097">
            <a:solidFill>
              <a:srgbClr val="172B4D"/>
            </a:solidFill>
          </a:ln>
        </p:spPr>
      </p:sp>
      <p:sp>
        <p:nvSpPr>
          <p:cNvPr id="160" name="object-160">
            <a:extLst>
              <a:ext uri="{FF2B5EF4-FFF2-40B4-BE49-F238E27FC236}">
                <a16:creationId xmlns:a16="http://schemas.microsoft.com/office/drawing/2014/main" id="{765AACBB-E574-467D-B8D2-7EE77E42B2ED}"/>
              </a:ext>
            </a:extLst>
          </p:cNvPr>
          <p:cNvSpPr>
            <a:spLocks noGrp="1"/>
          </p:cNvSpPr>
          <p:nvPr/>
        </p:nvSpPr>
        <p:spPr>
          <a:xfrm>
            <a:off x="8320088" y="2857500"/>
            <a:ext cx="34925" cy="547688"/>
          </a:xfrm>
          <a:prstGeom prst="rect">
            <a:avLst/>
          </a:prstGeom>
          <a:solidFill>
            <a:srgbClr val="1D4ED8"/>
          </a:solidFill>
          <a:ln w="13097">
            <a:solidFill>
              <a:srgbClr val="172B4D"/>
            </a:solidFill>
          </a:ln>
        </p:spPr>
      </p:sp>
      <p:sp>
        <p:nvSpPr>
          <p:cNvPr id="161" name="object-161">
            <a:extLst>
              <a:ext uri="{FF2B5EF4-FFF2-40B4-BE49-F238E27FC236}">
                <a16:creationId xmlns:a16="http://schemas.microsoft.com/office/drawing/2014/main" id="{89332D39-3BB4-4813-9625-2CD889A01B50}"/>
              </a:ext>
            </a:extLst>
          </p:cNvPr>
          <p:cNvSpPr>
            <a:spLocks noGrp="1"/>
          </p:cNvSpPr>
          <p:nvPr/>
        </p:nvSpPr>
        <p:spPr>
          <a:xfrm>
            <a:off x="8355013" y="2857500"/>
            <a:ext cx="34925" cy="547688"/>
          </a:xfrm>
          <a:prstGeom prst="rect">
            <a:avLst/>
          </a:prstGeom>
          <a:solidFill>
            <a:srgbClr val="1D4ED8"/>
          </a:solidFill>
          <a:ln w="13097">
            <a:solidFill>
              <a:srgbClr val="172B4D"/>
            </a:solidFill>
          </a:ln>
        </p:spPr>
      </p:sp>
      <p:sp>
        <p:nvSpPr>
          <p:cNvPr id="162" name="object-162">
            <a:extLst>
              <a:ext uri="{FF2B5EF4-FFF2-40B4-BE49-F238E27FC236}">
                <a16:creationId xmlns:a16="http://schemas.microsoft.com/office/drawing/2014/main" id="{05326BA5-CC6F-4763-ACA5-6DB3B79FD065}"/>
              </a:ext>
            </a:extLst>
          </p:cNvPr>
          <p:cNvSpPr>
            <a:spLocks noGrp="1"/>
          </p:cNvSpPr>
          <p:nvPr/>
        </p:nvSpPr>
        <p:spPr>
          <a:xfrm>
            <a:off x="8389938" y="2857500"/>
            <a:ext cx="34925" cy="547688"/>
          </a:xfrm>
          <a:prstGeom prst="rect">
            <a:avLst/>
          </a:prstGeom>
          <a:solidFill>
            <a:srgbClr val="1D4ED8"/>
          </a:solidFill>
          <a:ln w="13097">
            <a:solidFill>
              <a:srgbClr val="172B4D"/>
            </a:solidFill>
          </a:ln>
        </p:spPr>
      </p:sp>
      <p:sp>
        <p:nvSpPr>
          <p:cNvPr id="163" name="object-163">
            <a:extLst>
              <a:ext uri="{FF2B5EF4-FFF2-40B4-BE49-F238E27FC236}">
                <a16:creationId xmlns:a16="http://schemas.microsoft.com/office/drawing/2014/main" id="{E235F85E-AEDA-4034-8F87-3A4B86D41C2C}"/>
              </a:ext>
            </a:extLst>
          </p:cNvPr>
          <p:cNvSpPr>
            <a:spLocks noGrp="1"/>
          </p:cNvSpPr>
          <p:nvPr/>
        </p:nvSpPr>
        <p:spPr>
          <a:xfrm>
            <a:off x="8424863" y="2857500"/>
            <a:ext cx="34925" cy="547688"/>
          </a:xfrm>
          <a:prstGeom prst="rect">
            <a:avLst/>
          </a:prstGeom>
          <a:solidFill>
            <a:srgbClr val="1D4ED8"/>
          </a:solidFill>
          <a:ln w="13097">
            <a:solidFill>
              <a:srgbClr val="172B4D"/>
            </a:solidFill>
          </a:ln>
        </p:spPr>
      </p:sp>
      <p:sp>
        <p:nvSpPr>
          <p:cNvPr id="164" name="object-164">
            <a:extLst>
              <a:ext uri="{FF2B5EF4-FFF2-40B4-BE49-F238E27FC236}">
                <a16:creationId xmlns:a16="http://schemas.microsoft.com/office/drawing/2014/main" id="{2B2FC9CE-B04D-4B84-988F-0651FB847F9E}"/>
              </a:ext>
            </a:extLst>
          </p:cNvPr>
          <p:cNvSpPr>
            <a:spLocks noGrp="1"/>
          </p:cNvSpPr>
          <p:nvPr/>
        </p:nvSpPr>
        <p:spPr>
          <a:xfrm>
            <a:off x="8459788" y="2857500"/>
            <a:ext cx="34925" cy="547688"/>
          </a:xfrm>
          <a:prstGeom prst="rect">
            <a:avLst/>
          </a:prstGeom>
          <a:solidFill>
            <a:srgbClr val="1D4ED8"/>
          </a:solidFill>
          <a:ln w="13097">
            <a:solidFill>
              <a:srgbClr val="172B4D"/>
            </a:solidFill>
          </a:ln>
        </p:spPr>
      </p:sp>
      <p:sp>
        <p:nvSpPr>
          <p:cNvPr id="165" name="object-165">
            <a:extLst>
              <a:ext uri="{FF2B5EF4-FFF2-40B4-BE49-F238E27FC236}">
                <a16:creationId xmlns:a16="http://schemas.microsoft.com/office/drawing/2014/main" id="{92B27C9A-9943-4A27-8F5B-0D48A976EBF7}"/>
              </a:ext>
            </a:extLst>
          </p:cNvPr>
          <p:cNvSpPr>
            <a:spLocks noGrp="1"/>
          </p:cNvSpPr>
          <p:nvPr/>
        </p:nvSpPr>
        <p:spPr>
          <a:xfrm>
            <a:off x="8494713" y="2857500"/>
            <a:ext cx="34925" cy="547688"/>
          </a:xfrm>
          <a:prstGeom prst="rect">
            <a:avLst/>
          </a:prstGeom>
          <a:solidFill>
            <a:srgbClr val="1D4ED8"/>
          </a:solidFill>
          <a:ln w="13097">
            <a:solidFill>
              <a:srgbClr val="172B4D"/>
            </a:solidFill>
          </a:ln>
        </p:spPr>
      </p:sp>
      <p:sp>
        <p:nvSpPr>
          <p:cNvPr id="166" name="object-166">
            <a:extLst>
              <a:ext uri="{FF2B5EF4-FFF2-40B4-BE49-F238E27FC236}">
                <a16:creationId xmlns:a16="http://schemas.microsoft.com/office/drawing/2014/main" id="{0FBEE416-BBF6-4F23-97B6-379C60530D4F}"/>
              </a:ext>
            </a:extLst>
          </p:cNvPr>
          <p:cNvSpPr>
            <a:spLocks noGrp="1"/>
          </p:cNvSpPr>
          <p:nvPr/>
        </p:nvSpPr>
        <p:spPr>
          <a:xfrm>
            <a:off x="8529638" y="2857500"/>
            <a:ext cx="34925" cy="547688"/>
          </a:xfrm>
          <a:prstGeom prst="rect">
            <a:avLst/>
          </a:prstGeom>
          <a:solidFill>
            <a:srgbClr val="1D4ED8"/>
          </a:solidFill>
          <a:ln w="13097">
            <a:solidFill>
              <a:srgbClr val="172B4D"/>
            </a:solidFill>
          </a:ln>
        </p:spPr>
      </p:sp>
      <p:sp>
        <p:nvSpPr>
          <p:cNvPr id="167" name="object-167">
            <a:extLst>
              <a:ext uri="{FF2B5EF4-FFF2-40B4-BE49-F238E27FC236}">
                <a16:creationId xmlns:a16="http://schemas.microsoft.com/office/drawing/2014/main" id="{9A3FCA0E-2BAA-4D58-B0B7-F049215A4D3A}"/>
              </a:ext>
            </a:extLst>
          </p:cNvPr>
          <p:cNvSpPr>
            <a:spLocks noGrp="1"/>
          </p:cNvSpPr>
          <p:nvPr/>
        </p:nvSpPr>
        <p:spPr>
          <a:xfrm>
            <a:off x="8564562" y="2857500"/>
            <a:ext cx="34925" cy="547688"/>
          </a:xfrm>
          <a:prstGeom prst="rect">
            <a:avLst/>
          </a:prstGeom>
          <a:solidFill>
            <a:srgbClr val="1D4ED8"/>
          </a:solidFill>
          <a:ln w="13097">
            <a:solidFill>
              <a:srgbClr val="172B4D"/>
            </a:solidFill>
          </a:ln>
        </p:spPr>
      </p:sp>
      <p:sp>
        <p:nvSpPr>
          <p:cNvPr id="168" name="object-168">
            <a:extLst>
              <a:ext uri="{FF2B5EF4-FFF2-40B4-BE49-F238E27FC236}">
                <a16:creationId xmlns:a16="http://schemas.microsoft.com/office/drawing/2014/main" id="{1236CEF5-919D-4D45-A453-A6D8A65059FC}"/>
              </a:ext>
            </a:extLst>
          </p:cNvPr>
          <p:cNvSpPr>
            <a:spLocks noGrp="1"/>
          </p:cNvSpPr>
          <p:nvPr/>
        </p:nvSpPr>
        <p:spPr>
          <a:xfrm>
            <a:off x="8599488" y="2857500"/>
            <a:ext cx="34925" cy="547688"/>
          </a:xfrm>
          <a:prstGeom prst="rect">
            <a:avLst/>
          </a:prstGeom>
          <a:solidFill>
            <a:srgbClr val="1D4ED8"/>
          </a:solidFill>
          <a:ln w="13097">
            <a:solidFill>
              <a:srgbClr val="172B4D"/>
            </a:solidFill>
          </a:ln>
        </p:spPr>
      </p:sp>
      <p:sp>
        <p:nvSpPr>
          <p:cNvPr id="169" name="object-169">
            <a:extLst>
              <a:ext uri="{FF2B5EF4-FFF2-40B4-BE49-F238E27FC236}">
                <a16:creationId xmlns:a16="http://schemas.microsoft.com/office/drawing/2014/main" id="{247FDF02-B911-4B78-9460-085605D9E7C2}"/>
              </a:ext>
            </a:extLst>
          </p:cNvPr>
          <p:cNvSpPr>
            <a:spLocks noGrp="1"/>
          </p:cNvSpPr>
          <p:nvPr/>
        </p:nvSpPr>
        <p:spPr>
          <a:xfrm>
            <a:off x="8634413" y="2857500"/>
            <a:ext cx="34925" cy="547688"/>
          </a:xfrm>
          <a:prstGeom prst="rect">
            <a:avLst/>
          </a:prstGeom>
          <a:solidFill>
            <a:srgbClr val="1D4ED8"/>
          </a:solidFill>
          <a:ln w="13097">
            <a:solidFill>
              <a:srgbClr val="172B4D"/>
            </a:solidFill>
          </a:ln>
        </p:spPr>
      </p:sp>
      <p:sp>
        <p:nvSpPr>
          <p:cNvPr id="170" name="object-170">
            <a:extLst>
              <a:ext uri="{FF2B5EF4-FFF2-40B4-BE49-F238E27FC236}">
                <a16:creationId xmlns:a16="http://schemas.microsoft.com/office/drawing/2014/main" id="{B9E7375E-BD72-4099-A859-69AA9180B2CD}"/>
              </a:ext>
            </a:extLst>
          </p:cNvPr>
          <p:cNvSpPr>
            <a:spLocks noGrp="1"/>
          </p:cNvSpPr>
          <p:nvPr/>
        </p:nvSpPr>
        <p:spPr>
          <a:xfrm>
            <a:off x="8669338" y="2857500"/>
            <a:ext cx="34925" cy="547688"/>
          </a:xfrm>
          <a:prstGeom prst="rect">
            <a:avLst/>
          </a:prstGeom>
          <a:solidFill>
            <a:srgbClr val="1D4ED8"/>
          </a:solidFill>
          <a:ln w="13097">
            <a:solidFill>
              <a:srgbClr val="172B4D"/>
            </a:solidFill>
          </a:ln>
        </p:spPr>
      </p:sp>
      <p:sp>
        <p:nvSpPr>
          <p:cNvPr id="171" name="object-171">
            <a:extLst>
              <a:ext uri="{FF2B5EF4-FFF2-40B4-BE49-F238E27FC236}">
                <a16:creationId xmlns:a16="http://schemas.microsoft.com/office/drawing/2014/main" id="{D5354575-1B9E-4113-9A07-A404E5E86B0F}"/>
              </a:ext>
            </a:extLst>
          </p:cNvPr>
          <p:cNvSpPr>
            <a:spLocks noGrp="1"/>
          </p:cNvSpPr>
          <p:nvPr/>
        </p:nvSpPr>
        <p:spPr>
          <a:xfrm>
            <a:off x="8704263" y="2857500"/>
            <a:ext cx="34925" cy="547688"/>
          </a:xfrm>
          <a:prstGeom prst="rect">
            <a:avLst/>
          </a:prstGeom>
          <a:solidFill>
            <a:srgbClr val="1D4ED8"/>
          </a:solidFill>
          <a:ln w="13097">
            <a:solidFill>
              <a:srgbClr val="172B4D"/>
            </a:solidFill>
          </a:ln>
        </p:spPr>
      </p:sp>
      <p:sp>
        <p:nvSpPr>
          <p:cNvPr id="172" name="object-172">
            <a:extLst>
              <a:ext uri="{FF2B5EF4-FFF2-40B4-BE49-F238E27FC236}">
                <a16:creationId xmlns:a16="http://schemas.microsoft.com/office/drawing/2014/main" id="{E6ED5A68-E4EB-4117-BE98-DF9F6DE3ED88}"/>
              </a:ext>
            </a:extLst>
          </p:cNvPr>
          <p:cNvSpPr>
            <a:spLocks noGrp="1"/>
          </p:cNvSpPr>
          <p:nvPr/>
        </p:nvSpPr>
        <p:spPr>
          <a:xfrm>
            <a:off x="8739188" y="2857500"/>
            <a:ext cx="34925" cy="547688"/>
          </a:xfrm>
          <a:prstGeom prst="rect">
            <a:avLst/>
          </a:prstGeom>
          <a:solidFill>
            <a:srgbClr val="1D4ED8"/>
          </a:solidFill>
          <a:ln w="13097">
            <a:solidFill>
              <a:srgbClr val="172B4D"/>
            </a:solidFill>
          </a:ln>
        </p:spPr>
      </p:sp>
      <p:sp>
        <p:nvSpPr>
          <p:cNvPr id="173" name="object-173">
            <a:extLst>
              <a:ext uri="{FF2B5EF4-FFF2-40B4-BE49-F238E27FC236}">
                <a16:creationId xmlns:a16="http://schemas.microsoft.com/office/drawing/2014/main" id="{FE93B25F-5191-47B1-99D9-E77BA7A0E1C4}"/>
              </a:ext>
            </a:extLst>
          </p:cNvPr>
          <p:cNvSpPr>
            <a:spLocks noGrp="1"/>
          </p:cNvSpPr>
          <p:nvPr/>
        </p:nvSpPr>
        <p:spPr>
          <a:xfrm>
            <a:off x="8774113" y="2857500"/>
            <a:ext cx="34925" cy="547688"/>
          </a:xfrm>
          <a:prstGeom prst="rect">
            <a:avLst/>
          </a:prstGeom>
          <a:solidFill>
            <a:srgbClr val="1D4ED8"/>
          </a:solidFill>
          <a:ln w="13097">
            <a:solidFill>
              <a:srgbClr val="172B4D"/>
            </a:solidFill>
          </a:ln>
        </p:spPr>
      </p:sp>
      <p:sp>
        <p:nvSpPr>
          <p:cNvPr id="174" name="object-174">
            <a:extLst>
              <a:ext uri="{FF2B5EF4-FFF2-40B4-BE49-F238E27FC236}">
                <a16:creationId xmlns:a16="http://schemas.microsoft.com/office/drawing/2014/main" id="{CE6DB002-E13E-436C-9DE9-EF03DCF27F7D}"/>
              </a:ext>
            </a:extLst>
          </p:cNvPr>
          <p:cNvSpPr>
            <a:spLocks noGrp="1"/>
          </p:cNvSpPr>
          <p:nvPr/>
        </p:nvSpPr>
        <p:spPr>
          <a:xfrm>
            <a:off x="8809038" y="2857500"/>
            <a:ext cx="34925" cy="547688"/>
          </a:xfrm>
          <a:prstGeom prst="rect">
            <a:avLst/>
          </a:prstGeom>
          <a:solidFill>
            <a:srgbClr val="1D4ED8"/>
          </a:solidFill>
          <a:ln w="13097">
            <a:solidFill>
              <a:srgbClr val="172B4D"/>
            </a:solidFill>
          </a:ln>
        </p:spPr>
      </p:sp>
      <p:sp>
        <p:nvSpPr>
          <p:cNvPr id="175" name="object-175">
            <a:extLst>
              <a:ext uri="{FF2B5EF4-FFF2-40B4-BE49-F238E27FC236}">
                <a16:creationId xmlns:a16="http://schemas.microsoft.com/office/drawing/2014/main" id="{50ECDC78-28DF-45AB-A034-E7E69406FA59}"/>
              </a:ext>
            </a:extLst>
          </p:cNvPr>
          <p:cNvSpPr>
            <a:spLocks noGrp="1"/>
          </p:cNvSpPr>
          <p:nvPr/>
        </p:nvSpPr>
        <p:spPr>
          <a:xfrm>
            <a:off x="8843963" y="2857500"/>
            <a:ext cx="34925" cy="547688"/>
          </a:xfrm>
          <a:prstGeom prst="rect">
            <a:avLst/>
          </a:prstGeom>
          <a:solidFill>
            <a:srgbClr val="1D4ED8"/>
          </a:solidFill>
          <a:ln w="13097">
            <a:solidFill>
              <a:srgbClr val="172B4D"/>
            </a:solidFill>
          </a:ln>
        </p:spPr>
      </p:sp>
      <p:sp>
        <p:nvSpPr>
          <p:cNvPr id="176" name="object-176">
            <a:extLst>
              <a:ext uri="{FF2B5EF4-FFF2-40B4-BE49-F238E27FC236}">
                <a16:creationId xmlns:a16="http://schemas.microsoft.com/office/drawing/2014/main" id="{C586CB9F-408F-420C-9CF4-4B47242B8BB6}"/>
              </a:ext>
            </a:extLst>
          </p:cNvPr>
          <p:cNvSpPr>
            <a:spLocks noGrp="1"/>
          </p:cNvSpPr>
          <p:nvPr/>
        </p:nvSpPr>
        <p:spPr>
          <a:xfrm>
            <a:off x="8878888" y="2857500"/>
            <a:ext cx="34925" cy="547688"/>
          </a:xfrm>
          <a:prstGeom prst="rect">
            <a:avLst/>
          </a:prstGeom>
          <a:solidFill>
            <a:srgbClr val="1D4ED8"/>
          </a:solidFill>
          <a:ln w="13097">
            <a:solidFill>
              <a:srgbClr val="172B4D"/>
            </a:solidFill>
          </a:ln>
        </p:spPr>
      </p:sp>
      <p:sp>
        <p:nvSpPr>
          <p:cNvPr id="177" name="object-177">
            <a:extLst>
              <a:ext uri="{FF2B5EF4-FFF2-40B4-BE49-F238E27FC236}">
                <a16:creationId xmlns:a16="http://schemas.microsoft.com/office/drawing/2014/main" id="{C47DD9F4-98F7-49D2-A82B-1386BEF17B9B}"/>
              </a:ext>
            </a:extLst>
          </p:cNvPr>
          <p:cNvSpPr>
            <a:spLocks noGrp="1"/>
          </p:cNvSpPr>
          <p:nvPr/>
        </p:nvSpPr>
        <p:spPr>
          <a:xfrm>
            <a:off x="8913813" y="2857500"/>
            <a:ext cx="34925" cy="547688"/>
          </a:xfrm>
          <a:prstGeom prst="rect">
            <a:avLst/>
          </a:prstGeom>
          <a:solidFill>
            <a:srgbClr val="1D4ED8"/>
          </a:solidFill>
          <a:ln w="13097">
            <a:solidFill>
              <a:srgbClr val="172B4D"/>
            </a:solidFill>
          </a:ln>
        </p:spPr>
      </p:sp>
      <p:sp>
        <p:nvSpPr>
          <p:cNvPr id="178" name="object-178">
            <a:extLst>
              <a:ext uri="{FF2B5EF4-FFF2-40B4-BE49-F238E27FC236}">
                <a16:creationId xmlns:a16="http://schemas.microsoft.com/office/drawing/2014/main" id="{48B8C3DC-A890-42D6-9AE8-AAA990144F2B}"/>
              </a:ext>
            </a:extLst>
          </p:cNvPr>
          <p:cNvSpPr>
            <a:spLocks noGrp="1"/>
          </p:cNvSpPr>
          <p:nvPr/>
        </p:nvSpPr>
        <p:spPr>
          <a:xfrm>
            <a:off x="8948738" y="2857500"/>
            <a:ext cx="34925" cy="547688"/>
          </a:xfrm>
          <a:prstGeom prst="rect">
            <a:avLst/>
          </a:prstGeom>
          <a:solidFill>
            <a:srgbClr val="1D4ED8"/>
          </a:solidFill>
          <a:ln w="13097">
            <a:solidFill>
              <a:srgbClr val="172B4D"/>
            </a:solidFill>
          </a:ln>
        </p:spPr>
      </p:sp>
      <p:sp>
        <p:nvSpPr>
          <p:cNvPr id="179" name="object-179">
            <a:extLst>
              <a:ext uri="{FF2B5EF4-FFF2-40B4-BE49-F238E27FC236}">
                <a16:creationId xmlns:a16="http://schemas.microsoft.com/office/drawing/2014/main" id="{3C3059A5-F1A4-47B6-867D-57AF7B02B995}"/>
              </a:ext>
            </a:extLst>
          </p:cNvPr>
          <p:cNvSpPr>
            <a:spLocks noGrp="1"/>
          </p:cNvSpPr>
          <p:nvPr/>
        </p:nvSpPr>
        <p:spPr>
          <a:xfrm>
            <a:off x="8983663" y="2857500"/>
            <a:ext cx="34925" cy="547688"/>
          </a:xfrm>
          <a:prstGeom prst="rect">
            <a:avLst/>
          </a:prstGeom>
          <a:solidFill>
            <a:srgbClr val="1D4ED8"/>
          </a:solidFill>
          <a:ln w="13097">
            <a:solidFill>
              <a:srgbClr val="172B4D"/>
            </a:solidFill>
          </a:ln>
        </p:spPr>
      </p:sp>
      <p:sp>
        <p:nvSpPr>
          <p:cNvPr id="180" name="object-180">
            <a:extLst>
              <a:ext uri="{FF2B5EF4-FFF2-40B4-BE49-F238E27FC236}">
                <a16:creationId xmlns:a16="http://schemas.microsoft.com/office/drawing/2014/main" id="{6AAC3960-42CC-4A2C-8993-38A40B6FE9F3}"/>
              </a:ext>
            </a:extLst>
          </p:cNvPr>
          <p:cNvSpPr>
            <a:spLocks noGrp="1"/>
          </p:cNvSpPr>
          <p:nvPr/>
        </p:nvSpPr>
        <p:spPr>
          <a:xfrm>
            <a:off x="9018588" y="2857500"/>
            <a:ext cx="34925" cy="547688"/>
          </a:xfrm>
          <a:prstGeom prst="rect">
            <a:avLst/>
          </a:prstGeom>
          <a:solidFill>
            <a:srgbClr val="1D4ED8"/>
          </a:solidFill>
          <a:ln w="13097">
            <a:solidFill>
              <a:srgbClr val="172B4D"/>
            </a:solidFill>
          </a:ln>
        </p:spPr>
      </p:sp>
      <p:sp>
        <p:nvSpPr>
          <p:cNvPr id="181" name="object-181">
            <a:extLst>
              <a:ext uri="{FF2B5EF4-FFF2-40B4-BE49-F238E27FC236}">
                <a16:creationId xmlns:a16="http://schemas.microsoft.com/office/drawing/2014/main" id="{A776DA54-90CE-4F2E-A03D-762EE19D2D6A}"/>
              </a:ext>
            </a:extLst>
          </p:cNvPr>
          <p:cNvSpPr>
            <a:spLocks noGrp="1"/>
          </p:cNvSpPr>
          <p:nvPr/>
        </p:nvSpPr>
        <p:spPr>
          <a:xfrm>
            <a:off x="9053513" y="2857500"/>
            <a:ext cx="34925" cy="547688"/>
          </a:xfrm>
          <a:prstGeom prst="rect">
            <a:avLst/>
          </a:prstGeom>
          <a:solidFill>
            <a:srgbClr val="1D4ED8"/>
          </a:solidFill>
          <a:ln w="13097">
            <a:solidFill>
              <a:srgbClr val="172B4D"/>
            </a:solidFill>
          </a:ln>
        </p:spPr>
      </p:sp>
      <p:sp>
        <p:nvSpPr>
          <p:cNvPr id="182" name="object-182">
            <a:extLst>
              <a:ext uri="{FF2B5EF4-FFF2-40B4-BE49-F238E27FC236}">
                <a16:creationId xmlns:a16="http://schemas.microsoft.com/office/drawing/2014/main" id="{958367BA-FF47-4E52-9AA5-DE9868D088C1}"/>
              </a:ext>
            </a:extLst>
          </p:cNvPr>
          <p:cNvSpPr>
            <a:spLocks noGrp="1"/>
          </p:cNvSpPr>
          <p:nvPr/>
        </p:nvSpPr>
        <p:spPr>
          <a:xfrm>
            <a:off x="9088438" y="2857500"/>
            <a:ext cx="34925" cy="547688"/>
          </a:xfrm>
          <a:prstGeom prst="rect">
            <a:avLst/>
          </a:prstGeom>
          <a:solidFill>
            <a:srgbClr val="1D4ED8"/>
          </a:solidFill>
          <a:ln w="13097">
            <a:solidFill>
              <a:srgbClr val="172B4D"/>
            </a:solidFill>
          </a:ln>
        </p:spPr>
      </p:sp>
      <p:sp>
        <p:nvSpPr>
          <p:cNvPr id="183" name="object-183">
            <a:extLst>
              <a:ext uri="{FF2B5EF4-FFF2-40B4-BE49-F238E27FC236}">
                <a16:creationId xmlns:a16="http://schemas.microsoft.com/office/drawing/2014/main" id="{0B39786C-6721-404A-A7B7-E44D9DABB699}"/>
              </a:ext>
            </a:extLst>
          </p:cNvPr>
          <p:cNvSpPr>
            <a:spLocks noGrp="1"/>
          </p:cNvSpPr>
          <p:nvPr/>
        </p:nvSpPr>
        <p:spPr>
          <a:xfrm>
            <a:off x="9123363" y="2857500"/>
            <a:ext cx="34925" cy="547688"/>
          </a:xfrm>
          <a:prstGeom prst="rect">
            <a:avLst/>
          </a:prstGeom>
          <a:solidFill>
            <a:srgbClr val="1D4ED8"/>
          </a:solidFill>
          <a:ln w="13097">
            <a:solidFill>
              <a:srgbClr val="172B4D"/>
            </a:solidFill>
          </a:ln>
        </p:spPr>
      </p:sp>
      <p:sp>
        <p:nvSpPr>
          <p:cNvPr id="184" name="object-184">
            <a:extLst>
              <a:ext uri="{FF2B5EF4-FFF2-40B4-BE49-F238E27FC236}">
                <a16:creationId xmlns:a16="http://schemas.microsoft.com/office/drawing/2014/main" id="{D1B306E3-CD8B-45D6-89B7-1F5B1519BF24}"/>
              </a:ext>
            </a:extLst>
          </p:cNvPr>
          <p:cNvSpPr>
            <a:spLocks noGrp="1"/>
          </p:cNvSpPr>
          <p:nvPr/>
        </p:nvSpPr>
        <p:spPr>
          <a:xfrm>
            <a:off x="9158288" y="2857500"/>
            <a:ext cx="34925" cy="547688"/>
          </a:xfrm>
          <a:prstGeom prst="rect">
            <a:avLst/>
          </a:prstGeom>
          <a:solidFill>
            <a:srgbClr val="1D4ED8"/>
          </a:solidFill>
          <a:ln w="13097">
            <a:solidFill>
              <a:srgbClr val="172B4D"/>
            </a:solidFill>
          </a:ln>
        </p:spPr>
      </p:sp>
      <p:sp>
        <p:nvSpPr>
          <p:cNvPr id="185" name="object-185">
            <a:extLst>
              <a:ext uri="{FF2B5EF4-FFF2-40B4-BE49-F238E27FC236}">
                <a16:creationId xmlns:a16="http://schemas.microsoft.com/office/drawing/2014/main" id="{D79E14CD-DA70-49DB-9A09-181E37E17F63}"/>
              </a:ext>
            </a:extLst>
          </p:cNvPr>
          <p:cNvSpPr>
            <a:spLocks noGrp="1"/>
          </p:cNvSpPr>
          <p:nvPr/>
        </p:nvSpPr>
        <p:spPr>
          <a:xfrm>
            <a:off x="9193213" y="2857500"/>
            <a:ext cx="34925" cy="547688"/>
          </a:xfrm>
          <a:prstGeom prst="rect">
            <a:avLst/>
          </a:prstGeom>
          <a:solidFill>
            <a:srgbClr val="1D4ED8"/>
          </a:solidFill>
          <a:ln w="13097">
            <a:solidFill>
              <a:srgbClr val="172B4D"/>
            </a:solidFill>
          </a:ln>
        </p:spPr>
      </p:sp>
      <p:sp>
        <p:nvSpPr>
          <p:cNvPr id="186" name="object-186">
            <a:extLst>
              <a:ext uri="{FF2B5EF4-FFF2-40B4-BE49-F238E27FC236}">
                <a16:creationId xmlns:a16="http://schemas.microsoft.com/office/drawing/2014/main" id="{91460C3D-E308-4CF3-B784-A91AD7D497D7}"/>
              </a:ext>
            </a:extLst>
          </p:cNvPr>
          <p:cNvSpPr>
            <a:spLocks noGrp="1"/>
          </p:cNvSpPr>
          <p:nvPr/>
        </p:nvSpPr>
        <p:spPr>
          <a:xfrm>
            <a:off x="9228138" y="2857500"/>
            <a:ext cx="34925" cy="547688"/>
          </a:xfrm>
          <a:prstGeom prst="rect">
            <a:avLst/>
          </a:prstGeom>
          <a:solidFill>
            <a:srgbClr val="1D4ED8"/>
          </a:solidFill>
          <a:ln w="13097">
            <a:solidFill>
              <a:srgbClr val="172B4D"/>
            </a:solidFill>
          </a:ln>
        </p:spPr>
      </p:sp>
      <p:sp>
        <p:nvSpPr>
          <p:cNvPr id="187" name="object-187">
            <a:extLst>
              <a:ext uri="{FF2B5EF4-FFF2-40B4-BE49-F238E27FC236}">
                <a16:creationId xmlns:a16="http://schemas.microsoft.com/office/drawing/2014/main" id="{08C51D7E-1527-4DC6-B1CC-C4BB18FB9E9C}"/>
              </a:ext>
            </a:extLst>
          </p:cNvPr>
          <p:cNvSpPr>
            <a:spLocks noGrp="1"/>
          </p:cNvSpPr>
          <p:nvPr/>
        </p:nvSpPr>
        <p:spPr>
          <a:xfrm>
            <a:off x="9263063" y="2857500"/>
            <a:ext cx="34925" cy="547688"/>
          </a:xfrm>
          <a:prstGeom prst="rect">
            <a:avLst/>
          </a:prstGeom>
          <a:solidFill>
            <a:srgbClr val="1D4ED8"/>
          </a:solidFill>
          <a:ln w="13097">
            <a:solidFill>
              <a:srgbClr val="172B4D"/>
            </a:solidFill>
          </a:ln>
        </p:spPr>
      </p:sp>
      <p:sp>
        <p:nvSpPr>
          <p:cNvPr id="188" name="object-188">
            <a:extLst>
              <a:ext uri="{FF2B5EF4-FFF2-40B4-BE49-F238E27FC236}">
                <a16:creationId xmlns:a16="http://schemas.microsoft.com/office/drawing/2014/main" id="{9E3A590A-A5CC-482D-BD00-C98670AC9703}"/>
              </a:ext>
            </a:extLst>
          </p:cNvPr>
          <p:cNvSpPr>
            <a:spLocks noGrp="1"/>
          </p:cNvSpPr>
          <p:nvPr/>
        </p:nvSpPr>
        <p:spPr>
          <a:xfrm>
            <a:off x="9297988" y="2857500"/>
            <a:ext cx="34925" cy="547688"/>
          </a:xfrm>
          <a:prstGeom prst="rect">
            <a:avLst/>
          </a:prstGeom>
          <a:solidFill>
            <a:srgbClr val="1D4ED8"/>
          </a:solidFill>
          <a:ln w="13097">
            <a:solidFill>
              <a:srgbClr val="172B4D"/>
            </a:solidFill>
          </a:ln>
        </p:spPr>
      </p:sp>
      <p:sp>
        <p:nvSpPr>
          <p:cNvPr id="189" name="object-189">
            <a:extLst>
              <a:ext uri="{FF2B5EF4-FFF2-40B4-BE49-F238E27FC236}">
                <a16:creationId xmlns:a16="http://schemas.microsoft.com/office/drawing/2014/main" id="{146627CF-0FA5-4434-92CE-C6FA898C16AD}"/>
              </a:ext>
            </a:extLst>
          </p:cNvPr>
          <p:cNvSpPr>
            <a:spLocks noGrp="1"/>
          </p:cNvSpPr>
          <p:nvPr/>
        </p:nvSpPr>
        <p:spPr>
          <a:xfrm>
            <a:off x="9332913" y="2857500"/>
            <a:ext cx="34925" cy="547688"/>
          </a:xfrm>
          <a:prstGeom prst="rect">
            <a:avLst/>
          </a:prstGeom>
          <a:solidFill>
            <a:srgbClr val="1D4ED8"/>
          </a:solidFill>
          <a:ln w="13097">
            <a:solidFill>
              <a:srgbClr val="172B4D"/>
            </a:solidFill>
          </a:ln>
        </p:spPr>
      </p:sp>
      <p:sp>
        <p:nvSpPr>
          <p:cNvPr id="190" name="object-190">
            <a:extLst>
              <a:ext uri="{FF2B5EF4-FFF2-40B4-BE49-F238E27FC236}">
                <a16:creationId xmlns:a16="http://schemas.microsoft.com/office/drawing/2014/main" id="{C1C7B41B-FCFD-4C75-9AE5-884D4158E372}"/>
              </a:ext>
            </a:extLst>
          </p:cNvPr>
          <p:cNvSpPr>
            <a:spLocks noGrp="1"/>
          </p:cNvSpPr>
          <p:nvPr/>
        </p:nvSpPr>
        <p:spPr>
          <a:xfrm>
            <a:off x="9367838" y="2857500"/>
            <a:ext cx="34925" cy="547688"/>
          </a:xfrm>
          <a:prstGeom prst="rect">
            <a:avLst/>
          </a:prstGeom>
          <a:solidFill>
            <a:srgbClr val="1D4ED8"/>
          </a:solidFill>
          <a:ln w="13097">
            <a:solidFill>
              <a:srgbClr val="172B4D"/>
            </a:solidFill>
          </a:ln>
        </p:spPr>
      </p:sp>
      <p:sp>
        <p:nvSpPr>
          <p:cNvPr id="191" name="object-191">
            <a:extLst>
              <a:ext uri="{FF2B5EF4-FFF2-40B4-BE49-F238E27FC236}">
                <a16:creationId xmlns:a16="http://schemas.microsoft.com/office/drawing/2014/main" id="{044D8661-B714-4BDD-B006-D29AC520C1F6}"/>
              </a:ext>
            </a:extLst>
          </p:cNvPr>
          <p:cNvSpPr>
            <a:spLocks noGrp="1"/>
          </p:cNvSpPr>
          <p:nvPr/>
        </p:nvSpPr>
        <p:spPr>
          <a:xfrm>
            <a:off x="9402763" y="2857500"/>
            <a:ext cx="34925" cy="547688"/>
          </a:xfrm>
          <a:prstGeom prst="rect">
            <a:avLst/>
          </a:prstGeom>
          <a:solidFill>
            <a:srgbClr val="1D4ED8"/>
          </a:solidFill>
          <a:ln w="13097">
            <a:solidFill>
              <a:srgbClr val="172B4D"/>
            </a:solidFill>
          </a:ln>
        </p:spPr>
      </p:sp>
      <p:sp>
        <p:nvSpPr>
          <p:cNvPr id="192" name="object-192">
            <a:extLst>
              <a:ext uri="{FF2B5EF4-FFF2-40B4-BE49-F238E27FC236}">
                <a16:creationId xmlns:a16="http://schemas.microsoft.com/office/drawing/2014/main" id="{75C44DEA-FE67-4FBF-B751-6246652E1CE7}"/>
              </a:ext>
            </a:extLst>
          </p:cNvPr>
          <p:cNvSpPr>
            <a:spLocks noGrp="1"/>
          </p:cNvSpPr>
          <p:nvPr/>
        </p:nvSpPr>
        <p:spPr>
          <a:xfrm>
            <a:off x="9437688" y="2857500"/>
            <a:ext cx="34925" cy="547688"/>
          </a:xfrm>
          <a:prstGeom prst="rect">
            <a:avLst/>
          </a:prstGeom>
          <a:solidFill>
            <a:srgbClr val="1D4ED8"/>
          </a:solidFill>
          <a:ln w="13097">
            <a:solidFill>
              <a:srgbClr val="172B4D"/>
            </a:solidFill>
          </a:ln>
        </p:spPr>
      </p:sp>
      <p:sp>
        <p:nvSpPr>
          <p:cNvPr id="193" name="object-193">
            <a:extLst>
              <a:ext uri="{FF2B5EF4-FFF2-40B4-BE49-F238E27FC236}">
                <a16:creationId xmlns:a16="http://schemas.microsoft.com/office/drawing/2014/main" id="{9BE28F4E-7981-4D44-B4EE-51402B85C8A9}"/>
              </a:ext>
            </a:extLst>
          </p:cNvPr>
          <p:cNvSpPr>
            <a:spLocks noGrp="1"/>
          </p:cNvSpPr>
          <p:nvPr/>
        </p:nvSpPr>
        <p:spPr>
          <a:xfrm>
            <a:off x="9472613" y="2857500"/>
            <a:ext cx="34925" cy="547688"/>
          </a:xfrm>
          <a:prstGeom prst="rect">
            <a:avLst/>
          </a:prstGeom>
          <a:solidFill>
            <a:srgbClr val="1D4ED8"/>
          </a:solidFill>
          <a:ln w="13097">
            <a:solidFill>
              <a:srgbClr val="172B4D"/>
            </a:solidFill>
          </a:ln>
        </p:spPr>
      </p:sp>
      <p:sp>
        <p:nvSpPr>
          <p:cNvPr id="194" name="object-194">
            <a:extLst>
              <a:ext uri="{FF2B5EF4-FFF2-40B4-BE49-F238E27FC236}">
                <a16:creationId xmlns:a16="http://schemas.microsoft.com/office/drawing/2014/main" id="{2FCBB580-E98B-4CE7-A795-3FD18905460A}"/>
              </a:ext>
            </a:extLst>
          </p:cNvPr>
          <p:cNvSpPr>
            <a:spLocks noGrp="1"/>
          </p:cNvSpPr>
          <p:nvPr/>
        </p:nvSpPr>
        <p:spPr>
          <a:xfrm>
            <a:off x="9507538" y="2857500"/>
            <a:ext cx="34925" cy="547688"/>
          </a:xfrm>
          <a:prstGeom prst="rect">
            <a:avLst/>
          </a:prstGeom>
          <a:solidFill>
            <a:srgbClr val="1D4ED8"/>
          </a:solidFill>
          <a:ln w="13097">
            <a:solidFill>
              <a:srgbClr val="172B4D"/>
            </a:solidFill>
          </a:ln>
        </p:spPr>
      </p:sp>
      <p:sp>
        <p:nvSpPr>
          <p:cNvPr id="195" name="object-195">
            <a:extLst>
              <a:ext uri="{FF2B5EF4-FFF2-40B4-BE49-F238E27FC236}">
                <a16:creationId xmlns:a16="http://schemas.microsoft.com/office/drawing/2014/main" id="{0FE8AF76-845C-49AA-A43A-3948A6213A02}"/>
              </a:ext>
            </a:extLst>
          </p:cNvPr>
          <p:cNvSpPr>
            <a:spLocks noGrp="1"/>
          </p:cNvSpPr>
          <p:nvPr/>
        </p:nvSpPr>
        <p:spPr>
          <a:xfrm>
            <a:off x="9542463" y="2857500"/>
            <a:ext cx="34925" cy="547688"/>
          </a:xfrm>
          <a:prstGeom prst="rect">
            <a:avLst/>
          </a:prstGeom>
          <a:solidFill>
            <a:srgbClr val="1D4ED8"/>
          </a:solidFill>
          <a:ln w="13097">
            <a:solidFill>
              <a:srgbClr val="172B4D"/>
            </a:solidFill>
          </a:ln>
        </p:spPr>
      </p:sp>
      <p:sp>
        <p:nvSpPr>
          <p:cNvPr id="196" name="object-196">
            <a:extLst>
              <a:ext uri="{FF2B5EF4-FFF2-40B4-BE49-F238E27FC236}">
                <a16:creationId xmlns:a16="http://schemas.microsoft.com/office/drawing/2014/main" id="{055CF754-63D1-4B2A-B8CE-933DB71E339F}"/>
              </a:ext>
            </a:extLst>
          </p:cNvPr>
          <p:cNvSpPr>
            <a:spLocks noGrp="1"/>
          </p:cNvSpPr>
          <p:nvPr/>
        </p:nvSpPr>
        <p:spPr>
          <a:xfrm>
            <a:off x="9577388" y="2857500"/>
            <a:ext cx="34925" cy="547688"/>
          </a:xfrm>
          <a:prstGeom prst="rect">
            <a:avLst/>
          </a:prstGeom>
          <a:solidFill>
            <a:srgbClr val="1D4ED8"/>
          </a:solidFill>
          <a:ln w="13097">
            <a:solidFill>
              <a:srgbClr val="172B4D"/>
            </a:solidFill>
          </a:ln>
        </p:spPr>
      </p:sp>
      <p:sp>
        <p:nvSpPr>
          <p:cNvPr id="197" name="object-197">
            <a:extLst>
              <a:ext uri="{FF2B5EF4-FFF2-40B4-BE49-F238E27FC236}">
                <a16:creationId xmlns:a16="http://schemas.microsoft.com/office/drawing/2014/main" id="{26D41E6B-CEC3-4280-B1B1-C68A8F20F9E1}"/>
              </a:ext>
            </a:extLst>
          </p:cNvPr>
          <p:cNvSpPr>
            <a:spLocks noGrp="1"/>
          </p:cNvSpPr>
          <p:nvPr/>
        </p:nvSpPr>
        <p:spPr>
          <a:xfrm>
            <a:off x="9612313" y="2857500"/>
            <a:ext cx="34925" cy="547688"/>
          </a:xfrm>
          <a:prstGeom prst="rect">
            <a:avLst/>
          </a:prstGeom>
          <a:solidFill>
            <a:srgbClr val="1D4ED8"/>
          </a:solidFill>
          <a:ln w="13097">
            <a:solidFill>
              <a:srgbClr val="172B4D"/>
            </a:solidFill>
          </a:ln>
        </p:spPr>
      </p:sp>
      <p:sp>
        <p:nvSpPr>
          <p:cNvPr id="198" name="object-198">
            <a:extLst>
              <a:ext uri="{FF2B5EF4-FFF2-40B4-BE49-F238E27FC236}">
                <a16:creationId xmlns:a16="http://schemas.microsoft.com/office/drawing/2014/main" id="{AA1A76A0-AF87-4361-ACE0-8625CD7EACB0}"/>
              </a:ext>
            </a:extLst>
          </p:cNvPr>
          <p:cNvSpPr>
            <a:spLocks noGrp="1"/>
          </p:cNvSpPr>
          <p:nvPr/>
        </p:nvSpPr>
        <p:spPr>
          <a:xfrm>
            <a:off x="9647238" y="2857500"/>
            <a:ext cx="34925" cy="547688"/>
          </a:xfrm>
          <a:prstGeom prst="rect">
            <a:avLst/>
          </a:prstGeom>
          <a:solidFill>
            <a:srgbClr val="1D4ED8"/>
          </a:solidFill>
          <a:ln w="13097">
            <a:solidFill>
              <a:srgbClr val="172B4D"/>
            </a:solidFill>
          </a:ln>
        </p:spPr>
      </p:sp>
      <p:sp>
        <p:nvSpPr>
          <p:cNvPr id="199" name="object-199">
            <a:extLst>
              <a:ext uri="{FF2B5EF4-FFF2-40B4-BE49-F238E27FC236}">
                <a16:creationId xmlns:a16="http://schemas.microsoft.com/office/drawing/2014/main" id="{EABF6FAC-EBF0-443E-AA74-F8A5A88F4CA9}"/>
              </a:ext>
            </a:extLst>
          </p:cNvPr>
          <p:cNvSpPr>
            <a:spLocks noGrp="1"/>
          </p:cNvSpPr>
          <p:nvPr/>
        </p:nvSpPr>
        <p:spPr>
          <a:xfrm>
            <a:off x="9682163" y="2857500"/>
            <a:ext cx="34925" cy="547688"/>
          </a:xfrm>
          <a:prstGeom prst="rect">
            <a:avLst/>
          </a:prstGeom>
          <a:solidFill>
            <a:srgbClr val="1D4ED8"/>
          </a:solidFill>
          <a:ln w="13097">
            <a:solidFill>
              <a:srgbClr val="172B4D"/>
            </a:solidFill>
          </a:ln>
        </p:spPr>
      </p:sp>
      <p:sp>
        <p:nvSpPr>
          <p:cNvPr id="200" name="object-200">
            <a:extLst>
              <a:ext uri="{FF2B5EF4-FFF2-40B4-BE49-F238E27FC236}">
                <a16:creationId xmlns:a16="http://schemas.microsoft.com/office/drawing/2014/main" id="{F74F3DE8-6A58-4171-A7CE-CD4F01BB0856}"/>
              </a:ext>
            </a:extLst>
          </p:cNvPr>
          <p:cNvSpPr>
            <a:spLocks noGrp="1"/>
          </p:cNvSpPr>
          <p:nvPr/>
        </p:nvSpPr>
        <p:spPr>
          <a:xfrm>
            <a:off x="9717088" y="2857500"/>
            <a:ext cx="34925" cy="547688"/>
          </a:xfrm>
          <a:prstGeom prst="rect">
            <a:avLst/>
          </a:prstGeom>
          <a:solidFill>
            <a:srgbClr val="1D4ED8"/>
          </a:solidFill>
          <a:ln w="13097">
            <a:solidFill>
              <a:srgbClr val="172B4D"/>
            </a:solidFill>
          </a:ln>
        </p:spPr>
      </p:sp>
      <p:sp>
        <p:nvSpPr>
          <p:cNvPr id="201" name="object-201">
            <a:extLst>
              <a:ext uri="{FF2B5EF4-FFF2-40B4-BE49-F238E27FC236}">
                <a16:creationId xmlns:a16="http://schemas.microsoft.com/office/drawing/2014/main" id="{BD78422E-638D-4F2D-B7F4-4A317775A88D}"/>
              </a:ext>
            </a:extLst>
          </p:cNvPr>
          <p:cNvSpPr>
            <a:spLocks noGrp="1"/>
          </p:cNvSpPr>
          <p:nvPr/>
        </p:nvSpPr>
        <p:spPr>
          <a:xfrm>
            <a:off x="9752013" y="2857500"/>
            <a:ext cx="34925" cy="547688"/>
          </a:xfrm>
          <a:prstGeom prst="rect">
            <a:avLst/>
          </a:prstGeom>
          <a:solidFill>
            <a:srgbClr val="1D4ED8"/>
          </a:solidFill>
          <a:ln w="13097">
            <a:solidFill>
              <a:srgbClr val="172B4D"/>
            </a:solidFill>
          </a:ln>
        </p:spPr>
      </p:sp>
      <p:sp>
        <p:nvSpPr>
          <p:cNvPr id="202" name="object-202">
            <a:extLst>
              <a:ext uri="{FF2B5EF4-FFF2-40B4-BE49-F238E27FC236}">
                <a16:creationId xmlns:a16="http://schemas.microsoft.com/office/drawing/2014/main" id="{B6511CE6-60BD-4115-A616-1DA1199000D2}"/>
              </a:ext>
            </a:extLst>
          </p:cNvPr>
          <p:cNvSpPr>
            <a:spLocks noGrp="1"/>
          </p:cNvSpPr>
          <p:nvPr/>
        </p:nvSpPr>
        <p:spPr>
          <a:xfrm>
            <a:off x="9786938" y="2857500"/>
            <a:ext cx="34925" cy="547688"/>
          </a:xfrm>
          <a:prstGeom prst="rect">
            <a:avLst/>
          </a:prstGeom>
          <a:solidFill>
            <a:srgbClr val="1D4ED8"/>
          </a:solidFill>
          <a:ln w="13097">
            <a:solidFill>
              <a:srgbClr val="172B4D"/>
            </a:solidFill>
          </a:ln>
        </p:spPr>
      </p:sp>
      <p:sp>
        <p:nvSpPr>
          <p:cNvPr id="203" name="object-203">
            <a:extLst>
              <a:ext uri="{FF2B5EF4-FFF2-40B4-BE49-F238E27FC236}">
                <a16:creationId xmlns:a16="http://schemas.microsoft.com/office/drawing/2014/main" id="{A1F4C918-C4F1-4BDA-AD52-098B67699059}"/>
              </a:ext>
            </a:extLst>
          </p:cNvPr>
          <p:cNvSpPr>
            <a:spLocks noGrp="1"/>
          </p:cNvSpPr>
          <p:nvPr/>
        </p:nvSpPr>
        <p:spPr>
          <a:xfrm>
            <a:off x="9821862" y="2857500"/>
            <a:ext cx="34925" cy="547688"/>
          </a:xfrm>
          <a:prstGeom prst="rect">
            <a:avLst/>
          </a:prstGeom>
          <a:solidFill>
            <a:srgbClr val="1D4ED8"/>
          </a:solidFill>
          <a:ln w="13097">
            <a:solidFill>
              <a:srgbClr val="172B4D"/>
            </a:solidFill>
          </a:ln>
        </p:spPr>
      </p:sp>
      <p:sp>
        <p:nvSpPr>
          <p:cNvPr id="204" name="object-204">
            <a:extLst>
              <a:ext uri="{FF2B5EF4-FFF2-40B4-BE49-F238E27FC236}">
                <a16:creationId xmlns:a16="http://schemas.microsoft.com/office/drawing/2014/main" id="{F799C26D-5030-4796-B3C5-BC30BACF4AEE}"/>
              </a:ext>
            </a:extLst>
          </p:cNvPr>
          <p:cNvSpPr>
            <a:spLocks noGrp="1"/>
          </p:cNvSpPr>
          <p:nvPr/>
        </p:nvSpPr>
        <p:spPr>
          <a:xfrm>
            <a:off x="9856788" y="2857500"/>
            <a:ext cx="34925" cy="547688"/>
          </a:xfrm>
          <a:prstGeom prst="rect">
            <a:avLst/>
          </a:prstGeom>
          <a:solidFill>
            <a:srgbClr val="1D4ED8"/>
          </a:solidFill>
          <a:ln w="13097">
            <a:solidFill>
              <a:srgbClr val="172B4D"/>
            </a:solidFill>
          </a:ln>
        </p:spPr>
      </p:sp>
      <p:sp>
        <p:nvSpPr>
          <p:cNvPr id="205" name="object-205">
            <a:extLst>
              <a:ext uri="{FF2B5EF4-FFF2-40B4-BE49-F238E27FC236}">
                <a16:creationId xmlns:a16="http://schemas.microsoft.com/office/drawing/2014/main" id="{6913BBB5-660A-4667-B5AB-7E0BDAB0C540}"/>
              </a:ext>
            </a:extLst>
          </p:cNvPr>
          <p:cNvSpPr>
            <a:spLocks noGrp="1"/>
          </p:cNvSpPr>
          <p:nvPr/>
        </p:nvSpPr>
        <p:spPr>
          <a:xfrm>
            <a:off x="9891713" y="2857500"/>
            <a:ext cx="34925" cy="547688"/>
          </a:xfrm>
          <a:prstGeom prst="rect">
            <a:avLst/>
          </a:prstGeom>
          <a:solidFill>
            <a:srgbClr val="1D4ED8"/>
          </a:solidFill>
          <a:ln w="13097">
            <a:solidFill>
              <a:srgbClr val="172B4D"/>
            </a:solidFill>
          </a:ln>
        </p:spPr>
      </p:sp>
      <p:sp>
        <p:nvSpPr>
          <p:cNvPr id="206" name="object-206">
            <a:extLst>
              <a:ext uri="{FF2B5EF4-FFF2-40B4-BE49-F238E27FC236}">
                <a16:creationId xmlns:a16="http://schemas.microsoft.com/office/drawing/2014/main" id="{7C0D487E-1130-417F-A7B4-DB2FA5D26465}"/>
              </a:ext>
            </a:extLst>
          </p:cNvPr>
          <p:cNvSpPr>
            <a:spLocks noGrp="1"/>
          </p:cNvSpPr>
          <p:nvPr/>
        </p:nvSpPr>
        <p:spPr>
          <a:xfrm>
            <a:off x="9926638" y="2857500"/>
            <a:ext cx="34925" cy="547688"/>
          </a:xfrm>
          <a:prstGeom prst="rect">
            <a:avLst/>
          </a:prstGeom>
          <a:solidFill>
            <a:srgbClr val="1D4ED8"/>
          </a:solidFill>
          <a:ln w="13097">
            <a:solidFill>
              <a:srgbClr val="172B4D"/>
            </a:solidFill>
          </a:ln>
        </p:spPr>
      </p:sp>
      <p:sp>
        <p:nvSpPr>
          <p:cNvPr id="207" name="object-207">
            <a:extLst>
              <a:ext uri="{FF2B5EF4-FFF2-40B4-BE49-F238E27FC236}">
                <a16:creationId xmlns:a16="http://schemas.microsoft.com/office/drawing/2014/main" id="{901C8E62-7FA7-4928-9142-1FA6BA0D1634}"/>
              </a:ext>
            </a:extLst>
          </p:cNvPr>
          <p:cNvSpPr>
            <a:spLocks noGrp="1"/>
          </p:cNvSpPr>
          <p:nvPr/>
        </p:nvSpPr>
        <p:spPr>
          <a:xfrm>
            <a:off x="9961563" y="2857500"/>
            <a:ext cx="34925" cy="547688"/>
          </a:xfrm>
          <a:prstGeom prst="rect">
            <a:avLst/>
          </a:prstGeom>
          <a:solidFill>
            <a:srgbClr val="1D4ED8"/>
          </a:solidFill>
          <a:ln w="13097">
            <a:solidFill>
              <a:srgbClr val="172B4D"/>
            </a:solidFill>
          </a:ln>
        </p:spPr>
      </p:sp>
      <p:sp>
        <p:nvSpPr>
          <p:cNvPr id="208" name="object-208">
            <a:extLst>
              <a:ext uri="{FF2B5EF4-FFF2-40B4-BE49-F238E27FC236}">
                <a16:creationId xmlns:a16="http://schemas.microsoft.com/office/drawing/2014/main" id="{B18819A3-0B48-48B0-B467-43BEC7A69AF8}"/>
              </a:ext>
            </a:extLst>
          </p:cNvPr>
          <p:cNvSpPr>
            <a:spLocks noGrp="1"/>
          </p:cNvSpPr>
          <p:nvPr/>
        </p:nvSpPr>
        <p:spPr>
          <a:xfrm>
            <a:off x="9996488" y="2857500"/>
            <a:ext cx="34925" cy="547688"/>
          </a:xfrm>
          <a:prstGeom prst="rect">
            <a:avLst/>
          </a:prstGeom>
          <a:solidFill>
            <a:srgbClr val="1D4ED8"/>
          </a:solidFill>
          <a:ln w="13097">
            <a:solidFill>
              <a:srgbClr val="172B4D"/>
            </a:solidFill>
          </a:ln>
        </p:spPr>
      </p:sp>
      <p:sp>
        <p:nvSpPr>
          <p:cNvPr id="209" name="object-209">
            <a:extLst>
              <a:ext uri="{FF2B5EF4-FFF2-40B4-BE49-F238E27FC236}">
                <a16:creationId xmlns:a16="http://schemas.microsoft.com/office/drawing/2014/main" id="{06E10C9A-7F93-480F-A677-3C8160CC6465}"/>
              </a:ext>
            </a:extLst>
          </p:cNvPr>
          <p:cNvSpPr>
            <a:spLocks noGrp="1"/>
          </p:cNvSpPr>
          <p:nvPr/>
        </p:nvSpPr>
        <p:spPr>
          <a:xfrm>
            <a:off x="10031412" y="2857500"/>
            <a:ext cx="34925" cy="547688"/>
          </a:xfrm>
          <a:prstGeom prst="rect">
            <a:avLst/>
          </a:prstGeom>
          <a:solidFill>
            <a:srgbClr val="1D4ED8"/>
          </a:solidFill>
          <a:ln w="13097">
            <a:solidFill>
              <a:srgbClr val="172B4D"/>
            </a:solidFill>
          </a:ln>
        </p:spPr>
      </p:sp>
      <p:sp>
        <p:nvSpPr>
          <p:cNvPr id="210" name="object-210">
            <a:extLst>
              <a:ext uri="{FF2B5EF4-FFF2-40B4-BE49-F238E27FC236}">
                <a16:creationId xmlns:a16="http://schemas.microsoft.com/office/drawing/2014/main" id="{B470AFED-6A42-4E3E-ABAF-E6E7542D5241}"/>
              </a:ext>
            </a:extLst>
          </p:cNvPr>
          <p:cNvSpPr>
            <a:spLocks noGrp="1"/>
          </p:cNvSpPr>
          <p:nvPr/>
        </p:nvSpPr>
        <p:spPr>
          <a:xfrm>
            <a:off x="10066338" y="2857500"/>
            <a:ext cx="34925" cy="547688"/>
          </a:xfrm>
          <a:prstGeom prst="rect">
            <a:avLst/>
          </a:prstGeom>
          <a:solidFill>
            <a:srgbClr val="1D4ED8"/>
          </a:solidFill>
          <a:ln w="13097">
            <a:solidFill>
              <a:srgbClr val="172B4D"/>
            </a:solidFill>
          </a:ln>
        </p:spPr>
      </p:sp>
      <p:sp>
        <p:nvSpPr>
          <p:cNvPr id="211" name="object-211">
            <a:extLst>
              <a:ext uri="{FF2B5EF4-FFF2-40B4-BE49-F238E27FC236}">
                <a16:creationId xmlns:a16="http://schemas.microsoft.com/office/drawing/2014/main" id="{6815B16C-6300-4DAA-AD73-F0625F654389}"/>
              </a:ext>
            </a:extLst>
          </p:cNvPr>
          <p:cNvSpPr>
            <a:spLocks noGrp="1"/>
          </p:cNvSpPr>
          <p:nvPr/>
        </p:nvSpPr>
        <p:spPr>
          <a:xfrm>
            <a:off x="10101263" y="2857500"/>
            <a:ext cx="34925" cy="547688"/>
          </a:xfrm>
          <a:prstGeom prst="rect">
            <a:avLst/>
          </a:prstGeom>
          <a:solidFill>
            <a:srgbClr val="1D4ED8"/>
          </a:solidFill>
          <a:ln w="13097">
            <a:solidFill>
              <a:srgbClr val="172B4D"/>
            </a:solidFill>
          </a:ln>
        </p:spPr>
      </p:sp>
      <p:sp>
        <p:nvSpPr>
          <p:cNvPr id="212" name="object-212">
            <a:extLst>
              <a:ext uri="{FF2B5EF4-FFF2-40B4-BE49-F238E27FC236}">
                <a16:creationId xmlns:a16="http://schemas.microsoft.com/office/drawing/2014/main" id="{22D5F643-479F-4CD3-A010-EC7AE0B256D5}"/>
              </a:ext>
            </a:extLst>
          </p:cNvPr>
          <p:cNvSpPr>
            <a:spLocks noGrp="1"/>
          </p:cNvSpPr>
          <p:nvPr/>
        </p:nvSpPr>
        <p:spPr>
          <a:xfrm>
            <a:off x="10136188" y="2857500"/>
            <a:ext cx="34925" cy="547688"/>
          </a:xfrm>
          <a:prstGeom prst="rect">
            <a:avLst/>
          </a:prstGeom>
          <a:solidFill>
            <a:srgbClr val="1D4ED8"/>
          </a:solidFill>
          <a:ln w="13097">
            <a:solidFill>
              <a:srgbClr val="172B4D"/>
            </a:solidFill>
          </a:ln>
        </p:spPr>
      </p:sp>
      <p:sp>
        <p:nvSpPr>
          <p:cNvPr id="213" name="object-213">
            <a:extLst>
              <a:ext uri="{FF2B5EF4-FFF2-40B4-BE49-F238E27FC236}">
                <a16:creationId xmlns:a16="http://schemas.microsoft.com/office/drawing/2014/main" id="{B97EADC3-8BEF-4757-B41C-F1E14A345C27}"/>
              </a:ext>
            </a:extLst>
          </p:cNvPr>
          <p:cNvSpPr>
            <a:spLocks noGrp="1"/>
          </p:cNvSpPr>
          <p:nvPr/>
        </p:nvSpPr>
        <p:spPr>
          <a:xfrm>
            <a:off x="10171113" y="2857500"/>
            <a:ext cx="34925" cy="547688"/>
          </a:xfrm>
          <a:prstGeom prst="rect">
            <a:avLst/>
          </a:prstGeom>
          <a:solidFill>
            <a:srgbClr val="1D4ED8"/>
          </a:solidFill>
          <a:ln w="13097">
            <a:solidFill>
              <a:srgbClr val="172B4D"/>
            </a:solidFill>
          </a:ln>
        </p:spPr>
      </p:sp>
      <p:sp>
        <p:nvSpPr>
          <p:cNvPr id="214" name="object-214">
            <a:extLst>
              <a:ext uri="{FF2B5EF4-FFF2-40B4-BE49-F238E27FC236}">
                <a16:creationId xmlns:a16="http://schemas.microsoft.com/office/drawing/2014/main" id="{F3DFBF2E-8DA2-49A3-BDFB-D28B93CCEE86}"/>
              </a:ext>
            </a:extLst>
          </p:cNvPr>
          <p:cNvSpPr>
            <a:spLocks noGrp="1"/>
          </p:cNvSpPr>
          <p:nvPr/>
        </p:nvSpPr>
        <p:spPr>
          <a:xfrm>
            <a:off x="10206038" y="2857500"/>
            <a:ext cx="34925" cy="547688"/>
          </a:xfrm>
          <a:prstGeom prst="rect">
            <a:avLst/>
          </a:prstGeom>
          <a:solidFill>
            <a:srgbClr val="1D4ED8"/>
          </a:solidFill>
          <a:ln w="13097">
            <a:solidFill>
              <a:srgbClr val="172B4D"/>
            </a:solidFill>
          </a:ln>
        </p:spPr>
      </p:sp>
      <p:sp>
        <p:nvSpPr>
          <p:cNvPr id="215" name="object-215">
            <a:extLst>
              <a:ext uri="{FF2B5EF4-FFF2-40B4-BE49-F238E27FC236}">
                <a16:creationId xmlns:a16="http://schemas.microsoft.com/office/drawing/2014/main" id="{90890BC1-9E6E-4EAD-A4AB-868594B40FE5}"/>
              </a:ext>
            </a:extLst>
          </p:cNvPr>
          <p:cNvSpPr>
            <a:spLocks noGrp="1"/>
          </p:cNvSpPr>
          <p:nvPr/>
        </p:nvSpPr>
        <p:spPr>
          <a:xfrm>
            <a:off x="10240963" y="2857500"/>
            <a:ext cx="34925" cy="547688"/>
          </a:xfrm>
          <a:prstGeom prst="rect">
            <a:avLst/>
          </a:prstGeom>
          <a:solidFill>
            <a:srgbClr val="1D4ED8"/>
          </a:solidFill>
          <a:ln w="13097">
            <a:solidFill>
              <a:srgbClr val="172B4D"/>
            </a:solidFill>
          </a:ln>
        </p:spPr>
      </p:sp>
      <p:sp>
        <p:nvSpPr>
          <p:cNvPr id="216" name="object-216">
            <a:extLst>
              <a:ext uri="{FF2B5EF4-FFF2-40B4-BE49-F238E27FC236}">
                <a16:creationId xmlns:a16="http://schemas.microsoft.com/office/drawing/2014/main" id="{8954F2F4-0B8F-4302-A8B7-B1C141170474}"/>
              </a:ext>
            </a:extLst>
          </p:cNvPr>
          <p:cNvSpPr>
            <a:spLocks noGrp="1"/>
          </p:cNvSpPr>
          <p:nvPr/>
        </p:nvSpPr>
        <p:spPr>
          <a:xfrm>
            <a:off x="10275888" y="2857500"/>
            <a:ext cx="34925" cy="547688"/>
          </a:xfrm>
          <a:prstGeom prst="rect">
            <a:avLst/>
          </a:prstGeom>
          <a:solidFill>
            <a:srgbClr val="1D4ED8"/>
          </a:solidFill>
          <a:ln w="13097">
            <a:solidFill>
              <a:srgbClr val="172B4D"/>
            </a:solidFill>
          </a:ln>
        </p:spPr>
      </p:sp>
      <p:sp>
        <p:nvSpPr>
          <p:cNvPr id="217" name="object-217">
            <a:extLst>
              <a:ext uri="{FF2B5EF4-FFF2-40B4-BE49-F238E27FC236}">
                <a16:creationId xmlns:a16="http://schemas.microsoft.com/office/drawing/2014/main" id="{2EC257B3-0CD2-4C6E-8845-DEBBC9099E94}"/>
              </a:ext>
            </a:extLst>
          </p:cNvPr>
          <p:cNvSpPr>
            <a:spLocks noGrp="1"/>
          </p:cNvSpPr>
          <p:nvPr/>
        </p:nvSpPr>
        <p:spPr>
          <a:xfrm>
            <a:off x="10310813" y="2857500"/>
            <a:ext cx="34925" cy="547688"/>
          </a:xfrm>
          <a:prstGeom prst="rect">
            <a:avLst/>
          </a:prstGeom>
          <a:solidFill>
            <a:srgbClr val="1D4ED8"/>
          </a:solidFill>
          <a:ln w="13097">
            <a:solidFill>
              <a:srgbClr val="172B4D"/>
            </a:solidFill>
          </a:ln>
        </p:spPr>
      </p:sp>
      <p:sp>
        <p:nvSpPr>
          <p:cNvPr id="218" name="object-218">
            <a:extLst>
              <a:ext uri="{FF2B5EF4-FFF2-40B4-BE49-F238E27FC236}">
                <a16:creationId xmlns:a16="http://schemas.microsoft.com/office/drawing/2014/main" id="{968DCC07-315E-45DE-9F73-DACB2085C8A5}"/>
              </a:ext>
            </a:extLst>
          </p:cNvPr>
          <p:cNvSpPr>
            <a:spLocks noGrp="1"/>
          </p:cNvSpPr>
          <p:nvPr/>
        </p:nvSpPr>
        <p:spPr>
          <a:xfrm>
            <a:off x="10345737" y="2857500"/>
            <a:ext cx="34925" cy="547688"/>
          </a:xfrm>
          <a:prstGeom prst="rect">
            <a:avLst/>
          </a:prstGeom>
          <a:solidFill>
            <a:srgbClr val="1D4ED8"/>
          </a:solidFill>
          <a:ln w="13097">
            <a:solidFill>
              <a:srgbClr val="172B4D"/>
            </a:solidFill>
          </a:ln>
        </p:spPr>
      </p:sp>
      <p:sp>
        <p:nvSpPr>
          <p:cNvPr id="219" name="object-219">
            <a:extLst>
              <a:ext uri="{FF2B5EF4-FFF2-40B4-BE49-F238E27FC236}">
                <a16:creationId xmlns:a16="http://schemas.microsoft.com/office/drawing/2014/main" id="{7CC83D66-21A5-4909-B3D1-EC83F8F54082}"/>
              </a:ext>
            </a:extLst>
          </p:cNvPr>
          <p:cNvSpPr>
            <a:spLocks noGrp="1"/>
          </p:cNvSpPr>
          <p:nvPr/>
        </p:nvSpPr>
        <p:spPr>
          <a:xfrm>
            <a:off x="10380663" y="2857500"/>
            <a:ext cx="34925" cy="547688"/>
          </a:xfrm>
          <a:prstGeom prst="rect">
            <a:avLst/>
          </a:prstGeom>
          <a:solidFill>
            <a:srgbClr val="1D4ED8"/>
          </a:solidFill>
          <a:ln w="13097">
            <a:solidFill>
              <a:srgbClr val="172B4D"/>
            </a:solidFill>
          </a:ln>
        </p:spPr>
      </p:sp>
      <p:sp>
        <p:nvSpPr>
          <p:cNvPr id="220" name="object-220">
            <a:extLst>
              <a:ext uri="{FF2B5EF4-FFF2-40B4-BE49-F238E27FC236}">
                <a16:creationId xmlns:a16="http://schemas.microsoft.com/office/drawing/2014/main" id="{356FF3BA-D784-4906-A9EF-8AF4D19FD808}"/>
              </a:ext>
            </a:extLst>
          </p:cNvPr>
          <p:cNvSpPr>
            <a:spLocks noGrp="1"/>
          </p:cNvSpPr>
          <p:nvPr/>
        </p:nvSpPr>
        <p:spPr>
          <a:xfrm>
            <a:off x="10415588" y="2857500"/>
            <a:ext cx="34925" cy="547688"/>
          </a:xfrm>
          <a:prstGeom prst="rect">
            <a:avLst/>
          </a:prstGeom>
          <a:solidFill>
            <a:srgbClr val="1D4ED8"/>
          </a:solidFill>
          <a:ln w="13097">
            <a:solidFill>
              <a:srgbClr val="172B4D"/>
            </a:solidFill>
          </a:ln>
        </p:spPr>
      </p:sp>
      <p:sp>
        <p:nvSpPr>
          <p:cNvPr id="221" name="object-221">
            <a:extLst>
              <a:ext uri="{FF2B5EF4-FFF2-40B4-BE49-F238E27FC236}">
                <a16:creationId xmlns:a16="http://schemas.microsoft.com/office/drawing/2014/main" id="{15C2E976-D1DE-4EC9-A471-54747258D536}"/>
              </a:ext>
            </a:extLst>
          </p:cNvPr>
          <p:cNvSpPr>
            <a:spLocks noGrp="1"/>
          </p:cNvSpPr>
          <p:nvPr/>
        </p:nvSpPr>
        <p:spPr>
          <a:xfrm>
            <a:off x="10450513" y="2857500"/>
            <a:ext cx="34925" cy="547688"/>
          </a:xfrm>
          <a:prstGeom prst="rect">
            <a:avLst/>
          </a:prstGeom>
          <a:solidFill>
            <a:srgbClr val="1D4ED8"/>
          </a:solidFill>
          <a:ln w="13097">
            <a:solidFill>
              <a:srgbClr val="172B4D"/>
            </a:solidFill>
          </a:ln>
        </p:spPr>
      </p:sp>
      <p:sp>
        <p:nvSpPr>
          <p:cNvPr id="222" name="object-222">
            <a:extLst>
              <a:ext uri="{FF2B5EF4-FFF2-40B4-BE49-F238E27FC236}">
                <a16:creationId xmlns:a16="http://schemas.microsoft.com/office/drawing/2014/main" id="{59953977-E64E-4B3D-8C5C-0ECC14231B4F}"/>
              </a:ext>
            </a:extLst>
          </p:cNvPr>
          <p:cNvSpPr>
            <a:spLocks noGrp="1"/>
          </p:cNvSpPr>
          <p:nvPr/>
        </p:nvSpPr>
        <p:spPr>
          <a:xfrm>
            <a:off x="10485438" y="2857500"/>
            <a:ext cx="34925" cy="547688"/>
          </a:xfrm>
          <a:prstGeom prst="rect">
            <a:avLst/>
          </a:prstGeom>
          <a:solidFill>
            <a:srgbClr val="1D4ED8"/>
          </a:solidFill>
          <a:ln w="13097">
            <a:solidFill>
              <a:srgbClr val="172B4D"/>
            </a:solidFill>
          </a:ln>
        </p:spPr>
      </p:sp>
      <p:sp>
        <p:nvSpPr>
          <p:cNvPr id="223" name="object-223">
            <a:extLst>
              <a:ext uri="{FF2B5EF4-FFF2-40B4-BE49-F238E27FC236}">
                <a16:creationId xmlns:a16="http://schemas.microsoft.com/office/drawing/2014/main" id="{D004B7A1-E18F-4B92-8827-A302BA32B312}"/>
              </a:ext>
            </a:extLst>
          </p:cNvPr>
          <p:cNvSpPr>
            <a:spLocks noGrp="1"/>
          </p:cNvSpPr>
          <p:nvPr/>
        </p:nvSpPr>
        <p:spPr>
          <a:xfrm>
            <a:off x="10520363" y="2857500"/>
            <a:ext cx="34925" cy="547688"/>
          </a:xfrm>
          <a:prstGeom prst="rect">
            <a:avLst/>
          </a:prstGeom>
          <a:solidFill>
            <a:srgbClr val="1D4ED8"/>
          </a:solidFill>
          <a:ln w="13097">
            <a:solidFill>
              <a:srgbClr val="172B4D"/>
            </a:solidFill>
          </a:ln>
        </p:spPr>
      </p:sp>
      <p:sp>
        <p:nvSpPr>
          <p:cNvPr id="224" name="object-224">
            <a:extLst>
              <a:ext uri="{FF2B5EF4-FFF2-40B4-BE49-F238E27FC236}">
                <a16:creationId xmlns:a16="http://schemas.microsoft.com/office/drawing/2014/main" id="{56482F90-7B62-4F05-A661-C655BDE533F4}"/>
              </a:ext>
            </a:extLst>
          </p:cNvPr>
          <p:cNvSpPr>
            <a:spLocks noGrp="1"/>
          </p:cNvSpPr>
          <p:nvPr/>
        </p:nvSpPr>
        <p:spPr>
          <a:xfrm>
            <a:off x="10555287" y="2857500"/>
            <a:ext cx="34925" cy="547688"/>
          </a:xfrm>
          <a:prstGeom prst="rect">
            <a:avLst/>
          </a:prstGeom>
          <a:solidFill>
            <a:srgbClr val="1D4ED8"/>
          </a:solidFill>
          <a:ln w="13097">
            <a:solidFill>
              <a:srgbClr val="172B4D"/>
            </a:solidFill>
          </a:ln>
        </p:spPr>
      </p:sp>
      <p:sp>
        <p:nvSpPr>
          <p:cNvPr id="225" name="object-225">
            <a:extLst>
              <a:ext uri="{FF2B5EF4-FFF2-40B4-BE49-F238E27FC236}">
                <a16:creationId xmlns:a16="http://schemas.microsoft.com/office/drawing/2014/main" id="{C9D87DA5-A87A-4CC1-8B5B-82FCBFE84301}"/>
              </a:ext>
            </a:extLst>
          </p:cNvPr>
          <p:cNvSpPr>
            <a:spLocks noGrp="1"/>
          </p:cNvSpPr>
          <p:nvPr/>
        </p:nvSpPr>
        <p:spPr>
          <a:xfrm>
            <a:off x="10590213" y="2857500"/>
            <a:ext cx="34925" cy="547688"/>
          </a:xfrm>
          <a:prstGeom prst="rect">
            <a:avLst/>
          </a:prstGeom>
          <a:solidFill>
            <a:srgbClr val="1D4ED8"/>
          </a:solidFill>
          <a:ln w="13097">
            <a:solidFill>
              <a:srgbClr val="172B4D"/>
            </a:solidFill>
          </a:ln>
        </p:spPr>
      </p:sp>
      <p:sp>
        <p:nvSpPr>
          <p:cNvPr id="226" name="object-226">
            <a:extLst>
              <a:ext uri="{FF2B5EF4-FFF2-40B4-BE49-F238E27FC236}">
                <a16:creationId xmlns:a16="http://schemas.microsoft.com/office/drawing/2014/main" id="{806AE86C-99B4-4CE2-A38D-70365308FBC5}"/>
              </a:ext>
            </a:extLst>
          </p:cNvPr>
          <p:cNvSpPr>
            <a:spLocks noGrp="1"/>
          </p:cNvSpPr>
          <p:nvPr/>
        </p:nvSpPr>
        <p:spPr>
          <a:xfrm>
            <a:off x="10625138" y="2857500"/>
            <a:ext cx="34925" cy="547688"/>
          </a:xfrm>
          <a:prstGeom prst="rect">
            <a:avLst/>
          </a:prstGeom>
          <a:solidFill>
            <a:srgbClr val="1D4ED8"/>
          </a:solidFill>
          <a:ln w="13097">
            <a:solidFill>
              <a:srgbClr val="172B4D"/>
            </a:solidFill>
          </a:ln>
        </p:spPr>
      </p:sp>
      <p:sp>
        <p:nvSpPr>
          <p:cNvPr id="227" name="object-227">
            <a:extLst>
              <a:ext uri="{FF2B5EF4-FFF2-40B4-BE49-F238E27FC236}">
                <a16:creationId xmlns:a16="http://schemas.microsoft.com/office/drawing/2014/main" id="{D477DEA3-9F2C-42F5-9DDF-673BC96EFFC3}"/>
              </a:ext>
            </a:extLst>
          </p:cNvPr>
          <p:cNvSpPr>
            <a:spLocks noGrp="1"/>
          </p:cNvSpPr>
          <p:nvPr/>
        </p:nvSpPr>
        <p:spPr>
          <a:xfrm>
            <a:off x="10660063" y="2857500"/>
            <a:ext cx="34925" cy="547688"/>
          </a:xfrm>
          <a:prstGeom prst="rect">
            <a:avLst/>
          </a:prstGeom>
          <a:solidFill>
            <a:srgbClr val="1D4ED8"/>
          </a:solidFill>
          <a:ln w="13097">
            <a:solidFill>
              <a:srgbClr val="172B4D"/>
            </a:solidFill>
          </a:ln>
        </p:spPr>
      </p:sp>
      <p:sp>
        <p:nvSpPr>
          <p:cNvPr id="228" name="object-228">
            <a:extLst>
              <a:ext uri="{FF2B5EF4-FFF2-40B4-BE49-F238E27FC236}">
                <a16:creationId xmlns:a16="http://schemas.microsoft.com/office/drawing/2014/main" id="{114DF6E6-DC58-462E-8589-9E8EBB78F9D0}"/>
              </a:ext>
            </a:extLst>
          </p:cNvPr>
          <p:cNvSpPr>
            <a:spLocks noGrp="1"/>
          </p:cNvSpPr>
          <p:nvPr/>
        </p:nvSpPr>
        <p:spPr>
          <a:xfrm>
            <a:off x="10694988" y="2857500"/>
            <a:ext cx="34925" cy="547688"/>
          </a:xfrm>
          <a:prstGeom prst="rect">
            <a:avLst/>
          </a:prstGeom>
          <a:solidFill>
            <a:srgbClr val="1D4ED8"/>
          </a:solidFill>
          <a:ln w="13097">
            <a:solidFill>
              <a:srgbClr val="172B4D"/>
            </a:solidFill>
          </a:ln>
        </p:spPr>
      </p:sp>
      <p:sp>
        <p:nvSpPr>
          <p:cNvPr id="229" name="object-229">
            <a:extLst>
              <a:ext uri="{FF2B5EF4-FFF2-40B4-BE49-F238E27FC236}">
                <a16:creationId xmlns:a16="http://schemas.microsoft.com/office/drawing/2014/main" id="{2A2A4074-BDFD-4C2E-AF7C-E0C8D9F1D0B3}"/>
              </a:ext>
            </a:extLst>
          </p:cNvPr>
          <p:cNvSpPr>
            <a:spLocks noGrp="1"/>
          </p:cNvSpPr>
          <p:nvPr/>
        </p:nvSpPr>
        <p:spPr>
          <a:xfrm>
            <a:off x="10729913" y="2857500"/>
            <a:ext cx="34925" cy="547688"/>
          </a:xfrm>
          <a:prstGeom prst="rect">
            <a:avLst/>
          </a:prstGeom>
          <a:solidFill>
            <a:srgbClr val="1D4ED8"/>
          </a:solidFill>
          <a:ln w="13097">
            <a:solidFill>
              <a:srgbClr val="172B4D"/>
            </a:solidFill>
          </a:ln>
        </p:spPr>
      </p:sp>
      <p:sp>
        <p:nvSpPr>
          <p:cNvPr id="230" name="object-230">
            <a:extLst>
              <a:ext uri="{FF2B5EF4-FFF2-40B4-BE49-F238E27FC236}">
                <a16:creationId xmlns:a16="http://schemas.microsoft.com/office/drawing/2014/main" id="{A15FBDBF-C576-4617-B50E-28AF0A9367E9}"/>
              </a:ext>
            </a:extLst>
          </p:cNvPr>
          <p:cNvSpPr>
            <a:spLocks noGrp="1"/>
          </p:cNvSpPr>
          <p:nvPr/>
        </p:nvSpPr>
        <p:spPr>
          <a:xfrm>
            <a:off x="10764838" y="2857500"/>
            <a:ext cx="34925" cy="547688"/>
          </a:xfrm>
          <a:prstGeom prst="rect">
            <a:avLst/>
          </a:prstGeom>
          <a:solidFill>
            <a:srgbClr val="1D4ED8"/>
          </a:solidFill>
          <a:ln w="13097">
            <a:solidFill>
              <a:srgbClr val="172B4D"/>
            </a:solidFill>
          </a:ln>
        </p:spPr>
      </p:sp>
      <p:sp>
        <p:nvSpPr>
          <p:cNvPr id="231" name="object-231">
            <a:extLst>
              <a:ext uri="{FF2B5EF4-FFF2-40B4-BE49-F238E27FC236}">
                <a16:creationId xmlns:a16="http://schemas.microsoft.com/office/drawing/2014/main" id="{6EBAB7DC-8E21-4B01-BA93-6C8279A0FD42}"/>
              </a:ext>
            </a:extLst>
          </p:cNvPr>
          <p:cNvSpPr>
            <a:spLocks noGrp="1"/>
          </p:cNvSpPr>
          <p:nvPr/>
        </p:nvSpPr>
        <p:spPr>
          <a:xfrm>
            <a:off x="10799763" y="2857500"/>
            <a:ext cx="34925" cy="547688"/>
          </a:xfrm>
          <a:prstGeom prst="rect">
            <a:avLst/>
          </a:prstGeom>
          <a:solidFill>
            <a:srgbClr val="1D4ED8"/>
          </a:solidFill>
          <a:ln w="13097">
            <a:solidFill>
              <a:srgbClr val="172B4D"/>
            </a:solidFill>
          </a:ln>
        </p:spPr>
      </p:sp>
      <p:sp>
        <p:nvSpPr>
          <p:cNvPr id="232" name="object-232">
            <a:extLst>
              <a:ext uri="{FF2B5EF4-FFF2-40B4-BE49-F238E27FC236}">
                <a16:creationId xmlns:a16="http://schemas.microsoft.com/office/drawing/2014/main" id="{9422D1A5-0905-4B66-857D-D64B1154D773}"/>
              </a:ext>
            </a:extLst>
          </p:cNvPr>
          <p:cNvSpPr>
            <a:spLocks noGrp="1"/>
          </p:cNvSpPr>
          <p:nvPr/>
        </p:nvSpPr>
        <p:spPr>
          <a:xfrm>
            <a:off x="10834688" y="2857500"/>
            <a:ext cx="34925" cy="547688"/>
          </a:xfrm>
          <a:prstGeom prst="rect">
            <a:avLst/>
          </a:prstGeom>
          <a:solidFill>
            <a:srgbClr val="1D4ED8"/>
          </a:solidFill>
          <a:ln w="13097">
            <a:solidFill>
              <a:srgbClr val="172B4D"/>
            </a:solidFill>
          </a:ln>
        </p:spPr>
      </p:sp>
      <p:sp>
        <p:nvSpPr>
          <p:cNvPr id="233" name="object-233">
            <a:extLst>
              <a:ext uri="{FF2B5EF4-FFF2-40B4-BE49-F238E27FC236}">
                <a16:creationId xmlns:a16="http://schemas.microsoft.com/office/drawing/2014/main" id="{29A16F30-B1D6-4F72-848F-C663DB35D16C}"/>
              </a:ext>
            </a:extLst>
          </p:cNvPr>
          <p:cNvSpPr>
            <a:spLocks noGrp="1"/>
          </p:cNvSpPr>
          <p:nvPr/>
        </p:nvSpPr>
        <p:spPr>
          <a:xfrm>
            <a:off x="10869612" y="2857500"/>
            <a:ext cx="34925" cy="547688"/>
          </a:xfrm>
          <a:prstGeom prst="rect">
            <a:avLst/>
          </a:prstGeom>
          <a:solidFill>
            <a:srgbClr val="1D4ED8"/>
          </a:solidFill>
          <a:ln w="13097">
            <a:solidFill>
              <a:srgbClr val="172B4D"/>
            </a:solidFill>
          </a:ln>
        </p:spPr>
      </p:sp>
      <p:sp>
        <p:nvSpPr>
          <p:cNvPr id="234" name="object-234">
            <a:extLst>
              <a:ext uri="{FF2B5EF4-FFF2-40B4-BE49-F238E27FC236}">
                <a16:creationId xmlns:a16="http://schemas.microsoft.com/office/drawing/2014/main" id="{0DA4D642-1B9E-4657-A83E-829FE0B115A0}"/>
              </a:ext>
            </a:extLst>
          </p:cNvPr>
          <p:cNvSpPr>
            <a:spLocks noGrp="1"/>
          </p:cNvSpPr>
          <p:nvPr/>
        </p:nvSpPr>
        <p:spPr>
          <a:xfrm>
            <a:off x="10904538" y="2857500"/>
            <a:ext cx="34925" cy="547688"/>
          </a:xfrm>
          <a:prstGeom prst="rect">
            <a:avLst/>
          </a:prstGeom>
          <a:solidFill>
            <a:srgbClr val="1D4ED8"/>
          </a:solidFill>
          <a:ln w="13097">
            <a:solidFill>
              <a:srgbClr val="172B4D"/>
            </a:solidFill>
          </a:ln>
        </p:spPr>
      </p:sp>
      <p:sp>
        <p:nvSpPr>
          <p:cNvPr id="235" name="object-235">
            <a:extLst>
              <a:ext uri="{FF2B5EF4-FFF2-40B4-BE49-F238E27FC236}">
                <a16:creationId xmlns:a16="http://schemas.microsoft.com/office/drawing/2014/main" id="{E888A3C0-EC7A-42CC-91B5-11D0D5D8CA34}"/>
              </a:ext>
            </a:extLst>
          </p:cNvPr>
          <p:cNvSpPr>
            <a:spLocks noGrp="1"/>
          </p:cNvSpPr>
          <p:nvPr/>
        </p:nvSpPr>
        <p:spPr>
          <a:xfrm>
            <a:off x="10939463" y="2857500"/>
            <a:ext cx="34925" cy="547688"/>
          </a:xfrm>
          <a:prstGeom prst="rect">
            <a:avLst/>
          </a:prstGeom>
          <a:solidFill>
            <a:srgbClr val="1D4ED8"/>
          </a:solidFill>
          <a:ln w="13097">
            <a:solidFill>
              <a:srgbClr val="172B4D"/>
            </a:solidFill>
          </a:ln>
        </p:spPr>
      </p:sp>
      <p:sp>
        <p:nvSpPr>
          <p:cNvPr id="236" name="object-236">
            <a:extLst>
              <a:ext uri="{FF2B5EF4-FFF2-40B4-BE49-F238E27FC236}">
                <a16:creationId xmlns:a16="http://schemas.microsoft.com/office/drawing/2014/main" id="{6543A854-B6FD-43B6-B1C3-65BC69B11492}"/>
              </a:ext>
            </a:extLst>
          </p:cNvPr>
          <p:cNvSpPr>
            <a:spLocks noGrp="1"/>
          </p:cNvSpPr>
          <p:nvPr/>
        </p:nvSpPr>
        <p:spPr>
          <a:xfrm>
            <a:off x="10974388" y="2857500"/>
            <a:ext cx="34925" cy="547688"/>
          </a:xfrm>
          <a:prstGeom prst="rect">
            <a:avLst/>
          </a:prstGeom>
          <a:solidFill>
            <a:srgbClr val="1D4ED8"/>
          </a:solidFill>
          <a:ln w="13097">
            <a:solidFill>
              <a:srgbClr val="172B4D"/>
            </a:solidFill>
          </a:ln>
        </p:spPr>
      </p:sp>
      <p:sp>
        <p:nvSpPr>
          <p:cNvPr id="237" name="object-237">
            <a:extLst>
              <a:ext uri="{FF2B5EF4-FFF2-40B4-BE49-F238E27FC236}">
                <a16:creationId xmlns:a16="http://schemas.microsoft.com/office/drawing/2014/main" id="{6A72E9C3-07AE-473D-8BF7-9201892827EC}"/>
              </a:ext>
            </a:extLst>
          </p:cNvPr>
          <p:cNvSpPr>
            <a:spLocks noGrp="1"/>
          </p:cNvSpPr>
          <p:nvPr/>
        </p:nvSpPr>
        <p:spPr>
          <a:xfrm>
            <a:off x="11009313" y="2857500"/>
            <a:ext cx="34925" cy="547688"/>
          </a:xfrm>
          <a:prstGeom prst="rect">
            <a:avLst/>
          </a:prstGeom>
          <a:solidFill>
            <a:srgbClr val="1D4ED8"/>
          </a:solidFill>
          <a:ln w="13097">
            <a:solidFill>
              <a:srgbClr val="172B4D"/>
            </a:solidFill>
          </a:ln>
        </p:spPr>
      </p:sp>
      <p:sp>
        <p:nvSpPr>
          <p:cNvPr id="238" name="object-238">
            <a:extLst>
              <a:ext uri="{FF2B5EF4-FFF2-40B4-BE49-F238E27FC236}">
                <a16:creationId xmlns:a16="http://schemas.microsoft.com/office/drawing/2014/main" id="{EF5A432A-494C-43BB-B99D-7F08C0D048E5}"/>
              </a:ext>
            </a:extLst>
          </p:cNvPr>
          <p:cNvSpPr>
            <a:spLocks noGrp="1"/>
          </p:cNvSpPr>
          <p:nvPr/>
        </p:nvSpPr>
        <p:spPr>
          <a:xfrm>
            <a:off x="11044238" y="2857500"/>
            <a:ext cx="34925" cy="547688"/>
          </a:xfrm>
          <a:prstGeom prst="rect">
            <a:avLst/>
          </a:prstGeom>
          <a:solidFill>
            <a:srgbClr val="1D4ED8"/>
          </a:solidFill>
          <a:ln w="13097">
            <a:solidFill>
              <a:srgbClr val="172B4D"/>
            </a:solidFill>
          </a:ln>
        </p:spPr>
      </p:sp>
      <p:sp>
        <p:nvSpPr>
          <p:cNvPr id="239" name="object-239">
            <a:extLst>
              <a:ext uri="{FF2B5EF4-FFF2-40B4-BE49-F238E27FC236}">
                <a16:creationId xmlns:a16="http://schemas.microsoft.com/office/drawing/2014/main" id="{60F48C62-9A08-419A-A80C-0A24AB1AFD36}"/>
              </a:ext>
            </a:extLst>
          </p:cNvPr>
          <p:cNvSpPr>
            <a:spLocks noGrp="1"/>
          </p:cNvSpPr>
          <p:nvPr/>
        </p:nvSpPr>
        <p:spPr>
          <a:xfrm>
            <a:off x="11079162" y="2857500"/>
            <a:ext cx="34925" cy="547688"/>
          </a:xfrm>
          <a:prstGeom prst="rect">
            <a:avLst/>
          </a:prstGeom>
          <a:solidFill>
            <a:srgbClr val="1D4ED8"/>
          </a:solidFill>
          <a:ln w="13097">
            <a:solidFill>
              <a:srgbClr val="172B4D"/>
            </a:solidFill>
          </a:ln>
        </p:spPr>
      </p:sp>
      <p:sp>
        <p:nvSpPr>
          <p:cNvPr id="240" name="object-240">
            <a:extLst>
              <a:ext uri="{FF2B5EF4-FFF2-40B4-BE49-F238E27FC236}">
                <a16:creationId xmlns:a16="http://schemas.microsoft.com/office/drawing/2014/main" id="{1C1199B4-5795-4E94-BE52-F8DDF5CA7F35}"/>
              </a:ext>
            </a:extLst>
          </p:cNvPr>
          <p:cNvSpPr>
            <a:spLocks noGrp="1"/>
          </p:cNvSpPr>
          <p:nvPr/>
        </p:nvSpPr>
        <p:spPr>
          <a:xfrm>
            <a:off x="11114088" y="2857500"/>
            <a:ext cx="34925" cy="547688"/>
          </a:xfrm>
          <a:prstGeom prst="rect">
            <a:avLst/>
          </a:prstGeom>
          <a:solidFill>
            <a:srgbClr val="1D4ED8"/>
          </a:solidFill>
          <a:ln w="13097">
            <a:solidFill>
              <a:srgbClr val="172B4D"/>
            </a:solidFill>
          </a:ln>
        </p:spPr>
      </p:sp>
      <p:sp>
        <p:nvSpPr>
          <p:cNvPr id="241" name="object-241">
            <a:extLst>
              <a:ext uri="{FF2B5EF4-FFF2-40B4-BE49-F238E27FC236}">
                <a16:creationId xmlns:a16="http://schemas.microsoft.com/office/drawing/2014/main" id="{2D2B8E3A-7F85-48E6-AD9E-9E500A77FFA6}"/>
              </a:ext>
            </a:extLst>
          </p:cNvPr>
          <p:cNvSpPr>
            <a:spLocks noGrp="1"/>
          </p:cNvSpPr>
          <p:nvPr/>
        </p:nvSpPr>
        <p:spPr>
          <a:xfrm>
            <a:off x="11149013" y="2857500"/>
            <a:ext cx="34925" cy="547688"/>
          </a:xfrm>
          <a:prstGeom prst="rect">
            <a:avLst/>
          </a:prstGeom>
          <a:solidFill>
            <a:srgbClr val="1D4ED8"/>
          </a:solidFill>
          <a:ln w="13097">
            <a:solidFill>
              <a:srgbClr val="172B4D"/>
            </a:solidFill>
          </a:ln>
        </p:spPr>
      </p:sp>
      <p:sp>
        <p:nvSpPr>
          <p:cNvPr id="242" name="object-242">
            <a:extLst>
              <a:ext uri="{FF2B5EF4-FFF2-40B4-BE49-F238E27FC236}">
                <a16:creationId xmlns:a16="http://schemas.microsoft.com/office/drawing/2014/main" id="{B5830E2C-E5D7-4F97-B8D0-6601C91B6C19}"/>
              </a:ext>
            </a:extLst>
          </p:cNvPr>
          <p:cNvSpPr>
            <a:spLocks noGrp="1"/>
          </p:cNvSpPr>
          <p:nvPr/>
        </p:nvSpPr>
        <p:spPr>
          <a:xfrm>
            <a:off x="11183938" y="2857500"/>
            <a:ext cx="34925" cy="547688"/>
          </a:xfrm>
          <a:prstGeom prst="rect">
            <a:avLst/>
          </a:prstGeom>
          <a:solidFill>
            <a:srgbClr val="1D4ED8"/>
          </a:solidFill>
          <a:ln w="13097">
            <a:solidFill>
              <a:srgbClr val="172B4D"/>
            </a:solidFill>
          </a:ln>
        </p:spPr>
      </p:sp>
      <p:sp>
        <p:nvSpPr>
          <p:cNvPr id="243" name="object-243">
            <a:extLst>
              <a:ext uri="{FF2B5EF4-FFF2-40B4-BE49-F238E27FC236}">
                <a16:creationId xmlns:a16="http://schemas.microsoft.com/office/drawing/2014/main" id="{D4308495-05D0-4CC6-9040-4022ABDB6BB3}"/>
              </a:ext>
            </a:extLst>
          </p:cNvPr>
          <p:cNvSpPr>
            <a:spLocks noGrp="1"/>
          </p:cNvSpPr>
          <p:nvPr/>
        </p:nvSpPr>
        <p:spPr>
          <a:xfrm>
            <a:off x="11218863" y="2857500"/>
            <a:ext cx="34925" cy="547688"/>
          </a:xfrm>
          <a:prstGeom prst="rect">
            <a:avLst/>
          </a:prstGeom>
          <a:solidFill>
            <a:srgbClr val="1D4ED8"/>
          </a:solidFill>
          <a:ln w="13097">
            <a:solidFill>
              <a:srgbClr val="172B4D"/>
            </a:solidFill>
          </a:ln>
        </p:spPr>
      </p:sp>
      <p:sp>
        <p:nvSpPr>
          <p:cNvPr id="244" name="object-244">
            <a:extLst>
              <a:ext uri="{FF2B5EF4-FFF2-40B4-BE49-F238E27FC236}">
                <a16:creationId xmlns:a16="http://schemas.microsoft.com/office/drawing/2014/main" id="{C33C3287-4DAB-4ED5-A357-3FD65CAD35E3}"/>
              </a:ext>
            </a:extLst>
          </p:cNvPr>
          <p:cNvSpPr>
            <a:spLocks noGrp="1"/>
          </p:cNvSpPr>
          <p:nvPr/>
        </p:nvSpPr>
        <p:spPr>
          <a:xfrm>
            <a:off x="11253788" y="2857500"/>
            <a:ext cx="34925" cy="547688"/>
          </a:xfrm>
          <a:prstGeom prst="rect">
            <a:avLst/>
          </a:prstGeom>
          <a:solidFill>
            <a:srgbClr val="1D4ED8"/>
          </a:solidFill>
          <a:ln w="13097">
            <a:solidFill>
              <a:srgbClr val="172B4D"/>
            </a:solidFill>
          </a:ln>
        </p:spPr>
      </p:sp>
      <p:sp>
        <p:nvSpPr>
          <p:cNvPr id="245" name="object-245">
            <a:extLst>
              <a:ext uri="{FF2B5EF4-FFF2-40B4-BE49-F238E27FC236}">
                <a16:creationId xmlns:a16="http://schemas.microsoft.com/office/drawing/2014/main" id="{B2A0EEA7-F775-4A6F-92C0-38B8A8AB4266}"/>
              </a:ext>
            </a:extLst>
          </p:cNvPr>
          <p:cNvSpPr>
            <a:spLocks noGrp="1"/>
          </p:cNvSpPr>
          <p:nvPr/>
        </p:nvSpPr>
        <p:spPr>
          <a:xfrm>
            <a:off x="11288713" y="2857500"/>
            <a:ext cx="34925" cy="547688"/>
          </a:xfrm>
          <a:prstGeom prst="rect">
            <a:avLst/>
          </a:prstGeom>
          <a:solidFill>
            <a:srgbClr val="1D4ED8"/>
          </a:solidFill>
          <a:ln w="13097">
            <a:solidFill>
              <a:srgbClr val="172B4D"/>
            </a:solidFill>
          </a:ln>
        </p:spPr>
      </p:sp>
      <p:sp>
        <p:nvSpPr>
          <p:cNvPr id="246" name="object-246">
            <a:extLst>
              <a:ext uri="{FF2B5EF4-FFF2-40B4-BE49-F238E27FC236}">
                <a16:creationId xmlns:a16="http://schemas.microsoft.com/office/drawing/2014/main" id="{8E456CE2-9843-4E3E-A16A-65DC10AC50D1}"/>
              </a:ext>
            </a:extLst>
          </p:cNvPr>
          <p:cNvSpPr>
            <a:spLocks noGrp="1"/>
          </p:cNvSpPr>
          <p:nvPr/>
        </p:nvSpPr>
        <p:spPr>
          <a:xfrm>
            <a:off x="11323638" y="2857500"/>
            <a:ext cx="34925" cy="547688"/>
          </a:xfrm>
          <a:prstGeom prst="rect">
            <a:avLst/>
          </a:prstGeom>
          <a:solidFill>
            <a:srgbClr val="1D4ED8"/>
          </a:solidFill>
          <a:ln w="13097">
            <a:solidFill>
              <a:srgbClr val="172B4D"/>
            </a:solidFill>
          </a:ln>
        </p:spPr>
      </p:sp>
      <p:sp>
        <p:nvSpPr>
          <p:cNvPr id="247" name="object-247">
            <a:extLst>
              <a:ext uri="{FF2B5EF4-FFF2-40B4-BE49-F238E27FC236}">
                <a16:creationId xmlns:a16="http://schemas.microsoft.com/office/drawing/2014/main" id="{31298F86-35FC-4509-9632-666F16D828D6}"/>
              </a:ext>
            </a:extLst>
          </p:cNvPr>
          <p:cNvSpPr>
            <a:spLocks noGrp="1"/>
          </p:cNvSpPr>
          <p:nvPr/>
        </p:nvSpPr>
        <p:spPr>
          <a:xfrm>
            <a:off x="11358563" y="2857500"/>
            <a:ext cx="34925" cy="547688"/>
          </a:xfrm>
          <a:prstGeom prst="rect">
            <a:avLst/>
          </a:prstGeom>
          <a:solidFill>
            <a:srgbClr val="1D4ED8"/>
          </a:solidFill>
          <a:ln w="13097">
            <a:solidFill>
              <a:srgbClr val="172B4D"/>
            </a:solidFill>
          </a:ln>
        </p:spPr>
      </p:sp>
      <p:sp>
        <p:nvSpPr>
          <p:cNvPr id="248" name="object-248">
            <a:extLst>
              <a:ext uri="{FF2B5EF4-FFF2-40B4-BE49-F238E27FC236}">
                <a16:creationId xmlns:a16="http://schemas.microsoft.com/office/drawing/2014/main" id="{D2F765A9-789B-41AE-A638-4C570B3F0601}"/>
              </a:ext>
            </a:extLst>
          </p:cNvPr>
          <p:cNvSpPr>
            <a:spLocks noGrp="1"/>
          </p:cNvSpPr>
          <p:nvPr/>
        </p:nvSpPr>
        <p:spPr>
          <a:xfrm>
            <a:off x="11393487" y="2857500"/>
            <a:ext cx="34925" cy="547688"/>
          </a:xfrm>
          <a:prstGeom prst="rect">
            <a:avLst/>
          </a:prstGeom>
          <a:solidFill>
            <a:srgbClr val="1D4ED8"/>
          </a:solidFill>
          <a:ln w="13097">
            <a:solidFill>
              <a:srgbClr val="172B4D"/>
            </a:solidFill>
          </a:ln>
        </p:spPr>
      </p:sp>
      <p:sp>
        <p:nvSpPr>
          <p:cNvPr id="249" name="object-249">
            <a:extLst>
              <a:ext uri="{FF2B5EF4-FFF2-40B4-BE49-F238E27FC236}">
                <a16:creationId xmlns:a16="http://schemas.microsoft.com/office/drawing/2014/main" id="{EE1BE9DD-C72A-4131-96C0-103BC9789E4A}"/>
              </a:ext>
            </a:extLst>
          </p:cNvPr>
          <p:cNvSpPr>
            <a:spLocks noGrp="1"/>
          </p:cNvSpPr>
          <p:nvPr/>
        </p:nvSpPr>
        <p:spPr>
          <a:xfrm>
            <a:off x="11428413" y="2857500"/>
            <a:ext cx="34925" cy="547688"/>
          </a:xfrm>
          <a:prstGeom prst="rect">
            <a:avLst/>
          </a:prstGeom>
          <a:solidFill>
            <a:srgbClr val="1D4ED8"/>
          </a:solidFill>
          <a:ln w="13097">
            <a:solidFill>
              <a:srgbClr val="172B4D"/>
            </a:solidFill>
          </a:ln>
        </p:spPr>
      </p:sp>
      <p:sp>
        <p:nvSpPr>
          <p:cNvPr id="250" name="object-250">
            <a:extLst>
              <a:ext uri="{FF2B5EF4-FFF2-40B4-BE49-F238E27FC236}">
                <a16:creationId xmlns:a16="http://schemas.microsoft.com/office/drawing/2014/main" id="{73429F4F-8A4F-482B-985A-3CD403B77D4C}"/>
              </a:ext>
            </a:extLst>
          </p:cNvPr>
          <p:cNvSpPr>
            <a:spLocks noGrp="1"/>
          </p:cNvSpPr>
          <p:nvPr/>
        </p:nvSpPr>
        <p:spPr>
          <a:xfrm>
            <a:off x="11463338" y="2857500"/>
            <a:ext cx="34925" cy="547688"/>
          </a:xfrm>
          <a:prstGeom prst="rect">
            <a:avLst/>
          </a:prstGeom>
          <a:solidFill>
            <a:srgbClr val="1D4ED8"/>
          </a:solidFill>
          <a:ln w="13097">
            <a:solidFill>
              <a:srgbClr val="172B4D"/>
            </a:solidFill>
          </a:ln>
        </p:spPr>
      </p:sp>
      <p:sp>
        <p:nvSpPr>
          <p:cNvPr id="251" name="object-251">
            <a:extLst>
              <a:ext uri="{FF2B5EF4-FFF2-40B4-BE49-F238E27FC236}">
                <a16:creationId xmlns:a16="http://schemas.microsoft.com/office/drawing/2014/main" id="{5FA48E0F-F3A9-46C0-A25F-9C74EAE559A6}"/>
              </a:ext>
            </a:extLst>
          </p:cNvPr>
          <p:cNvSpPr>
            <a:spLocks noGrp="1"/>
          </p:cNvSpPr>
          <p:nvPr/>
        </p:nvSpPr>
        <p:spPr>
          <a:xfrm>
            <a:off x="11498263" y="2857500"/>
            <a:ext cx="34925" cy="547688"/>
          </a:xfrm>
          <a:prstGeom prst="rect">
            <a:avLst/>
          </a:prstGeom>
          <a:solidFill>
            <a:srgbClr val="1D4ED8"/>
          </a:solidFill>
          <a:ln w="13097">
            <a:solidFill>
              <a:srgbClr val="172B4D"/>
            </a:solidFill>
          </a:ln>
        </p:spPr>
      </p:sp>
      <p:sp>
        <p:nvSpPr>
          <p:cNvPr id="252" name="object-252">
            <a:extLst>
              <a:ext uri="{FF2B5EF4-FFF2-40B4-BE49-F238E27FC236}">
                <a16:creationId xmlns:a16="http://schemas.microsoft.com/office/drawing/2014/main" id="{EFFC1FB8-1F76-4FAA-A592-ABAC0348F981}"/>
              </a:ext>
            </a:extLst>
          </p:cNvPr>
          <p:cNvSpPr>
            <a:spLocks noGrp="1"/>
          </p:cNvSpPr>
          <p:nvPr/>
        </p:nvSpPr>
        <p:spPr>
          <a:xfrm>
            <a:off x="11533188" y="2857500"/>
            <a:ext cx="34925" cy="547688"/>
          </a:xfrm>
          <a:prstGeom prst="rect">
            <a:avLst/>
          </a:prstGeom>
          <a:solidFill>
            <a:srgbClr val="1D4ED8"/>
          </a:solidFill>
          <a:ln w="13097">
            <a:solidFill>
              <a:srgbClr val="172B4D"/>
            </a:solidFill>
          </a:ln>
        </p:spPr>
      </p:sp>
      <p:sp>
        <p:nvSpPr>
          <p:cNvPr id="253" name="object-253">
            <a:extLst>
              <a:ext uri="{FF2B5EF4-FFF2-40B4-BE49-F238E27FC236}">
                <a16:creationId xmlns:a16="http://schemas.microsoft.com/office/drawing/2014/main" id="{35165403-285B-46A1-8481-8ABD8461D98B}"/>
              </a:ext>
            </a:extLst>
          </p:cNvPr>
          <p:cNvSpPr>
            <a:spLocks noGrp="1"/>
          </p:cNvSpPr>
          <p:nvPr/>
        </p:nvSpPr>
        <p:spPr>
          <a:xfrm>
            <a:off x="11568113" y="2857500"/>
            <a:ext cx="34925" cy="547688"/>
          </a:xfrm>
          <a:prstGeom prst="rect">
            <a:avLst/>
          </a:prstGeom>
          <a:solidFill>
            <a:srgbClr val="1D4ED8"/>
          </a:solidFill>
          <a:ln w="13097">
            <a:solidFill>
              <a:srgbClr val="172B4D"/>
            </a:solidFill>
          </a:ln>
        </p:spPr>
      </p:sp>
      <p:sp>
        <p:nvSpPr>
          <p:cNvPr id="254" name="object-254">
            <a:extLst>
              <a:ext uri="{FF2B5EF4-FFF2-40B4-BE49-F238E27FC236}">
                <a16:creationId xmlns:a16="http://schemas.microsoft.com/office/drawing/2014/main" id="{87910821-6B22-448A-967A-499CBBBD3D2F}"/>
              </a:ext>
            </a:extLst>
          </p:cNvPr>
          <p:cNvSpPr>
            <a:spLocks noGrp="1"/>
          </p:cNvSpPr>
          <p:nvPr/>
        </p:nvSpPr>
        <p:spPr>
          <a:xfrm>
            <a:off x="11603037" y="2857500"/>
            <a:ext cx="34925" cy="547688"/>
          </a:xfrm>
          <a:prstGeom prst="rect">
            <a:avLst/>
          </a:prstGeom>
          <a:solidFill>
            <a:srgbClr val="1D4ED8"/>
          </a:solidFill>
          <a:ln w="13097">
            <a:solidFill>
              <a:srgbClr val="172B4D"/>
            </a:solidFill>
          </a:ln>
        </p:spPr>
      </p:sp>
      <p:sp>
        <p:nvSpPr>
          <p:cNvPr id="255" name="object-255">
            <a:extLst>
              <a:ext uri="{FF2B5EF4-FFF2-40B4-BE49-F238E27FC236}">
                <a16:creationId xmlns:a16="http://schemas.microsoft.com/office/drawing/2014/main" id="{5F12EA21-7310-4710-9205-D88B032CB66D}"/>
              </a:ext>
            </a:extLst>
          </p:cNvPr>
          <p:cNvSpPr>
            <a:spLocks noGrp="1"/>
          </p:cNvSpPr>
          <p:nvPr/>
        </p:nvSpPr>
        <p:spPr>
          <a:xfrm>
            <a:off x="11637963" y="2857500"/>
            <a:ext cx="34925" cy="547688"/>
          </a:xfrm>
          <a:prstGeom prst="rect">
            <a:avLst/>
          </a:prstGeom>
          <a:solidFill>
            <a:srgbClr val="1D4ED8"/>
          </a:solidFill>
          <a:ln w="13097">
            <a:solidFill>
              <a:srgbClr val="172B4D"/>
            </a:solidFill>
          </a:ln>
        </p:spPr>
      </p:sp>
      <p:sp>
        <p:nvSpPr>
          <p:cNvPr id="256" name="object-256">
            <a:extLst>
              <a:ext uri="{FF2B5EF4-FFF2-40B4-BE49-F238E27FC236}">
                <a16:creationId xmlns:a16="http://schemas.microsoft.com/office/drawing/2014/main" id="{4B978F38-B9A6-4EA6-A879-4749127754E6}"/>
              </a:ext>
            </a:extLst>
          </p:cNvPr>
          <p:cNvSpPr>
            <a:spLocks noGrp="1"/>
          </p:cNvSpPr>
          <p:nvPr/>
        </p:nvSpPr>
        <p:spPr>
          <a:xfrm>
            <a:off x="11672888" y="2857500"/>
            <a:ext cx="34925" cy="547688"/>
          </a:xfrm>
          <a:prstGeom prst="rect">
            <a:avLst/>
          </a:prstGeom>
          <a:solidFill>
            <a:srgbClr val="1D4ED8"/>
          </a:solidFill>
          <a:ln w="13097">
            <a:solidFill>
              <a:srgbClr val="172B4D"/>
            </a:solidFill>
          </a:ln>
        </p:spPr>
      </p:sp>
      <p:sp>
        <p:nvSpPr>
          <p:cNvPr id="257" name="object-257">
            <a:extLst>
              <a:ext uri="{FF2B5EF4-FFF2-40B4-BE49-F238E27FC236}">
                <a16:creationId xmlns:a16="http://schemas.microsoft.com/office/drawing/2014/main" id="{DCAD9ED7-F936-4411-AF94-8D95EDB43746}"/>
              </a:ext>
            </a:extLst>
          </p:cNvPr>
          <p:cNvSpPr>
            <a:spLocks noGrp="1"/>
          </p:cNvSpPr>
          <p:nvPr/>
        </p:nvSpPr>
        <p:spPr>
          <a:xfrm>
            <a:off x="11707813" y="2857500"/>
            <a:ext cx="34925" cy="547688"/>
          </a:xfrm>
          <a:prstGeom prst="rect">
            <a:avLst/>
          </a:prstGeom>
          <a:solidFill>
            <a:srgbClr val="1D4ED8"/>
          </a:solidFill>
          <a:ln w="13097">
            <a:solidFill>
              <a:srgbClr val="172B4D"/>
            </a:solidFill>
          </a:ln>
        </p:spPr>
      </p:sp>
      <p:sp>
        <p:nvSpPr>
          <p:cNvPr id="258" name="object-258">
            <a:extLst>
              <a:ext uri="{FF2B5EF4-FFF2-40B4-BE49-F238E27FC236}">
                <a16:creationId xmlns:a16="http://schemas.microsoft.com/office/drawing/2014/main" id="{567FEB3C-1C66-4850-B3FF-C815C72FC281}"/>
              </a:ext>
            </a:extLst>
          </p:cNvPr>
          <p:cNvSpPr>
            <a:spLocks noGrp="1"/>
          </p:cNvSpPr>
          <p:nvPr/>
        </p:nvSpPr>
        <p:spPr>
          <a:xfrm>
            <a:off x="11742738" y="2857500"/>
            <a:ext cx="34925" cy="547688"/>
          </a:xfrm>
          <a:prstGeom prst="rect">
            <a:avLst/>
          </a:prstGeom>
          <a:solidFill>
            <a:srgbClr val="1D4ED8"/>
          </a:solidFill>
          <a:ln w="13097">
            <a:solidFill>
              <a:srgbClr val="172B4D"/>
            </a:solidFill>
          </a:ln>
        </p:spPr>
      </p:sp>
      <p:sp>
        <p:nvSpPr>
          <p:cNvPr id="259" name="object-259">
            <a:extLst>
              <a:ext uri="{FF2B5EF4-FFF2-40B4-BE49-F238E27FC236}">
                <a16:creationId xmlns:a16="http://schemas.microsoft.com/office/drawing/2014/main" id="{934E609E-5924-4EF9-B2B0-BE64EE532ABE}"/>
              </a:ext>
            </a:extLst>
          </p:cNvPr>
          <p:cNvSpPr>
            <a:spLocks noGrp="1"/>
          </p:cNvSpPr>
          <p:nvPr/>
        </p:nvSpPr>
        <p:spPr>
          <a:xfrm>
            <a:off x="11777663" y="2857500"/>
            <a:ext cx="34925" cy="547688"/>
          </a:xfrm>
          <a:prstGeom prst="rect">
            <a:avLst/>
          </a:prstGeom>
          <a:solidFill>
            <a:srgbClr val="1D4ED8"/>
          </a:solidFill>
          <a:ln w="13097">
            <a:solidFill>
              <a:srgbClr val="172B4D"/>
            </a:solidFill>
          </a:ln>
        </p:spPr>
      </p:sp>
      <p:sp>
        <p:nvSpPr>
          <p:cNvPr id="260" name="object-260">
            <a:extLst>
              <a:ext uri="{FF2B5EF4-FFF2-40B4-BE49-F238E27FC236}">
                <a16:creationId xmlns:a16="http://schemas.microsoft.com/office/drawing/2014/main" id="{638DD098-4B29-4246-8888-6082ED4A4EA4}"/>
              </a:ext>
            </a:extLst>
          </p:cNvPr>
          <p:cNvSpPr>
            <a:spLocks noGrp="1"/>
          </p:cNvSpPr>
          <p:nvPr/>
        </p:nvSpPr>
        <p:spPr>
          <a:xfrm>
            <a:off x="11812588" y="2857500"/>
            <a:ext cx="34925" cy="547688"/>
          </a:xfrm>
          <a:prstGeom prst="rect">
            <a:avLst/>
          </a:prstGeom>
          <a:solidFill>
            <a:srgbClr val="1D4ED8"/>
          </a:solidFill>
          <a:ln w="13097">
            <a:solidFill>
              <a:srgbClr val="172B4D"/>
            </a:solidFill>
          </a:ln>
        </p:spPr>
      </p:sp>
      <p:sp>
        <p:nvSpPr>
          <p:cNvPr id="261" name="object-261">
            <a:extLst>
              <a:ext uri="{FF2B5EF4-FFF2-40B4-BE49-F238E27FC236}">
                <a16:creationId xmlns:a16="http://schemas.microsoft.com/office/drawing/2014/main" id="{3C846C46-EAA7-435F-A525-C90EEC770D6D}"/>
              </a:ext>
            </a:extLst>
          </p:cNvPr>
          <p:cNvSpPr>
            <a:spLocks noGrp="1"/>
          </p:cNvSpPr>
          <p:nvPr/>
        </p:nvSpPr>
        <p:spPr>
          <a:xfrm>
            <a:off x="11847513" y="2857500"/>
            <a:ext cx="34925" cy="547688"/>
          </a:xfrm>
          <a:prstGeom prst="rect">
            <a:avLst/>
          </a:prstGeom>
          <a:solidFill>
            <a:srgbClr val="1D4ED8"/>
          </a:solidFill>
          <a:ln w="13097">
            <a:solidFill>
              <a:srgbClr val="172B4D"/>
            </a:solidFill>
          </a:ln>
        </p:spPr>
      </p:sp>
      <p:sp>
        <p:nvSpPr>
          <p:cNvPr id="262" name="object-262">
            <a:extLst>
              <a:ext uri="{FF2B5EF4-FFF2-40B4-BE49-F238E27FC236}">
                <a16:creationId xmlns:a16="http://schemas.microsoft.com/office/drawing/2014/main" id="{F3506AC2-DB65-4C49-9644-421A1678D14E}"/>
              </a:ext>
            </a:extLst>
          </p:cNvPr>
          <p:cNvSpPr>
            <a:spLocks noGrp="1"/>
          </p:cNvSpPr>
          <p:nvPr/>
        </p:nvSpPr>
        <p:spPr>
          <a:xfrm>
            <a:off x="11882438" y="2857500"/>
            <a:ext cx="34925" cy="547688"/>
          </a:xfrm>
          <a:prstGeom prst="rect">
            <a:avLst/>
          </a:prstGeom>
          <a:solidFill>
            <a:srgbClr val="1D4ED8"/>
          </a:solidFill>
          <a:ln w="13097">
            <a:solidFill>
              <a:srgbClr val="172B4D"/>
            </a:solidFill>
          </a:ln>
        </p:spPr>
      </p:sp>
      <p:sp>
        <p:nvSpPr>
          <p:cNvPr id="263" name="object-263">
            <a:extLst>
              <a:ext uri="{FF2B5EF4-FFF2-40B4-BE49-F238E27FC236}">
                <a16:creationId xmlns:a16="http://schemas.microsoft.com/office/drawing/2014/main" id="{4AC4304F-7565-4D22-A7D4-4DBCE87F5D6D}"/>
              </a:ext>
            </a:extLst>
          </p:cNvPr>
          <p:cNvSpPr>
            <a:spLocks noGrp="1"/>
          </p:cNvSpPr>
          <p:nvPr/>
        </p:nvSpPr>
        <p:spPr>
          <a:xfrm>
            <a:off x="11917362" y="2857500"/>
            <a:ext cx="34925" cy="547688"/>
          </a:xfrm>
          <a:prstGeom prst="rect">
            <a:avLst/>
          </a:prstGeom>
          <a:solidFill>
            <a:srgbClr val="1D4ED8"/>
          </a:solidFill>
          <a:ln w="13097">
            <a:solidFill>
              <a:srgbClr val="172B4D"/>
            </a:solidFill>
          </a:ln>
        </p:spPr>
      </p:sp>
      <p:sp>
        <p:nvSpPr>
          <p:cNvPr id="264" name="object-264">
            <a:extLst>
              <a:ext uri="{FF2B5EF4-FFF2-40B4-BE49-F238E27FC236}">
                <a16:creationId xmlns:a16="http://schemas.microsoft.com/office/drawing/2014/main" id="{D04CE571-4D77-4FF2-B6DC-72BA86D926DF}"/>
              </a:ext>
            </a:extLst>
          </p:cNvPr>
          <p:cNvSpPr>
            <a:spLocks noGrp="1"/>
          </p:cNvSpPr>
          <p:nvPr/>
        </p:nvSpPr>
        <p:spPr>
          <a:xfrm>
            <a:off x="11952288" y="2857500"/>
            <a:ext cx="34925" cy="547688"/>
          </a:xfrm>
          <a:prstGeom prst="rect">
            <a:avLst/>
          </a:prstGeom>
          <a:solidFill>
            <a:srgbClr val="1D4ED8"/>
          </a:solidFill>
          <a:ln w="13097">
            <a:solidFill>
              <a:srgbClr val="172B4D"/>
            </a:solidFill>
          </a:ln>
        </p:spPr>
      </p:sp>
      <p:sp>
        <p:nvSpPr>
          <p:cNvPr id="265" name="object-265">
            <a:extLst>
              <a:ext uri="{FF2B5EF4-FFF2-40B4-BE49-F238E27FC236}">
                <a16:creationId xmlns:a16="http://schemas.microsoft.com/office/drawing/2014/main" id="{4FA87C25-6A42-4466-BFF2-859619A1BE1F}"/>
              </a:ext>
            </a:extLst>
          </p:cNvPr>
          <p:cNvSpPr>
            <a:spLocks noGrp="1"/>
          </p:cNvSpPr>
          <p:nvPr/>
        </p:nvSpPr>
        <p:spPr>
          <a:xfrm>
            <a:off x="11987213" y="2857500"/>
            <a:ext cx="34925" cy="547688"/>
          </a:xfrm>
          <a:prstGeom prst="rect">
            <a:avLst/>
          </a:prstGeom>
          <a:solidFill>
            <a:srgbClr val="1D4ED8"/>
          </a:solidFill>
          <a:ln w="13097">
            <a:solidFill>
              <a:srgbClr val="172B4D"/>
            </a:solidFill>
          </a:ln>
        </p:spPr>
      </p:sp>
      <p:sp>
        <p:nvSpPr>
          <p:cNvPr id="266" name="object-266">
            <a:extLst>
              <a:ext uri="{FF2B5EF4-FFF2-40B4-BE49-F238E27FC236}">
                <a16:creationId xmlns:a16="http://schemas.microsoft.com/office/drawing/2014/main" id="{1A122BB3-115B-4E7E-95F6-1D49AFA6DDC7}"/>
              </a:ext>
            </a:extLst>
          </p:cNvPr>
          <p:cNvSpPr>
            <a:spLocks noGrp="1"/>
          </p:cNvSpPr>
          <p:nvPr/>
        </p:nvSpPr>
        <p:spPr>
          <a:xfrm>
            <a:off x="12022138" y="2857500"/>
            <a:ext cx="34925" cy="547688"/>
          </a:xfrm>
          <a:prstGeom prst="rect">
            <a:avLst/>
          </a:prstGeom>
          <a:solidFill>
            <a:srgbClr val="1D4ED8"/>
          </a:solidFill>
          <a:ln w="13097">
            <a:solidFill>
              <a:srgbClr val="172B4D"/>
            </a:solidFill>
          </a:ln>
        </p:spPr>
      </p:sp>
      <p:sp>
        <p:nvSpPr>
          <p:cNvPr id="267" name="object-267">
            <a:extLst>
              <a:ext uri="{FF2B5EF4-FFF2-40B4-BE49-F238E27FC236}">
                <a16:creationId xmlns:a16="http://schemas.microsoft.com/office/drawing/2014/main" id="{85B4B325-35D8-474E-B636-BEF214E7D9E7}"/>
              </a:ext>
            </a:extLst>
          </p:cNvPr>
          <p:cNvSpPr>
            <a:spLocks noGrp="1"/>
          </p:cNvSpPr>
          <p:nvPr/>
        </p:nvSpPr>
        <p:spPr>
          <a:xfrm>
            <a:off x="12057063" y="2857500"/>
            <a:ext cx="34925" cy="547688"/>
          </a:xfrm>
          <a:prstGeom prst="rect">
            <a:avLst/>
          </a:prstGeom>
          <a:solidFill>
            <a:srgbClr val="FFFFFF"/>
          </a:solidFill>
          <a:ln w="13097">
            <a:solidFill>
              <a:srgbClr val="172B4D"/>
            </a:solidFill>
          </a:ln>
        </p:spPr>
      </p:sp>
      <p:sp>
        <p:nvSpPr>
          <p:cNvPr id="268" name="object-268">
            <a:extLst>
              <a:ext uri="{FF2B5EF4-FFF2-40B4-BE49-F238E27FC236}">
                <a16:creationId xmlns:a16="http://schemas.microsoft.com/office/drawing/2014/main" id="{E127F148-5762-4F3D-99BA-FEED56D0C9C3}"/>
              </a:ext>
            </a:extLst>
          </p:cNvPr>
          <p:cNvSpPr>
            <a:spLocks noGrp="1"/>
          </p:cNvSpPr>
          <p:nvPr/>
        </p:nvSpPr>
        <p:spPr>
          <a:xfrm>
            <a:off x="12091988" y="2857500"/>
            <a:ext cx="34925" cy="547688"/>
          </a:xfrm>
          <a:prstGeom prst="rect">
            <a:avLst/>
          </a:prstGeom>
          <a:solidFill>
            <a:srgbClr val="FFFFFF"/>
          </a:solidFill>
          <a:ln w="13097">
            <a:solidFill>
              <a:srgbClr val="172B4D"/>
            </a:solidFill>
          </a:ln>
        </p:spPr>
      </p:sp>
      <p:sp>
        <p:nvSpPr>
          <p:cNvPr id="269" name="object-269">
            <a:extLst>
              <a:ext uri="{FF2B5EF4-FFF2-40B4-BE49-F238E27FC236}">
                <a16:creationId xmlns:a16="http://schemas.microsoft.com/office/drawing/2014/main" id="{91011E86-D519-4785-9653-ACDC62B6486E}"/>
              </a:ext>
            </a:extLst>
          </p:cNvPr>
          <p:cNvSpPr>
            <a:spLocks noGrp="1"/>
          </p:cNvSpPr>
          <p:nvPr/>
        </p:nvSpPr>
        <p:spPr>
          <a:xfrm>
            <a:off x="12126912" y="2857500"/>
            <a:ext cx="34925" cy="547688"/>
          </a:xfrm>
          <a:prstGeom prst="rect">
            <a:avLst/>
          </a:prstGeom>
          <a:solidFill>
            <a:srgbClr val="FFFFFF"/>
          </a:solidFill>
          <a:ln w="13097">
            <a:solidFill>
              <a:srgbClr val="172B4D"/>
            </a:solidFill>
          </a:ln>
        </p:spPr>
      </p:sp>
      <p:sp>
        <p:nvSpPr>
          <p:cNvPr id="270" name="object-270">
            <a:extLst>
              <a:ext uri="{FF2B5EF4-FFF2-40B4-BE49-F238E27FC236}">
                <a16:creationId xmlns:a16="http://schemas.microsoft.com/office/drawing/2014/main" id="{4E17BC07-09CE-4239-9343-97D38BC3C0C2}"/>
              </a:ext>
            </a:extLst>
          </p:cNvPr>
          <p:cNvSpPr>
            <a:spLocks noGrp="1"/>
          </p:cNvSpPr>
          <p:nvPr/>
        </p:nvSpPr>
        <p:spPr>
          <a:xfrm>
            <a:off x="12161838" y="2857500"/>
            <a:ext cx="34925" cy="547688"/>
          </a:xfrm>
          <a:prstGeom prst="rect">
            <a:avLst/>
          </a:prstGeom>
          <a:solidFill>
            <a:srgbClr val="FFFFFF"/>
          </a:solidFill>
          <a:ln w="13097">
            <a:solidFill>
              <a:srgbClr val="172B4D"/>
            </a:solidFill>
          </a:ln>
        </p:spPr>
      </p:sp>
      <p:sp>
        <p:nvSpPr>
          <p:cNvPr id="271" name="object-271">
            <a:extLst>
              <a:ext uri="{FF2B5EF4-FFF2-40B4-BE49-F238E27FC236}">
                <a16:creationId xmlns:a16="http://schemas.microsoft.com/office/drawing/2014/main" id="{8E411D57-7357-4447-8997-5CFD71FDBDAD}"/>
              </a:ext>
            </a:extLst>
          </p:cNvPr>
          <p:cNvSpPr>
            <a:spLocks noGrp="1"/>
          </p:cNvSpPr>
          <p:nvPr/>
        </p:nvSpPr>
        <p:spPr>
          <a:xfrm>
            <a:off x="12196763" y="2857500"/>
            <a:ext cx="34925" cy="547688"/>
          </a:xfrm>
          <a:prstGeom prst="rect">
            <a:avLst/>
          </a:prstGeom>
          <a:solidFill>
            <a:srgbClr val="FFFFFF"/>
          </a:solidFill>
          <a:ln w="13097">
            <a:solidFill>
              <a:srgbClr val="172B4D"/>
            </a:solidFill>
          </a:ln>
        </p:spPr>
      </p:sp>
      <p:sp>
        <p:nvSpPr>
          <p:cNvPr id="272" name="object-272">
            <a:extLst>
              <a:ext uri="{FF2B5EF4-FFF2-40B4-BE49-F238E27FC236}">
                <a16:creationId xmlns:a16="http://schemas.microsoft.com/office/drawing/2014/main" id="{753FA89C-0250-4230-9163-41D2F7239621}"/>
              </a:ext>
            </a:extLst>
          </p:cNvPr>
          <p:cNvSpPr>
            <a:spLocks noGrp="1"/>
          </p:cNvSpPr>
          <p:nvPr/>
        </p:nvSpPr>
        <p:spPr>
          <a:xfrm>
            <a:off x="12231688" y="2857500"/>
            <a:ext cx="34925" cy="547688"/>
          </a:xfrm>
          <a:prstGeom prst="rect">
            <a:avLst/>
          </a:prstGeom>
          <a:solidFill>
            <a:srgbClr val="FFFFFF"/>
          </a:solidFill>
          <a:ln w="13097">
            <a:solidFill>
              <a:srgbClr val="172B4D"/>
            </a:solidFill>
          </a:ln>
        </p:spPr>
      </p:sp>
      <p:sp>
        <p:nvSpPr>
          <p:cNvPr id="273" name="object-273">
            <a:extLst>
              <a:ext uri="{FF2B5EF4-FFF2-40B4-BE49-F238E27FC236}">
                <a16:creationId xmlns:a16="http://schemas.microsoft.com/office/drawing/2014/main" id="{BA440085-403E-41F2-A797-BC19D74C2021}"/>
              </a:ext>
            </a:extLst>
          </p:cNvPr>
          <p:cNvSpPr>
            <a:spLocks noGrp="1"/>
          </p:cNvSpPr>
          <p:nvPr/>
        </p:nvSpPr>
        <p:spPr>
          <a:xfrm>
            <a:off x="12266613" y="2857500"/>
            <a:ext cx="34925" cy="547688"/>
          </a:xfrm>
          <a:prstGeom prst="rect">
            <a:avLst/>
          </a:prstGeom>
          <a:solidFill>
            <a:srgbClr val="FFFFFF"/>
          </a:solidFill>
          <a:ln w="13097">
            <a:solidFill>
              <a:srgbClr val="172B4D"/>
            </a:solidFill>
          </a:ln>
        </p:spPr>
      </p:sp>
      <p:sp>
        <p:nvSpPr>
          <p:cNvPr id="274" name="object-274">
            <a:extLst>
              <a:ext uri="{FF2B5EF4-FFF2-40B4-BE49-F238E27FC236}">
                <a16:creationId xmlns:a16="http://schemas.microsoft.com/office/drawing/2014/main" id="{84BC428F-ECD5-47A5-BBB1-35D5F43AC6E6}"/>
              </a:ext>
            </a:extLst>
          </p:cNvPr>
          <p:cNvSpPr>
            <a:spLocks noGrp="1"/>
          </p:cNvSpPr>
          <p:nvPr/>
        </p:nvSpPr>
        <p:spPr>
          <a:xfrm>
            <a:off x="12301538" y="2857500"/>
            <a:ext cx="34925" cy="547688"/>
          </a:xfrm>
          <a:prstGeom prst="rect">
            <a:avLst/>
          </a:prstGeom>
          <a:solidFill>
            <a:srgbClr val="FFFFFF"/>
          </a:solidFill>
          <a:ln w="13097">
            <a:solidFill>
              <a:srgbClr val="172B4D"/>
            </a:solidFill>
          </a:ln>
        </p:spPr>
      </p:sp>
      <p:sp>
        <p:nvSpPr>
          <p:cNvPr id="275" name="object-275">
            <a:extLst>
              <a:ext uri="{FF2B5EF4-FFF2-40B4-BE49-F238E27FC236}">
                <a16:creationId xmlns:a16="http://schemas.microsoft.com/office/drawing/2014/main" id="{555BD47B-B1DA-4F87-8281-9614BA6B39D7}"/>
              </a:ext>
            </a:extLst>
          </p:cNvPr>
          <p:cNvSpPr>
            <a:spLocks noGrp="1"/>
          </p:cNvSpPr>
          <p:nvPr/>
        </p:nvSpPr>
        <p:spPr>
          <a:xfrm>
            <a:off x="12336462" y="2857500"/>
            <a:ext cx="34925" cy="547688"/>
          </a:xfrm>
          <a:prstGeom prst="rect">
            <a:avLst/>
          </a:prstGeom>
          <a:solidFill>
            <a:srgbClr val="FFFFFF"/>
          </a:solidFill>
          <a:ln w="13097">
            <a:solidFill>
              <a:srgbClr val="172B4D"/>
            </a:solidFill>
          </a:ln>
        </p:spPr>
      </p:sp>
      <p:sp>
        <p:nvSpPr>
          <p:cNvPr id="276" name="object-276">
            <a:extLst>
              <a:ext uri="{FF2B5EF4-FFF2-40B4-BE49-F238E27FC236}">
                <a16:creationId xmlns:a16="http://schemas.microsoft.com/office/drawing/2014/main" id="{1671DD66-4885-43E3-A788-ACF90E974916}"/>
              </a:ext>
            </a:extLst>
          </p:cNvPr>
          <p:cNvSpPr>
            <a:spLocks noGrp="1"/>
          </p:cNvSpPr>
          <p:nvPr/>
        </p:nvSpPr>
        <p:spPr>
          <a:xfrm>
            <a:off x="12371388" y="2857500"/>
            <a:ext cx="34925" cy="547688"/>
          </a:xfrm>
          <a:prstGeom prst="rect">
            <a:avLst/>
          </a:prstGeom>
          <a:solidFill>
            <a:srgbClr val="FFFFFF"/>
          </a:solidFill>
          <a:ln w="13097">
            <a:solidFill>
              <a:srgbClr val="172B4D"/>
            </a:solidFill>
          </a:ln>
        </p:spPr>
      </p:sp>
      <p:sp>
        <p:nvSpPr>
          <p:cNvPr id="277" name="object-277">
            <a:extLst>
              <a:ext uri="{FF2B5EF4-FFF2-40B4-BE49-F238E27FC236}">
                <a16:creationId xmlns:a16="http://schemas.microsoft.com/office/drawing/2014/main" id="{27072905-CE0A-4F65-A31B-65BF2A281F04}"/>
              </a:ext>
            </a:extLst>
          </p:cNvPr>
          <p:cNvSpPr>
            <a:spLocks noGrp="1"/>
          </p:cNvSpPr>
          <p:nvPr/>
        </p:nvSpPr>
        <p:spPr>
          <a:xfrm>
            <a:off x="12406313" y="2857500"/>
            <a:ext cx="34925" cy="547688"/>
          </a:xfrm>
          <a:prstGeom prst="rect">
            <a:avLst/>
          </a:prstGeom>
          <a:solidFill>
            <a:srgbClr val="FFFFFF"/>
          </a:solidFill>
          <a:ln w="13097">
            <a:solidFill>
              <a:srgbClr val="172B4D"/>
            </a:solidFill>
          </a:ln>
        </p:spPr>
      </p:sp>
      <p:sp>
        <p:nvSpPr>
          <p:cNvPr id="278" name="object-278">
            <a:extLst>
              <a:ext uri="{FF2B5EF4-FFF2-40B4-BE49-F238E27FC236}">
                <a16:creationId xmlns:a16="http://schemas.microsoft.com/office/drawing/2014/main" id="{48659DD3-1CB8-47BD-B666-6664727D4BEC}"/>
              </a:ext>
            </a:extLst>
          </p:cNvPr>
          <p:cNvSpPr>
            <a:spLocks noGrp="1"/>
          </p:cNvSpPr>
          <p:nvPr/>
        </p:nvSpPr>
        <p:spPr>
          <a:xfrm>
            <a:off x="12441238" y="2857500"/>
            <a:ext cx="34925" cy="547688"/>
          </a:xfrm>
          <a:prstGeom prst="rect">
            <a:avLst/>
          </a:prstGeom>
          <a:solidFill>
            <a:srgbClr val="FFFFFF"/>
          </a:solidFill>
          <a:ln w="13097">
            <a:solidFill>
              <a:srgbClr val="172B4D"/>
            </a:solidFill>
          </a:ln>
        </p:spPr>
      </p:sp>
      <p:sp>
        <p:nvSpPr>
          <p:cNvPr id="279" name="object-279">
            <a:extLst>
              <a:ext uri="{FF2B5EF4-FFF2-40B4-BE49-F238E27FC236}">
                <a16:creationId xmlns:a16="http://schemas.microsoft.com/office/drawing/2014/main" id="{F55C8E63-9CD7-40BF-B7B3-EB8A7008CCE2}"/>
              </a:ext>
            </a:extLst>
          </p:cNvPr>
          <p:cNvSpPr>
            <a:spLocks noGrp="1"/>
          </p:cNvSpPr>
          <p:nvPr/>
        </p:nvSpPr>
        <p:spPr>
          <a:xfrm>
            <a:off x="12476163" y="2857500"/>
            <a:ext cx="34925" cy="547688"/>
          </a:xfrm>
          <a:prstGeom prst="rect">
            <a:avLst/>
          </a:prstGeom>
          <a:solidFill>
            <a:srgbClr val="FFFFFF"/>
          </a:solidFill>
          <a:ln w="13097">
            <a:solidFill>
              <a:srgbClr val="172B4D"/>
            </a:solidFill>
          </a:ln>
        </p:spPr>
      </p:sp>
      <p:sp>
        <p:nvSpPr>
          <p:cNvPr id="280" name="object-280">
            <a:extLst>
              <a:ext uri="{FF2B5EF4-FFF2-40B4-BE49-F238E27FC236}">
                <a16:creationId xmlns:a16="http://schemas.microsoft.com/office/drawing/2014/main" id="{53243F77-F6CB-4B8F-8AEC-E6677DB9E4A9}"/>
              </a:ext>
            </a:extLst>
          </p:cNvPr>
          <p:cNvSpPr>
            <a:spLocks noGrp="1"/>
          </p:cNvSpPr>
          <p:nvPr/>
        </p:nvSpPr>
        <p:spPr>
          <a:xfrm>
            <a:off x="12511088" y="2857500"/>
            <a:ext cx="34925" cy="547688"/>
          </a:xfrm>
          <a:prstGeom prst="rect">
            <a:avLst/>
          </a:prstGeom>
          <a:solidFill>
            <a:srgbClr val="FFFFFF"/>
          </a:solidFill>
          <a:ln w="13097">
            <a:solidFill>
              <a:srgbClr val="172B4D"/>
            </a:solidFill>
          </a:ln>
        </p:spPr>
      </p:sp>
      <p:sp>
        <p:nvSpPr>
          <p:cNvPr id="281" name="object-281">
            <a:extLst>
              <a:ext uri="{FF2B5EF4-FFF2-40B4-BE49-F238E27FC236}">
                <a16:creationId xmlns:a16="http://schemas.microsoft.com/office/drawing/2014/main" id="{54F7F400-EAAA-40A2-AC63-2B060319D102}"/>
              </a:ext>
            </a:extLst>
          </p:cNvPr>
          <p:cNvSpPr>
            <a:spLocks noGrp="1"/>
          </p:cNvSpPr>
          <p:nvPr/>
        </p:nvSpPr>
        <p:spPr>
          <a:xfrm>
            <a:off x="12546013" y="2857500"/>
            <a:ext cx="34925" cy="547688"/>
          </a:xfrm>
          <a:prstGeom prst="rect">
            <a:avLst/>
          </a:prstGeom>
          <a:solidFill>
            <a:srgbClr val="FFFFFF"/>
          </a:solidFill>
          <a:ln w="13097">
            <a:solidFill>
              <a:srgbClr val="172B4D"/>
            </a:solidFill>
          </a:ln>
        </p:spPr>
      </p:sp>
      <p:sp>
        <p:nvSpPr>
          <p:cNvPr id="282" name="object-282">
            <a:extLst>
              <a:ext uri="{FF2B5EF4-FFF2-40B4-BE49-F238E27FC236}">
                <a16:creationId xmlns:a16="http://schemas.microsoft.com/office/drawing/2014/main" id="{94E01CA8-BD42-4432-80B8-369B139301BE}"/>
              </a:ext>
            </a:extLst>
          </p:cNvPr>
          <p:cNvSpPr>
            <a:spLocks noGrp="1"/>
          </p:cNvSpPr>
          <p:nvPr/>
        </p:nvSpPr>
        <p:spPr>
          <a:xfrm>
            <a:off x="12580937" y="2857500"/>
            <a:ext cx="34925" cy="547688"/>
          </a:xfrm>
          <a:prstGeom prst="rect">
            <a:avLst/>
          </a:prstGeom>
          <a:solidFill>
            <a:srgbClr val="FFFFFF"/>
          </a:solidFill>
          <a:ln w="13097">
            <a:solidFill>
              <a:srgbClr val="172B4D"/>
            </a:solidFill>
          </a:ln>
        </p:spPr>
      </p:sp>
      <p:sp>
        <p:nvSpPr>
          <p:cNvPr id="283" name="object-283">
            <a:extLst>
              <a:ext uri="{FF2B5EF4-FFF2-40B4-BE49-F238E27FC236}">
                <a16:creationId xmlns:a16="http://schemas.microsoft.com/office/drawing/2014/main" id="{E8F196F2-7F21-4FEB-9177-1264CF592687}"/>
              </a:ext>
            </a:extLst>
          </p:cNvPr>
          <p:cNvSpPr>
            <a:spLocks noGrp="1"/>
          </p:cNvSpPr>
          <p:nvPr/>
        </p:nvSpPr>
        <p:spPr>
          <a:xfrm>
            <a:off x="12615863" y="2857500"/>
            <a:ext cx="34925" cy="547688"/>
          </a:xfrm>
          <a:prstGeom prst="rect">
            <a:avLst/>
          </a:prstGeom>
          <a:solidFill>
            <a:srgbClr val="FFFFFF"/>
          </a:solidFill>
          <a:ln w="13097">
            <a:solidFill>
              <a:srgbClr val="172B4D"/>
            </a:solidFill>
          </a:ln>
        </p:spPr>
      </p:sp>
      <p:sp>
        <p:nvSpPr>
          <p:cNvPr id="284" name="object-284">
            <a:extLst>
              <a:ext uri="{FF2B5EF4-FFF2-40B4-BE49-F238E27FC236}">
                <a16:creationId xmlns:a16="http://schemas.microsoft.com/office/drawing/2014/main" id="{BBDAB289-BA6B-4918-B8FD-54AAE88B04BD}"/>
              </a:ext>
            </a:extLst>
          </p:cNvPr>
          <p:cNvSpPr>
            <a:spLocks noGrp="1"/>
          </p:cNvSpPr>
          <p:nvPr/>
        </p:nvSpPr>
        <p:spPr>
          <a:xfrm>
            <a:off x="12650787" y="2857500"/>
            <a:ext cx="34925" cy="547688"/>
          </a:xfrm>
          <a:prstGeom prst="rect">
            <a:avLst/>
          </a:prstGeom>
          <a:solidFill>
            <a:srgbClr val="FFFFFF"/>
          </a:solidFill>
          <a:ln w="13097">
            <a:solidFill>
              <a:srgbClr val="172B4D"/>
            </a:solidFill>
          </a:ln>
        </p:spPr>
      </p:sp>
      <p:sp>
        <p:nvSpPr>
          <p:cNvPr id="285" name="object-285">
            <a:extLst>
              <a:ext uri="{FF2B5EF4-FFF2-40B4-BE49-F238E27FC236}">
                <a16:creationId xmlns:a16="http://schemas.microsoft.com/office/drawing/2014/main" id="{5044BD44-BAD3-457C-828D-28CE9DD0780B}"/>
              </a:ext>
            </a:extLst>
          </p:cNvPr>
          <p:cNvSpPr>
            <a:spLocks noGrp="1"/>
          </p:cNvSpPr>
          <p:nvPr/>
        </p:nvSpPr>
        <p:spPr>
          <a:xfrm>
            <a:off x="12685713" y="2857500"/>
            <a:ext cx="34925" cy="547688"/>
          </a:xfrm>
          <a:prstGeom prst="rect">
            <a:avLst/>
          </a:prstGeom>
          <a:solidFill>
            <a:srgbClr val="FFFFFF"/>
          </a:solidFill>
          <a:ln w="13097">
            <a:solidFill>
              <a:srgbClr val="172B4D"/>
            </a:solidFill>
          </a:ln>
        </p:spPr>
      </p:sp>
      <p:sp>
        <p:nvSpPr>
          <p:cNvPr id="286" name="object-286">
            <a:extLst>
              <a:ext uri="{FF2B5EF4-FFF2-40B4-BE49-F238E27FC236}">
                <a16:creationId xmlns:a16="http://schemas.microsoft.com/office/drawing/2014/main" id="{E01114B1-E13B-49D6-9F61-6B7BC57E52BE}"/>
              </a:ext>
            </a:extLst>
          </p:cNvPr>
          <p:cNvSpPr>
            <a:spLocks noGrp="1"/>
          </p:cNvSpPr>
          <p:nvPr/>
        </p:nvSpPr>
        <p:spPr>
          <a:xfrm>
            <a:off x="12720638" y="2857500"/>
            <a:ext cx="34925" cy="547688"/>
          </a:xfrm>
          <a:prstGeom prst="rect">
            <a:avLst/>
          </a:prstGeom>
          <a:solidFill>
            <a:srgbClr val="FFFFFF"/>
          </a:solidFill>
          <a:ln w="13097">
            <a:solidFill>
              <a:srgbClr val="172B4D"/>
            </a:solidFill>
          </a:ln>
        </p:spPr>
      </p:sp>
      <p:sp>
        <p:nvSpPr>
          <p:cNvPr id="287" name="object-287">
            <a:extLst>
              <a:ext uri="{FF2B5EF4-FFF2-40B4-BE49-F238E27FC236}">
                <a16:creationId xmlns:a16="http://schemas.microsoft.com/office/drawing/2014/main" id="{937F0366-96F0-4BA8-B38F-24309A76541E}"/>
              </a:ext>
            </a:extLst>
          </p:cNvPr>
          <p:cNvSpPr>
            <a:spLocks noGrp="1"/>
          </p:cNvSpPr>
          <p:nvPr/>
        </p:nvSpPr>
        <p:spPr>
          <a:xfrm>
            <a:off x="12755563" y="2857500"/>
            <a:ext cx="34925" cy="547688"/>
          </a:xfrm>
          <a:prstGeom prst="rect">
            <a:avLst/>
          </a:prstGeom>
          <a:solidFill>
            <a:srgbClr val="FFFFFF"/>
          </a:solidFill>
          <a:ln w="13097">
            <a:solidFill>
              <a:srgbClr val="172B4D"/>
            </a:solidFill>
          </a:ln>
        </p:spPr>
      </p:sp>
      <p:sp>
        <p:nvSpPr>
          <p:cNvPr id="288" name="object-288">
            <a:extLst>
              <a:ext uri="{FF2B5EF4-FFF2-40B4-BE49-F238E27FC236}">
                <a16:creationId xmlns:a16="http://schemas.microsoft.com/office/drawing/2014/main" id="{B79C90DF-58A1-4C10-AACC-672D7B5138E0}"/>
              </a:ext>
            </a:extLst>
          </p:cNvPr>
          <p:cNvSpPr>
            <a:spLocks noGrp="1"/>
          </p:cNvSpPr>
          <p:nvPr/>
        </p:nvSpPr>
        <p:spPr>
          <a:xfrm>
            <a:off x="12790488" y="2857500"/>
            <a:ext cx="34925" cy="547688"/>
          </a:xfrm>
          <a:prstGeom prst="rect">
            <a:avLst/>
          </a:prstGeom>
          <a:solidFill>
            <a:srgbClr val="FFFFFF"/>
          </a:solidFill>
          <a:ln w="13097">
            <a:solidFill>
              <a:srgbClr val="172B4D"/>
            </a:solidFill>
          </a:ln>
        </p:spPr>
      </p:sp>
      <p:sp>
        <p:nvSpPr>
          <p:cNvPr id="289" name="object-289">
            <a:extLst>
              <a:ext uri="{FF2B5EF4-FFF2-40B4-BE49-F238E27FC236}">
                <a16:creationId xmlns:a16="http://schemas.microsoft.com/office/drawing/2014/main" id="{E5F46038-D2DE-4991-A573-F2A40E07602D}"/>
              </a:ext>
            </a:extLst>
          </p:cNvPr>
          <p:cNvSpPr>
            <a:spLocks noGrp="1"/>
          </p:cNvSpPr>
          <p:nvPr/>
        </p:nvSpPr>
        <p:spPr>
          <a:xfrm>
            <a:off x="12825413" y="2857500"/>
            <a:ext cx="34925" cy="547688"/>
          </a:xfrm>
          <a:prstGeom prst="rect">
            <a:avLst/>
          </a:prstGeom>
          <a:solidFill>
            <a:srgbClr val="FFFFFF"/>
          </a:solidFill>
          <a:ln w="13097">
            <a:solidFill>
              <a:srgbClr val="172B4D"/>
            </a:solidFill>
          </a:ln>
        </p:spPr>
      </p:sp>
      <p:sp>
        <p:nvSpPr>
          <p:cNvPr id="290" name="object-290">
            <a:extLst>
              <a:ext uri="{FF2B5EF4-FFF2-40B4-BE49-F238E27FC236}">
                <a16:creationId xmlns:a16="http://schemas.microsoft.com/office/drawing/2014/main" id="{5AFE0F44-0034-47E8-915A-F66656368971}"/>
              </a:ext>
            </a:extLst>
          </p:cNvPr>
          <p:cNvSpPr>
            <a:spLocks noGrp="1"/>
          </p:cNvSpPr>
          <p:nvPr/>
        </p:nvSpPr>
        <p:spPr>
          <a:xfrm>
            <a:off x="12860337" y="2857500"/>
            <a:ext cx="34925" cy="547688"/>
          </a:xfrm>
          <a:prstGeom prst="rect">
            <a:avLst/>
          </a:prstGeom>
          <a:solidFill>
            <a:srgbClr val="FFFFFF"/>
          </a:solidFill>
          <a:ln w="13097">
            <a:solidFill>
              <a:srgbClr val="172B4D"/>
            </a:solidFill>
          </a:ln>
        </p:spPr>
      </p:sp>
      <p:sp>
        <p:nvSpPr>
          <p:cNvPr id="291" name="object-291">
            <a:extLst>
              <a:ext uri="{FF2B5EF4-FFF2-40B4-BE49-F238E27FC236}">
                <a16:creationId xmlns:a16="http://schemas.microsoft.com/office/drawing/2014/main" id="{ACC614D9-A346-4A57-B2A1-8B30AA4DD254}"/>
              </a:ext>
            </a:extLst>
          </p:cNvPr>
          <p:cNvSpPr>
            <a:spLocks noGrp="1"/>
          </p:cNvSpPr>
          <p:nvPr/>
        </p:nvSpPr>
        <p:spPr>
          <a:xfrm>
            <a:off x="12895263" y="2857500"/>
            <a:ext cx="34925" cy="547688"/>
          </a:xfrm>
          <a:prstGeom prst="rect">
            <a:avLst/>
          </a:prstGeom>
          <a:solidFill>
            <a:srgbClr val="FFFFFF"/>
          </a:solidFill>
          <a:ln w="13097">
            <a:solidFill>
              <a:srgbClr val="172B4D"/>
            </a:solidFill>
          </a:ln>
        </p:spPr>
      </p:sp>
      <p:sp>
        <p:nvSpPr>
          <p:cNvPr id="292" name="object-292">
            <a:extLst>
              <a:ext uri="{FF2B5EF4-FFF2-40B4-BE49-F238E27FC236}">
                <a16:creationId xmlns:a16="http://schemas.microsoft.com/office/drawing/2014/main" id="{2A75CC65-50F7-4361-8CEF-2A7EEFF2D4B9}"/>
              </a:ext>
            </a:extLst>
          </p:cNvPr>
          <p:cNvSpPr>
            <a:spLocks noGrp="1"/>
          </p:cNvSpPr>
          <p:nvPr/>
        </p:nvSpPr>
        <p:spPr>
          <a:xfrm>
            <a:off x="12930188" y="2857500"/>
            <a:ext cx="34925" cy="547688"/>
          </a:xfrm>
          <a:prstGeom prst="rect">
            <a:avLst/>
          </a:prstGeom>
          <a:solidFill>
            <a:srgbClr val="FFFFFF"/>
          </a:solidFill>
          <a:ln w="13097">
            <a:solidFill>
              <a:srgbClr val="172B4D"/>
            </a:solidFill>
          </a:ln>
        </p:spPr>
      </p:sp>
      <p:sp>
        <p:nvSpPr>
          <p:cNvPr id="293" name="object-293">
            <a:extLst>
              <a:ext uri="{FF2B5EF4-FFF2-40B4-BE49-F238E27FC236}">
                <a16:creationId xmlns:a16="http://schemas.microsoft.com/office/drawing/2014/main" id="{202E2861-F572-4388-A015-65BA89E22DCD}"/>
              </a:ext>
            </a:extLst>
          </p:cNvPr>
          <p:cNvSpPr>
            <a:spLocks noGrp="1"/>
          </p:cNvSpPr>
          <p:nvPr/>
        </p:nvSpPr>
        <p:spPr>
          <a:xfrm>
            <a:off x="12965113" y="2857500"/>
            <a:ext cx="34925" cy="547688"/>
          </a:xfrm>
          <a:prstGeom prst="rect">
            <a:avLst/>
          </a:prstGeom>
          <a:solidFill>
            <a:srgbClr val="FFFFFF"/>
          </a:solidFill>
          <a:ln w="13097">
            <a:solidFill>
              <a:srgbClr val="172B4D"/>
            </a:solidFill>
          </a:ln>
        </p:spPr>
      </p:sp>
      <p:sp>
        <p:nvSpPr>
          <p:cNvPr id="294" name="object-294">
            <a:extLst>
              <a:ext uri="{FF2B5EF4-FFF2-40B4-BE49-F238E27FC236}">
                <a16:creationId xmlns:a16="http://schemas.microsoft.com/office/drawing/2014/main" id="{50913143-1162-4E93-8A29-851B6B57BFBC}"/>
              </a:ext>
            </a:extLst>
          </p:cNvPr>
          <p:cNvSpPr>
            <a:spLocks noGrp="1"/>
          </p:cNvSpPr>
          <p:nvPr/>
        </p:nvSpPr>
        <p:spPr>
          <a:xfrm>
            <a:off x="13000038" y="2857500"/>
            <a:ext cx="34925" cy="547688"/>
          </a:xfrm>
          <a:prstGeom prst="rect">
            <a:avLst/>
          </a:prstGeom>
          <a:solidFill>
            <a:srgbClr val="FFFFFF"/>
          </a:solidFill>
          <a:ln w="13097">
            <a:solidFill>
              <a:srgbClr val="172B4D"/>
            </a:solidFill>
          </a:ln>
        </p:spPr>
      </p:sp>
      <p:sp>
        <p:nvSpPr>
          <p:cNvPr id="295" name="object-295">
            <a:extLst>
              <a:ext uri="{FF2B5EF4-FFF2-40B4-BE49-F238E27FC236}">
                <a16:creationId xmlns:a16="http://schemas.microsoft.com/office/drawing/2014/main" id="{80478288-5C5F-4B0C-A9B0-EF09B4165A0C}"/>
              </a:ext>
            </a:extLst>
          </p:cNvPr>
          <p:cNvSpPr>
            <a:spLocks noGrp="1"/>
          </p:cNvSpPr>
          <p:nvPr/>
        </p:nvSpPr>
        <p:spPr>
          <a:xfrm>
            <a:off x="13034963" y="2857500"/>
            <a:ext cx="34925" cy="547688"/>
          </a:xfrm>
          <a:prstGeom prst="rect">
            <a:avLst/>
          </a:prstGeom>
          <a:solidFill>
            <a:srgbClr val="FFFFFF"/>
          </a:solidFill>
          <a:ln w="13097">
            <a:solidFill>
              <a:srgbClr val="172B4D"/>
            </a:solidFill>
          </a:ln>
        </p:spPr>
      </p:sp>
      <p:sp>
        <p:nvSpPr>
          <p:cNvPr id="296" name="object-296">
            <a:extLst>
              <a:ext uri="{FF2B5EF4-FFF2-40B4-BE49-F238E27FC236}">
                <a16:creationId xmlns:a16="http://schemas.microsoft.com/office/drawing/2014/main" id="{EA8C2694-D89D-4C81-9CED-A78130B92956}"/>
              </a:ext>
            </a:extLst>
          </p:cNvPr>
          <p:cNvSpPr>
            <a:spLocks noGrp="1"/>
          </p:cNvSpPr>
          <p:nvPr/>
        </p:nvSpPr>
        <p:spPr>
          <a:xfrm>
            <a:off x="13069888" y="2857500"/>
            <a:ext cx="34925" cy="547688"/>
          </a:xfrm>
          <a:prstGeom prst="rect">
            <a:avLst/>
          </a:prstGeom>
          <a:solidFill>
            <a:srgbClr val="FFFFFF"/>
          </a:solidFill>
          <a:ln w="13097">
            <a:solidFill>
              <a:srgbClr val="172B4D"/>
            </a:solidFill>
          </a:ln>
        </p:spPr>
      </p:sp>
      <p:sp>
        <p:nvSpPr>
          <p:cNvPr id="297" name="object-297">
            <a:extLst>
              <a:ext uri="{FF2B5EF4-FFF2-40B4-BE49-F238E27FC236}">
                <a16:creationId xmlns:a16="http://schemas.microsoft.com/office/drawing/2014/main" id="{4DC009E0-5B0A-4ED0-8816-C48C3346AE28}"/>
              </a:ext>
            </a:extLst>
          </p:cNvPr>
          <p:cNvSpPr>
            <a:spLocks noGrp="1"/>
          </p:cNvSpPr>
          <p:nvPr/>
        </p:nvSpPr>
        <p:spPr>
          <a:xfrm>
            <a:off x="13104812" y="2857500"/>
            <a:ext cx="34925" cy="547688"/>
          </a:xfrm>
          <a:prstGeom prst="rect">
            <a:avLst/>
          </a:prstGeom>
          <a:solidFill>
            <a:srgbClr val="FFFFFF"/>
          </a:solidFill>
          <a:ln w="13097">
            <a:solidFill>
              <a:srgbClr val="172B4D"/>
            </a:solidFill>
          </a:ln>
        </p:spPr>
      </p:sp>
      <p:sp>
        <p:nvSpPr>
          <p:cNvPr id="298" name="object-298">
            <a:extLst>
              <a:ext uri="{FF2B5EF4-FFF2-40B4-BE49-F238E27FC236}">
                <a16:creationId xmlns:a16="http://schemas.microsoft.com/office/drawing/2014/main" id="{9924551F-47ED-4444-ABC4-9D92799B9BE4}"/>
              </a:ext>
            </a:extLst>
          </p:cNvPr>
          <p:cNvSpPr>
            <a:spLocks noGrp="1"/>
          </p:cNvSpPr>
          <p:nvPr/>
        </p:nvSpPr>
        <p:spPr>
          <a:xfrm>
            <a:off x="13139738" y="2857500"/>
            <a:ext cx="34925" cy="547688"/>
          </a:xfrm>
          <a:prstGeom prst="rect">
            <a:avLst/>
          </a:prstGeom>
          <a:solidFill>
            <a:srgbClr val="FFFFFF"/>
          </a:solidFill>
          <a:ln w="13097">
            <a:solidFill>
              <a:srgbClr val="172B4D"/>
            </a:solidFill>
          </a:ln>
        </p:spPr>
      </p:sp>
      <p:sp>
        <p:nvSpPr>
          <p:cNvPr id="299" name="object-299">
            <a:extLst>
              <a:ext uri="{FF2B5EF4-FFF2-40B4-BE49-F238E27FC236}">
                <a16:creationId xmlns:a16="http://schemas.microsoft.com/office/drawing/2014/main" id="{01F80297-7093-484F-BEF1-977A4731F03F}"/>
              </a:ext>
            </a:extLst>
          </p:cNvPr>
          <p:cNvSpPr>
            <a:spLocks noGrp="1"/>
          </p:cNvSpPr>
          <p:nvPr/>
        </p:nvSpPr>
        <p:spPr>
          <a:xfrm>
            <a:off x="13174662" y="2857500"/>
            <a:ext cx="34925" cy="547688"/>
          </a:xfrm>
          <a:prstGeom prst="rect">
            <a:avLst/>
          </a:prstGeom>
          <a:solidFill>
            <a:srgbClr val="FFFFFF"/>
          </a:solidFill>
          <a:ln w="13097">
            <a:solidFill>
              <a:srgbClr val="172B4D"/>
            </a:solidFill>
          </a:ln>
        </p:spPr>
      </p:sp>
      <p:sp>
        <p:nvSpPr>
          <p:cNvPr id="300" name="object-300">
            <a:extLst>
              <a:ext uri="{FF2B5EF4-FFF2-40B4-BE49-F238E27FC236}">
                <a16:creationId xmlns:a16="http://schemas.microsoft.com/office/drawing/2014/main" id="{001ED246-0FB7-4AD4-A2BF-FDA5A93FE55B}"/>
              </a:ext>
            </a:extLst>
          </p:cNvPr>
          <p:cNvSpPr>
            <a:spLocks noGrp="1"/>
          </p:cNvSpPr>
          <p:nvPr/>
        </p:nvSpPr>
        <p:spPr>
          <a:xfrm>
            <a:off x="13209588" y="2857500"/>
            <a:ext cx="34925" cy="547688"/>
          </a:xfrm>
          <a:prstGeom prst="rect">
            <a:avLst/>
          </a:prstGeom>
          <a:solidFill>
            <a:srgbClr val="FFFFFF"/>
          </a:solidFill>
          <a:ln w="13097">
            <a:solidFill>
              <a:srgbClr val="172B4D"/>
            </a:solidFill>
          </a:ln>
        </p:spPr>
      </p:sp>
      <p:sp>
        <p:nvSpPr>
          <p:cNvPr id="301" name="object-301">
            <a:extLst>
              <a:ext uri="{FF2B5EF4-FFF2-40B4-BE49-F238E27FC236}">
                <a16:creationId xmlns:a16="http://schemas.microsoft.com/office/drawing/2014/main" id="{A40B296F-5BB9-4733-A6AF-B93C6963D4DF}"/>
              </a:ext>
            </a:extLst>
          </p:cNvPr>
          <p:cNvSpPr>
            <a:spLocks noGrp="1"/>
          </p:cNvSpPr>
          <p:nvPr/>
        </p:nvSpPr>
        <p:spPr>
          <a:xfrm>
            <a:off x="13244513" y="2857500"/>
            <a:ext cx="34925" cy="547688"/>
          </a:xfrm>
          <a:prstGeom prst="rect">
            <a:avLst/>
          </a:prstGeom>
          <a:solidFill>
            <a:srgbClr val="FFFFFF"/>
          </a:solidFill>
          <a:ln w="13097">
            <a:solidFill>
              <a:srgbClr val="172B4D"/>
            </a:solidFill>
          </a:ln>
        </p:spPr>
      </p:sp>
      <p:sp>
        <p:nvSpPr>
          <p:cNvPr id="302" name="object-302">
            <a:extLst>
              <a:ext uri="{FF2B5EF4-FFF2-40B4-BE49-F238E27FC236}">
                <a16:creationId xmlns:a16="http://schemas.microsoft.com/office/drawing/2014/main" id="{4CFF7B03-03FF-496C-AB6E-A74A1B34E09C}"/>
              </a:ext>
            </a:extLst>
          </p:cNvPr>
          <p:cNvSpPr>
            <a:spLocks noGrp="1"/>
          </p:cNvSpPr>
          <p:nvPr/>
        </p:nvSpPr>
        <p:spPr>
          <a:xfrm>
            <a:off x="13279438" y="2857500"/>
            <a:ext cx="34925" cy="547688"/>
          </a:xfrm>
          <a:prstGeom prst="rect">
            <a:avLst/>
          </a:prstGeom>
          <a:solidFill>
            <a:srgbClr val="FFFFFF"/>
          </a:solidFill>
          <a:ln w="13097">
            <a:solidFill>
              <a:srgbClr val="172B4D"/>
            </a:solidFill>
          </a:ln>
        </p:spPr>
      </p:sp>
      <p:sp>
        <p:nvSpPr>
          <p:cNvPr id="303" name="object-303">
            <a:extLst>
              <a:ext uri="{FF2B5EF4-FFF2-40B4-BE49-F238E27FC236}">
                <a16:creationId xmlns:a16="http://schemas.microsoft.com/office/drawing/2014/main" id="{7460C5CB-1C60-4554-8294-EB2AB4A4E3D9}"/>
              </a:ext>
            </a:extLst>
          </p:cNvPr>
          <p:cNvSpPr>
            <a:spLocks noGrp="1"/>
          </p:cNvSpPr>
          <p:nvPr/>
        </p:nvSpPr>
        <p:spPr>
          <a:xfrm>
            <a:off x="13314363" y="2857500"/>
            <a:ext cx="34925" cy="547688"/>
          </a:xfrm>
          <a:prstGeom prst="rect">
            <a:avLst/>
          </a:prstGeom>
          <a:solidFill>
            <a:srgbClr val="FFFFFF"/>
          </a:solidFill>
          <a:ln w="13097">
            <a:solidFill>
              <a:srgbClr val="172B4D"/>
            </a:solidFill>
          </a:ln>
        </p:spPr>
      </p:sp>
      <p:sp>
        <p:nvSpPr>
          <p:cNvPr id="304" name="object-304">
            <a:extLst>
              <a:ext uri="{FF2B5EF4-FFF2-40B4-BE49-F238E27FC236}">
                <a16:creationId xmlns:a16="http://schemas.microsoft.com/office/drawing/2014/main" id="{58FD3302-50F2-4CEE-A9EE-AA181328ADC2}"/>
              </a:ext>
            </a:extLst>
          </p:cNvPr>
          <p:cNvSpPr>
            <a:spLocks noGrp="1"/>
          </p:cNvSpPr>
          <p:nvPr/>
        </p:nvSpPr>
        <p:spPr>
          <a:xfrm>
            <a:off x="13349288" y="2857500"/>
            <a:ext cx="34925" cy="547688"/>
          </a:xfrm>
          <a:prstGeom prst="rect">
            <a:avLst/>
          </a:prstGeom>
          <a:solidFill>
            <a:srgbClr val="FFFFFF"/>
          </a:solidFill>
          <a:ln w="13097">
            <a:solidFill>
              <a:srgbClr val="172B4D"/>
            </a:solidFill>
          </a:ln>
        </p:spPr>
      </p:sp>
      <p:sp>
        <p:nvSpPr>
          <p:cNvPr id="305" name="object-305">
            <a:extLst>
              <a:ext uri="{FF2B5EF4-FFF2-40B4-BE49-F238E27FC236}">
                <a16:creationId xmlns:a16="http://schemas.microsoft.com/office/drawing/2014/main" id="{2231678A-3DE3-491A-BB46-95239D253F0D}"/>
              </a:ext>
            </a:extLst>
          </p:cNvPr>
          <p:cNvSpPr>
            <a:spLocks noGrp="1"/>
          </p:cNvSpPr>
          <p:nvPr/>
        </p:nvSpPr>
        <p:spPr>
          <a:xfrm>
            <a:off x="13384212" y="2857500"/>
            <a:ext cx="34925" cy="547688"/>
          </a:xfrm>
          <a:prstGeom prst="rect">
            <a:avLst/>
          </a:prstGeom>
          <a:solidFill>
            <a:srgbClr val="FFFFFF"/>
          </a:solidFill>
          <a:ln w="13097">
            <a:solidFill>
              <a:srgbClr val="172B4D"/>
            </a:solidFill>
          </a:ln>
        </p:spPr>
      </p:sp>
      <p:sp>
        <p:nvSpPr>
          <p:cNvPr id="306" name="object-306">
            <a:extLst>
              <a:ext uri="{FF2B5EF4-FFF2-40B4-BE49-F238E27FC236}">
                <a16:creationId xmlns:a16="http://schemas.microsoft.com/office/drawing/2014/main" id="{A184545E-5842-4E4F-8BD4-DD8DD2286A5D}"/>
              </a:ext>
            </a:extLst>
          </p:cNvPr>
          <p:cNvSpPr>
            <a:spLocks noGrp="1"/>
          </p:cNvSpPr>
          <p:nvPr/>
        </p:nvSpPr>
        <p:spPr>
          <a:xfrm>
            <a:off x="13419138" y="2857500"/>
            <a:ext cx="34925" cy="547688"/>
          </a:xfrm>
          <a:prstGeom prst="rect">
            <a:avLst/>
          </a:prstGeom>
          <a:solidFill>
            <a:srgbClr val="FFFFFF"/>
          </a:solidFill>
          <a:ln w="13097">
            <a:solidFill>
              <a:srgbClr val="172B4D"/>
            </a:solidFill>
          </a:ln>
        </p:spPr>
      </p:sp>
      <p:sp>
        <p:nvSpPr>
          <p:cNvPr id="307" name="object-307">
            <a:extLst>
              <a:ext uri="{FF2B5EF4-FFF2-40B4-BE49-F238E27FC236}">
                <a16:creationId xmlns:a16="http://schemas.microsoft.com/office/drawing/2014/main" id="{C80CD8FC-1E6A-4A29-AEAF-1A827883BE89}"/>
              </a:ext>
            </a:extLst>
          </p:cNvPr>
          <p:cNvSpPr>
            <a:spLocks noGrp="1"/>
          </p:cNvSpPr>
          <p:nvPr/>
        </p:nvSpPr>
        <p:spPr>
          <a:xfrm>
            <a:off x="12263438" y="3417094"/>
            <a:ext cx="1905000" cy="476250"/>
          </a:xfrm>
          <a:prstGeom prst="rect">
            <a:avLst/>
          </a:prstGeom>
          <a:noFill/>
          <a:ln w="0">
            <a:noFill/>
          </a:ln>
        </p:spPr>
        <p:txBody>
          <a:bodyPr anchor="ctr">
            <a:noAutofit/>
          </a:bodyPr>
          <a:lstStyle/>
          <a:p>
            <a:pPr algn="l">
              <a:defRPr sz="2250" b="1">
                <a:solidFill>
                  <a:srgbClr val="9A5800"/>
                </a:solidFill>
                <a:latin typeface="Arial"/>
                <a:ea typeface="Arial"/>
                <a:cs typeface="Arial"/>
              </a:defRPr>
            </a:pPr>
            <a:r>
              <a:rPr sz="2250" b="1">
                <a:solidFill>
                  <a:srgbClr val="9A5800"/>
                </a:solidFill>
                <a:latin typeface="Arial"/>
                <a:ea typeface="Arial"/>
                <a:cs typeface="Arial"/>
              </a:rPr>
              <a:t>260/100</a:t>
            </a:r>
          </a:p>
        </p:txBody>
      </p:sp>
      <p:sp>
        <p:nvSpPr>
          <p:cNvPr id="308" name="object-308">
            <a:extLst>
              <a:ext uri="{FF2B5EF4-FFF2-40B4-BE49-F238E27FC236}">
                <a16:creationId xmlns:a16="http://schemas.microsoft.com/office/drawing/2014/main" id="{811ABC28-FF6B-4D8E-8B12-9516E4BC165C}"/>
              </a:ext>
            </a:extLst>
          </p:cNvPr>
          <p:cNvSpPr>
            <a:spLocks noGrp="1"/>
          </p:cNvSpPr>
          <p:nvPr/>
        </p:nvSpPr>
        <p:spPr>
          <a:xfrm>
            <a:off x="833438" y="4048125"/>
            <a:ext cx="1905000" cy="714375"/>
          </a:xfrm>
          <a:prstGeom prst="rect">
            <a:avLst/>
          </a:prstGeom>
          <a:noFill/>
          <a:ln w="0">
            <a:noFill/>
          </a:ln>
        </p:spPr>
        <p:txBody>
          <a:bodyPr anchor="ctr">
            <a:noAutofit/>
          </a:bodyPr>
          <a:lstStyle/>
          <a:p>
            <a:pPr algn="l">
              <a:defRPr sz="3375" b="1">
                <a:solidFill>
                  <a:srgbClr val="1D4ED8"/>
                </a:solidFill>
                <a:latin typeface="Arial"/>
                <a:ea typeface="Arial"/>
                <a:cs typeface="Arial"/>
              </a:defRPr>
            </a:pPr>
            <a:r>
              <a:rPr sz="3375" b="1">
                <a:solidFill>
                  <a:srgbClr val="1D4ED8"/>
                </a:solidFill>
                <a:latin typeface="Arial"/>
                <a:ea typeface="Arial"/>
                <a:cs typeface="Arial"/>
              </a:rPr>
              <a:t>258/100</a:t>
            </a:r>
          </a:p>
        </p:txBody>
      </p:sp>
      <p:sp>
        <p:nvSpPr>
          <p:cNvPr id="309" name="object-309">
            <a:extLst>
              <a:ext uri="{FF2B5EF4-FFF2-40B4-BE49-F238E27FC236}">
                <a16:creationId xmlns:a16="http://schemas.microsoft.com/office/drawing/2014/main" id="{128200D0-2873-4A2A-A6ED-9F61EB7215C3}"/>
              </a:ext>
            </a:extLst>
          </p:cNvPr>
          <p:cNvSpPr>
            <a:spLocks noGrp="1"/>
          </p:cNvSpPr>
          <p:nvPr/>
        </p:nvSpPr>
        <p:spPr>
          <a:xfrm>
            <a:off x="2976563" y="4048125"/>
            <a:ext cx="34925" cy="547688"/>
          </a:xfrm>
          <a:prstGeom prst="rect">
            <a:avLst/>
          </a:prstGeom>
          <a:solidFill>
            <a:srgbClr val="1D4ED8"/>
          </a:solidFill>
          <a:ln w="13097">
            <a:solidFill>
              <a:srgbClr val="172B4D"/>
            </a:solidFill>
          </a:ln>
        </p:spPr>
      </p:sp>
      <p:sp>
        <p:nvSpPr>
          <p:cNvPr id="310" name="object-310">
            <a:extLst>
              <a:ext uri="{FF2B5EF4-FFF2-40B4-BE49-F238E27FC236}">
                <a16:creationId xmlns:a16="http://schemas.microsoft.com/office/drawing/2014/main" id="{F0388239-1308-4A76-8EB9-AFBE7A4DFB05}"/>
              </a:ext>
            </a:extLst>
          </p:cNvPr>
          <p:cNvSpPr>
            <a:spLocks noGrp="1"/>
          </p:cNvSpPr>
          <p:nvPr/>
        </p:nvSpPr>
        <p:spPr>
          <a:xfrm>
            <a:off x="3011488" y="4048125"/>
            <a:ext cx="34925" cy="547688"/>
          </a:xfrm>
          <a:prstGeom prst="rect">
            <a:avLst/>
          </a:prstGeom>
          <a:solidFill>
            <a:srgbClr val="1D4ED8"/>
          </a:solidFill>
          <a:ln w="13097">
            <a:solidFill>
              <a:srgbClr val="172B4D"/>
            </a:solidFill>
          </a:ln>
        </p:spPr>
      </p:sp>
      <p:sp>
        <p:nvSpPr>
          <p:cNvPr id="311" name="object-311">
            <a:extLst>
              <a:ext uri="{FF2B5EF4-FFF2-40B4-BE49-F238E27FC236}">
                <a16:creationId xmlns:a16="http://schemas.microsoft.com/office/drawing/2014/main" id="{3456CB7F-FE69-4F5E-99DF-7171EA7D019E}"/>
              </a:ext>
            </a:extLst>
          </p:cNvPr>
          <p:cNvSpPr>
            <a:spLocks noGrp="1"/>
          </p:cNvSpPr>
          <p:nvPr/>
        </p:nvSpPr>
        <p:spPr>
          <a:xfrm>
            <a:off x="3046413" y="4048125"/>
            <a:ext cx="34925" cy="547688"/>
          </a:xfrm>
          <a:prstGeom prst="rect">
            <a:avLst/>
          </a:prstGeom>
          <a:solidFill>
            <a:srgbClr val="1D4ED8"/>
          </a:solidFill>
          <a:ln w="13097">
            <a:solidFill>
              <a:srgbClr val="172B4D"/>
            </a:solidFill>
          </a:ln>
        </p:spPr>
      </p:sp>
      <p:sp>
        <p:nvSpPr>
          <p:cNvPr id="312" name="object-312">
            <a:extLst>
              <a:ext uri="{FF2B5EF4-FFF2-40B4-BE49-F238E27FC236}">
                <a16:creationId xmlns:a16="http://schemas.microsoft.com/office/drawing/2014/main" id="{D8F5E6B2-D1C3-45C2-A1F2-A7884A1A4821}"/>
              </a:ext>
            </a:extLst>
          </p:cNvPr>
          <p:cNvSpPr>
            <a:spLocks noGrp="1"/>
          </p:cNvSpPr>
          <p:nvPr/>
        </p:nvSpPr>
        <p:spPr>
          <a:xfrm>
            <a:off x="3081338" y="4048125"/>
            <a:ext cx="34925" cy="547688"/>
          </a:xfrm>
          <a:prstGeom prst="rect">
            <a:avLst/>
          </a:prstGeom>
          <a:solidFill>
            <a:srgbClr val="1D4ED8"/>
          </a:solidFill>
          <a:ln w="13097">
            <a:solidFill>
              <a:srgbClr val="172B4D"/>
            </a:solidFill>
          </a:ln>
        </p:spPr>
      </p:sp>
      <p:sp>
        <p:nvSpPr>
          <p:cNvPr id="313" name="object-313">
            <a:extLst>
              <a:ext uri="{FF2B5EF4-FFF2-40B4-BE49-F238E27FC236}">
                <a16:creationId xmlns:a16="http://schemas.microsoft.com/office/drawing/2014/main" id="{2BD2BF48-FB71-47EF-B4E4-25C11BAFE0D7}"/>
              </a:ext>
            </a:extLst>
          </p:cNvPr>
          <p:cNvSpPr>
            <a:spLocks noGrp="1"/>
          </p:cNvSpPr>
          <p:nvPr/>
        </p:nvSpPr>
        <p:spPr>
          <a:xfrm>
            <a:off x="3116263" y="4048125"/>
            <a:ext cx="34925" cy="547688"/>
          </a:xfrm>
          <a:prstGeom prst="rect">
            <a:avLst/>
          </a:prstGeom>
          <a:solidFill>
            <a:srgbClr val="1D4ED8"/>
          </a:solidFill>
          <a:ln w="13097">
            <a:solidFill>
              <a:srgbClr val="172B4D"/>
            </a:solidFill>
          </a:ln>
        </p:spPr>
      </p:sp>
      <p:sp>
        <p:nvSpPr>
          <p:cNvPr id="314" name="object-314">
            <a:extLst>
              <a:ext uri="{FF2B5EF4-FFF2-40B4-BE49-F238E27FC236}">
                <a16:creationId xmlns:a16="http://schemas.microsoft.com/office/drawing/2014/main" id="{8C71A995-724A-4E89-980E-409E1A8C9022}"/>
              </a:ext>
            </a:extLst>
          </p:cNvPr>
          <p:cNvSpPr>
            <a:spLocks noGrp="1"/>
          </p:cNvSpPr>
          <p:nvPr/>
        </p:nvSpPr>
        <p:spPr>
          <a:xfrm>
            <a:off x="3151188" y="4048125"/>
            <a:ext cx="34925" cy="547688"/>
          </a:xfrm>
          <a:prstGeom prst="rect">
            <a:avLst/>
          </a:prstGeom>
          <a:solidFill>
            <a:srgbClr val="1D4ED8"/>
          </a:solidFill>
          <a:ln w="13097">
            <a:solidFill>
              <a:srgbClr val="172B4D"/>
            </a:solidFill>
          </a:ln>
        </p:spPr>
      </p:sp>
      <p:sp>
        <p:nvSpPr>
          <p:cNvPr id="315" name="object-315">
            <a:extLst>
              <a:ext uri="{FF2B5EF4-FFF2-40B4-BE49-F238E27FC236}">
                <a16:creationId xmlns:a16="http://schemas.microsoft.com/office/drawing/2014/main" id="{2915824D-68FA-4108-9060-65F6FB49D74A}"/>
              </a:ext>
            </a:extLst>
          </p:cNvPr>
          <p:cNvSpPr>
            <a:spLocks noGrp="1"/>
          </p:cNvSpPr>
          <p:nvPr/>
        </p:nvSpPr>
        <p:spPr>
          <a:xfrm>
            <a:off x="3186113" y="4048125"/>
            <a:ext cx="34925" cy="547688"/>
          </a:xfrm>
          <a:prstGeom prst="rect">
            <a:avLst/>
          </a:prstGeom>
          <a:solidFill>
            <a:srgbClr val="1D4ED8"/>
          </a:solidFill>
          <a:ln w="13097">
            <a:solidFill>
              <a:srgbClr val="172B4D"/>
            </a:solidFill>
          </a:ln>
        </p:spPr>
      </p:sp>
      <p:sp>
        <p:nvSpPr>
          <p:cNvPr id="316" name="object-316">
            <a:extLst>
              <a:ext uri="{FF2B5EF4-FFF2-40B4-BE49-F238E27FC236}">
                <a16:creationId xmlns:a16="http://schemas.microsoft.com/office/drawing/2014/main" id="{4E27E39E-7698-4A46-9E57-B31F43FA481C}"/>
              </a:ext>
            </a:extLst>
          </p:cNvPr>
          <p:cNvSpPr>
            <a:spLocks noGrp="1"/>
          </p:cNvSpPr>
          <p:nvPr/>
        </p:nvSpPr>
        <p:spPr>
          <a:xfrm>
            <a:off x="3221038" y="4048125"/>
            <a:ext cx="34925" cy="547688"/>
          </a:xfrm>
          <a:prstGeom prst="rect">
            <a:avLst/>
          </a:prstGeom>
          <a:solidFill>
            <a:srgbClr val="1D4ED8"/>
          </a:solidFill>
          <a:ln w="13097">
            <a:solidFill>
              <a:srgbClr val="172B4D"/>
            </a:solidFill>
          </a:ln>
        </p:spPr>
      </p:sp>
      <p:sp>
        <p:nvSpPr>
          <p:cNvPr id="317" name="object-317">
            <a:extLst>
              <a:ext uri="{FF2B5EF4-FFF2-40B4-BE49-F238E27FC236}">
                <a16:creationId xmlns:a16="http://schemas.microsoft.com/office/drawing/2014/main" id="{633EF1D2-D0F1-4DAA-8481-9A3E43440158}"/>
              </a:ext>
            </a:extLst>
          </p:cNvPr>
          <p:cNvSpPr>
            <a:spLocks noGrp="1"/>
          </p:cNvSpPr>
          <p:nvPr/>
        </p:nvSpPr>
        <p:spPr>
          <a:xfrm>
            <a:off x="3255963" y="4048125"/>
            <a:ext cx="34925" cy="547688"/>
          </a:xfrm>
          <a:prstGeom prst="rect">
            <a:avLst/>
          </a:prstGeom>
          <a:solidFill>
            <a:srgbClr val="1D4ED8"/>
          </a:solidFill>
          <a:ln w="13097">
            <a:solidFill>
              <a:srgbClr val="172B4D"/>
            </a:solidFill>
          </a:ln>
        </p:spPr>
      </p:sp>
      <p:sp>
        <p:nvSpPr>
          <p:cNvPr id="318" name="object-318">
            <a:extLst>
              <a:ext uri="{FF2B5EF4-FFF2-40B4-BE49-F238E27FC236}">
                <a16:creationId xmlns:a16="http://schemas.microsoft.com/office/drawing/2014/main" id="{90F8B342-7DA0-41E1-BB11-F776EF0ABA5E}"/>
              </a:ext>
            </a:extLst>
          </p:cNvPr>
          <p:cNvSpPr>
            <a:spLocks noGrp="1"/>
          </p:cNvSpPr>
          <p:nvPr/>
        </p:nvSpPr>
        <p:spPr>
          <a:xfrm>
            <a:off x="3290888" y="4048125"/>
            <a:ext cx="34925" cy="547688"/>
          </a:xfrm>
          <a:prstGeom prst="rect">
            <a:avLst/>
          </a:prstGeom>
          <a:solidFill>
            <a:srgbClr val="1D4ED8"/>
          </a:solidFill>
          <a:ln w="13097">
            <a:solidFill>
              <a:srgbClr val="172B4D"/>
            </a:solidFill>
          </a:ln>
        </p:spPr>
      </p:sp>
      <p:sp>
        <p:nvSpPr>
          <p:cNvPr id="319" name="object-319">
            <a:extLst>
              <a:ext uri="{FF2B5EF4-FFF2-40B4-BE49-F238E27FC236}">
                <a16:creationId xmlns:a16="http://schemas.microsoft.com/office/drawing/2014/main" id="{F01B24B2-9182-40CD-AC34-B7C590772A08}"/>
              </a:ext>
            </a:extLst>
          </p:cNvPr>
          <p:cNvSpPr>
            <a:spLocks noGrp="1"/>
          </p:cNvSpPr>
          <p:nvPr/>
        </p:nvSpPr>
        <p:spPr>
          <a:xfrm>
            <a:off x="3325812" y="4048125"/>
            <a:ext cx="34925" cy="547688"/>
          </a:xfrm>
          <a:prstGeom prst="rect">
            <a:avLst/>
          </a:prstGeom>
          <a:solidFill>
            <a:srgbClr val="1D4ED8"/>
          </a:solidFill>
          <a:ln w="13097">
            <a:solidFill>
              <a:srgbClr val="172B4D"/>
            </a:solidFill>
          </a:ln>
        </p:spPr>
      </p:sp>
      <p:sp>
        <p:nvSpPr>
          <p:cNvPr id="320" name="object-320">
            <a:extLst>
              <a:ext uri="{FF2B5EF4-FFF2-40B4-BE49-F238E27FC236}">
                <a16:creationId xmlns:a16="http://schemas.microsoft.com/office/drawing/2014/main" id="{8866A11A-9D10-4E45-BF25-F54491928EB5}"/>
              </a:ext>
            </a:extLst>
          </p:cNvPr>
          <p:cNvSpPr>
            <a:spLocks noGrp="1"/>
          </p:cNvSpPr>
          <p:nvPr/>
        </p:nvSpPr>
        <p:spPr>
          <a:xfrm>
            <a:off x="3360738" y="4048125"/>
            <a:ext cx="34925" cy="547688"/>
          </a:xfrm>
          <a:prstGeom prst="rect">
            <a:avLst/>
          </a:prstGeom>
          <a:solidFill>
            <a:srgbClr val="1D4ED8"/>
          </a:solidFill>
          <a:ln w="13097">
            <a:solidFill>
              <a:srgbClr val="172B4D"/>
            </a:solidFill>
          </a:ln>
        </p:spPr>
      </p:sp>
      <p:sp>
        <p:nvSpPr>
          <p:cNvPr id="321" name="object-321">
            <a:extLst>
              <a:ext uri="{FF2B5EF4-FFF2-40B4-BE49-F238E27FC236}">
                <a16:creationId xmlns:a16="http://schemas.microsoft.com/office/drawing/2014/main" id="{2AB9DE1B-C1D4-4334-96AB-988266BBC25F}"/>
              </a:ext>
            </a:extLst>
          </p:cNvPr>
          <p:cNvSpPr>
            <a:spLocks noGrp="1"/>
          </p:cNvSpPr>
          <p:nvPr/>
        </p:nvSpPr>
        <p:spPr>
          <a:xfrm>
            <a:off x="3395663" y="4048125"/>
            <a:ext cx="34925" cy="547688"/>
          </a:xfrm>
          <a:prstGeom prst="rect">
            <a:avLst/>
          </a:prstGeom>
          <a:solidFill>
            <a:srgbClr val="1D4ED8"/>
          </a:solidFill>
          <a:ln w="13097">
            <a:solidFill>
              <a:srgbClr val="172B4D"/>
            </a:solidFill>
          </a:ln>
        </p:spPr>
      </p:sp>
      <p:sp>
        <p:nvSpPr>
          <p:cNvPr id="322" name="object-322">
            <a:extLst>
              <a:ext uri="{FF2B5EF4-FFF2-40B4-BE49-F238E27FC236}">
                <a16:creationId xmlns:a16="http://schemas.microsoft.com/office/drawing/2014/main" id="{4AD99A12-F6E1-4FBB-B9C4-8B8B48DDCD18}"/>
              </a:ext>
            </a:extLst>
          </p:cNvPr>
          <p:cNvSpPr>
            <a:spLocks noGrp="1"/>
          </p:cNvSpPr>
          <p:nvPr/>
        </p:nvSpPr>
        <p:spPr>
          <a:xfrm>
            <a:off x="3430587" y="4048125"/>
            <a:ext cx="34925" cy="547688"/>
          </a:xfrm>
          <a:prstGeom prst="rect">
            <a:avLst/>
          </a:prstGeom>
          <a:solidFill>
            <a:srgbClr val="1D4ED8"/>
          </a:solidFill>
          <a:ln w="13097">
            <a:solidFill>
              <a:srgbClr val="172B4D"/>
            </a:solidFill>
          </a:ln>
        </p:spPr>
      </p:sp>
      <p:sp>
        <p:nvSpPr>
          <p:cNvPr id="323" name="object-323">
            <a:extLst>
              <a:ext uri="{FF2B5EF4-FFF2-40B4-BE49-F238E27FC236}">
                <a16:creationId xmlns:a16="http://schemas.microsoft.com/office/drawing/2014/main" id="{2C06658A-C62C-479A-ACE9-2D57B24DFF90}"/>
              </a:ext>
            </a:extLst>
          </p:cNvPr>
          <p:cNvSpPr>
            <a:spLocks noGrp="1"/>
          </p:cNvSpPr>
          <p:nvPr/>
        </p:nvSpPr>
        <p:spPr>
          <a:xfrm>
            <a:off x="3465513" y="4048125"/>
            <a:ext cx="34925" cy="547688"/>
          </a:xfrm>
          <a:prstGeom prst="rect">
            <a:avLst/>
          </a:prstGeom>
          <a:solidFill>
            <a:srgbClr val="1D4ED8"/>
          </a:solidFill>
          <a:ln w="13097">
            <a:solidFill>
              <a:srgbClr val="172B4D"/>
            </a:solidFill>
          </a:ln>
        </p:spPr>
      </p:sp>
      <p:sp>
        <p:nvSpPr>
          <p:cNvPr id="324" name="object-324">
            <a:extLst>
              <a:ext uri="{FF2B5EF4-FFF2-40B4-BE49-F238E27FC236}">
                <a16:creationId xmlns:a16="http://schemas.microsoft.com/office/drawing/2014/main" id="{DD00A308-C8B9-40F8-A5F6-7649EA0A38D9}"/>
              </a:ext>
            </a:extLst>
          </p:cNvPr>
          <p:cNvSpPr>
            <a:spLocks noGrp="1"/>
          </p:cNvSpPr>
          <p:nvPr/>
        </p:nvSpPr>
        <p:spPr>
          <a:xfrm>
            <a:off x="3500438" y="4048125"/>
            <a:ext cx="34925" cy="547688"/>
          </a:xfrm>
          <a:prstGeom prst="rect">
            <a:avLst/>
          </a:prstGeom>
          <a:solidFill>
            <a:srgbClr val="1D4ED8"/>
          </a:solidFill>
          <a:ln w="13097">
            <a:solidFill>
              <a:srgbClr val="172B4D"/>
            </a:solidFill>
          </a:ln>
        </p:spPr>
      </p:sp>
      <p:sp>
        <p:nvSpPr>
          <p:cNvPr id="325" name="object-325">
            <a:extLst>
              <a:ext uri="{FF2B5EF4-FFF2-40B4-BE49-F238E27FC236}">
                <a16:creationId xmlns:a16="http://schemas.microsoft.com/office/drawing/2014/main" id="{7703AFEB-3B5F-4B40-8413-A4DD7E6C8938}"/>
              </a:ext>
            </a:extLst>
          </p:cNvPr>
          <p:cNvSpPr>
            <a:spLocks noGrp="1"/>
          </p:cNvSpPr>
          <p:nvPr/>
        </p:nvSpPr>
        <p:spPr>
          <a:xfrm>
            <a:off x="3535363" y="4048125"/>
            <a:ext cx="34925" cy="547688"/>
          </a:xfrm>
          <a:prstGeom prst="rect">
            <a:avLst/>
          </a:prstGeom>
          <a:solidFill>
            <a:srgbClr val="1D4ED8"/>
          </a:solidFill>
          <a:ln w="13097">
            <a:solidFill>
              <a:srgbClr val="172B4D"/>
            </a:solidFill>
          </a:ln>
        </p:spPr>
      </p:sp>
      <p:sp>
        <p:nvSpPr>
          <p:cNvPr id="326" name="object-326">
            <a:extLst>
              <a:ext uri="{FF2B5EF4-FFF2-40B4-BE49-F238E27FC236}">
                <a16:creationId xmlns:a16="http://schemas.microsoft.com/office/drawing/2014/main" id="{26004520-B244-4933-9F6A-5150EE7E2693}"/>
              </a:ext>
            </a:extLst>
          </p:cNvPr>
          <p:cNvSpPr>
            <a:spLocks noGrp="1"/>
          </p:cNvSpPr>
          <p:nvPr/>
        </p:nvSpPr>
        <p:spPr>
          <a:xfrm>
            <a:off x="3570288" y="4048125"/>
            <a:ext cx="34925" cy="547688"/>
          </a:xfrm>
          <a:prstGeom prst="rect">
            <a:avLst/>
          </a:prstGeom>
          <a:solidFill>
            <a:srgbClr val="1D4ED8"/>
          </a:solidFill>
          <a:ln w="13097">
            <a:solidFill>
              <a:srgbClr val="172B4D"/>
            </a:solidFill>
          </a:ln>
        </p:spPr>
      </p:sp>
      <p:sp>
        <p:nvSpPr>
          <p:cNvPr id="327" name="object-327">
            <a:extLst>
              <a:ext uri="{FF2B5EF4-FFF2-40B4-BE49-F238E27FC236}">
                <a16:creationId xmlns:a16="http://schemas.microsoft.com/office/drawing/2014/main" id="{81EADD5E-4378-4F1C-9449-DBB915065F6F}"/>
              </a:ext>
            </a:extLst>
          </p:cNvPr>
          <p:cNvSpPr>
            <a:spLocks noGrp="1"/>
          </p:cNvSpPr>
          <p:nvPr/>
        </p:nvSpPr>
        <p:spPr>
          <a:xfrm>
            <a:off x="3605213" y="4048125"/>
            <a:ext cx="34925" cy="547688"/>
          </a:xfrm>
          <a:prstGeom prst="rect">
            <a:avLst/>
          </a:prstGeom>
          <a:solidFill>
            <a:srgbClr val="1D4ED8"/>
          </a:solidFill>
          <a:ln w="13097">
            <a:solidFill>
              <a:srgbClr val="172B4D"/>
            </a:solidFill>
          </a:ln>
        </p:spPr>
      </p:sp>
      <p:sp>
        <p:nvSpPr>
          <p:cNvPr id="328" name="object-328">
            <a:extLst>
              <a:ext uri="{FF2B5EF4-FFF2-40B4-BE49-F238E27FC236}">
                <a16:creationId xmlns:a16="http://schemas.microsoft.com/office/drawing/2014/main" id="{373EECA3-E204-4057-A531-E7FBADBB2649}"/>
              </a:ext>
            </a:extLst>
          </p:cNvPr>
          <p:cNvSpPr>
            <a:spLocks noGrp="1"/>
          </p:cNvSpPr>
          <p:nvPr/>
        </p:nvSpPr>
        <p:spPr>
          <a:xfrm>
            <a:off x="3640138" y="4048125"/>
            <a:ext cx="34925" cy="547688"/>
          </a:xfrm>
          <a:prstGeom prst="rect">
            <a:avLst/>
          </a:prstGeom>
          <a:solidFill>
            <a:srgbClr val="1D4ED8"/>
          </a:solidFill>
          <a:ln w="13097">
            <a:solidFill>
              <a:srgbClr val="172B4D"/>
            </a:solidFill>
          </a:ln>
        </p:spPr>
      </p:sp>
      <p:sp>
        <p:nvSpPr>
          <p:cNvPr id="329" name="object-329">
            <a:extLst>
              <a:ext uri="{FF2B5EF4-FFF2-40B4-BE49-F238E27FC236}">
                <a16:creationId xmlns:a16="http://schemas.microsoft.com/office/drawing/2014/main" id="{E3C3BB65-BA16-4532-846D-DC4071356B2A}"/>
              </a:ext>
            </a:extLst>
          </p:cNvPr>
          <p:cNvSpPr>
            <a:spLocks noGrp="1"/>
          </p:cNvSpPr>
          <p:nvPr/>
        </p:nvSpPr>
        <p:spPr>
          <a:xfrm>
            <a:off x="3675063" y="4048125"/>
            <a:ext cx="34925" cy="547688"/>
          </a:xfrm>
          <a:prstGeom prst="rect">
            <a:avLst/>
          </a:prstGeom>
          <a:solidFill>
            <a:srgbClr val="1D4ED8"/>
          </a:solidFill>
          <a:ln w="13097">
            <a:solidFill>
              <a:srgbClr val="172B4D"/>
            </a:solidFill>
          </a:ln>
        </p:spPr>
      </p:sp>
      <p:sp>
        <p:nvSpPr>
          <p:cNvPr id="330" name="object-330">
            <a:extLst>
              <a:ext uri="{FF2B5EF4-FFF2-40B4-BE49-F238E27FC236}">
                <a16:creationId xmlns:a16="http://schemas.microsoft.com/office/drawing/2014/main" id="{780B24BD-FAA5-4495-BE04-EF2A46CA0158}"/>
              </a:ext>
            </a:extLst>
          </p:cNvPr>
          <p:cNvSpPr>
            <a:spLocks noGrp="1"/>
          </p:cNvSpPr>
          <p:nvPr/>
        </p:nvSpPr>
        <p:spPr>
          <a:xfrm>
            <a:off x="3709988" y="4048125"/>
            <a:ext cx="34925" cy="547688"/>
          </a:xfrm>
          <a:prstGeom prst="rect">
            <a:avLst/>
          </a:prstGeom>
          <a:solidFill>
            <a:srgbClr val="1D4ED8"/>
          </a:solidFill>
          <a:ln w="13097">
            <a:solidFill>
              <a:srgbClr val="172B4D"/>
            </a:solidFill>
          </a:ln>
        </p:spPr>
      </p:sp>
      <p:sp>
        <p:nvSpPr>
          <p:cNvPr id="331" name="object-331">
            <a:extLst>
              <a:ext uri="{FF2B5EF4-FFF2-40B4-BE49-F238E27FC236}">
                <a16:creationId xmlns:a16="http://schemas.microsoft.com/office/drawing/2014/main" id="{E2D0AE40-4174-4213-9075-7711A858FE00}"/>
              </a:ext>
            </a:extLst>
          </p:cNvPr>
          <p:cNvSpPr>
            <a:spLocks noGrp="1"/>
          </p:cNvSpPr>
          <p:nvPr/>
        </p:nvSpPr>
        <p:spPr>
          <a:xfrm>
            <a:off x="3744912" y="4048125"/>
            <a:ext cx="34925" cy="547688"/>
          </a:xfrm>
          <a:prstGeom prst="rect">
            <a:avLst/>
          </a:prstGeom>
          <a:solidFill>
            <a:srgbClr val="1D4ED8"/>
          </a:solidFill>
          <a:ln w="13097">
            <a:solidFill>
              <a:srgbClr val="172B4D"/>
            </a:solidFill>
          </a:ln>
        </p:spPr>
      </p:sp>
      <p:sp>
        <p:nvSpPr>
          <p:cNvPr id="332" name="object-332">
            <a:extLst>
              <a:ext uri="{FF2B5EF4-FFF2-40B4-BE49-F238E27FC236}">
                <a16:creationId xmlns:a16="http://schemas.microsoft.com/office/drawing/2014/main" id="{77B17F29-358E-4A6F-A44B-75861461E724}"/>
              </a:ext>
            </a:extLst>
          </p:cNvPr>
          <p:cNvSpPr>
            <a:spLocks noGrp="1"/>
          </p:cNvSpPr>
          <p:nvPr/>
        </p:nvSpPr>
        <p:spPr>
          <a:xfrm>
            <a:off x="3779838" y="4048125"/>
            <a:ext cx="34925" cy="547688"/>
          </a:xfrm>
          <a:prstGeom prst="rect">
            <a:avLst/>
          </a:prstGeom>
          <a:solidFill>
            <a:srgbClr val="1D4ED8"/>
          </a:solidFill>
          <a:ln w="13097">
            <a:solidFill>
              <a:srgbClr val="172B4D"/>
            </a:solidFill>
          </a:ln>
        </p:spPr>
      </p:sp>
      <p:sp>
        <p:nvSpPr>
          <p:cNvPr id="333" name="object-333">
            <a:extLst>
              <a:ext uri="{FF2B5EF4-FFF2-40B4-BE49-F238E27FC236}">
                <a16:creationId xmlns:a16="http://schemas.microsoft.com/office/drawing/2014/main" id="{2169C2B5-50BB-4338-8A47-A22893473D70}"/>
              </a:ext>
            </a:extLst>
          </p:cNvPr>
          <p:cNvSpPr>
            <a:spLocks noGrp="1"/>
          </p:cNvSpPr>
          <p:nvPr/>
        </p:nvSpPr>
        <p:spPr>
          <a:xfrm>
            <a:off x="3814763" y="4048125"/>
            <a:ext cx="34925" cy="547688"/>
          </a:xfrm>
          <a:prstGeom prst="rect">
            <a:avLst/>
          </a:prstGeom>
          <a:solidFill>
            <a:srgbClr val="1D4ED8"/>
          </a:solidFill>
          <a:ln w="13097">
            <a:solidFill>
              <a:srgbClr val="172B4D"/>
            </a:solidFill>
          </a:ln>
        </p:spPr>
      </p:sp>
      <p:sp>
        <p:nvSpPr>
          <p:cNvPr id="334" name="object-334">
            <a:extLst>
              <a:ext uri="{FF2B5EF4-FFF2-40B4-BE49-F238E27FC236}">
                <a16:creationId xmlns:a16="http://schemas.microsoft.com/office/drawing/2014/main" id="{E39EE7CF-2840-4BB7-BC00-0D43A677427A}"/>
              </a:ext>
            </a:extLst>
          </p:cNvPr>
          <p:cNvSpPr>
            <a:spLocks noGrp="1"/>
          </p:cNvSpPr>
          <p:nvPr/>
        </p:nvSpPr>
        <p:spPr>
          <a:xfrm>
            <a:off x="3849687" y="4048125"/>
            <a:ext cx="34925" cy="547688"/>
          </a:xfrm>
          <a:prstGeom prst="rect">
            <a:avLst/>
          </a:prstGeom>
          <a:solidFill>
            <a:srgbClr val="1D4ED8"/>
          </a:solidFill>
          <a:ln w="13097">
            <a:solidFill>
              <a:srgbClr val="172B4D"/>
            </a:solidFill>
          </a:ln>
        </p:spPr>
      </p:sp>
      <p:sp>
        <p:nvSpPr>
          <p:cNvPr id="335" name="object-335">
            <a:extLst>
              <a:ext uri="{FF2B5EF4-FFF2-40B4-BE49-F238E27FC236}">
                <a16:creationId xmlns:a16="http://schemas.microsoft.com/office/drawing/2014/main" id="{B17C54C9-1E6A-46FA-824C-32AB7E09FD86}"/>
              </a:ext>
            </a:extLst>
          </p:cNvPr>
          <p:cNvSpPr>
            <a:spLocks noGrp="1"/>
          </p:cNvSpPr>
          <p:nvPr/>
        </p:nvSpPr>
        <p:spPr>
          <a:xfrm>
            <a:off x="3884613" y="4048125"/>
            <a:ext cx="34925" cy="547688"/>
          </a:xfrm>
          <a:prstGeom prst="rect">
            <a:avLst/>
          </a:prstGeom>
          <a:solidFill>
            <a:srgbClr val="1D4ED8"/>
          </a:solidFill>
          <a:ln w="13097">
            <a:solidFill>
              <a:srgbClr val="172B4D"/>
            </a:solidFill>
          </a:ln>
        </p:spPr>
      </p:sp>
      <p:sp>
        <p:nvSpPr>
          <p:cNvPr id="336" name="object-336">
            <a:extLst>
              <a:ext uri="{FF2B5EF4-FFF2-40B4-BE49-F238E27FC236}">
                <a16:creationId xmlns:a16="http://schemas.microsoft.com/office/drawing/2014/main" id="{32C56F42-469A-4810-A52B-92BA04B20579}"/>
              </a:ext>
            </a:extLst>
          </p:cNvPr>
          <p:cNvSpPr>
            <a:spLocks noGrp="1"/>
          </p:cNvSpPr>
          <p:nvPr/>
        </p:nvSpPr>
        <p:spPr>
          <a:xfrm>
            <a:off x="3919538" y="4048125"/>
            <a:ext cx="34925" cy="547688"/>
          </a:xfrm>
          <a:prstGeom prst="rect">
            <a:avLst/>
          </a:prstGeom>
          <a:solidFill>
            <a:srgbClr val="1D4ED8"/>
          </a:solidFill>
          <a:ln w="13097">
            <a:solidFill>
              <a:srgbClr val="172B4D"/>
            </a:solidFill>
          </a:ln>
        </p:spPr>
      </p:sp>
      <p:sp>
        <p:nvSpPr>
          <p:cNvPr id="337" name="object-337">
            <a:extLst>
              <a:ext uri="{FF2B5EF4-FFF2-40B4-BE49-F238E27FC236}">
                <a16:creationId xmlns:a16="http://schemas.microsoft.com/office/drawing/2014/main" id="{B271346E-CF8E-4E46-A063-EE759F15025A}"/>
              </a:ext>
            </a:extLst>
          </p:cNvPr>
          <p:cNvSpPr>
            <a:spLocks noGrp="1"/>
          </p:cNvSpPr>
          <p:nvPr/>
        </p:nvSpPr>
        <p:spPr>
          <a:xfrm>
            <a:off x="3954462" y="4048125"/>
            <a:ext cx="34925" cy="547688"/>
          </a:xfrm>
          <a:prstGeom prst="rect">
            <a:avLst/>
          </a:prstGeom>
          <a:solidFill>
            <a:srgbClr val="1D4ED8"/>
          </a:solidFill>
          <a:ln w="13097">
            <a:solidFill>
              <a:srgbClr val="172B4D"/>
            </a:solidFill>
          </a:ln>
        </p:spPr>
      </p:sp>
      <p:sp>
        <p:nvSpPr>
          <p:cNvPr id="338" name="object-338">
            <a:extLst>
              <a:ext uri="{FF2B5EF4-FFF2-40B4-BE49-F238E27FC236}">
                <a16:creationId xmlns:a16="http://schemas.microsoft.com/office/drawing/2014/main" id="{51A3D42C-B248-4739-9006-478854FC9E37}"/>
              </a:ext>
            </a:extLst>
          </p:cNvPr>
          <p:cNvSpPr>
            <a:spLocks noGrp="1"/>
          </p:cNvSpPr>
          <p:nvPr/>
        </p:nvSpPr>
        <p:spPr>
          <a:xfrm>
            <a:off x="3989388" y="4048125"/>
            <a:ext cx="34925" cy="547688"/>
          </a:xfrm>
          <a:prstGeom prst="rect">
            <a:avLst/>
          </a:prstGeom>
          <a:solidFill>
            <a:srgbClr val="1D4ED8"/>
          </a:solidFill>
          <a:ln w="13097">
            <a:solidFill>
              <a:srgbClr val="172B4D"/>
            </a:solidFill>
          </a:ln>
        </p:spPr>
      </p:sp>
      <p:sp>
        <p:nvSpPr>
          <p:cNvPr id="339" name="object-339">
            <a:extLst>
              <a:ext uri="{FF2B5EF4-FFF2-40B4-BE49-F238E27FC236}">
                <a16:creationId xmlns:a16="http://schemas.microsoft.com/office/drawing/2014/main" id="{2781EFAD-08B8-4B89-93BD-D3232DE87120}"/>
              </a:ext>
            </a:extLst>
          </p:cNvPr>
          <p:cNvSpPr>
            <a:spLocks noGrp="1"/>
          </p:cNvSpPr>
          <p:nvPr/>
        </p:nvSpPr>
        <p:spPr>
          <a:xfrm>
            <a:off x="4024313" y="4048125"/>
            <a:ext cx="34925" cy="547688"/>
          </a:xfrm>
          <a:prstGeom prst="rect">
            <a:avLst/>
          </a:prstGeom>
          <a:solidFill>
            <a:srgbClr val="1D4ED8"/>
          </a:solidFill>
          <a:ln w="13097">
            <a:solidFill>
              <a:srgbClr val="172B4D"/>
            </a:solidFill>
          </a:ln>
        </p:spPr>
      </p:sp>
      <p:sp>
        <p:nvSpPr>
          <p:cNvPr id="340" name="object-340">
            <a:extLst>
              <a:ext uri="{FF2B5EF4-FFF2-40B4-BE49-F238E27FC236}">
                <a16:creationId xmlns:a16="http://schemas.microsoft.com/office/drawing/2014/main" id="{49F818F7-891B-4C4B-BAFD-38F6DBF6A245}"/>
              </a:ext>
            </a:extLst>
          </p:cNvPr>
          <p:cNvSpPr>
            <a:spLocks noGrp="1"/>
          </p:cNvSpPr>
          <p:nvPr/>
        </p:nvSpPr>
        <p:spPr>
          <a:xfrm>
            <a:off x="4059238" y="4048125"/>
            <a:ext cx="34925" cy="547688"/>
          </a:xfrm>
          <a:prstGeom prst="rect">
            <a:avLst/>
          </a:prstGeom>
          <a:solidFill>
            <a:srgbClr val="1D4ED8"/>
          </a:solidFill>
          <a:ln w="13097">
            <a:solidFill>
              <a:srgbClr val="172B4D"/>
            </a:solidFill>
          </a:ln>
        </p:spPr>
      </p:sp>
      <p:sp>
        <p:nvSpPr>
          <p:cNvPr id="341" name="object-341">
            <a:extLst>
              <a:ext uri="{FF2B5EF4-FFF2-40B4-BE49-F238E27FC236}">
                <a16:creationId xmlns:a16="http://schemas.microsoft.com/office/drawing/2014/main" id="{04BF92B9-C7C0-4723-A38D-39157F5E01BD}"/>
              </a:ext>
            </a:extLst>
          </p:cNvPr>
          <p:cNvSpPr>
            <a:spLocks noGrp="1"/>
          </p:cNvSpPr>
          <p:nvPr/>
        </p:nvSpPr>
        <p:spPr>
          <a:xfrm>
            <a:off x="4094163" y="4048125"/>
            <a:ext cx="34925" cy="547688"/>
          </a:xfrm>
          <a:prstGeom prst="rect">
            <a:avLst/>
          </a:prstGeom>
          <a:solidFill>
            <a:srgbClr val="1D4ED8"/>
          </a:solidFill>
          <a:ln w="13097">
            <a:solidFill>
              <a:srgbClr val="172B4D"/>
            </a:solidFill>
          </a:ln>
        </p:spPr>
      </p:sp>
      <p:sp>
        <p:nvSpPr>
          <p:cNvPr id="342" name="object-342">
            <a:extLst>
              <a:ext uri="{FF2B5EF4-FFF2-40B4-BE49-F238E27FC236}">
                <a16:creationId xmlns:a16="http://schemas.microsoft.com/office/drawing/2014/main" id="{4C41D68E-F84F-4E37-A112-DA0B7CEE6E65}"/>
              </a:ext>
            </a:extLst>
          </p:cNvPr>
          <p:cNvSpPr>
            <a:spLocks noGrp="1"/>
          </p:cNvSpPr>
          <p:nvPr/>
        </p:nvSpPr>
        <p:spPr>
          <a:xfrm>
            <a:off x="4129088" y="4048125"/>
            <a:ext cx="34925" cy="547688"/>
          </a:xfrm>
          <a:prstGeom prst="rect">
            <a:avLst/>
          </a:prstGeom>
          <a:solidFill>
            <a:srgbClr val="1D4ED8"/>
          </a:solidFill>
          <a:ln w="13097">
            <a:solidFill>
              <a:srgbClr val="172B4D"/>
            </a:solidFill>
          </a:ln>
        </p:spPr>
      </p:sp>
      <p:sp>
        <p:nvSpPr>
          <p:cNvPr id="343" name="object-343">
            <a:extLst>
              <a:ext uri="{FF2B5EF4-FFF2-40B4-BE49-F238E27FC236}">
                <a16:creationId xmlns:a16="http://schemas.microsoft.com/office/drawing/2014/main" id="{569D99C0-7B7A-4875-AF68-60888D11D1DC}"/>
              </a:ext>
            </a:extLst>
          </p:cNvPr>
          <p:cNvSpPr>
            <a:spLocks noGrp="1"/>
          </p:cNvSpPr>
          <p:nvPr/>
        </p:nvSpPr>
        <p:spPr>
          <a:xfrm>
            <a:off x="4164013" y="4048125"/>
            <a:ext cx="34925" cy="547688"/>
          </a:xfrm>
          <a:prstGeom prst="rect">
            <a:avLst/>
          </a:prstGeom>
          <a:solidFill>
            <a:srgbClr val="1D4ED8"/>
          </a:solidFill>
          <a:ln w="13097">
            <a:solidFill>
              <a:srgbClr val="172B4D"/>
            </a:solidFill>
          </a:ln>
        </p:spPr>
      </p:sp>
      <p:sp>
        <p:nvSpPr>
          <p:cNvPr id="344" name="object-344">
            <a:extLst>
              <a:ext uri="{FF2B5EF4-FFF2-40B4-BE49-F238E27FC236}">
                <a16:creationId xmlns:a16="http://schemas.microsoft.com/office/drawing/2014/main" id="{44496E85-71E9-4729-8FB5-3F36B9C788B3}"/>
              </a:ext>
            </a:extLst>
          </p:cNvPr>
          <p:cNvSpPr>
            <a:spLocks noGrp="1"/>
          </p:cNvSpPr>
          <p:nvPr/>
        </p:nvSpPr>
        <p:spPr>
          <a:xfrm>
            <a:off x="4198938" y="4048125"/>
            <a:ext cx="34925" cy="547688"/>
          </a:xfrm>
          <a:prstGeom prst="rect">
            <a:avLst/>
          </a:prstGeom>
          <a:solidFill>
            <a:srgbClr val="1D4ED8"/>
          </a:solidFill>
          <a:ln w="13097">
            <a:solidFill>
              <a:srgbClr val="172B4D"/>
            </a:solidFill>
          </a:ln>
        </p:spPr>
      </p:sp>
      <p:sp>
        <p:nvSpPr>
          <p:cNvPr id="345" name="object-345">
            <a:extLst>
              <a:ext uri="{FF2B5EF4-FFF2-40B4-BE49-F238E27FC236}">
                <a16:creationId xmlns:a16="http://schemas.microsoft.com/office/drawing/2014/main" id="{1986C0CC-090D-4A65-BE07-2B5B54902A58}"/>
              </a:ext>
            </a:extLst>
          </p:cNvPr>
          <p:cNvSpPr>
            <a:spLocks noGrp="1"/>
          </p:cNvSpPr>
          <p:nvPr/>
        </p:nvSpPr>
        <p:spPr>
          <a:xfrm>
            <a:off x="4233863" y="4048125"/>
            <a:ext cx="34925" cy="547688"/>
          </a:xfrm>
          <a:prstGeom prst="rect">
            <a:avLst/>
          </a:prstGeom>
          <a:solidFill>
            <a:srgbClr val="1D4ED8"/>
          </a:solidFill>
          <a:ln w="13097">
            <a:solidFill>
              <a:srgbClr val="172B4D"/>
            </a:solidFill>
          </a:ln>
        </p:spPr>
      </p:sp>
      <p:sp>
        <p:nvSpPr>
          <p:cNvPr id="346" name="object-346">
            <a:extLst>
              <a:ext uri="{FF2B5EF4-FFF2-40B4-BE49-F238E27FC236}">
                <a16:creationId xmlns:a16="http://schemas.microsoft.com/office/drawing/2014/main" id="{D8C4A24F-FA6B-4420-ADCE-F9653A43B6A7}"/>
              </a:ext>
            </a:extLst>
          </p:cNvPr>
          <p:cNvSpPr>
            <a:spLocks noGrp="1"/>
          </p:cNvSpPr>
          <p:nvPr/>
        </p:nvSpPr>
        <p:spPr>
          <a:xfrm>
            <a:off x="4268788" y="4048125"/>
            <a:ext cx="34925" cy="547688"/>
          </a:xfrm>
          <a:prstGeom prst="rect">
            <a:avLst/>
          </a:prstGeom>
          <a:solidFill>
            <a:srgbClr val="1D4ED8"/>
          </a:solidFill>
          <a:ln w="13097">
            <a:solidFill>
              <a:srgbClr val="172B4D"/>
            </a:solidFill>
          </a:ln>
        </p:spPr>
      </p:sp>
      <p:sp>
        <p:nvSpPr>
          <p:cNvPr id="347" name="object-347">
            <a:extLst>
              <a:ext uri="{FF2B5EF4-FFF2-40B4-BE49-F238E27FC236}">
                <a16:creationId xmlns:a16="http://schemas.microsoft.com/office/drawing/2014/main" id="{85A7B1EB-0FED-4717-939D-7322F3224C75}"/>
              </a:ext>
            </a:extLst>
          </p:cNvPr>
          <p:cNvSpPr>
            <a:spLocks noGrp="1"/>
          </p:cNvSpPr>
          <p:nvPr/>
        </p:nvSpPr>
        <p:spPr>
          <a:xfrm>
            <a:off x="4303713" y="4048125"/>
            <a:ext cx="34925" cy="547688"/>
          </a:xfrm>
          <a:prstGeom prst="rect">
            <a:avLst/>
          </a:prstGeom>
          <a:solidFill>
            <a:srgbClr val="1D4ED8"/>
          </a:solidFill>
          <a:ln w="13097">
            <a:solidFill>
              <a:srgbClr val="172B4D"/>
            </a:solidFill>
          </a:ln>
        </p:spPr>
      </p:sp>
      <p:sp>
        <p:nvSpPr>
          <p:cNvPr id="348" name="object-348">
            <a:extLst>
              <a:ext uri="{FF2B5EF4-FFF2-40B4-BE49-F238E27FC236}">
                <a16:creationId xmlns:a16="http://schemas.microsoft.com/office/drawing/2014/main" id="{5658CA87-DBA5-4755-9FC0-554BF3C253FB}"/>
              </a:ext>
            </a:extLst>
          </p:cNvPr>
          <p:cNvSpPr>
            <a:spLocks noGrp="1"/>
          </p:cNvSpPr>
          <p:nvPr/>
        </p:nvSpPr>
        <p:spPr>
          <a:xfrm>
            <a:off x="4338638" y="4048125"/>
            <a:ext cx="34925" cy="547688"/>
          </a:xfrm>
          <a:prstGeom prst="rect">
            <a:avLst/>
          </a:prstGeom>
          <a:solidFill>
            <a:srgbClr val="1D4ED8"/>
          </a:solidFill>
          <a:ln w="13097">
            <a:solidFill>
              <a:srgbClr val="172B4D"/>
            </a:solidFill>
          </a:ln>
        </p:spPr>
      </p:sp>
      <p:sp>
        <p:nvSpPr>
          <p:cNvPr id="349" name="object-349">
            <a:extLst>
              <a:ext uri="{FF2B5EF4-FFF2-40B4-BE49-F238E27FC236}">
                <a16:creationId xmlns:a16="http://schemas.microsoft.com/office/drawing/2014/main" id="{D1E5ABCC-13B7-4972-84BB-3CB428F305E4}"/>
              </a:ext>
            </a:extLst>
          </p:cNvPr>
          <p:cNvSpPr>
            <a:spLocks noGrp="1"/>
          </p:cNvSpPr>
          <p:nvPr/>
        </p:nvSpPr>
        <p:spPr>
          <a:xfrm>
            <a:off x="4373563" y="4048125"/>
            <a:ext cx="34925" cy="547688"/>
          </a:xfrm>
          <a:prstGeom prst="rect">
            <a:avLst/>
          </a:prstGeom>
          <a:solidFill>
            <a:srgbClr val="1D4ED8"/>
          </a:solidFill>
          <a:ln w="13097">
            <a:solidFill>
              <a:srgbClr val="172B4D"/>
            </a:solidFill>
          </a:ln>
        </p:spPr>
      </p:sp>
      <p:sp>
        <p:nvSpPr>
          <p:cNvPr id="350" name="object-350">
            <a:extLst>
              <a:ext uri="{FF2B5EF4-FFF2-40B4-BE49-F238E27FC236}">
                <a16:creationId xmlns:a16="http://schemas.microsoft.com/office/drawing/2014/main" id="{0C3A2F07-20A1-4FB2-BC63-5A5B9DCC8017}"/>
              </a:ext>
            </a:extLst>
          </p:cNvPr>
          <p:cNvSpPr>
            <a:spLocks noGrp="1"/>
          </p:cNvSpPr>
          <p:nvPr/>
        </p:nvSpPr>
        <p:spPr>
          <a:xfrm>
            <a:off x="4408488" y="4048125"/>
            <a:ext cx="34925" cy="547688"/>
          </a:xfrm>
          <a:prstGeom prst="rect">
            <a:avLst/>
          </a:prstGeom>
          <a:solidFill>
            <a:srgbClr val="1D4ED8"/>
          </a:solidFill>
          <a:ln w="13097">
            <a:solidFill>
              <a:srgbClr val="172B4D"/>
            </a:solidFill>
          </a:ln>
        </p:spPr>
      </p:sp>
      <p:sp>
        <p:nvSpPr>
          <p:cNvPr id="351" name="object-351">
            <a:extLst>
              <a:ext uri="{FF2B5EF4-FFF2-40B4-BE49-F238E27FC236}">
                <a16:creationId xmlns:a16="http://schemas.microsoft.com/office/drawing/2014/main" id="{31CE488A-682E-4883-A529-E93EE1A6B2DA}"/>
              </a:ext>
            </a:extLst>
          </p:cNvPr>
          <p:cNvSpPr>
            <a:spLocks noGrp="1"/>
          </p:cNvSpPr>
          <p:nvPr/>
        </p:nvSpPr>
        <p:spPr>
          <a:xfrm>
            <a:off x="4443413" y="4048125"/>
            <a:ext cx="34925" cy="547688"/>
          </a:xfrm>
          <a:prstGeom prst="rect">
            <a:avLst/>
          </a:prstGeom>
          <a:solidFill>
            <a:srgbClr val="1D4ED8"/>
          </a:solidFill>
          <a:ln w="13097">
            <a:solidFill>
              <a:srgbClr val="172B4D"/>
            </a:solidFill>
          </a:ln>
        </p:spPr>
      </p:sp>
      <p:sp>
        <p:nvSpPr>
          <p:cNvPr id="352" name="object-352">
            <a:extLst>
              <a:ext uri="{FF2B5EF4-FFF2-40B4-BE49-F238E27FC236}">
                <a16:creationId xmlns:a16="http://schemas.microsoft.com/office/drawing/2014/main" id="{B66EAEB4-B1B8-4207-98F4-33197E0AC9B4}"/>
              </a:ext>
            </a:extLst>
          </p:cNvPr>
          <p:cNvSpPr>
            <a:spLocks noGrp="1"/>
          </p:cNvSpPr>
          <p:nvPr/>
        </p:nvSpPr>
        <p:spPr>
          <a:xfrm>
            <a:off x="4478338" y="4048125"/>
            <a:ext cx="34925" cy="547688"/>
          </a:xfrm>
          <a:prstGeom prst="rect">
            <a:avLst/>
          </a:prstGeom>
          <a:solidFill>
            <a:srgbClr val="1D4ED8"/>
          </a:solidFill>
          <a:ln w="13097">
            <a:solidFill>
              <a:srgbClr val="172B4D"/>
            </a:solidFill>
          </a:ln>
        </p:spPr>
      </p:sp>
      <p:sp>
        <p:nvSpPr>
          <p:cNvPr id="353" name="object-353">
            <a:extLst>
              <a:ext uri="{FF2B5EF4-FFF2-40B4-BE49-F238E27FC236}">
                <a16:creationId xmlns:a16="http://schemas.microsoft.com/office/drawing/2014/main" id="{5AB879EE-6E25-4A41-87A0-ABECEF03ED4A}"/>
              </a:ext>
            </a:extLst>
          </p:cNvPr>
          <p:cNvSpPr>
            <a:spLocks noGrp="1"/>
          </p:cNvSpPr>
          <p:nvPr/>
        </p:nvSpPr>
        <p:spPr>
          <a:xfrm>
            <a:off x="4513263" y="4048125"/>
            <a:ext cx="34925" cy="547688"/>
          </a:xfrm>
          <a:prstGeom prst="rect">
            <a:avLst/>
          </a:prstGeom>
          <a:solidFill>
            <a:srgbClr val="1D4ED8"/>
          </a:solidFill>
          <a:ln w="13097">
            <a:solidFill>
              <a:srgbClr val="172B4D"/>
            </a:solidFill>
          </a:ln>
        </p:spPr>
      </p:sp>
      <p:sp>
        <p:nvSpPr>
          <p:cNvPr id="354" name="object-354">
            <a:extLst>
              <a:ext uri="{FF2B5EF4-FFF2-40B4-BE49-F238E27FC236}">
                <a16:creationId xmlns:a16="http://schemas.microsoft.com/office/drawing/2014/main" id="{5F99B51B-1B5C-43DC-AB93-777C31A66BD4}"/>
              </a:ext>
            </a:extLst>
          </p:cNvPr>
          <p:cNvSpPr>
            <a:spLocks noGrp="1"/>
          </p:cNvSpPr>
          <p:nvPr/>
        </p:nvSpPr>
        <p:spPr>
          <a:xfrm>
            <a:off x="4548188" y="4048125"/>
            <a:ext cx="34925" cy="547688"/>
          </a:xfrm>
          <a:prstGeom prst="rect">
            <a:avLst/>
          </a:prstGeom>
          <a:solidFill>
            <a:srgbClr val="1D4ED8"/>
          </a:solidFill>
          <a:ln w="13097">
            <a:solidFill>
              <a:srgbClr val="172B4D"/>
            </a:solidFill>
          </a:ln>
        </p:spPr>
      </p:sp>
      <p:sp>
        <p:nvSpPr>
          <p:cNvPr id="355" name="object-355">
            <a:extLst>
              <a:ext uri="{FF2B5EF4-FFF2-40B4-BE49-F238E27FC236}">
                <a16:creationId xmlns:a16="http://schemas.microsoft.com/office/drawing/2014/main" id="{5383E2FE-79F7-4259-AD5F-7D03D76BAC96}"/>
              </a:ext>
            </a:extLst>
          </p:cNvPr>
          <p:cNvSpPr>
            <a:spLocks noGrp="1"/>
          </p:cNvSpPr>
          <p:nvPr/>
        </p:nvSpPr>
        <p:spPr>
          <a:xfrm>
            <a:off x="4583113" y="4048125"/>
            <a:ext cx="34925" cy="547688"/>
          </a:xfrm>
          <a:prstGeom prst="rect">
            <a:avLst/>
          </a:prstGeom>
          <a:solidFill>
            <a:srgbClr val="1D4ED8"/>
          </a:solidFill>
          <a:ln w="13097">
            <a:solidFill>
              <a:srgbClr val="172B4D"/>
            </a:solidFill>
          </a:ln>
        </p:spPr>
      </p:sp>
      <p:sp>
        <p:nvSpPr>
          <p:cNvPr id="356" name="object-356">
            <a:extLst>
              <a:ext uri="{FF2B5EF4-FFF2-40B4-BE49-F238E27FC236}">
                <a16:creationId xmlns:a16="http://schemas.microsoft.com/office/drawing/2014/main" id="{340CC984-A958-48E6-BC2F-5EAF982ADFC5}"/>
              </a:ext>
            </a:extLst>
          </p:cNvPr>
          <p:cNvSpPr>
            <a:spLocks noGrp="1"/>
          </p:cNvSpPr>
          <p:nvPr/>
        </p:nvSpPr>
        <p:spPr>
          <a:xfrm>
            <a:off x="4618038" y="4048125"/>
            <a:ext cx="34925" cy="547688"/>
          </a:xfrm>
          <a:prstGeom prst="rect">
            <a:avLst/>
          </a:prstGeom>
          <a:solidFill>
            <a:srgbClr val="1D4ED8"/>
          </a:solidFill>
          <a:ln w="13097">
            <a:solidFill>
              <a:srgbClr val="172B4D"/>
            </a:solidFill>
          </a:ln>
        </p:spPr>
      </p:sp>
      <p:sp>
        <p:nvSpPr>
          <p:cNvPr id="357" name="object-357">
            <a:extLst>
              <a:ext uri="{FF2B5EF4-FFF2-40B4-BE49-F238E27FC236}">
                <a16:creationId xmlns:a16="http://schemas.microsoft.com/office/drawing/2014/main" id="{E653FC97-F1E8-42F2-9036-16F7FA4A8750}"/>
              </a:ext>
            </a:extLst>
          </p:cNvPr>
          <p:cNvSpPr>
            <a:spLocks noGrp="1"/>
          </p:cNvSpPr>
          <p:nvPr/>
        </p:nvSpPr>
        <p:spPr>
          <a:xfrm>
            <a:off x="4652963" y="4048125"/>
            <a:ext cx="34925" cy="547688"/>
          </a:xfrm>
          <a:prstGeom prst="rect">
            <a:avLst/>
          </a:prstGeom>
          <a:solidFill>
            <a:srgbClr val="1D4ED8"/>
          </a:solidFill>
          <a:ln w="13097">
            <a:solidFill>
              <a:srgbClr val="172B4D"/>
            </a:solidFill>
          </a:ln>
        </p:spPr>
      </p:sp>
      <p:sp>
        <p:nvSpPr>
          <p:cNvPr id="358" name="object-358">
            <a:extLst>
              <a:ext uri="{FF2B5EF4-FFF2-40B4-BE49-F238E27FC236}">
                <a16:creationId xmlns:a16="http://schemas.microsoft.com/office/drawing/2014/main" id="{A9B68AE0-A084-4C7C-AA78-2DD4CD6811D3}"/>
              </a:ext>
            </a:extLst>
          </p:cNvPr>
          <p:cNvSpPr>
            <a:spLocks noGrp="1"/>
          </p:cNvSpPr>
          <p:nvPr/>
        </p:nvSpPr>
        <p:spPr>
          <a:xfrm>
            <a:off x="4687888" y="4048125"/>
            <a:ext cx="34925" cy="547688"/>
          </a:xfrm>
          <a:prstGeom prst="rect">
            <a:avLst/>
          </a:prstGeom>
          <a:solidFill>
            <a:srgbClr val="1D4ED8"/>
          </a:solidFill>
          <a:ln w="13097">
            <a:solidFill>
              <a:srgbClr val="172B4D"/>
            </a:solidFill>
          </a:ln>
        </p:spPr>
      </p:sp>
      <p:sp>
        <p:nvSpPr>
          <p:cNvPr id="359" name="object-359">
            <a:extLst>
              <a:ext uri="{FF2B5EF4-FFF2-40B4-BE49-F238E27FC236}">
                <a16:creationId xmlns:a16="http://schemas.microsoft.com/office/drawing/2014/main" id="{DEE8BD98-5B77-4F0D-B653-2EB67D62F4CD}"/>
              </a:ext>
            </a:extLst>
          </p:cNvPr>
          <p:cNvSpPr>
            <a:spLocks noGrp="1"/>
          </p:cNvSpPr>
          <p:nvPr/>
        </p:nvSpPr>
        <p:spPr>
          <a:xfrm>
            <a:off x="4722812" y="4048125"/>
            <a:ext cx="34925" cy="547688"/>
          </a:xfrm>
          <a:prstGeom prst="rect">
            <a:avLst/>
          </a:prstGeom>
          <a:solidFill>
            <a:srgbClr val="1D4ED8"/>
          </a:solidFill>
          <a:ln w="13097">
            <a:solidFill>
              <a:srgbClr val="172B4D"/>
            </a:solidFill>
          </a:ln>
        </p:spPr>
      </p:sp>
      <p:sp>
        <p:nvSpPr>
          <p:cNvPr id="360" name="object-360">
            <a:extLst>
              <a:ext uri="{FF2B5EF4-FFF2-40B4-BE49-F238E27FC236}">
                <a16:creationId xmlns:a16="http://schemas.microsoft.com/office/drawing/2014/main" id="{3646DEC5-4E65-428F-BE23-429674FCB017}"/>
              </a:ext>
            </a:extLst>
          </p:cNvPr>
          <p:cNvSpPr>
            <a:spLocks noGrp="1"/>
          </p:cNvSpPr>
          <p:nvPr/>
        </p:nvSpPr>
        <p:spPr>
          <a:xfrm>
            <a:off x="4757738" y="4048125"/>
            <a:ext cx="34925" cy="547688"/>
          </a:xfrm>
          <a:prstGeom prst="rect">
            <a:avLst/>
          </a:prstGeom>
          <a:solidFill>
            <a:srgbClr val="1D4ED8"/>
          </a:solidFill>
          <a:ln w="13097">
            <a:solidFill>
              <a:srgbClr val="172B4D"/>
            </a:solidFill>
          </a:ln>
        </p:spPr>
      </p:sp>
      <p:sp>
        <p:nvSpPr>
          <p:cNvPr id="361" name="object-361">
            <a:extLst>
              <a:ext uri="{FF2B5EF4-FFF2-40B4-BE49-F238E27FC236}">
                <a16:creationId xmlns:a16="http://schemas.microsoft.com/office/drawing/2014/main" id="{802B3623-164F-4987-B997-8F6C6B460778}"/>
              </a:ext>
            </a:extLst>
          </p:cNvPr>
          <p:cNvSpPr>
            <a:spLocks noGrp="1"/>
          </p:cNvSpPr>
          <p:nvPr/>
        </p:nvSpPr>
        <p:spPr>
          <a:xfrm>
            <a:off x="4792663" y="4048125"/>
            <a:ext cx="34925" cy="547688"/>
          </a:xfrm>
          <a:prstGeom prst="rect">
            <a:avLst/>
          </a:prstGeom>
          <a:solidFill>
            <a:srgbClr val="1D4ED8"/>
          </a:solidFill>
          <a:ln w="13097">
            <a:solidFill>
              <a:srgbClr val="172B4D"/>
            </a:solidFill>
          </a:ln>
        </p:spPr>
      </p:sp>
      <p:sp>
        <p:nvSpPr>
          <p:cNvPr id="362" name="object-362">
            <a:extLst>
              <a:ext uri="{FF2B5EF4-FFF2-40B4-BE49-F238E27FC236}">
                <a16:creationId xmlns:a16="http://schemas.microsoft.com/office/drawing/2014/main" id="{A8D60646-FF2A-4721-BE93-7A61F8FF4662}"/>
              </a:ext>
            </a:extLst>
          </p:cNvPr>
          <p:cNvSpPr>
            <a:spLocks noGrp="1"/>
          </p:cNvSpPr>
          <p:nvPr/>
        </p:nvSpPr>
        <p:spPr>
          <a:xfrm>
            <a:off x="4827588" y="4048125"/>
            <a:ext cx="34925" cy="547688"/>
          </a:xfrm>
          <a:prstGeom prst="rect">
            <a:avLst/>
          </a:prstGeom>
          <a:solidFill>
            <a:srgbClr val="1D4ED8"/>
          </a:solidFill>
          <a:ln w="13097">
            <a:solidFill>
              <a:srgbClr val="172B4D"/>
            </a:solidFill>
          </a:ln>
        </p:spPr>
      </p:sp>
      <p:sp>
        <p:nvSpPr>
          <p:cNvPr id="363" name="object-363">
            <a:extLst>
              <a:ext uri="{FF2B5EF4-FFF2-40B4-BE49-F238E27FC236}">
                <a16:creationId xmlns:a16="http://schemas.microsoft.com/office/drawing/2014/main" id="{210E9855-67C7-4C4D-BA50-DE4EE86A8EBA}"/>
              </a:ext>
            </a:extLst>
          </p:cNvPr>
          <p:cNvSpPr>
            <a:spLocks noGrp="1"/>
          </p:cNvSpPr>
          <p:nvPr/>
        </p:nvSpPr>
        <p:spPr>
          <a:xfrm>
            <a:off x="4862513" y="4048125"/>
            <a:ext cx="34925" cy="547688"/>
          </a:xfrm>
          <a:prstGeom prst="rect">
            <a:avLst/>
          </a:prstGeom>
          <a:solidFill>
            <a:srgbClr val="1D4ED8"/>
          </a:solidFill>
          <a:ln w="13097">
            <a:solidFill>
              <a:srgbClr val="172B4D"/>
            </a:solidFill>
          </a:ln>
        </p:spPr>
      </p:sp>
      <p:sp>
        <p:nvSpPr>
          <p:cNvPr id="364" name="object-364">
            <a:extLst>
              <a:ext uri="{FF2B5EF4-FFF2-40B4-BE49-F238E27FC236}">
                <a16:creationId xmlns:a16="http://schemas.microsoft.com/office/drawing/2014/main" id="{5BEA5F5F-2E73-4984-92C9-4A40C74189B0}"/>
              </a:ext>
            </a:extLst>
          </p:cNvPr>
          <p:cNvSpPr>
            <a:spLocks noGrp="1"/>
          </p:cNvSpPr>
          <p:nvPr/>
        </p:nvSpPr>
        <p:spPr>
          <a:xfrm>
            <a:off x="4897438" y="4048125"/>
            <a:ext cx="34925" cy="547688"/>
          </a:xfrm>
          <a:prstGeom prst="rect">
            <a:avLst/>
          </a:prstGeom>
          <a:solidFill>
            <a:srgbClr val="1D4ED8"/>
          </a:solidFill>
          <a:ln w="13097">
            <a:solidFill>
              <a:srgbClr val="172B4D"/>
            </a:solidFill>
          </a:ln>
        </p:spPr>
      </p:sp>
      <p:sp>
        <p:nvSpPr>
          <p:cNvPr id="365" name="object-365">
            <a:extLst>
              <a:ext uri="{FF2B5EF4-FFF2-40B4-BE49-F238E27FC236}">
                <a16:creationId xmlns:a16="http://schemas.microsoft.com/office/drawing/2014/main" id="{7958F7EF-CD46-47C7-93F8-3F1954688546}"/>
              </a:ext>
            </a:extLst>
          </p:cNvPr>
          <p:cNvSpPr>
            <a:spLocks noGrp="1"/>
          </p:cNvSpPr>
          <p:nvPr/>
        </p:nvSpPr>
        <p:spPr>
          <a:xfrm>
            <a:off x="4932362" y="4048125"/>
            <a:ext cx="34925" cy="547688"/>
          </a:xfrm>
          <a:prstGeom prst="rect">
            <a:avLst/>
          </a:prstGeom>
          <a:solidFill>
            <a:srgbClr val="1D4ED8"/>
          </a:solidFill>
          <a:ln w="13097">
            <a:solidFill>
              <a:srgbClr val="172B4D"/>
            </a:solidFill>
          </a:ln>
        </p:spPr>
      </p:sp>
      <p:sp>
        <p:nvSpPr>
          <p:cNvPr id="366" name="object-366">
            <a:extLst>
              <a:ext uri="{FF2B5EF4-FFF2-40B4-BE49-F238E27FC236}">
                <a16:creationId xmlns:a16="http://schemas.microsoft.com/office/drawing/2014/main" id="{581F302E-8553-426E-9039-3C358409802F}"/>
              </a:ext>
            </a:extLst>
          </p:cNvPr>
          <p:cNvSpPr>
            <a:spLocks noGrp="1"/>
          </p:cNvSpPr>
          <p:nvPr/>
        </p:nvSpPr>
        <p:spPr>
          <a:xfrm>
            <a:off x="4967288" y="4048125"/>
            <a:ext cx="34925" cy="547688"/>
          </a:xfrm>
          <a:prstGeom prst="rect">
            <a:avLst/>
          </a:prstGeom>
          <a:solidFill>
            <a:srgbClr val="1D4ED8"/>
          </a:solidFill>
          <a:ln w="13097">
            <a:solidFill>
              <a:srgbClr val="172B4D"/>
            </a:solidFill>
          </a:ln>
        </p:spPr>
      </p:sp>
      <p:sp>
        <p:nvSpPr>
          <p:cNvPr id="367" name="object-367">
            <a:extLst>
              <a:ext uri="{FF2B5EF4-FFF2-40B4-BE49-F238E27FC236}">
                <a16:creationId xmlns:a16="http://schemas.microsoft.com/office/drawing/2014/main" id="{F876178A-4C2D-43AA-8C00-1373039299F5}"/>
              </a:ext>
            </a:extLst>
          </p:cNvPr>
          <p:cNvSpPr>
            <a:spLocks noGrp="1"/>
          </p:cNvSpPr>
          <p:nvPr/>
        </p:nvSpPr>
        <p:spPr>
          <a:xfrm>
            <a:off x="5002213" y="4048125"/>
            <a:ext cx="34925" cy="547688"/>
          </a:xfrm>
          <a:prstGeom prst="rect">
            <a:avLst/>
          </a:prstGeom>
          <a:solidFill>
            <a:srgbClr val="1D4ED8"/>
          </a:solidFill>
          <a:ln w="13097">
            <a:solidFill>
              <a:srgbClr val="172B4D"/>
            </a:solidFill>
          </a:ln>
        </p:spPr>
      </p:sp>
      <p:sp>
        <p:nvSpPr>
          <p:cNvPr id="368" name="object-368">
            <a:extLst>
              <a:ext uri="{FF2B5EF4-FFF2-40B4-BE49-F238E27FC236}">
                <a16:creationId xmlns:a16="http://schemas.microsoft.com/office/drawing/2014/main" id="{13FD87EA-F15A-4AE8-912C-65C904334054}"/>
              </a:ext>
            </a:extLst>
          </p:cNvPr>
          <p:cNvSpPr>
            <a:spLocks noGrp="1"/>
          </p:cNvSpPr>
          <p:nvPr/>
        </p:nvSpPr>
        <p:spPr>
          <a:xfrm>
            <a:off x="5037138" y="4048125"/>
            <a:ext cx="34925" cy="547688"/>
          </a:xfrm>
          <a:prstGeom prst="rect">
            <a:avLst/>
          </a:prstGeom>
          <a:solidFill>
            <a:srgbClr val="1D4ED8"/>
          </a:solidFill>
          <a:ln w="13097">
            <a:solidFill>
              <a:srgbClr val="172B4D"/>
            </a:solidFill>
          </a:ln>
        </p:spPr>
      </p:sp>
      <p:sp>
        <p:nvSpPr>
          <p:cNvPr id="369" name="object-369">
            <a:extLst>
              <a:ext uri="{FF2B5EF4-FFF2-40B4-BE49-F238E27FC236}">
                <a16:creationId xmlns:a16="http://schemas.microsoft.com/office/drawing/2014/main" id="{089918EC-E9E8-4B96-96EC-4F8EDC41D208}"/>
              </a:ext>
            </a:extLst>
          </p:cNvPr>
          <p:cNvSpPr>
            <a:spLocks noGrp="1"/>
          </p:cNvSpPr>
          <p:nvPr/>
        </p:nvSpPr>
        <p:spPr>
          <a:xfrm>
            <a:off x="5072063" y="4048125"/>
            <a:ext cx="34925" cy="547688"/>
          </a:xfrm>
          <a:prstGeom prst="rect">
            <a:avLst/>
          </a:prstGeom>
          <a:solidFill>
            <a:srgbClr val="1D4ED8"/>
          </a:solidFill>
          <a:ln w="13097">
            <a:solidFill>
              <a:srgbClr val="172B4D"/>
            </a:solidFill>
          </a:ln>
        </p:spPr>
      </p:sp>
      <p:sp>
        <p:nvSpPr>
          <p:cNvPr id="370" name="object-370">
            <a:extLst>
              <a:ext uri="{FF2B5EF4-FFF2-40B4-BE49-F238E27FC236}">
                <a16:creationId xmlns:a16="http://schemas.microsoft.com/office/drawing/2014/main" id="{081B0C6F-B05C-4E2F-9902-594643BB1332}"/>
              </a:ext>
            </a:extLst>
          </p:cNvPr>
          <p:cNvSpPr>
            <a:spLocks noGrp="1"/>
          </p:cNvSpPr>
          <p:nvPr/>
        </p:nvSpPr>
        <p:spPr>
          <a:xfrm>
            <a:off x="5106988" y="4048125"/>
            <a:ext cx="34925" cy="547688"/>
          </a:xfrm>
          <a:prstGeom prst="rect">
            <a:avLst/>
          </a:prstGeom>
          <a:solidFill>
            <a:srgbClr val="1D4ED8"/>
          </a:solidFill>
          <a:ln w="13097">
            <a:solidFill>
              <a:srgbClr val="172B4D"/>
            </a:solidFill>
          </a:ln>
        </p:spPr>
      </p:sp>
      <p:sp>
        <p:nvSpPr>
          <p:cNvPr id="371" name="object-371">
            <a:extLst>
              <a:ext uri="{FF2B5EF4-FFF2-40B4-BE49-F238E27FC236}">
                <a16:creationId xmlns:a16="http://schemas.microsoft.com/office/drawing/2014/main" id="{BA72891A-E274-4DB4-B823-8579516B2075}"/>
              </a:ext>
            </a:extLst>
          </p:cNvPr>
          <p:cNvSpPr>
            <a:spLocks noGrp="1"/>
          </p:cNvSpPr>
          <p:nvPr/>
        </p:nvSpPr>
        <p:spPr>
          <a:xfrm>
            <a:off x="5141913" y="4048125"/>
            <a:ext cx="34925" cy="547688"/>
          </a:xfrm>
          <a:prstGeom prst="rect">
            <a:avLst/>
          </a:prstGeom>
          <a:solidFill>
            <a:srgbClr val="1D4ED8"/>
          </a:solidFill>
          <a:ln w="13097">
            <a:solidFill>
              <a:srgbClr val="172B4D"/>
            </a:solidFill>
          </a:ln>
        </p:spPr>
      </p:sp>
      <p:sp>
        <p:nvSpPr>
          <p:cNvPr id="372" name="object-372">
            <a:extLst>
              <a:ext uri="{FF2B5EF4-FFF2-40B4-BE49-F238E27FC236}">
                <a16:creationId xmlns:a16="http://schemas.microsoft.com/office/drawing/2014/main" id="{4B24E685-8278-4819-B903-2259006A775C}"/>
              </a:ext>
            </a:extLst>
          </p:cNvPr>
          <p:cNvSpPr>
            <a:spLocks noGrp="1"/>
          </p:cNvSpPr>
          <p:nvPr/>
        </p:nvSpPr>
        <p:spPr>
          <a:xfrm>
            <a:off x="5176838" y="4048125"/>
            <a:ext cx="34925" cy="547688"/>
          </a:xfrm>
          <a:prstGeom prst="rect">
            <a:avLst/>
          </a:prstGeom>
          <a:solidFill>
            <a:srgbClr val="1D4ED8"/>
          </a:solidFill>
          <a:ln w="13097">
            <a:solidFill>
              <a:srgbClr val="172B4D"/>
            </a:solidFill>
          </a:ln>
        </p:spPr>
      </p:sp>
      <p:sp>
        <p:nvSpPr>
          <p:cNvPr id="373" name="object-373">
            <a:extLst>
              <a:ext uri="{FF2B5EF4-FFF2-40B4-BE49-F238E27FC236}">
                <a16:creationId xmlns:a16="http://schemas.microsoft.com/office/drawing/2014/main" id="{23EE013A-22AD-4A7E-B427-2436662BFD60}"/>
              </a:ext>
            </a:extLst>
          </p:cNvPr>
          <p:cNvSpPr>
            <a:spLocks noGrp="1"/>
          </p:cNvSpPr>
          <p:nvPr/>
        </p:nvSpPr>
        <p:spPr>
          <a:xfrm>
            <a:off x="5211763" y="4048125"/>
            <a:ext cx="34925" cy="547688"/>
          </a:xfrm>
          <a:prstGeom prst="rect">
            <a:avLst/>
          </a:prstGeom>
          <a:solidFill>
            <a:srgbClr val="1D4ED8"/>
          </a:solidFill>
          <a:ln w="13097">
            <a:solidFill>
              <a:srgbClr val="172B4D"/>
            </a:solidFill>
          </a:ln>
        </p:spPr>
      </p:sp>
      <p:sp>
        <p:nvSpPr>
          <p:cNvPr id="374" name="object-374">
            <a:extLst>
              <a:ext uri="{FF2B5EF4-FFF2-40B4-BE49-F238E27FC236}">
                <a16:creationId xmlns:a16="http://schemas.microsoft.com/office/drawing/2014/main" id="{148696CA-F7F5-48BB-99F4-AB047F7C6373}"/>
              </a:ext>
            </a:extLst>
          </p:cNvPr>
          <p:cNvSpPr>
            <a:spLocks noGrp="1"/>
          </p:cNvSpPr>
          <p:nvPr/>
        </p:nvSpPr>
        <p:spPr>
          <a:xfrm>
            <a:off x="5246687" y="4048125"/>
            <a:ext cx="34925" cy="547688"/>
          </a:xfrm>
          <a:prstGeom prst="rect">
            <a:avLst/>
          </a:prstGeom>
          <a:solidFill>
            <a:srgbClr val="1D4ED8"/>
          </a:solidFill>
          <a:ln w="13097">
            <a:solidFill>
              <a:srgbClr val="172B4D"/>
            </a:solidFill>
          </a:ln>
        </p:spPr>
      </p:sp>
      <p:sp>
        <p:nvSpPr>
          <p:cNvPr id="375" name="object-375">
            <a:extLst>
              <a:ext uri="{FF2B5EF4-FFF2-40B4-BE49-F238E27FC236}">
                <a16:creationId xmlns:a16="http://schemas.microsoft.com/office/drawing/2014/main" id="{A52B5331-3C94-472E-9EAE-19AF435C1DBC}"/>
              </a:ext>
            </a:extLst>
          </p:cNvPr>
          <p:cNvSpPr>
            <a:spLocks noGrp="1"/>
          </p:cNvSpPr>
          <p:nvPr/>
        </p:nvSpPr>
        <p:spPr>
          <a:xfrm>
            <a:off x="5281613" y="4048125"/>
            <a:ext cx="34925" cy="547688"/>
          </a:xfrm>
          <a:prstGeom prst="rect">
            <a:avLst/>
          </a:prstGeom>
          <a:solidFill>
            <a:srgbClr val="1D4ED8"/>
          </a:solidFill>
          <a:ln w="13097">
            <a:solidFill>
              <a:srgbClr val="172B4D"/>
            </a:solidFill>
          </a:ln>
        </p:spPr>
      </p:sp>
      <p:sp>
        <p:nvSpPr>
          <p:cNvPr id="376" name="object-376">
            <a:extLst>
              <a:ext uri="{FF2B5EF4-FFF2-40B4-BE49-F238E27FC236}">
                <a16:creationId xmlns:a16="http://schemas.microsoft.com/office/drawing/2014/main" id="{BFD1324F-1A23-4503-9696-2C0BB6303796}"/>
              </a:ext>
            </a:extLst>
          </p:cNvPr>
          <p:cNvSpPr>
            <a:spLocks noGrp="1"/>
          </p:cNvSpPr>
          <p:nvPr/>
        </p:nvSpPr>
        <p:spPr>
          <a:xfrm>
            <a:off x="5316538" y="4048125"/>
            <a:ext cx="34925" cy="547688"/>
          </a:xfrm>
          <a:prstGeom prst="rect">
            <a:avLst/>
          </a:prstGeom>
          <a:solidFill>
            <a:srgbClr val="1D4ED8"/>
          </a:solidFill>
          <a:ln w="13097">
            <a:solidFill>
              <a:srgbClr val="172B4D"/>
            </a:solidFill>
          </a:ln>
        </p:spPr>
      </p:sp>
      <p:sp>
        <p:nvSpPr>
          <p:cNvPr id="377" name="object-377">
            <a:extLst>
              <a:ext uri="{FF2B5EF4-FFF2-40B4-BE49-F238E27FC236}">
                <a16:creationId xmlns:a16="http://schemas.microsoft.com/office/drawing/2014/main" id="{CFABF4E6-D21B-4AE5-AC02-DC9298320030}"/>
              </a:ext>
            </a:extLst>
          </p:cNvPr>
          <p:cNvSpPr>
            <a:spLocks noGrp="1"/>
          </p:cNvSpPr>
          <p:nvPr/>
        </p:nvSpPr>
        <p:spPr>
          <a:xfrm>
            <a:off x="5351463" y="4048125"/>
            <a:ext cx="34925" cy="547688"/>
          </a:xfrm>
          <a:prstGeom prst="rect">
            <a:avLst/>
          </a:prstGeom>
          <a:solidFill>
            <a:srgbClr val="1D4ED8"/>
          </a:solidFill>
          <a:ln w="13097">
            <a:solidFill>
              <a:srgbClr val="172B4D"/>
            </a:solidFill>
          </a:ln>
        </p:spPr>
      </p:sp>
      <p:sp>
        <p:nvSpPr>
          <p:cNvPr id="378" name="object-378">
            <a:extLst>
              <a:ext uri="{FF2B5EF4-FFF2-40B4-BE49-F238E27FC236}">
                <a16:creationId xmlns:a16="http://schemas.microsoft.com/office/drawing/2014/main" id="{9B774DE7-6197-4975-8307-2AE78CD27D9B}"/>
              </a:ext>
            </a:extLst>
          </p:cNvPr>
          <p:cNvSpPr>
            <a:spLocks noGrp="1"/>
          </p:cNvSpPr>
          <p:nvPr/>
        </p:nvSpPr>
        <p:spPr>
          <a:xfrm>
            <a:off x="5386388" y="4048125"/>
            <a:ext cx="34925" cy="547688"/>
          </a:xfrm>
          <a:prstGeom prst="rect">
            <a:avLst/>
          </a:prstGeom>
          <a:solidFill>
            <a:srgbClr val="1D4ED8"/>
          </a:solidFill>
          <a:ln w="13097">
            <a:solidFill>
              <a:srgbClr val="172B4D"/>
            </a:solidFill>
          </a:ln>
        </p:spPr>
      </p:sp>
      <p:sp>
        <p:nvSpPr>
          <p:cNvPr id="379" name="object-379">
            <a:extLst>
              <a:ext uri="{FF2B5EF4-FFF2-40B4-BE49-F238E27FC236}">
                <a16:creationId xmlns:a16="http://schemas.microsoft.com/office/drawing/2014/main" id="{2B01BB74-1A99-480D-83E1-5D5544312F24}"/>
              </a:ext>
            </a:extLst>
          </p:cNvPr>
          <p:cNvSpPr>
            <a:spLocks noGrp="1"/>
          </p:cNvSpPr>
          <p:nvPr/>
        </p:nvSpPr>
        <p:spPr>
          <a:xfrm>
            <a:off x="5421313" y="4048125"/>
            <a:ext cx="34925" cy="547688"/>
          </a:xfrm>
          <a:prstGeom prst="rect">
            <a:avLst/>
          </a:prstGeom>
          <a:solidFill>
            <a:srgbClr val="1D4ED8"/>
          </a:solidFill>
          <a:ln w="13097">
            <a:solidFill>
              <a:srgbClr val="172B4D"/>
            </a:solidFill>
          </a:ln>
        </p:spPr>
      </p:sp>
      <p:sp>
        <p:nvSpPr>
          <p:cNvPr id="380" name="object-380">
            <a:extLst>
              <a:ext uri="{FF2B5EF4-FFF2-40B4-BE49-F238E27FC236}">
                <a16:creationId xmlns:a16="http://schemas.microsoft.com/office/drawing/2014/main" id="{E6F67C88-C872-409B-949D-6F7127F361EB}"/>
              </a:ext>
            </a:extLst>
          </p:cNvPr>
          <p:cNvSpPr>
            <a:spLocks noGrp="1"/>
          </p:cNvSpPr>
          <p:nvPr/>
        </p:nvSpPr>
        <p:spPr>
          <a:xfrm>
            <a:off x="5456237" y="4048125"/>
            <a:ext cx="34925" cy="547688"/>
          </a:xfrm>
          <a:prstGeom prst="rect">
            <a:avLst/>
          </a:prstGeom>
          <a:solidFill>
            <a:srgbClr val="1D4ED8"/>
          </a:solidFill>
          <a:ln w="13097">
            <a:solidFill>
              <a:srgbClr val="172B4D"/>
            </a:solidFill>
          </a:ln>
        </p:spPr>
      </p:sp>
      <p:sp>
        <p:nvSpPr>
          <p:cNvPr id="381" name="object-381">
            <a:extLst>
              <a:ext uri="{FF2B5EF4-FFF2-40B4-BE49-F238E27FC236}">
                <a16:creationId xmlns:a16="http://schemas.microsoft.com/office/drawing/2014/main" id="{F9F8D9F0-FCDF-4F8A-BE8E-8C2114444CDD}"/>
              </a:ext>
            </a:extLst>
          </p:cNvPr>
          <p:cNvSpPr>
            <a:spLocks noGrp="1"/>
          </p:cNvSpPr>
          <p:nvPr/>
        </p:nvSpPr>
        <p:spPr>
          <a:xfrm>
            <a:off x="5491163" y="4048125"/>
            <a:ext cx="34925" cy="547688"/>
          </a:xfrm>
          <a:prstGeom prst="rect">
            <a:avLst/>
          </a:prstGeom>
          <a:solidFill>
            <a:srgbClr val="1D4ED8"/>
          </a:solidFill>
          <a:ln w="13097">
            <a:solidFill>
              <a:srgbClr val="172B4D"/>
            </a:solidFill>
          </a:ln>
        </p:spPr>
      </p:sp>
      <p:sp>
        <p:nvSpPr>
          <p:cNvPr id="382" name="object-382">
            <a:extLst>
              <a:ext uri="{FF2B5EF4-FFF2-40B4-BE49-F238E27FC236}">
                <a16:creationId xmlns:a16="http://schemas.microsoft.com/office/drawing/2014/main" id="{6776E2A6-96E5-46F0-B49B-F1B4ACC6606B}"/>
              </a:ext>
            </a:extLst>
          </p:cNvPr>
          <p:cNvSpPr>
            <a:spLocks noGrp="1"/>
          </p:cNvSpPr>
          <p:nvPr/>
        </p:nvSpPr>
        <p:spPr>
          <a:xfrm>
            <a:off x="5526088" y="4048125"/>
            <a:ext cx="34925" cy="547688"/>
          </a:xfrm>
          <a:prstGeom prst="rect">
            <a:avLst/>
          </a:prstGeom>
          <a:solidFill>
            <a:srgbClr val="1D4ED8"/>
          </a:solidFill>
          <a:ln w="13097">
            <a:solidFill>
              <a:srgbClr val="172B4D"/>
            </a:solidFill>
          </a:ln>
        </p:spPr>
      </p:sp>
      <p:sp>
        <p:nvSpPr>
          <p:cNvPr id="383" name="object-383">
            <a:extLst>
              <a:ext uri="{FF2B5EF4-FFF2-40B4-BE49-F238E27FC236}">
                <a16:creationId xmlns:a16="http://schemas.microsoft.com/office/drawing/2014/main" id="{DA2A6902-FE4E-4327-9804-73BBCC2C858D}"/>
              </a:ext>
            </a:extLst>
          </p:cNvPr>
          <p:cNvSpPr>
            <a:spLocks noGrp="1"/>
          </p:cNvSpPr>
          <p:nvPr/>
        </p:nvSpPr>
        <p:spPr>
          <a:xfrm>
            <a:off x="5561013" y="4048125"/>
            <a:ext cx="34925" cy="547688"/>
          </a:xfrm>
          <a:prstGeom prst="rect">
            <a:avLst/>
          </a:prstGeom>
          <a:solidFill>
            <a:srgbClr val="1D4ED8"/>
          </a:solidFill>
          <a:ln w="13097">
            <a:solidFill>
              <a:srgbClr val="172B4D"/>
            </a:solidFill>
          </a:ln>
        </p:spPr>
      </p:sp>
      <p:sp>
        <p:nvSpPr>
          <p:cNvPr id="384" name="object-384">
            <a:extLst>
              <a:ext uri="{FF2B5EF4-FFF2-40B4-BE49-F238E27FC236}">
                <a16:creationId xmlns:a16="http://schemas.microsoft.com/office/drawing/2014/main" id="{7B6DFB1A-A224-436F-89EB-31432DFE747C}"/>
              </a:ext>
            </a:extLst>
          </p:cNvPr>
          <p:cNvSpPr>
            <a:spLocks noGrp="1"/>
          </p:cNvSpPr>
          <p:nvPr/>
        </p:nvSpPr>
        <p:spPr>
          <a:xfrm>
            <a:off x="5595938" y="4048125"/>
            <a:ext cx="34925" cy="547688"/>
          </a:xfrm>
          <a:prstGeom prst="rect">
            <a:avLst/>
          </a:prstGeom>
          <a:solidFill>
            <a:srgbClr val="1D4ED8"/>
          </a:solidFill>
          <a:ln w="13097">
            <a:solidFill>
              <a:srgbClr val="172B4D"/>
            </a:solidFill>
          </a:ln>
        </p:spPr>
      </p:sp>
      <p:sp>
        <p:nvSpPr>
          <p:cNvPr id="385" name="object-385">
            <a:extLst>
              <a:ext uri="{FF2B5EF4-FFF2-40B4-BE49-F238E27FC236}">
                <a16:creationId xmlns:a16="http://schemas.microsoft.com/office/drawing/2014/main" id="{532F23F7-72FF-4AE4-90E7-76570E3AE70C}"/>
              </a:ext>
            </a:extLst>
          </p:cNvPr>
          <p:cNvSpPr>
            <a:spLocks noGrp="1"/>
          </p:cNvSpPr>
          <p:nvPr/>
        </p:nvSpPr>
        <p:spPr>
          <a:xfrm>
            <a:off x="5630863" y="4048125"/>
            <a:ext cx="34925" cy="547688"/>
          </a:xfrm>
          <a:prstGeom prst="rect">
            <a:avLst/>
          </a:prstGeom>
          <a:solidFill>
            <a:srgbClr val="1D4ED8"/>
          </a:solidFill>
          <a:ln w="13097">
            <a:solidFill>
              <a:srgbClr val="172B4D"/>
            </a:solidFill>
          </a:ln>
        </p:spPr>
      </p:sp>
      <p:sp>
        <p:nvSpPr>
          <p:cNvPr id="386" name="object-386">
            <a:extLst>
              <a:ext uri="{FF2B5EF4-FFF2-40B4-BE49-F238E27FC236}">
                <a16:creationId xmlns:a16="http://schemas.microsoft.com/office/drawing/2014/main" id="{7A5B9053-EC5A-47BE-A82C-A08E345F96E4}"/>
              </a:ext>
            </a:extLst>
          </p:cNvPr>
          <p:cNvSpPr>
            <a:spLocks noGrp="1"/>
          </p:cNvSpPr>
          <p:nvPr/>
        </p:nvSpPr>
        <p:spPr>
          <a:xfrm>
            <a:off x="5665788" y="4048125"/>
            <a:ext cx="34925" cy="547688"/>
          </a:xfrm>
          <a:prstGeom prst="rect">
            <a:avLst/>
          </a:prstGeom>
          <a:solidFill>
            <a:srgbClr val="1D4ED8"/>
          </a:solidFill>
          <a:ln w="13097">
            <a:solidFill>
              <a:srgbClr val="172B4D"/>
            </a:solidFill>
          </a:ln>
        </p:spPr>
      </p:sp>
      <p:sp>
        <p:nvSpPr>
          <p:cNvPr id="387" name="object-387">
            <a:extLst>
              <a:ext uri="{FF2B5EF4-FFF2-40B4-BE49-F238E27FC236}">
                <a16:creationId xmlns:a16="http://schemas.microsoft.com/office/drawing/2014/main" id="{0C117BD6-D2CD-4BE4-A36E-9A0798742003}"/>
              </a:ext>
            </a:extLst>
          </p:cNvPr>
          <p:cNvSpPr>
            <a:spLocks noGrp="1"/>
          </p:cNvSpPr>
          <p:nvPr/>
        </p:nvSpPr>
        <p:spPr>
          <a:xfrm>
            <a:off x="5700713" y="4048125"/>
            <a:ext cx="34925" cy="547688"/>
          </a:xfrm>
          <a:prstGeom prst="rect">
            <a:avLst/>
          </a:prstGeom>
          <a:solidFill>
            <a:srgbClr val="1D4ED8"/>
          </a:solidFill>
          <a:ln w="13097">
            <a:solidFill>
              <a:srgbClr val="172B4D"/>
            </a:solidFill>
          </a:ln>
        </p:spPr>
      </p:sp>
      <p:sp>
        <p:nvSpPr>
          <p:cNvPr id="388" name="object-388">
            <a:extLst>
              <a:ext uri="{FF2B5EF4-FFF2-40B4-BE49-F238E27FC236}">
                <a16:creationId xmlns:a16="http://schemas.microsoft.com/office/drawing/2014/main" id="{7255A796-6FB5-4F38-8FCA-19EB4DF3EBCD}"/>
              </a:ext>
            </a:extLst>
          </p:cNvPr>
          <p:cNvSpPr>
            <a:spLocks noGrp="1"/>
          </p:cNvSpPr>
          <p:nvPr/>
        </p:nvSpPr>
        <p:spPr>
          <a:xfrm>
            <a:off x="5735638" y="4048125"/>
            <a:ext cx="34925" cy="547688"/>
          </a:xfrm>
          <a:prstGeom prst="rect">
            <a:avLst/>
          </a:prstGeom>
          <a:solidFill>
            <a:srgbClr val="1D4ED8"/>
          </a:solidFill>
          <a:ln w="13097">
            <a:solidFill>
              <a:srgbClr val="172B4D"/>
            </a:solidFill>
          </a:ln>
        </p:spPr>
      </p:sp>
      <p:sp>
        <p:nvSpPr>
          <p:cNvPr id="389" name="object-389">
            <a:extLst>
              <a:ext uri="{FF2B5EF4-FFF2-40B4-BE49-F238E27FC236}">
                <a16:creationId xmlns:a16="http://schemas.microsoft.com/office/drawing/2014/main" id="{90176316-E0F5-414E-8DAA-B3B616776D8A}"/>
              </a:ext>
            </a:extLst>
          </p:cNvPr>
          <p:cNvSpPr>
            <a:spLocks noGrp="1"/>
          </p:cNvSpPr>
          <p:nvPr/>
        </p:nvSpPr>
        <p:spPr>
          <a:xfrm>
            <a:off x="5770562" y="4048125"/>
            <a:ext cx="34925" cy="547688"/>
          </a:xfrm>
          <a:prstGeom prst="rect">
            <a:avLst/>
          </a:prstGeom>
          <a:solidFill>
            <a:srgbClr val="1D4ED8"/>
          </a:solidFill>
          <a:ln w="13097">
            <a:solidFill>
              <a:srgbClr val="172B4D"/>
            </a:solidFill>
          </a:ln>
        </p:spPr>
      </p:sp>
      <p:sp>
        <p:nvSpPr>
          <p:cNvPr id="390" name="object-390">
            <a:extLst>
              <a:ext uri="{FF2B5EF4-FFF2-40B4-BE49-F238E27FC236}">
                <a16:creationId xmlns:a16="http://schemas.microsoft.com/office/drawing/2014/main" id="{5974D540-AAF0-4876-A0A8-1095E2EAA4E9}"/>
              </a:ext>
            </a:extLst>
          </p:cNvPr>
          <p:cNvSpPr>
            <a:spLocks noGrp="1"/>
          </p:cNvSpPr>
          <p:nvPr/>
        </p:nvSpPr>
        <p:spPr>
          <a:xfrm>
            <a:off x="5805488" y="4048125"/>
            <a:ext cx="34925" cy="547688"/>
          </a:xfrm>
          <a:prstGeom prst="rect">
            <a:avLst/>
          </a:prstGeom>
          <a:solidFill>
            <a:srgbClr val="1D4ED8"/>
          </a:solidFill>
          <a:ln w="13097">
            <a:solidFill>
              <a:srgbClr val="172B4D"/>
            </a:solidFill>
          </a:ln>
        </p:spPr>
      </p:sp>
      <p:sp>
        <p:nvSpPr>
          <p:cNvPr id="391" name="object-391">
            <a:extLst>
              <a:ext uri="{FF2B5EF4-FFF2-40B4-BE49-F238E27FC236}">
                <a16:creationId xmlns:a16="http://schemas.microsoft.com/office/drawing/2014/main" id="{CC3A25CB-18D0-4DC2-AC63-E2F25CBDBC7A}"/>
              </a:ext>
            </a:extLst>
          </p:cNvPr>
          <p:cNvSpPr>
            <a:spLocks noGrp="1"/>
          </p:cNvSpPr>
          <p:nvPr/>
        </p:nvSpPr>
        <p:spPr>
          <a:xfrm>
            <a:off x="5840413" y="4048125"/>
            <a:ext cx="34925" cy="547688"/>
          </a:xfrm>
          <a:prstGeom prst="rect">
            <a:avLst/>
          </a:prstGeom>
          <a:solidFill>
            <a:srgbClr val="1D4ED8"/>
          </a:solidFill>
          <a:ln w="13097">
            <a:solidFill>
              <a:srgbClr val="172B4D"/>
            </a:solidFill>
          </a:ln>
        </p:spPr>
      </p:sp>
      <p:sp>
        <p:nvSpPr>
          <p:cNvPr id="392" name="object-392">
            <a:extLst>
              <a:ext uri="{FF2B5EF4-FFF2-40B4-BE49-F238E27FC236}">
                <a16:creationId xmlns:a16="http://schemas.microsoft.com/office/drawing/2014/main" id="{A34089AA-D527-46CE-A273-AA7C7EC6A3E8}"/>
              </a:ext>
            </a:extLst>
          </p:cNvPr>
          <p:cNvSpPr>
            <a:spLocks noGrp="1"/>
          </p:cNvSpPr>
          <p:nvPr/>
        </p:nvSpPr>
        <p:spPr>
          <a:xfrm>
            <a:off x="5875338" y="4048125"/>
            <a:ext cx="34925" cy="547688"/>
          </a:xfrm>
          <a:prstGeom prst="rect">
            <a:avLst/>
          </a:prstGeom>
          <a:solidFill>
            <a:srgbClr val="1D4ED8"/>
          </a:solidFill>
          <a:ln w="13097">
            <a:solidFill>
              <a:srgbClr val="172B4D"/>
            </a:solidFill>
          </a:ln>
        </p:spPr>
      </p:sp>
      <p:sp>
        <p:nvSpPr>
          <p:cNvPr id="393" name="object-393">
            <a:extLst>
              <a:ext uri="{FF2B5EF4-FFF2-40B4-BE49-F238E27FC236}">
                <a16:creationId xmlns:a16="http://schemas.microsoft.com/office/drawing/2014/main" id="{054E4A7D-7CB5-45A4-8170-349E057EECD5}"/>
              </a:ext>
            </a:extLst>
          </p:cNvPr>
          <p:cNvSpPr>
            <a:spLocks noGrp="1"/>
          </p:cNvSpPr>
          <p:nvPr/>
        </p:nvSpPr>
        <p:spPr>
          <a:xfrm>
            <a:off x="5910263" y="4048125"/>
            <a:ext cx="34925" cy="547688"/>
          </a:xfrm>
          <a:prstGeom prst="rect">
            <a:avLst/>
          </a:prstGeom>
          <a:solidFill>
            <a:srgbClr val="1D4ED8"/>
          </a:solidFill>
          <a:ln w="13097">
            <a:solidFill>
              <a:srgbClr val="172B4D"/>
            </a:solidFill>
          </a:ln>
        </p:spPr>
      </p:sp>
      <p:sp>
        <p:nvSpPr>
          <p:cNvPr id="394" name="object-394">
            <a:extLst>
              <a:ext uri="{FF2B5EF4-FFF2-40B4-BE49-F238E27FC236}">
                <a16:creationId xmlns:a16="http://schemas.microsoft.com/office/drawing/2014/main" id="{13A99BDF-107D-448E-B9EC-515E3669F680}"/>
              </a:ext>
            </a:extLst>
          </p:cNvPr>
          <p:cNvSpPr>
            <a:spLocks noGrp="1"/>
          </p:cNvSpPr>
          <p:nvPr/>
        </p:nvSpPr>
        <p:spPr>
          <a:xfrm>
            <a:off x="5945188" y="4048125"/>
            <a:ext cx="34925" cy="547688"/>
          </a:xfrm>
          <a:prstGeom prst="rect">
            <a:avLst/>
          </a:prstGeom>
          <a:solidFill>
            <a:srgbClr val="1D4ED8"/>
          </a:solidFill>
          <a:ln w="13097">
            <a:solidFill>
              <a:srgbClr val="172B4D"/>
            </a:solidFill>
          </a:ln>
        </p:spPr>
      </p:sp>
      <p:sp>
        <p:nvSpPr>
          <p:cNvPr id="395" name="object-395">
            <a:extLst>
              <a:ext uri="{FF2B5EF4-FFF2-40B4-BE49-F238E27FC236}">
                <a16:creationId xmlns:a16="http://schemas.microsoft.com/office/drawing/2014/main" id="{1351E652-4B47-4228-B22B-3F69D13CC45E}"/>
              </a:ext>
            </a:extLst>
          </p:cNvPr>
          <p:cNvSpPr>
            <a:spLocks noGrp="1"/>
          </p:cNvSpPr>
          <p:nvPr/>
        </p:nvSpPr>
        <p:spPr>
          <a:xfrm>
            <a:off x="5980112" y="4048125"/>
            <a:ext cx="34925" cy="547688"/>
          </a:xfrm>
          <a:prstGeom prst="rect">
            <a:avLst/>
          </a:prstGeom>
          <a:solidFill>
            <a:srgbClr val="1D4ED8"/>
          </a:solidFill>
          <a:ln w="13097">
            <a:solidFill>
              <a:srgbClr val="172B4D"/>
            </a:solidFill>
          </a:ln>
        </p:spPr>
      </p:sp>
      <p:sp>
        <p:nvSpPr>
          <p:cNvPr id="396" name="object-396">
            <a:extLst>
              <a:ext uri="{FF2B5EF4-FFF2-40B4-BE49-F238E27FC236}">
                <a16:creationId xmlns:a16="http://schemas.microsoft.com/office/drawing/2014/main" id="{F261D3AC-D630-408E-8490-9EEEBD04DC3F}"/>
              </a:ext>
            </a:extLst>
          </p:cNvPr>
          <p:cNvSpPr>
            <a:spLocks noGrp="1"/>
          </p:cNvSpPr>
          <p:nvPr/>
        </p:nvSpPr>
        <p:spPr>
          <a:xfrm>
            <a:off x="6015038" y="4048125"/>
            <a:ext cx="34925" cy="547688"/>
          </a:xfrm>
          <a:prstGeom prst="rect">
            <a:avLst/>
          </a:prstGeom>
          <a:solidFill>
            <a:srgbClr val="1D4ED8"/>
          </a:solidFill>
          <a:ln w="13097">
            <a:solidFill>
              <a:srgbClr val="172B4D"/>
            </a:solidFill>
          </a:ln>
        </p:spPr>
      </p:sp>
      <p:sp>
        <p:nvSpPr>
          <p:cNvPr id="397" name="object-397">
            <a:extLst>
              <a:ext uri="{FF2B5EF4-FFF2-40B4-BE49-F238E27FC236}">
                <a16:creationId xmlns:a16="http://schemas.microsoft.com/office/drawing/2014/main" id="{4212A931-B723-46B5-87E0-360733300923}"/>
              </a:ext>
            </a:extLst>
          </p:cNvPr>
          <p:cNvSpPr>
            <a:spLocks noGrp="1"/>
          </p:cNvSpPr>
          <p:nvPr/>
        </p:nvSpPr>
        <p:spPr>
          <a:xfrm>
            <a:off x="6049963" y="4048125"/>
            <a:ext cx="34925" cy="547688"/>
          </a:xfrm>
          <a:prstGeom prst="rect">
            <a:avLst/>
          </a:prstGeom>
          <a:solidFill>
            <a:srgbClr val="1D4ED8"/>
          </a:solidFill>
          <a:ln w="13097">
            <a:solidFill>
              <a:srgbClr val="172B4D"/>
            </a:solidFill>
          </a:ln>
        </p:spPr>
      </p:sp>
      <p:sp>
        <p:nvSpPr>
          <p:cNvPr id="398" name="object-398">
            <a:extLst>
              <a:ext uri="{FF2B5EF4-FFF2-40B4-BE49-F238E27FC236}">
                <a16:creationId xmlns:a16="http://schemas.microsoft.com/office/drawing/2014/main" id="{97FEE031-6AEC-4E84-8314-BE6BAF53EA5F}"/>
              </a:ext>
            </a:extLst>
          </p:cNvPr>
          <p:cNvSpPr>
            <a:spLocks noGrp="1"/>
          </p:cNvSpPr>
          <p:nvPr/>
        </p:nvSpPr>
        <p:spPr>
          <a:xfrm>
            <a:off x="6084888" y="4048125"/>
            <a:ext cx="34925" cy="547688"/>
          </a:xfrm>
          <a:prstGeom prst="rect">
            <a:avLst/>
          </a:prstGeom>
          <a:solidFill>
            <a:srgbClr val="1D4ED8"/>
          </a:solidFill>
          <a:ln w="13097">
            <a:solidFill>
              <a:srgbClr val="172B4D"/>
            </a:solidFill>
          </a:ln>
        </p:spPr>
      </p:sp>
      <p:sp>
        <p:nvSpPr>
          <p:cNvPr id="399" name="object-399">
            <a:extLst>
              <a:ext uri="{FF2B5EF4-FFF2-40B4-BE49-F238E27FC236}">
                <a16:creationId xmlns:a16="http://schemas.microsoft.com/office/drawing/2014/main" id="{9786D18B-530A-464D-9386-61F91F8AB03C}"/>
              </a:ext>
            </a:extLst>
          </p:cNvPr>
          <p:cNvSpPr>
            <a:spLocks noGrp="1"/>
          </p:cNvSpPr>
          <p:nvPr/>
        </p:nvSpPr>
        <p:spPr>
          <a:xfrm>
            <a:off x="6119813" y="4048125"/>
            <a:ext cx="34925" cy="547688"/>
          </a:xfrm>
          <a:prstGeom prst="rect">
            <a:avLst/>
          </a:prstGeom>
          <a:solidFill>
            <a:srgbClr val="1D4ED8"/>
          </a:solidFill>
          <a:ln w="13097">
            <a:solidFill>
              <a:srgbClr val="172B4D"/>
            </a:solidFill>
          </a:ln>
        </p:spPr>
      </p:sp>
      <p:sp>
        <p:nvSpPr>
          <p:cNvPr id="400" name="object-400">
            <a:extLst>
              <a:ext uri="{FF2B5EF4-FFF2-40B4-BE49-F238E27FC236}">
                <a16:creationId xmlns:a16="http://schemas.microsoft.com/office/drawing/2014/main" id="{F27ADFC4-CD3A-4F3B-B883-14172D488C37}"/>
              </a:ext>
            </a:extLst>
          </p:cNvPr>
          <p:cNvSpPr>
            <a:spLocks noGrp="1"/>
          </p:cNvSpPr>
          <p:nvPr/>
        </p:nvSpPr>
        <p:spPr>
          <a:xfrm>
            <a:off x="6154738" y="4048125"/>
            <a:ext cx="34925" cy="547688"/>
          </a:xfrm>
          <a:prstGeom prst="rect">
            <a:avLst/>
          </a:prstGeom>
          <a:solidFill>
            <a:srgbClr val="1D4ED8"/>
          </a:solidFill>
          <a:ln w="13097">
            <a:solidFill>
              <a:srgbClr val="172B4D"/>
            </a:solidFill>
          </a:ln>
        </p:spPr>
      </p:sp>
      <p:sp>
        <p:nvSpPr>
          <p:cNvPr id="401" name="object-401">
            <a:extLst>
              <a:ext uri="{FF2B5EF4-FFF2-40B4-BE49-F238E27FC236}">
                <a16:creationId xmlns:a16="http://schemas.microsoft.com/office/drawing/2014/main" id="{23F269FF-1D7D-4296-8E82-E4C91A7A7C08}"/>
              </a:ext>
            </a:extLst>
          </p:cNvPr>
          <p:cNvSpPr>
            <a:spLocks noGrp="1"/>
          </p:cNvSpPr>
          <p:nvPr/>
        </p:nvSpPr>
        <p:spPr>
          <a:xfrm>
            <a:off x="6189663" y="4048125"/>
            <a:ext cx="34925" cy="547688"/>
          </a:xfrm>
          <a:prstGeom prst="rect">
            <a:avLst/>
          </a:prstGeom>
          <a:solidFill>
            <a:srgbClr val="1D4ED8"/>
          </a:solidFill>
          <a:ln w="13097">
            <a:solidFill>
              <a:srgbClr val="172B4D"/>
            </a:solidFill>
          </a:ln>
        </p:spPr>
      </p:sp>
      <p:sp>
        <p:nvSpPr>
          <p:cNvPr id="402" name="object-402">
            <a:extLst>
              <a:ext uri="{FF2B5EF4-FFF2-40B4-BE49-F238E27FC236}">
                <a16:creationId xmlns:a16="http://schemas.microsoft.com/office/drawing/2014/main" id="{F9B6CD7B-6856-47EB-B977-2B0AAECB9822}"/>
              </a:ext>
            </a:extLst>
          </p:cNvPr>
          <p:cNvSpPr>
            <a:spLocks noGrp="1"/>
          </p:cNvSpPr>
          <p:nvPr/>
        </p:nvSpPr>
        <p:spPr>
          <a:xfrm>
            <a:off x="6224588" y="4048125"/>
            <a:ext cx="34925" cy="547688"/>
          </a:xfrm>
          <a:prstGeom prst="rect">
            <a:avLst/>
          </a:prstGeom>
          <a:solidFill>
            <a:srgbClr val="1D4ED8"/>
          </a:solidFill>
          <a:ln w="13097">
            <a:solidFill>
              <a:srgbClr val="172B4D"/>
            </a:solidFill>
          </a:ln>
        </p:spPr>
      </p:sp>
      <p:sp>
        <p:nvSpPr>
          <p:cNvPr id="403" name="object-403">
            <a:extLst>
              <a:ext uri="{FF2B5EF4-FFF2-40B4-BE49-F238E27FC236}">
                <a16:creationId xmlns:a16="http://schemas.microsoft.com/office/drawing/2014/main" id="{F1426E9F-CB89-4BBA-BBA6-9ABC3376FE72}"/>
              </a:ext>
            </a:extLst>
          </p:cNvPr>
          <p:cNvSpPr>
            <a:spLocks noGrp="1"/>
          </p:cNvSpPr>
          <p:nvPr/>
        </p:nvSpPr>
        <p:spPr>
          <a:xfrm>
            <a:off x="6259513" y="4048125"/>
            <a:ext cx="34925" cy="547688"/>
          </a:xfrm>
          <a:prstGeom prst="rect">
            <a:avLst/>
          </a:prstGeom>
          <a:solidFill>
            <a:srgbClr val="1D4ED8"/>
          </a:solidFill>
          <a:ln w="13097">
            <a:solidFill>
              <a:srgbClr val="172B4D"/>
            </a:solidFill>
          </a:ln>
        </p:spPr>
      </p:sp>
      <p:sp>
        <p:nvSpPr>
          <p:cNvPr id="404" name="object-404">
            <a:extLst>
              <a:ext uri="{FF2B5EF4-FFF2-40B4-BE49-F238E27FC236}">
                <a16:creationId xmlns:a16="http://schemas.microsoft.com/office/drawing/2014/main" id="{E365B0A2-7189-4D5F-BBED-FDD7F69EC822}"/>
              </a:ext>
            </a:extLst>
          </p:cNvPr>
          <p:cNvSpPr>
            <a:spLocks noGrp="1"/>
          </p:cNvSpPr>
          <p:nvPr/>
        </p:nvSpPr>
        <p:spPr>
          <a:xfrm>
            <a:off x="6294438" y="4048125"/>
            <a:ext cx="34925" cy="547688"/>
          </a:xfrm>
          <a:prstGeom prst="rect">
            <a:avLst/>
          </a:prstGeom>
          <a:solidFill>
            <a:srgbClr val="1D4ED8"/>
          </a:solidFill>
          <a:ln w="13097">
            <a:solidFill>
              <a:srgbClr val="172B4D"/>
            </a:solidFill>
          </a:ln>
        </p:spPr>
      </p:sp>
      <p:sp>
        <p:nvSpPr>
          <p:cNvPr id="405" name="object-405">
            <a:extLst>
              <a:ext uri="{FF2B5EF4-FFF2-40B4-BE49-F238E27FC236}">
                <a16:creationId xmlns:a16="http://schemas.microsoft.com/office/drawing/2014/main" id="{2E762012-7ED8-46EF-8FEA-E52FB3AFC4EB}"/>
              </a:ext>
            </a:extLst>
          </p:cNvPr>
          <p:cNvSpPr>
            <a:spLocks noGrp="1"/>
          </p:cNvSpPr>
          <p:nvPr/>
        </p:nvSpPr>
        <p:spPr>
          <a:xfrm>
            <a:off x="6329363" y="4048125"/>
            <a:ext cx="34925" cy="547688"/>
          </a:xfrm>
          <a:prstGeom prst="rect">
            <a:avLst/>
          </a:prstGeom>
          <a:solidFill>
            <a:srgbClr val="1D4ED8"/>
          </a:solidFill>
          <a:ln w="13097">
            <a:solidFill>
              <a:srgbClr val="172B4D"/>
            </a:solidFill>
          </a:ln>
        </p:spPr>
      </p:sp>
      <p:sp>
        <p:nvSpPr>
          <p:cNvPr id="406" name="object-406">
            <a:extLst>
              <a:ext uri="{FF2B5EF4-FFF2-40B4-BE49-F238E27FC236}">
                <a16:creationId xmlns:a16="http://schemas.microsoft.com/office/drawing/2014/main" id="{DC554457-9717-4A77-A96B-F755E9B70C88}"/>
              </a:ext>
            </a:extLst>
          </p:cNvPr>
          <p:cNvSpPr>
            <a:spLocks noGrp="1"/>
          </p:cNvSpPr>
          <p:nvPr/>
        </p:nvSpPr>
        <p:spPr>
          <a:xfrm>
            <a:off x="6364288" y="4048125"/>
            <a:ext cx="34925" cy="547688"/>
          </a:xfrm>
          <a:prstGeom prst="rect">
            <a:avLst/>
          </a:prstGeom>
          <a:solidFill>
            <a:srgbClr val="1D4ED8"/>
          </a:solidFill>
          <a:ln w="13097">
            <a:solidFill>
              <a:srgbClr val="172B4D"/>
            </a:solidFill>
          </a:ln>
        </p:spPr>
      </p:sp>
      <p:sp>
        <p:nvSpPr>
          <p:cNvPr id="407" name="object-407">
            <a:extLst>
              <a:ext uri="{FF2B5EF4-FFF2-40B4-BE49-F238E27FC236}">
                <a16:creationId xmlns:a16="http://schemas.microsoft.com/office/drawing/2014/main" id="{664F9D1A-0C2D-4D74-B6B0-E72D1F7E89C0}"/>
              </a:ext>
            </a:extLst>
          </p:cNvPr>
          <p:cNvSpPr>
            <a:spLocks noGrp="1"/>
          </p:cNvSpPr>
          <p:nvPr/>
        </p:nvSpPr>
        <p:spPr>
          <a:xfrm>
            <a:off x="6399213" y="4048125"/>
            <a:ext cx="34925" cy="547688"/>
          </a:xfrm>
          <a:prstGeom prst="rect">
            <a:avLst/>
          </a:prstGeom>
          <a:solidFill>
            <a:srgbClr val="1D4ED8"/>
          </a:solidFill>
          <a:ln w="13097">
            <a:solidFill>
              <a:srgbClr val="172B4D"/>
            </a:solidFill>
          </a:ln>
        </p:spPr>
      </p:sp>
      <p:sp>
        <p:nvSpPr>
          <p:cNvPr id="408" name="object-408">
            <a:extLst>
              <a:ext uri="{FF2B5EF4-FFF2-40B4-BE49-F238E27FC236}">
                <a16:creationId xmlns:a16="http://schemas.microsoft.com/office/drawing/2014/main" id="{198D20FC-6918-4F6E-B7E9-F67F4841B157}"/>
              </a:ext>
            </a:extLst>
          </p:cNvPr>
          <p:cNvSpPr>
            <a:spLocks noGrp="1"/>
          </p:cNvSpPr>
          <p:nvPr/>
        </p:nvSpPr>
        <p:spPr>
          <a:xfrm>
            <a:off x="6434138" y="4048125"/>
            <a:ext cx="34925" cy="547688"/>
          </a:xfrm>
          <a:prstGeom prst="rect">
            <a:avLst/>
          </a:prstGeom>
          <a:solidFill>
            <a:srgbClr val="1D4ED8"/>
          </a:solidFill>
          <a:ln w="13097">
            <a:solidFill>
              <a:srgbClr val="172B4D"/>
            </a:solidFill>
          </a:ln>
        </p:spPr>
      </p:sp>
      <p:sp>
        <p:nvSpPr>
          <p:cNvPr id="409" name="object-409">
            <a:extLst>
              <a:ext uri="{FF2B5EF4-FFF2-40B4-BE49-F238E27FC236}">
                <a16:creationId xmlns:a16="http://schemas.microsoft.com/office/drawing/2014/main" id="{FB26499F-EF72-4F45-AD88-3184CF21725D}"/>
              </a:ext>
            </a:extLst>
          </p:cNvPr>
          <p:cNvSpPr>
            <a:spLocks noGrp="1"/>
          </p:cNvSpPr>
          <p:nvPr/>
        </p:nvSpPr>
        <p:spPr>
          <a:xfrm>
            <a:off x="6469062" y="4048125"/>
            <a:ext cx="34925" cy="547688"/>
          </a:xfrm>
          <a:prstGeom prst="rect">
            <a:avLst/>
          </a:prstGeom>
          <a:solidFill>
            <a:srgbClr val="1D4ED8"/>
          </a:solidFill>
          <a:ln w="13097">
            <a:solidFill>
              <a:srgbClr val="172B4D"/>
            </a:solidFill>
          </a:ln>
        </p:spPr>
      </p:sp>
      <p:sp>
        <p:nvSpPr>
          <p:cNvPr id="410" name="object-410">
            <a:extLst>
              <a:ext uri="{FF2B5EF4-FFF2-40B4-BE49-F238E27FC236}">
                <a16:creationId xmlns:a16="http://schemas.microsoft.com/office/drawing/2014/main" id="{9C6CE28A-7250-4DE2-BBB1-6351C7596CF1}"/>
              </a:ext>
            </a:extLst>
          </p:cNvPr>
          <p:cNvSpPr>
            <a:spLocks noGrp="1"/>
          </p:cNvSpPr>
          <p:nvPr/>
        </p:nvSpPr>
        <p:spPr>
          <a:xfrm>
            <a:off x="6503987" y="4048125"/>
            <a:ext cx="34925" cy="547688"/>
          </a:xfrm>
          <a:prstGeom prst="rect">
            <a:avLst/>
          </a:prstGeom>
          <a:solidFill>
            <a:srgbClr val="1D4ED8"/>
          </a:solidFill>
          <a:ln w="13097">
            <a:solidFill>
              <a:srgbClr val="172B4D"/>
            </a:solidFill>
          </a:ln>
        </p:spPr>
      </p:sp>
      <p:sp>
        <p:nvSpPr>
          <p:cNvPr id="411" name="object-411">
            <a:extLst>
              <a:ext uri="{FF2B5EF4-FFF2-40B4-BE49-F238E27FC236}">
                <a16:creationId xmlns:a16="http://schemas.microsoft.com/office/drawing/2014/main" id="{6B2D924E-5864-4431-B081-2DF168E7FEBB}"/>
              </a:ext>
            </a:extLst>
          </p:cNvPr>
          <p:cNvSpPr>
            <a:spLocks noGrp="1"/>
          </p:cNvSpPr>
          <p:nvPr/>
        </p:nvSpPr>
        <p:spPr>
          <a:xfrm>
            <a:off x="6538913" y="4048125"/>
            <a:ext cx="34925" cy="547688"/>
          </a:xfrm>
          <a:prstGeom prst="rect">
            <a:avLst/>
          </a:prstGeom>
          <a:solidFill>
            <a:srgbClr val="1D4ED8"/>
          </a:solidFill>
          <a:ln w="13097">
            <a:solidFill>
              <a:srgbClr val="172B4D"/>
            </a:solidFill>
          </a:ln>
        </p:spPr>
      </p:sp>
      <p:sp>
        <p:nvSpPr>
          <p:cNvPr id="412" name="object-412">
            <a:extLst>
              <a:ext uri="{FF2B5EF4-FFF2-40B4-BE49-F238E27FC236}">
                <a16:creationId xmlns:a16="http://schemas.microsoft.com/office/drawing/2014/main" id="{A6342A0E-82FC-4830-960C-E5035BEF53CC}"/>
              </a:ext>
            </a:extLst>
          </p:cNvPr>
          <p:cNvSpPr>
            <a:spLocks noGrp="1"/>
          </p:cNvSpPr>
          <p:nvPr/>
        </p:nvSpPr>
        <p:spPr>
          <a:xfrm>
            <a:off x="6573838" y="4048125"/>
            <a:ext cx="34925" cy="547688"/>
          </a:xfrm>
          <a:prstGeom prst="rect">
            <a:avLst/>
          </a:prstGeom>
          <a:solidFill>
            <a:srgbClr val="1D4ED8"/>
          </a:solidFill>
          <a:ln w="13097">
            <a:solidFill>
              <a:srgbClr val="172B4D"/>
            </a:solidFill>
          </a:ln>
        </p:spPr>
      </p:sp>
      <p:sp>
        <p:nvSpPr>
          <p:cNvPr id="413" name="object-413">
            <a:extLst>
              <a:ext uri="{FF2B5EF4-FFF2-40B4-BE49-F238E27FC236}">
                <a16:creationId xmlns:a16="http://schemas.microsoft.com/office/drawing/2014/main" id="{12B2D334-3D02-4924-9025-9085FDD8F867}"/>
              </a:ext>
            </a:extLst>
          </p:cNvPr>
          <p:cNvSpPr>
            <a:spLocks noGrp="1"/>
          </p:cNvSpPr>
          <p:nvPr/>
        </p:nvSpPr>
        <p:spPr>
          <a:xfrm>
            <a:off x="6608762" y="4048125"/>
            <a:ext cx="34925" cy="547688"/>
          </a:xfrm>
          <a:prstGeom prst="rect">
            <a:avLst/>
          </a:prstGeom>
          <a:solidFill>
            <a:srgbClr val="1D4ED8"/>
          </a:solidFill>
          <a:ln w="13097">
            <a:solidFill>
              <a:srgbClr val="172B4D"/>
            </a:solidFill>
          </a:ln>
        </p:spPr>
      </p:sp>
      <p:sp>
        <p:nvSpPr>
          <p:cNvPr id="414" name="object-414">
            <a:extLst>
              <a:ext uri="{FF2B5EF4-FFF2-40B4-BE49-F238E27FC236}">
                <a16:creationId xmlns:a16="http://schemas.microsoft.com/office/drawing/2014/main" id="{34267043-5D67-4ADE-9878-8C7634DFAB61}"/>
              </a:ext>
            </a:extLst>
          </p:cNvPr>
          <p:cNvSpPr>
            <a:spLocks noGrp="1"/>
          </p:cNvSpPr>
          <p:nvPr/>
        </p:nvSpPr>
        <p:spPr>
          <a:xfrm>
            <a:off x="6643688" y="4048125"/>
            <a:ext cx="34925" cy="547688"/>
          </a:xfrm>
          <a:prstGeom prst="rect">
            <a:avLst/>
          </a:prstGeom>
          <a:solidFill>
            <a:srgbClr val="1D4ED8"/>
          </a:solidFill>
          <a:ln w="13097">
            <a:solidFill>
              <a:srgbClr val="172B4D"/>
            </a:solidFill>
          </a:ln>
        </p:spPr>
      </p:sp>
      <p:sp>
        <p:nvSpPr>
          <p:cNvPr id="415" name="object-415">
            <a:extLst>
              <a:ext uri="{FF2B5EF4-FFF2-40B4-BE49-F238E27FC236}">
                <a16:creationId xmlns:a16="http://schemas.microsoft.com/office/drawing/2014/main" id="{D2811086-635C-4970-8FFE-78ADF150CB06}"/>
              </a:ext>
            </a:extLst>
          </p:cNvPr>
          <p:cNvSpPr>
            <a:spLocks noGrp="1"/>
          </p:cNvSpPr>
          <p:nvPr/>
        </p:nvSpPr>
        <p:spPr>
          <a:xfrm>
            <a:off x="6678613" y="4048125"/>
            <a:ext cx="34925" cy="547688"/>
          </a:xfrm>
          <a:prstGeom prst="rect">
            <a:avLst/>
          </a:prstGeom>
          <a:solidFill>
            <a:srgbClr val="1D4ED8"/>
          </a:solidFill>
          <a:ln w="13097">
            <a:solidFill>
              <a:srgbClr val="172B4D"/>
            </a:solidFill>
          </a:ln>
        </p:spPr>
      </p:sp>
      <p:sp>
        <p:nvSpPr>
          <p:cNvPr id="416" name="object-416">
            <a:extLst>
              <a:ext uri="{FF2B5EF4-FFF2-40B4-BE49-F238E27FC236}">
                <a16:creationId xmlns:a16="http://schemas.microsoft.com/office/drawing/2014/main" id="{E5A86BAE-0400-43EF-B822-480FF2DDBD35}"/>
              </a:ext>
            </a:extLst>
          </p:cNvPr>
          <p:cNvSpPr>
            <a:spLocks noGrp="1"/>
          </p:cNvSpPr>
          <p:nvPr/>
        </p:nvSpPr>
        <p:spPr>
          <a:xfrm>
            <a:off x="6713538" y="4048125"/>
            <a:ext cx="34925" cy="547688"/>
          </a:xfrm>
          <a:prstGeom prst="rect">
            <a:avLst/>
          </a:prstGeom>
          <a:solidFill>
            <a:srgbClr val="1D4ED8"/>
          </a:solidFill>
          <a:ln w="13097">
            <a:solidFill>
              <a:srgbClr val="172B4D"/>
            </a:solidFill>
          </a:ln>
        </p:spPr>
      </p:sp>
      <p:sp>
        <p:nvSpPr>
          <p:cNvPr id="417" name="object-417">
            <a:extLst>
              <a:ext uri="{FF2B5EF4-FFF2-40B4-BE49-F238E27FC236}">
                <a16:creationId xmlns:a16="http://schemas.microsoft.com/office/drawing/2014/main" id="{E315F3BD-0E23-4067-9F7F-98D667352D7A}"/>
              </a:ext>
            </a:extLst>
          </p:cNvPr>
          <p:cNvSpPr>
            <a:spLocks noGrp="1"/>
          </p:cNvSpPr>
          <p:nvPr/>
        </p:nvSpPr>
        <p:spPr>
          <a:xfrm>
            <a:off x="6748463" y="4048125"/>
            <a:ext cx="34925" cy="547688"/>
          </a:xfrm>
          <a:prstGeom prst="rect">
            <a:avLst/>
          </a:prstGeom>
          <a:solidFill>
            <a:srgbClr val="1D4ED8"/>
          </a:solidFill>
          <a:ln w="13097">
            <a:solidFill>
              <a:srgbClr val="172B4D"/>
            </a:solidFill>
          </a:ln>
        </p:spPr>
      </p:sp>
      <p:sp>
        <p:nvSpPr>
          <p:cNvPr id="418" name="object-418">
            <a:extLst>
              <a:ext uri="{FF2B5EF4-FFF2-40B4-BE49-F238E27FC236}">
                <a16:creationId xmlns:a16="http://schemas.microsoft.com/office/drawing/2014/main" id="{6D0B06C1-C5B1-4C1E-9910-A523CA3CA59D}"/>
              </a:ext>
            </a:extLst>
          </p:cNvPr>
          <p:cNvSpPr>
            <a:spLocks noGrp="1"/>
          </p:cNvSpPr>
          <p:nvPr/>
        </p:nvSpPr>
        <p:spPr>
          <a:xfrm>
            <a:off x="6783388" y="4048125"/>
            <a:ext cx="34925" cy="547688"/>
          </a:xfrm>
          <a:prstGeom prst="rect">
            <a:avLst/>
          </a:prstGeom>
          <a:solidFill>
            <a:srgbClr val="1D4ED8"/>
          </a:solidFill>
          <a:ln w="13097">
            <a:solidFill>
              <a:srgbClr val="172B4D"/>
            </a:solidFill>
          </a:ln>
        </p:spPr>
      </p:sp>
      <p:sp>
        <p:nvSpPr>
          <p:cNvPr id="419" name="object-419">
            <a:extLst>
              <a:ext uri="{FF2B5EF4-FFF2-40B4-BE49-F238E27FC236}">
                <a16:creationId xmlns:a16="http://schemas.microsoft.com/office/drawing/2014/main" id="{78E4A112-59FA-4E10-B509-BEC63985EB06}"/>
              </a:ext>
            </a:extLst>
          </p:cNvPr>
          <p:cNvSpPr>
            <a:spLocks noGrp="1"/>
          </p:cNvSpPr>
          <p:nvPr/>
        </p:nvSpPr>
        <p:spPr>
          <a:xfrm>
            <a:off x="6818313" y="4048125"/>
            <a:ext cx="34925" cy="547688"/>
          </a:xfrm>
          <a:prstGeom prst="rect">
            <a:avLst/>
          </a:prstGeom>
          <a:solidFill>
            <a:srgbClr val="1D4ED8"/>
          </a:solidFill>
          <a:ln w="13097">
            <a:solidFill>
              <a:srgbClr val="172B4D"/>
            </a:solidFill>
          </a:ln>
        </p:spPr>
      </p:sp>
      <p:sp>
        <p:nvSpPr>
          <p:cNvPr id="420" name="object-420">
            <a:extLst>
              <a:ext uri="{FF2B5EF4-FFF2-40B4-BE49-F238E27FC236}">
                <a16:creationId xmlns:a16="http://schemas.microsoft.com/office/drawing/2014/main" id="{5C211280-49A0-4082-A377-E79B716CD7DC}"/>
              </a:ext>
            </a:extLst>
          </p:cNvPr>
          <p:cNvSpPr>
            <a:spLocks noGrp="1"/>
          </p:cNvSpPr>
          <p:nvPr/>
        </p:nvSpPr>
        <p:spPr>
          <a:xfrm>
            <a:off x="6853238" y="4048125"/>
            <a:ext cx="34925" cy="547688"/>
          </a:xfrm>
          <a:prstGeom prst="rect">
            <a:avLst/>
          </a:prstGeom>
          <a:solidFill>
            <a:srgbClr val="1D4ED8"/>
          </a:solidFill>
          <a:ln w="13097">
            <a:solidFill>
              <a:srgbClr val="172B4D"/>
            </a:solidFill>
          </a:ln>
        </p:spPr>
      </p:sp>
      <p:sp>
        <p:nvSpPr>
          <p:cNvPr id="421" name="object-421">
            <a:extLst>
              <a:ext uri="{FF2B5EF4-FFF2-40B4-BE49-F238E27FC236}">
                <a16:creationId xmlns:a16="http://schemas.microsoft.com/office/drawing/2014/main" id="{C44A1D85-F9C1-4273-8C71-888D29DC0C18}"/>
              </a:ext>
            </a:extLst>
          </p:cNvPr>
          <p:cNvSpPr>
            <a:spLocks noGrp="1"/>
          </p:cNvSpPr>
          <p:nvPr/>
        </p:nvSpPr>
        <p:spPr>
          <a:xfrm>
            <a:off x="6888163" y="4048125"/>
            <a:ext cx="34925" cy="547688"/>
          </a:xfrm>
          <a:prstGeom prst="rect">
            <a:avLst/>
          </a:prstGeom>
          <a:solidFill>
            <a:srgbClr val="1D4ED8"/>
          </a:solidFill>
          <a:ln w="13097">
            <a:solidFill>
              <a:srgbClr val="172B4D"/>
            </a:solidFill>
          </a:ln>
        </p:spPr>
      </p:sp>
      <p:sp>
        <p:nvSpPr>
          <p:cNvPr id="422" name="object-422">
            <a:extLst>
              <a:ext uri="{FF2B5EF4-FFF2-40B4-BE49-F238E27FC236}">
                <a16:creationId xmlns:a16="http://schemas.microsoft.com/office/drawing/2014/main" id="{22924280-207E-467C-B6D0-F0BEADF3CA10}"/>
              </a:ext>
            </a:extLst>
          </p:cNvPr>
          <p:cNvSpPr>
            <a:spLocks noGrp="1"/>
          </p:cNvSpPr>
          <p:nvPr/>
        </p:nvSpPr>
        <p:spPr>
          <a:xfrm>
            <a:off x="6923088" y="4048125"/>
            <a:ext cx="34925" cy="547688"/>
          </a:xfrm>
          <a:prstGeom prst="rect">
            <a:avLst/>
          </a:prstGeom>
          <a:solidFill>
            <a:srgbClr val="1D4ED8"/>
          </a:solidFill>
          <a:ln w="13097">
            <a:solidFill>
              <a:srgbClr val="172B4D"/>
            </a:solidFill>
          </a:ln>
        </p:spPr>
      </p:sp>
      <p:sp>
        <p:nvSpPr>
          <p:cNvPr id="423" name="object-423">
            <a:extLst>
              <a:ext uri="{FF2B5EF4-FFF2-40B4-BE49-F238E27FC236}">
                <a16:creationId xmlns:a16="http://schemas.microsoft.com/office/drawing/2014/main" id="{8D452776-EF15-4C46-B891-71AD61158585}"/>
              </a:ext>
            </a:extLst>
          </p:cNvPr>
          <p:cNvSpPr>
            <a:spLocks noGrp="1"/>
          </p:cNvSpPr>
          <p:nvPr/>
        </p:nvSpPr>
        <p:spPr>
          <a:xfrm>
            <a:off x="6958013" y="4048125"/>
            <a:ext cx="34925" cy="547688"/>
          </a:xfrm>
          <a:prstGeom prst="rect">
            <a:avLst/>
          </a:prstGeom>
          <a:solidFill>
            <a:srgbClr val="1D4ED8"/>
          </a:solidFill>
          <a:ln w="13097">
            <a:solidFill>
              <a:srgbClr val="172B4D"/>
            </a:solidFill>
          </a:ln>
        </p:spPr>
      </p:sp>
      <p:sp>
        <p:nvSpPr>
          <p:cNvPr id="424" name="object-424">
            <a:extLst>
              <a:ext uri="{FF2B5EF4-FFF2-40B4-BE49-F238E27FC236}">
                <a16:creationId xmlns:a16="http://schemas.microsoft.com/office/drawing/2014/main" id="{0AB28BEB-86B4-4BA3-8FDA-758DF5A07840}"/>
              </a:ext>
            </a:extLst>
          </p:cNvPr>
          <p:cNvSpPr>
            <a:spLocks noGrp="1"/>
          </p:cNvSpPr>
          <p:nvPr/>
        </p:nvSpPr>
        <p:spPr>
          <a:xfrm>
            <a:off x="6992937" y="4048125"/>
            <a:ext cx="34925" cy="547688"/>
          </a:xfrm>
          <a:prstGeom prst="rect">
            <a:avLst/>
          </a:prstGeom>
          <a:solidFill>
            <a:srgbClr val="1D4ED8"/>
          </a:solidFill>
          <a:ln w="13097">
            <a:solidFill>
              <a:srgbClr val="172B4D"/>
            </a:solidFill>
          </a:ln>
        </p:spPr>
      </p:sp>
      <p:sp>
        <p:nvSpPr>
          <p:cNvPr id="425" name="object-425">
            <a:extLst>
              <a:ext uri="{FF2B5EF4-FFF2-40B4-BE49-F238E27FC236}">
                <a16:creationId xmlns:a16="http://schemas.microsoft.com/office/drawing/2014/main" id="{1C3F9568-D835-4E7C-97EB-AAB99B9C1FB7}"/>
              </a:ext>
            </a:extLst>
          </p:cNvPr>
          <p:cNvSpPr>
            <a:spLocks noGrp="1"/>
          </p:cNvSpPr>
          <p:nvPr/>
        </p:nvSpPr>
        <p:spPr>
          <a:xfrm>
            <a:off x="7027862" y="4048125"/>
            <a:ext cx="34925" cy="547688"/>
          </a:xfrm>
          <a:prstGeom prst="rect">
            <a:avLst/>
          </a:prstGeom>
          <a:solidFill>
            <a:srgbClr val="1D4ED8"/>
          </a:solidFill>
          <a:ln w="13097">
            <a:solidFill>
              <a:srgbClr val="172B4D"/>
            </a:solidFill>
          </a:ln>
        </p:spPr>
      </p:sp>
      <p:sp>
        <p:nvSpPr>
          <p:cNvPr id="426" name="object-426">
            <a:extLst>
              <a:ext uri="{FF2B5EF4-FFF2-40B4-BE49-F238E27FC236}">
                <a16:creationId xmlns:a16="http://schemas.microsoft.com/office/drawing/2014/main" id="{CAF94709-32EB-44E4-8F04-23C62BDAC3A1}"/>
              </a:ext>
            </a:extLst>
          </p:cNvPr>
          <p:cNvSpPr>
            <a:spLocks noGrp="1"/>
          </p:cNvSpPr>
          <p:nvPr/>
        </p:nvSpPr>
        <p:spPr>
          <a:xfrm>
            <a:off x="7062788" y="4048125"/>
            <a:ext cx="34925" cy="547688"/>
          </a:xfrm>
          <a:prstGeom prst="rect">
            <a:avLst/>
          </a:prstGeom>
          <a:solidFill>
            <a:srgbClr val="1D4ED8"/>
          </a:solidFill>
          <a:ln w="13097">
            <a:solidFill>
              <a:srgbClr val="172B4D"/>
            </a:solidFill>
          </a:ln>
        </p:spPr>
      </p:sp>
      <p:sp>
        <p:nvSpPr>
          <p:cNvPr id="427" name="object-427">
            <a:extLst>
              <a:ext uri="{FF2B5EF4-FFF2-40B4-BE49-F238E27FC236}">
                <a16:creationId xmlns:a16="http://schemas.microsoft.com/office/drawing/2014/main" id="{9884E791-3AF8-4863-A897-4C70398E32FF}"/>
              </a:ext>
            </a:extLst>
          </p:cNvPr>
          <p:cNvSpPr>
            <a:spLocks noGrp="1"/>
          </p:cNvSpPr>
          <p:nvPr/>
        </p:nvSpPr>
        <p:spPr>
          <a:xfrm>
            <a:off x="7097713" y="4048125"/>
            <a:ext cx="34925" cy="547688"/>
          </a:xfrm>
          <a:prstGeom prst="rect">
            <a:avLst/>
          </a:prstGeom>
          <a:solidFill>
            <a:srgbClr val="1D4ED8"/>
          </a:solidFill>
          <a:ln w="13097">
            <a:solidFill>
              <a:srgbClr val="172B4D"/>
            </a:solidFill>
          </a:ln>
        </p:spPr>
      </p:sp>
      <p:sp>
        <p:nvSpPr>
          <p:cNvPr id="428" name="object-428">
            <a:extLst>
              <a:ext uri="{FF2B5EF4-FFF2-40B4-BE49-F238E27FC236}">
                <a16:creationId xmlns:a16="http://schemas.microsoft.com/office/drawing/2014/main" id="{418AD530-21AA-4D70-84E4-8CDCF90F372C}"/>
              </a:ext>
            </a:extLst>
          </p:cNvPr>
          <p:cNvSpPr>
            <a:spLocks noGrp="1"/>
          </p:cNvSpPr>
          <p:nvPr/>
        </p:nvSpPr>
        <p:spPr>
          <a:xfrm>
            <a:off x="7132637" y="4048125"/>
            <a:ext cx="34925" cy="547688"/>
          </a:xfrm>
          <a:prstGeom prst="rect">
            <a:avLst/>
          </a:prstGeom>
          <a:solidFill>
            <a:srgbClr val="1D4ED8"/>
          </a:solidFill>
          <a:ln w="13097">
            <a:solidFill>
              <a:srgbClr val="172B4D"/>
            </a:solidFill>
          </a:ln>
        </p:spPr>
      </p:sp>
      <p:sp>
        <p:nvSpPr>
          <p:cNvPr id="429" name="object-429">
            <a:extLst>
              <a:ext uri="{FF2B5EF4-FFF2-40B4-BE49-F238E27FC236}">
                <a16:creationId xmlns:a16="http://schemas.microsoft.com/office/drawing/2014/main" id="{4B43221C-C88B-4BA8-83D0-AF3686E62096}"/>
              </a:ext>
            </a:extLst>
          </p:cNvPr>
          <p:cNvSpPr>
            <a:spLocks noGrp="1"/>
          </p:cNvSpPr>
          <p:nvPr/>
        </p:nvSpPr>
        <p:spPr>
          <a:xfrm>
            <a:off x="7167563" y="4048125"/>
            <a:ext cx="34925" cy="547688"/>
          </a:xfrm>
          <a:prstGeom prst="rect">
            <a:avLst/>
          </a:prstGeom>
          <a:solidFill>
            <a:srgbClr val="1D4ED8"/>
          </a:solidFill>
          <a:ln w="13097">
            <a:solidFill>
              <a:srgbClr val="172B4D"/>
            </a:solidFill>
          </a:ln>
        </p:spPr>
      </p:sp>
      <p:sp>
        <p:nvSpPr>
          <p:cNvPr id="430" name="object-430">
            <a:extLst>
              <a:ext uri="{FF2B5EF4-FFF2-40B4-BE49-F238E27FC236}">
                <a16:creationId xmlns:a16="http://schemas.microsoft.com/office/drawing/2014/main" id="{6D98E00D-45A5-4191-81F6-495FA6E8019B}"/>
              </a:ext>
            </a:extLst>
          </p:cNvPr>
          <p:cNvSpPr>
            <a:spLocks noGrp="1"/>
          </p:cNvSpPr>
          <p:nvPr/>
        </p:nvSpPr>
        <p:spPr>
          <a:xfrm>
            <a:off x="7202488" y="4048125"/>
            <a:ext cx="34925" cy="547688"/>
          </a:xfrm>
          <a:prstGeom prst="rect">
            <a:avLst/>
          </a:prstGeom>
          <a:solidFill>
            <a:srgbClr val="1D4ED8"/>
          </a:solidFill>
          <a:ln w="13097">
            <a:solidFill>
              <a:srgbClr val="172B4D"/>
            </a:solidFill>
          </a:ln>
        </p:spPr>
      </p:sp>
      <p:sp>
        <p:nvSpPr>
          <p:cNvPr id="431" name="object-431">
            <a:extLst>
              <a:ext uri="{FF2B5EF4-FFF2-40B4-BE49-F238E27FC236}">
                <a16:creationId xmlns:a16="http://schemas.microsoft.com/office/drawing/2014/main" id="{B720D78F-7D45-4F80-995D-B8B4456263F3}"/>
              </a:ext>
            </a:extLst>
          </p:cNvPr>
          <p:cNvSpPr>
            <a:spLocks noGrp="1"/>
          </p:cNvSpPr>
          <p:nvPr/>
        </p:nvSpPr>
        <p:spPr>
          <a:xfrm>
            <a:off x="7237413" y="4048125"/>
            <a:ext cx="34925" cy="547688"/>
          </a:xfrm>
          <a:prstGeom prst="rect">
            <a:avLst/>
          </a:prstGeom>
          <a:solidFill>
            <a:srgbClr val="1D4ED8"/>
          </a:solidFill>
          <a:ln w="13097">
            <a:solidFill>
              <a:srgbClr val="172B4D"/>
            </a:solidFill>
          </a:ln>
        </p:spPr>
      </p:sp>
      <p:sp>
        <p:nvSpPr>
          <p:cNvPr id="432" name="object-432">
            <a:extLst>
              <a:ext uri="{FF2B5EF4-FFF2-40B4-BE49-F238E27FC236}">
                <a16:creationId xmlns:a16="http://schemas.microsoft.com/office/drawing/2014/main" id="{858C32EF-831C-4F2F-9343-CD4EA6F0E983}"/>
              </a:ext>
            </a:extLst>
          </p:cNvPr>
          <p:cNvSpPr>
            <a:spLocks noGrp="1"/>
          </p:cNvSpPr>
          <p:nvPr/>
        </p:nvSpPr>
        <p:spPr>
          <a:xfrm>
            <a:off x="7272338" y="4048125"/>
            <a:ext cx="34925" cy="547688"/>
          </a:xfrm>
          <a:prstGeom prst="rect">
            <a:avLst/>
          </a:prstGeom>
          <a:solidFill>
            <a:srgbClr val="1D4ED8"/>
          </a:solidFill>
          <a:ln w="13097">
            <a:solidFill>
              <a:srgbClr val="172B4D"/>
            </a:solidFill>
          </a:ln>
        </p:spPr>
      </p:sp>
      <p:sp>
        <p:nvSpPr>
          <p:cNvPr id="433" name="object-433">
            <a:extLst>
              <a:ext uri="{FF2B5EF4-FFF2-40B4-BE49-F238E27FC236}">
                <a16:creationId xmlns:a16="http://schemas.microsoft.com/office/drawing/2014/main" id="{548082CE-174B-4676-B26A-C771C0EE659F}"/>
              </a:ext>
            </a:extLst>
          </p:cNvPr>
          <p:cNvSpPr>
            <a:spLocks noGrp="1"/>
          </p:cNvSpPr>
          <p:nvPr/>
        </p:nvSpPr>
        <p:spPr>
          <a:xfrm>
            <a:off x="7307263" y="4048125"/>
            <a:ext cx="34925" cy="547688"/>
          </a:xfrm>
          <a:prstGeom prst="rect">
            <a:avLst/>
          </a:prstGeom>
          <a:solidFill>
            <a:srgbClr val="1D4ED8"/>
          </a:solidFill>
          <a:ln w="13097">
            <a:solidFill>
              <a:srgbClr val="172B4D"/>
            </a:solidFill>
          </a:ln>
        </p:spPr>
      </p:sp>
      <p:sp>
        <p:nvSpPr>
          <p:cNvPr id="434" name="object-434">
            <a:extLst>
              <a:ext uri="{FF2B5EF4-FFF2-40B4-BE49-F238E27FC236}">
                <a16:creationId xmlns:a16="http://schemas.microsoft.com/office/drawing/2014/main" id="{9BBEF6B3-26C6-4E82-AE70-191D27139622}"/>
              </a:ext>
            </a:extLst>
          </p:cNvPr>
          <p:cNvSpPr>
            <a:spLocks noGrp="1"/>
          </p:cNvSpPr>
          <p:nvPr/>
        </p:nvSpPr>
        <p:spPr>
          <a:xfrm>
            <a:off x="7342188" y="4048125"/>
            <a:ext cx="34925" cy="547688"/>
          </a:xfrm>
          <a:prstGeom prst="rect">
            <a:avLst/>
          </a:prstGeom>
          <a:solidFill>
            <a:srgbClr val="1D4ED8"/>
          </a:solidFill>
          <a:ln w="13097">
            <a:solidFill>
              <a:srgbClr val="172B4D"/>
            </a:solidFill>
          </a:ln>
        </p:spPr>
      </p:sp>
      <p:sp>
        <p:nvSpPr>
          <p:cNvPr id="435" name="object-435">
            <a:extLst>
              <a:ext uri="{FF2B5EF4-FFF2-40B4-BE49-F238E27FC236}">
                <a16:creationId xmlns:a16="http://schemas.microsoft.com/office/drawing/2014/main" id="{009267E6-F77F-4ABC-B3E8-30C00C6582EE}"/>
              </a:ext>
            </a:extLst>
          </p:cNvPr>
          <p:cNvSpPr>
            <a:spLocks noGrp="1"/>
          </p:cNvSpPr>
          <p:nvPr/>
        </p:nvSpPr>
        <p:spPr>
          <a:xfrm>
            <a:off x="7377113" y="4048125"/>
            <a:ext cx="34925" cy="547688"/>
          </a:xfrm>
          <a:prstGeom prst="rect">
            <a:avLst/>
          </a:prstGeom>
          <a:solidFill>
            <a:srgbClr val="1D4ED8"/>
          </a:solidFill>
          <a:ln w="13097">
            <a:solidFill>
              <a:srgbClr val="172B4D"/>
            </a:solidFill>
          </a:ln>
        </p:spPr>
      </p:sp>
      <p:sp>
        <p:nvSpPr>
          <p:cNvPr id="436" name="object-436">
            <a:extLst>
              <a:ext uri="{FF2B5EF4-FFF2-40B4-BE49-F238E27FC236}">
                <a16:creationId xmlns:a16="http://schemas.microsoft.com/office/drawing/2014/main" id="{B4F4038F-F213-4093-AF55-C462C1D1840C}"/>
              </a:ext>
            </a:extLst>
          </p:cNvPr>
          <p:cNvSpPr>
            <a:spLocks noGrp="1"/>
          </p:cNvSpPr>
          <p:nvPr/>
        </p:nvSpPr>
        <p:spPr>
          <a:xfrm>
            <a:off x="7412038" y="4048125"/>
            <a:ext cx="34925" cy="547688"/>
          </a:xfrm>
          <a:prstGeom prst="rect">
            <a:avLst/>
          </a:prstGeom>
          <a:solidFill>
            <a:srgbClr val="1D4ED8"/>
          </a:solidFill>
          <a:ln w="13097">
            <a:solidFill>
              <a:srgbClr val="172B4D"/>
            </a:solidFill>
          </a:ln>
        </p:spPr>
      </p:sp>
      <p:sp>
        <p:nvSpPr>
          <p:cNvPr id="437" name="object-437">
            <a:extLst>
              <a:ext uri="{FF2B5EF4-FFF2-40B4-BE49-F238E27FC236}">
                <a16:creationId xmlns:a16="http://schemas.microsoft.com/office/drawing/2014/main" id="{1825E859-7DF5-4AC2-854A-E9732943279D}"/>
              </a:ext>
            </a:extLst>
          </p:cNvPr>
          <p:cNvSpPr>
            <a:spLocks noGrp="1"/>
          </p:cNvSpPr>
          <p:nvPr/>
        </p:nvSpPr>
        <p:spPr>
          <a:xfrm>
            <a:off x="7446963" y="4048125"/>
            <a:ext cx="34925" cy="547688"/>
          </a:xfrm>
          <a:prstGeom prst="rect">
            <a:avLst/>
          </a:prstGeom>
          <a:solidFill>
            <a:srgbClr val="1D4ED8"/>
          </a:solidFill>
          <a:ln w="13097">
            <a:solidFill>
              <a:srgbClr val="172B4D"/>
            </a:solidFill>
          </a:ln>
        </p:spPr>
      </p:sp>
      <p:sp>
        <p:nvSpPr>
          <p:cNvPr id="438" name="object-438">
            <a:extLst>
              <a:ext uri="{FF2B5EF4-FFF2-40B4-BE49-F238E27FC236}">
                <a16:creationId xmlns:a16="http://schemas.microsoft.com/office/drawing/2014/main" id="{BC5F1E20-9784-4116-8CC6-281207A33908}"/>
              </a:ext>
            </a:extLst>
          </p:cNvPr>
          <p:cNvSpPr>
            <a:spLocks noGrp="1"/>
          </p:cNvSpPr>
          <p:nvPr/>
        </p:nvSpPr>
        <p:spPr>
          <a:xfrm>
            <a:off x="7481888" y="4048125"/>
            <a:ext cx="34925" cy="547688"/>
          </a:xfrm>
          <a:prstGeom prst="rect">
            <a:avLst/>
          </a:prstGeom>
          <a:solidFill>
            <a:srgbClr val="1D4ED8"/>
          </a:solidFill>
          <a:ln w="13097">
            <a:solidFill>
              <a:srgbClr val="172B4D"/>
            </a:solidFill>
          </a:ln>
        </p:spPr>
      </p:sp>
      <p:sp>
        <p:nvSpPr>
          <p:cNvPr id="439" name="object-439">
            <a:extLst>
              <a:ext uri="{FF2B5EF4-FFF2-40B4-BE49-F238E27FC236}">
                <a16:creationId xmlns:a16="http://schemas.microsoft.com/office/drawing/2014/main" id="{10391B98-8938-46C9-A9EC-5A138D59921C}"/>
              </a:ext>
            </a:extLst>
          </p:cNvPr>
          <p:cNvSpPr>
            <a:spLocks noGrp="1"/>
          </p:cNvSpPr>
          <p:nvPr/>
        </p:nvSpPr>
        <p:spPr>
          <a:xfrm>
            <a:off x="7516812" y="4048125"/>
            <a:ext cx="34925" cy="547688"/>
          </a:xfrm>
          <a:prstGeom prst="rect">
            <a:avLst/>
          </a:prstGeom>
          <a:solidFill>
            <a:srgbClr val="1D4ED8"/>
          </a:solidFill>
          <a:ln w="13097">
            <a:solidFill>
              <a:srgbClr val="172B4D"/>
            </a:solidFill>
          </a:ln>
        </p:spPr>
      </p:sp>
      <p:sp>
        <p:nvSpPr>
          <p:cNvPr id="440" name="object-440">
            <a:extLst>
              <a:ext uri="{FF2B5EF4-FFF2-40B4-BE49-F238E27FC236}">
                <a16:creationId xmlns:a16="http://schemas.microsoft.com/office/drawing/2014/main" id="{963C5747-9ED0-46D9-8CAD-2014BD4D9430}"/>
              </a:ext>
            </a:extLst>
          </p:cNvPr>
          <p:cNvSpPr>
            <a:spLocks noGrp="1"/>
          </p:cNvSpPr>
          <p:nvPr/>
        </p:nvSpPr>
        <p:spPr>
          <a:xfrm>
            <a:off x="7551737" y="4048125"/>
            <a:ext cx="34925" cy="547688"/>
          </a:xfrm>
          <a:prstGeom prst="rect">
            <a:avLst/>
          </a:prstGeom>
          <a:solidFill>
            <a:srgbClr val="1D4ED8"/>
          </a:solidFill>
          <a:ln w="13097">
            <a:solidFill>
              <a:srgbClr val="172B4D"/>
            </a:solidFill>
          </a:ln>
        </p:spPr>
      </p:sp>
      <p:sp>
        <p:nvSpPr>
          <p:cNvPr id="441" name="object-441">
            <a:extLst>
              <a:ext uri="{FF2B5EF4-FFF2-40B4-BE49-F238E27FC236}">
                <a16:creationId xmlns:a16="http://schemas.microsoft.com/office/drawing/2014/main" id="{E918B976-87F6-4743-82A2-90D8464DD001}"/>
              </a:ext>
            </a:extLst>
          </p:cNvPr>
          <p:cNvSpPr>
            <a:spLocks noGrp="1"/>
          </p:cNvSpPr>
          <p:nvPr/>
        </p:nvSpPr>
        <p:spPr>
          <a:xfrm>
            <a:off x="7586663" y="4048125"/>
            <a:ext cx="34925" cy="547688"/>
          </a:xfrm>
          <a:prstGeom prst="rect">
            <a:avLst/>
          </a:prstGeom>
          <a:solidFill>
            <a:srgbClr val="1D4ED8"/>
          </a:solidFill>
          <a:ln w="13097">
            <a:solidFill>
              <a:srgbClr val="172B4D"/>
            </a:solidFill>
          </a:ln>
        </p:spPr>
      </p:sp>
      <p:sp>
        <p:nvSpPr>
          <p:cNvPr id="442" name="object-442">
            <a:extLst>
              <a:ext uri="{FF2B5EF4-FFF2-40B4-BE49-F238E27FC236}">
                <a16:creationId xmlns:a16="http://schemas.microsoft.com/office/drawing/2014/main" id="{B4CAC2E0-A901-444F-9811-D57ECD76D2C7}"/>
              </a:ext>
            </a:extLst>
          </p:cNvPr>
          <p:cNvSpPr>
            <a:spLocks noGrp="1"/>
          </p:cNvSpPr>
          <p:nvPr/>
        </p:nvSpPr>
        <p:spPr>
          <a:xfrm>
            <a:off x="7621588" y="4048125"/>
            <a:ext cx="34925" cy="547688"/>
          </a:xfrm>
          <a:prstGeom prst="rect">
            <a:avLst/>
          </a:prstGeom>
          <a:solidFill>
            <a:srgbClr val="1D4ED8"/>
          </a:solidFill>
          <a:ln w="13097">
            <a:solidFill>
              <a:srgbClr val="172B4D"/>
            </a:solidFill>
          </a:ln>
        </p:spPr>
      </p:sp>
      <p:sp>
        <p:nvSpPr>
          <p:cNvPr id="443" name="object-443">
            <a:extLst>
              <a:ext uri="{FF2B5EF4-FFF2-40B4-BE49-F238E27FC236}">
                <a16:creationId xmlns:a16="http://schemas.microsoft.com/office/drawing/2014/main" id="{F318313E-1ED8-4C11-B94A-2173928D25A5}"/>
              </a:ext>
            </a:extLst>
          </p:cNvPr>
          <p:cNvSpPr>
            <a:spLocks noGrp="1"/>
          </p:cNvSpPr>
          <p:nvPr/>
        </p:nvSpPr>
        <p:spPr>
          <a:xfrm>
            <a:off x="7656512" y="4048125"/>
            <a:ext cx="34925" cy="547688"/>
          </a:xfrm>
          <a:prstGeom prst="rect">
            <a:avLst/>
          </a:prstGeom>
          <a:solidFill>
            <a:srgbClr val="1D4ED8"/>
          </a:solidFill>
          <a:ln w="13097">
            <a:solidFill>
              <a:srgbClr val="172B4D"/>
            </a:solidFill>
          </a:ln>
        </p:spPr>
      </p:sp>
      <p:sp>
        <p:nvSpPr>
          <p:cNvPr id="444" name="object-444">
            <a:extLst>
              <a:ext uri="{FF2B5EF4-FFF2-40B4-BE49-F238E27FC236}">
                <a16:creationId xmlns:a16="http://schemas.microsoft.com/office/drawing/2014/main" id="{F1B39A84-203D-4DA2-BCC4-04DAB369EE3B}"/>
              </a:ext>
            </a:extLst>
          </p:cNvPr>
          <p:cNvSpPr>
            <a:spLocks noGrp="1"/>
          </p:cNvSpPr>
          <p:nvPr/>
        </p:nvSpPr>
        <p:spPr>
          <a:xfrm>
            <a:off x="7691438" y="4048125"/>
            <a:ext cx="34925" cy="547688"/>
          </a:xfrm>
          <a:prstGeom prst="rect">
            <a:avLst/>
          </a:prstGeom>
          <a:solidFill>
            <a:srgbClr val="1D4ED8"/>
          </a:solidFill>
          <a:ln w="13097">
            <a:solidFill>
              <a:srgbClr val="172B4D"/>
            </a:solidFill>
          </a:ln>
        </p:spPr>
      </p:sp>
      <p:sp>
        <p:nvSpPr>
          <p:cNvPr id="445" name="object-445">
            <a:extLst>
              <a:ext uri="{FF2B5EF4-FFF2-40B4-BE49-F238E27FC236}">
                <a16:creationId xmlns:a16="http://schemas.microsoft.com/office/drawing/2014/main" id="{93B0E6DC-7F9C-4998-B571-3BEAF1ADB3AC}"/>
              </a:ext>
            </a:extLst>
          </p:cNvPr>
          <p:cNvSpPr>
            <a:spLocks noGrp="1"/>
          </p:cNvSpPr>
          <p:nvPr/>
        </p:nvSpPr>
        <p:spPr>
          <a:xfrm>
            <a:off x="7726363" y="4048125"/>
            <a:ext cx="34925" cy="547688"/>
          </a:xfrm>
          <a:prstGeom prst="rect">
            <a:avLst/>
          </a:prstGeom>
          <a:solidFill>
            <a:srgbClr val="1D4ED8"/>
          </a:solidFill>
          <a:ln w="13097">
            <a:solidFill>
              <a:srgbClr val="172B4D"/>
            </a:solidFill>
          </a:ln>
        </p:spPr>
      </p:sp>
      <p:sp>
        <p:nvSpPr>
          <p:cNvPr id="446" name="object-446">
            <a:extLst>
              <a:ext uri="{FF2B5EF4-FFF2-40B4-BE49-F238E27FC236}">
                <a16:creationId xmlns:a16="http://schemas.microsoft.com/office/drawing/2014/main" id="{6F2C54B2-9F76-47F0-BF69-A87B88B63BF4}"/>
              </a:ext>
            </a:extLst>
          </p:cNvPr>
          <p:cNvSpPr>
            <a:spLocks noGrp="1"/>
          </p:cNvSpPr>
          <p:nvPr/>
        </p:nvSpPr>
        <p:spPr>
          <a:xfrm>
            <a:off x="7761288" y="4048125"/>
            <a:ext cx="34925" cy="547688"/>
          </a:xfrm>
          <a:prstGeom prst="rect">
            <a:avLst/>
          </a:prstGeom>
          <a:solidFill>
            <a:srgbClr val="1D4ED8"/>
          </a:solidFill>
          <a:ln w="13097">
            <a:solidFill>
              <a:srgbClr val="172B4D"/>
            </a:solidFill>
          </a:ln>
        </p:spPr>
      </p:sp>
      <p:sp>
        <p:nvSpPr>
          <p:cNvPr id="447" name="object-447">
            <a:extLst>
              <a:ext uri="{FF2B5EF4-FFF2-40B4-BE49-F238E27FC236}">
                <a16:creationId xmlns:a16="http://schemas.microsoft.com/office/drawing/2014/main" id="{953E115D-3E70-4337-8285-F006DA09B863}"/>
              </a:ext>
            </a:extLst>
          </p:cNvPr>
          <p:cNvSpPr>
            <a:spLocks noGrp="1"/>
          </p:cNvSpPr>
          <p:nvPr/>
        </p:nvSpPr>
        <p:spPr>
          <a:xfrm>
            <a:off x="7796213" y="4048125"/>
            <a:ext cx="34925" cy="547688"/>
          </a:xfrm>
          <a:prstGeom prst="rect">
            <a:avLst/>
          </a:prstGeom>
          <a:solidFill>
            <a:srgbClr val="1D4ED8"/>
          </a:solidFill>
          <a:ln w="13097">
            <a:solidFill>
              <a:srgbClr val="172B4D"/>
            </a:solidFill>
          </a:ln>
        </p:spPr>
      </p:sp>
      <p:sp>
        <p:nvSpPr>
          <p:cNvPr id="448" name="object-448">
            <a:extLst>
              <a:ext uri="{FF2B5EF4-FFF2-40B4-BE49-F238E27FC236}">
                <a16:creationId xmlns:a16="http://schemas.microsoft.com/office/drawing/2014/main" id="{C08507C0-EAF8-415A-A7B1-048C047D65D4}"/>
              </a:ext>
            </a:extLst>
          </p:cNvPr>
          <p:cNvSpPr>
            <a:spLocks noGrp="1"/>
          </p:cNvSpPr>
          <p:nvPr/>
        </p:nvSpPr>
        <p:spPr>
          <a:xfrm>
            <a:off x="7831138" y="4048125"/>
            <a:ext cx="34925" cy="547688"/>
          </a:xfrm>
          <a:prstGeom prst="rect">
            <a:avLst/>
          </a:prstGeom>
          <a:solidFill>
            <a:srgbClr val="1D4ED8"/>
          </a:solidFill>
          <a:ln w="13097">
            <a:solidFill>
              <a:srgbClr val="172B4D"/>
            </a:solidFill>
          </a:ln>
        </p:spPr>
      </p:sp>
      <p:sp>
        <p:nvSpPr>
          <p:cNvPr id="449" name="object-449">
            <a:extLst>
              <a:ext uri="{FF2B5EF4-FFF2-40B4-BE49-F238E27FC236}">
                <a16:creationId xmlns:a16="http://schemas.microsoft.com/office/drawing/2014/main" id="{56B7AAED-C937-4BCC-BA56-252FC5D44E36}"/>
              </a:ext>
            </a:extLst>
          </p:cNvPr>
          <p:cNvSpPr>
            <a:spLocks noGrp="1"/>
          </p:cNvSpPr>
          <p:nvPr/>
        </p:nvSpPr>
        <p:spPr>
          <a:xfrm>
            <a:off x="7866063" y="4048125"/>
            <a:ext cx="34925" cy="547688"/>
          </a:xfrm>
          <a:prstGeom prst="rect">
            <a:avLst/>
          </a:prstGeom>
          <a:solidFill>
            <a:srgbClr val="1D4ED8"/>
          </a:solidFill>
          <a:ln w="13097">
            <a:solidFill>
              <a:srgbClr val="172B4D"/>
            </a:solidFill>
          </a:ln>
        </p:spPr>
      </p:sp>
      <p:sp>
        <p:nvSpPr>
          <p:cNvPr id="450" name="object-450">
            <a:extLst>
              <a:ext uri="{FF2B5EF4-FFF2-40B4-BE49-F238E27FC236}">
                <a16:creationId xmlns:a16="http://schemas.microsoft.com/office/drawing/2014/main" id="{116F2729-A19A-4E02-BEE0-790BAB07BA4D}"/>
              </a:ext>
            </a:extLst>
          </p:cNvPr>
          <p:cNvSpPr>
            <a:spLocks noGrp="1"/>
          </p:cNvSpPr>
          <p:nvPr/>
        </p:nvSpPr>
        <p:spPr>
          <a:xfrm>
            <a:off x="7900988" y="4048125"/>
            <a:ext cx="34925" cy="547688"/>
          </a:xfrm>
          <a:prstGeom prst="rect">
            <a:avLst/>
          </a:prstGeom>
          <a:solidFill>
            <a:srgbClr val="1D4ED8"/>
          </a:solidFill>
          <a:ln w="13097">
            <a:solidFill>
              <a:srgbClr val="172B4D"/>
            </a:solidFill>
          </a:ln>
        </p:spPr>
      </p:sp>
      <p:sp>
        <p:nvSpPr>
          <p:cNvPr id="451" name="object-451">
            <a:extLst>
              <a:ext uri="{FF2B5EF4-FFF2-40B4-BE49-F238E27FC236}">
                <a16:creationId xmlns:a16="http://schemas.microsoft.com/office/drawing/2014/main" id="{D7944ADF-CC2F-4A34-BCFB-35D6EFCE8FD3}"/>
              </a:ext>
            </a:extLst>
          </p:cNvPr>
          <p:cNvSpPr>
            <a:spLocks noGrp="1"/>
          </p:cNvSpPr>
          <p:nvPr/>
        </p:nvSpPr>
        <p:spPr>
          <a:xfrm>
            <a:off x="7935913" y="4048125"/>
            <a:ext cx="34925" cy="547688"/>
          </a:xfrm>
          <a:prstGeom prst="rect">
            <a:avLst/>
          </a:prstGeom>
          <a:solidFill>
            <a:srgbClr val="1D4ED8"/>
          </a:solidFill>
          <a:ln w="13097">
            <a:solidFill>
              <a:srgbClr val="172B4D"/>
            </a:solidFill>
          </a:ln>
        </p:spPr>
      </p:sp>
      <p:sp>
        <p:nvSpPr>
          <p:cNvPr id="452" name="object-452">
            <a:extLst>
              <a:ext uri="{FF2B5EF4-FFF2-40B4-BE49-F238E27FC236}">
                <a16:creationId xmlns:a16="http://schemas.microsoft.com/office/drawing/2014/main" id="{0600DAC0-3AE1-43FF-849F-D1C5CD9F0B78}"/>
              </a:ext>
            </a:extLst>
          </p:cNvPr>
          <p:cNvSpPr>
            <a:spLocks noGrp="1"/>
          </p:cNvSpPr>
          <p:nvPr/>
        </p:nvSpPr>
        <p:spPr>
          <a:xfrm>
            <a:off x="7970838" y="4048125"/>
            <a:ext cx="34925" cy="547688"/>
          </a:xfrm>
          <a:prstGeom prst="rect">
            <a:avLst/>
          </a:prstGeom>
          <a:solidFill>
            <a:srgbClr val="1D4ED8"/>
          </a:solidFill>
          <a:ln w="13097">
            <a:solidFill>
              <a:srgbClr val="172B4D"/>
            </a:solidFill>
          </a:ln>
        </p:spPr>
      </p:sp>
      <p:sp>
        <p:nvSpPr>
          <p:cNvPr id="453" name="object-453">
            <a:extLst>
              <a:ext uri="{FF2B5EF4-FFF2-40B4-BE49-F238E27FC236}">
                <a16:creationId xmlns:a16="http://schemas.microsoft.com/office/drawing/2014/main" id="{C9A669C9-85EB-4F22-8F17-BB99AB8C0A19}"/>
              </a:ext>
            </a:extLst>
          </p:cNvPr>
          <p:cNvSpPr>
            <a:spLocks noGrp="1"/>
          </p:cNvSpPr>
          <p:nvPr/>
        </p:nvSpPr>
        <p:spPr>
          <a:xfrm>
            <a:off x="8005763" y="4048125"/>
            <a:ext cx="34925" cy="547688"/>
          </a:xfrm>
          <a:prstGeom prst="rect">
            <a:avLst/>
          </a:prstGeom>
          <a:solidFill>
            <a:srgbClr val="1D4ED8"/>
          </a:solidFill>
          <a:ln w="13097">
            <a:solidFill>
              <a:srgbClr val="172B4D"/>
            </a:solidFill>
          </a:ln>
        </p:spPr>
      </p:sp>
      <p:sp>
        <p:nvSpPr>
          <p:cNvPr id="454" name="object-454">
            <a:extLst>
              <a:ext uri="{FF2B5EF4-FFF2-40B4-BE49-F238E27FC236}">
                <a16:creationId xmlns:a16="http://schemas.microsoft.com/office/drawing/2014/main" id="{CE4DCEDD-4CE5-4C31-889E-C23F979ECDBD}"/>
              </a:ext>
            </a:extLst>
          </p:cNvPr>
          <p:cNvSpPr>
            <a:spLocks noGrp="1"/>
          </p:cNvSpPr>
          <p:nvPr/>
        </p:nvSpPr>
        <p:spPr>
          <a:xfrm>
            <a:off x="8040687" y="4048125"/>
            <a:ext cx="34925" cy="547688"/>
          </a:xfrm>
          <a:prstGeom prst="rect">
            <a:avLst/>
          </a:prstGeom>
          <a:solidFill>
            <a:srgbClr val="1D4ED8"/>
          </a:solidFill>
          <a:ln w="13097">
            <a:solidFill>
              <a:srgbClr val="172B4D"/>
            </a:solidFill>
          </a:ln>
        </p:spPr>
      </p:sp>
      <p:sp>
        <p:nvSpPr>
          <p:cNvPr id="455" name="object-455">
            <a:extLst>
              <a:ext uri="{FF2B5EF4-FFF2-40B4-BE49-F238E27FC236}">
                <a16:creationId xmlns:a16="http://schemas.microsoft.com/office/drawing/2014/main" id="{6247B18C-7533-4C72-A3AF-AB4DD502A62A}"/>
              </a:ext>
            </a:extLst>
          </p:cNvPr>
          <p:cNvSpPr>
            <a:spLocks noGrp="1"/>
          </p:cNvSpPr>
          <p:nvPr/>
        </p:nvSpPr>
        <p:spPr>
          <a:xfrm>
            <a:off x="8075612" y="4048125"/>
            <a:ext cx="34925" cy="547688"/>
          </a:xfrm>
          <a:prstGeom prst="rect">
            <a:avLst/>
          </a:prstGeom>
          <a:solidFill>
            <a:srgbClr val="1D4ED8"/>
          </a:solidFill>
          <a:ln w="13097">
            <a:solidFill>
              <a:srgbClr val="172B4D"/>
            </a:solidFill>
          </a:ln>
        </p:spPr>
      </p:sp>
      <p:sp>
        <p:nvSpPr>
          <p:cNvPr id="456" name="object-456">
            <a:extLst>
              <a:ext uri="{FF2B5EF4-FFF2-40B4-BE49-F238E27FC236}">
                <a16:creationId xmlns:a16="http://schemas.microsoft.com/office/drawing/2014/main" id="{57694F3F-F3EE-471B-A22A-F16DF57CC379}"/>
              </a:ext>
            </a:extLst>
          </p:cNvPr>
          <p:cNvSpPr>
            <a:spLocks noGrp="1"/>
          </p:cNvSpPr>
          <p:nvPr/>
        </p:nvSpPr>
        <p:spPr>
          <a:xfrm>
            <a:off x="8110538" y="4048125"/>
            <a:ext cx="34925" cy="547688"/>
          </a:xfrm>
          <a:prstGeom prst="rect">
            <a:avLst/>
          </a:prstGeom>
          <a:solidFill>
            <a:srgbClr val="1D4ED8"/>
          </a:solidFill>
          <a:ln w="13097">
            <a:solidFill>
              <a:srgbClr val="172B4D"/>
            </a:solidFill>
          </a:ln>
        </p:spPr>
      </p:sp>
      <p:sp>
        <p:nvSpPr>
          <p:cNvPr id="457" name="object-457">
            <a:extLst>
              <a:ext uri="{FF2B5EF4-FFF2-40B4-BE49-F238E27FC236}">
                <a16:creationId xmlns:a16="http://schemas.microsoft.com/office/drawing/2014/main" id="{5EBC5B0E-C1C7-4EDB-9AA1-ACAE1054D21D}"/>
              </a:ext>
            </a:extLst>
          </p:cNvPr>
          <p:cNvSpPr>
            <a:spLocks noGrp="1"/>
          </p:cNvSpPr>
          <p:nvPr/>
        </p:nvSpPr>
        <p:spPr>
          <a:xfrm>
            <a:off x="8145463" y="4048125"/>
            <a:ext cx="34925" cy="547688"/>
          </a:xfrm>
          <a:prstGeom prst="rect">
            <a:avLst/>
          </a:prstGeom>
          <a:solidFill>
            <a:srgbClr val="1D4ED8"/>
          </a:solidFill>
          <a:ln w="13097">
            <a:solidFill>
              <a:srgbClr val="172B4D"/>
            </a:solidFill>
          </a:ln>
        </p:spPr>
      </p:sp>
      <p:sp>
        <p:nvSpPr>
          <p:cNvPr id="458" name="object-458">
            <a:extLst>
              <a:ext uri="{FF2B5EF4-FFF2-40B4-BE49-F238E27FC236}">
                <a16:creationId xmlns:a16="http://schemas.microsoft.com/office/drawing/2014/main" id="{CE4EA13A-DF45-4C9E-8031-E07AAF9125FE}"/>
              </a:ext>
            </a:extLst>
          </p:cNvPr>
          <p:cNvSpPr>
            <a:spLocks noGrp="1"/>
          </p:cNvSpPr>
          <p:nvPr/>
        </p:nvSpPr>
        <p:spPr>
          <a:xfrm>
            <a:off x="8180387" y="4048125"/>
            <a:ext cx="34925" cy="547688"/>
          </a:xfrm>
          <a:prstGeom prst="rect">
            <a:avLst/>
          </a:prstGeom>
          <a:solidFill>
            <a:srgbClr val="1D4ED8"/>
          </a:solidFill>
          <a:ln w="13097">
            <a:solidFill>
              <a:srgbClr val="172B4D"/>
            </a:solidFill>
          </a:ln>
        </p:spPr>
      </p:sp>
      <p:sp>
        <p:nvSpPr>
          <p:cNvPr id="459" name="object-459">
            <a:extLst>
              <a:ext uri="{FF2B5EF4-FFF2-40B4-BE49-F238E27FC236}">
                <a16:creationId xmlns:a16="http://schemas.microsoft.com/office/drawing/2014/main" id="{0A747EC0-7184-44E0-956E-AACDDAD22A70}"/>
              </a:ext>
            </a:extLst>
          </p:cNvPr>
          <p:cNvSpPr>
            <a:spLocks noGrp="1"/>
          </p:cNvSpPr>
          <p:nvPr/>
        </p:nvSpPr>
        <p:spPr>
          <a:xfrm>
            <a:off x="8215313" y="4048125"/>
            <a:ext cx="34925" cy="547688"/>
          </a:xfrm>
          <a:prstGeom prst="rect">
            <a:avLst/>
          </a:prstGeom>
          <a:solidFill>
            <a:srgbClr val="1D4ED8"/>
          </a:solidFill>
          <a:ln w="13097">
            <a:solidFill>
              <a:srgbClr val="172B4D"/>
            </a:solidFill>
          </a:ln>
        </p:spPr>
      </p:sp>
      <p:sp>
        <p:nvSpPr>
          <p:cNvPr id="460" name="object-460">
            <a:extLst>
              <a:ext uri="{FF2B5EF4-FFF2-40B4-BE49-F238E27FC236}">
                <a16:creationId xmlns:a16="http://schemas.microsoft.com/office/drawing/2014/main" id="{0CA2A454-34A6-45D0-A092-F08F33357B9A}"/>
              </a:ext>
            </a:extLst>
          </p:cNvPr>
          <p:cNvSpPr>
            <a:spLocks noGrp="1"/>
          </p:cNvSpPr>
          <p:nvPr/>
        </p:nvSpPr>
        <p:spPr>
          <a:xfrm>
            <a:off x="8250238" y="4048125"/>
            <a:ext cx="34925" cy="547688"/>
          </a:xfrm>
          <a:prstGeom prst="rect">
            <a:avLst/>
          </a:prstGeom>
          <a:solidFill>
            <a:srgbClr val="1D4ED8"/>
          </a:solidFill>
          <a:ln w="13097">
            <a:solidFill>
              <a:srgbClr val="172B4D"/>
            </a:solidFill>
          </a:ln>
        </p:spPr>
      </p:sp>
      <p:sp>
        <p:nvSpPr>
          <p:cNvPr id="461" name="object-461">
            <a:extLst>
              <a:ext uri="{FF2B5EF4-FFF2-40B4-BE49-F238E27FC236}">
                <a16:creationId xmlns:a16="http://schemas.microsoft.com/office/drawing/2014/main" id="{433676EF-E3B4-48EA-85D2-D33BB4FF7BD0}"/>
              </a:ext>
            </a:extLst>
          </p:cNvPr>
          <p:cNvSpPr>
            <a:spLocks noGrp="1"/>
          </p:cNvSpPr>
          <p:nvPr/>
        </p:nvSpPr>
        <p:spPr>
          <a:xfrm>
            <a:off x="8285163" y="4048125"/>
            <a:ext cx="34925" cy="547688"/>
          </a:xfrm>
          <a:prstGeom prst="rect">
            <a:avLst/>
          </a:prstGeom>
          <a:solidFill>
            <a:srgbClr val="1D4ED8"/>
          </a:solidFill>
          <a:ln w="13097">
            <a:solidFill>
              <a:srgbClr val="172B4D"/>
            </a:solidFill>
          </a:ln>
        </p:spPr>
      </p:sp>
      <p:sp>
        <p:nvSpPr>
          <p:cNvPr id="462" name="object-462">
            <a:extLst>
              <a:ext uri="{FF2B5EF4-FFF2-40B4-BE49-F238E27FC236}">
                <a16:creationId xmlns:a16="http://schemas.microsoft.com/office/drawing/2014/main" id="{044E29AE-44FD-43DB-A858-BBEA32AEDD4E}"/>
              </a:ext>
            </a:extLst>
          </p:cNvPr>
          <p:cNvSpPr>
            <a:spLocks noGrp="1"/>
          </p:cNvSpPr>
          <p:nvPr/>
        </p:nvSpPr>
        <p:spPr>
          <a:xfrm>
            <a:off x="8320088" y="4048125"/>
            <a:ext cx="34925" cy="547688"/>
          </a:xfrm>
          <a:prstGeom prst="rect">
            <a:avLst/>
          </a:prstGeom>
          <a:solidFill>
            <a:srgbClr val="1D4ED8"/>
          </a:solidFill>
          <a:ln w="13097">
            <a:solidFill>
              <a:srgbClr val="172B4D"/>
            </a:solidFill>
          </a:ln>
        </p:spPr>
      </p:sp>
      <p:sp>
        <p:nvSpPr>
          <p:cNvPr id="463" name="object-463">
            <a:extLst>
              <a:ext uri="{FF2B5EF4-FFF2-40B4-BE49-F238E27FC236}">
                <a16:creationId xmlns:a16="http://schemas.microsoft.com/office/drawing/2014/main" id="{97EC3621-AD79-44D1-9D6C-EE84D3006F5F}"/>
              </a:ext>
            </a:extLst>
          </p:cNvPr>
          <p:cNvSpPr>
            <a:spLocks noGrp="1"/>
          </p:cNvSpPr>
          <p:nvPr/>
        </p:nvSpPr>
        <p:spPr>
          <a:xfrm>
            <a:off x="8355013" y="4048125"/>
            <a:ext cx="34925" cy="547688"/>
          </a:xfrm>
          <a:prstGeom prst="rect">
            <a:avLst/>
          </a:prstGeom>
          <a:solidFill>
            <a:srgbClr val="1D4ED8"/>
          </a:solidFill>
          <a:ln w="13097">
            <a:solidFill>
              <a:srgbClr val="172B4D"/>
            </a:solidFill>
          </a:ln>
        </p:spPr>
      </p:sp>
      <p:sp>
        <p:nvSpPr>
          <p:cNvPr id="464" name="object-464">
            <a:extLst>
              <a:ext uri="{FF2B5EF4-FFF2-40B4-BE49-F238E27FC236}">
                <a16:creationId xmlns:a16="http://schemas.microsoft.com/office/drawing/2014/main" id="{A6C66739-0D00-4369-B7A0-689A6E461241}"/>
              </a:ext>
            </a:extLst>
          </p:cNvPr>
          <p:cNvSpPr>
            <a:spLocks noGrp="1"/>
          </p:cNvSpPr>
          <p:nvPr/>
        </p:nvSpPr>
        <p:spPr>
          <a:xfrm>
            <a:off x="8389938" y="4048125"/>
            <a:ext cx="34925" cy="547688"/>
          </a:xfrm>
          <a:prstGeom prst="rect">
            <a:avLst/>
          </a:prstGeom>
          <a:solidFill>
            <a:srgbClr val="1D4ED8"/>
          </a:solidFill>
          <a:ln w="13097">
            <a:solidFill>
              <a:srgbClr val="172B4D"/>
            </a:solidFill>
          </a:ln>
        </p:spPr>
      </p:sp>
      <p:sp>
        <p:nvSpPr>
          <p:cNvPr id="465" name="object-465">
            <a:extLst>
              <a:ext uri="{FF2B5EF4-FFF2-40B4-BE49-F238E27FC236}">
                <a16:creationId xmlns:a16="http://schemas.microsoft.com/office/drawing/2014/main" id="{777146B3-60BE-4AFE-8FD1-08C74E042BF6}"/>
              </a:ext>
            </a:extLst>
          </p:cNvPr>
          <p:cNvSpPr>
            <a:spLocks noGrp="1"/>
          </p:cNvSpPr>
          <p:nvPr/>
        </p:nvSpPr>
        <p:spPr>
          <a:xfrm>
            <a:off x="8424863" y="4048125"/>
            <a:ext cx="34925" cy="547688"/>
          </a:xfrm>
          <a:prstGeom prst="rect">
            <a:avLst/>
          </a:prstGeom>
          <a:solidFill>
            <a:srgbClr val="1D4ED8"/>
          </a:solidFill>
          <a:ln w="13097">
            <a:solidFill>
              <a:srgbClr val="172B4D"/>
            </a:solidFill>
          </a:ln>
        </p:spPr>
      </p:sp>
      <p:sp>
        <p:nvSpPr>
          <p:cNvPr id="466" name="object-466">
            <a:extLst>
              <a:ext uri="{FF2B5EF4-FFF2-40B4-BE49-F238E27FC236}">
                <a16:creationId xmlns:a16="http://schemas.microsoft.com/office/drawing/2014/main" id="{06F8C495-19B7-4D60-9C16-BD7616D2FC5B}"/>
              </a:ext>
            </a:extLst>
          </p:cNvPr>
          <p:cNvSpPr>
            <a:spLocks noGrp="1"/>
          </p:cNvSpPr>
          <p:nvPr/>
        </p:nvSpPr>
        <p:spPr>
          <a:xfrm>
            <a:off x="8459788" y="4048125"/>
            <a:ext cx="34925" cy="547688"/>
          </a:xfrm>
          <a:prstGeom prst="rect">
            <a:avLst/>
          </a:prstGeom>
          <a:solidFill>
            <a:srgbClr val="1D4ED8"/>
          </a:solidFill>
          <a:ln w="13097">
            <a:solidFill>
              <a:srgbClr val="172B4D"/>
            </a:solidFill>
          </a:ln>
        </p:spPr>
      </p:sp>
      <p:sp>
        <p:nvSpPr>
          <p:cNvPr id="467" name="object-467">
            <a:extLst>
              <a:ext uri="{FF2B5EF4-FFF2-40B4-BE49-F238E27FC236}">
                <a16:creationId xmlns:a16="http://schemas.microsoft.com/office/drawing/2014/main" id="{547ADDCC-F875-4235-AA19-B21DCD086670}"/>
              </a:ext>
            </a:extLst>
          </p:cNvPr>
          <p:cNvSpPr>
            <a:spLocks noGrp="1"/>
          </p:cNvSpPr>
          <p:nvPr/>
        </p:nvSpPr>
        <p:spPr>
          <a:xfrm>
            <a:off x="8494713" y="4048125"/>
            <a:ext cx="34925" cy="547688"/>
          </a:xfrm>
          <a:prstGeom prst="rect">
            <a:avLst/>
          </a:prstGeom>
          <a:solidFill>
            <a:srgbClr val="1D4ED8"/>
          </a:solidFill>
          <a:ln w="13097">
            <a:solidFill>
              <a:srgbClr val="172B4D"/>
            </a:solidFill>
          </a:ln>
        </p:spPr>
      </p:sp>
      <p:sp>
        <p:nvSpPr>
          <p:cNvPr id="468" name="object-468">
            <a:extLst>
              <a:ext uri="{FF2B5EF4-FFF2-40B4-BE49-F238E27FC236}">
                <a16:creationId xmlns:a16="http://schemas.microsoft.com/office/drawing/2014/main" id="{14BD2FFE-FC2C-434F-97E4-83C74C6B6AC2}"/>
              </a:ext>
            </a:extLst>
          </p:cNvPr>
          <p:cNvSpPr>
            <a:spLocks noGrp="1"/>
          </p:cNvSpPr>
          <p:nvPr/>
        </p:nvSpPr>
        <p:spPr>
          <a:xfrm>
            <a:off x="8529638" y="4048125"/>
            <a:ext cx="34925" cy="547688"/>
          </a:xfrm>
          <a:prstGeom prst="rect">
            <a:avLst/>
          </a:prstGeom>
          <a:solidFill>
            <a:srgbClr val="1D4ED8"/>
          </a:solidFill>
          <a:ln w="13097">
            <a:solidFill>
              <a:srgbClr val="172B4D"/>
            </a:solidFill>
          </a:ln>
        </p:spPr>
      </p:sp>
      <p:sp>
        <p:nvSpPr>
          <p:cNvPr id="469" name="object-469">
            <a:extLst>
              <a:ext uri="{FF2B5EF4-FFF2-40B4-BE49-F238E27FC236}">
                <a16:creationId xmlns:a16="http://schemas.microsoft.com/office/drawing/2014/main" id="{BCB9C605-8065-4701-9D02-B336013715AE}"/>
              </a:ext>
            </a:extLst>
          </p:cNvPr>
          <p:cNvSpPr>
            <a:spLocks noGrp="1"/>
          </p:cNvSpPr>
          <p:nvPr/>
        </p:nvSpPr>
        <p:spPr>
          <a:xfrm>
            <a:off x="8564562" y="4048125"/>
            <a:ext cx="34925" cy="547688"/>
          </a:xfrm>
          <a:prstGeom prst="rect">
            <a:avLst/>
          </a:prstGeom>
          <a:solidFill>
            <a:srgbClr val="1D4ED8"/>
          </a:solidFill>
          <a:ln w="13097">
            <a:solidFill>
              <a:srgbClr val="172B4D"/>
            </a:solidFill>
          </a:ln>
        </p:spPr>
      </p:sp>
      <p:sp>
        <p:nvSpPr>
          <p:cNvPr id="470" name="object-470">
            <a:extLst>
              <a:ext uri="{FF2B5EF4-FFF2-40B4-BE49-F238E27FC236}">
                <a16:creationId xmlns:a16="http://schemas.microsoft.com/office/drawing/2014/main" id="{23152656-9D7E-4DE9-9B37-AD020B4EAFC4}"/>
              </a:ext>
            </a:extLst>
          </p:cNvPr>
          <p:cNvSpPr>
            <a:spLocks noGrp="1"/>
          </p:cNvSpPr>
          <p:nvPr/>
        </p:nvSpPr>
        <p:spPr>
          <a:xfrm>
            <a:off x="8599488" y="4048125"/>
            <a:ext cx="34925" cy="547688"/>
          </a:xfrm>
          <a:prstGeom prst="rect">
            <a:avLst/>
          </a:prstGeom>
          <a:solidFill>
            <a:srgbClr val="1D4ED8"/>
          </a:solidFill>
          <a:ln w="13097">
            <a:solidFill>
              <a:srgbClr val="172B4D"/>
            </a:solidFill>
          </a:ln>
        </p:spPr>
      </p:sp>
      <p:sp>
        <p:nvSpPr>
          <p:cNvPr id="471" name="object-471">
            <a:extLst>
              <a:ext uri="{FF2B5EF4-FFF2-40B4-BE49-F238E27FC236}">
                <a16:creationId xmlns:a16="http://schemas.microsoft.com/office/drawing/2014/main" id="{F9FE5AF0-1A9A-4FB1-BE76-A32E413B8A34}"/>
              </a:ext>
            </a:extLst>
          </p:cNvPr>
          <p:cNvSpPr>
            <a:spLocks noGrp="1"/>
          </p:cNvSpPr>
          <p:nvPr/>
        </p:nvSpPr>
        <p:spPr>
          <a:xfrm>
            <a:off x="8634413" y="4048125"/>
            <a:ext cx="34925" cy="547688"/>
          </a:xfrm>
          <a:prstGeom prst="rect">
            <a:avLst/>
          </a:prstGeom>
          <a:solidFill>
            <a:srgbClr val="1D4ED8"/>
          </a:solidFill>
          <a:ln w="13097">
            <a:solidFill>
              <a:srgbClr val="172B4D"/>
            </a:solidFill>
          </a:ln>
        </p:spPr>
      </p:sp>
      <p:sp>
        <p:nvSpPr>
          <p:cNvPr id="472" name="object-472">
            <a:extLst>
              <a:ext uri="{FF2B5EF4-FFF2-40B4-BE49-F238E27FC236}">
                <a16:creationId xmlns:a16="http://schemas.microsoft.com/office/drawing/2014/main" id="{E2B0E29B-1ABB-4D0F-8D40-1DE185ED398A}"/>
              </a:ext>
            </a:extLst>
          </p:cNvPr>
          <p:cNvSpPr>
            <a:spLocks noGrp="1"/>
          </p:cNvSpPr>
          <p:nvPr/>
        </p:nvSpPr>
        <p:spPr>
          <a:xfrm>
            <a:off x="8669338" y="4048125"/>
            <a:ext cx="34925" cy="547688"/>
          </a:xfrm>
          <a:prstGeom prst="rect">
            <a:avLst/>
          </a:prstGeom>
          <a:solidFill>
            <a:srgbClr val="1D4ED8"/>
          </a:solidFill>
          <a:ln w="13097">
            <a:solidFill>
              <a:srgbClr val="172B4D"/>
            </a:solidFill>
          </a:ln>
        </p:spPr>
      </p:sp>
      <p:sp>
        <p:nvSpPr>
          <p:cNvPr id="473" name="object-473">
            <a:extLst>
              <a:ext uri="{FF2B5EF4-FFF2-40B4-BE49-F238E27FC236}">
                <a16:creationId xmlns:a16="http://schemas.microsoft.com/office/drawing/2014/main" id="{B7C6DEBC-3AC2-4FDE-B114-75D2ACC66379}"/>
              </a:ext>
            </a:extLst>
          </p:cNvPr>
          <p:cNvSpPr>
            <a:spLocks noGrp="1"/>
          </p:cNvSpPr>
          <p:nvPr/>
        </p:nvSpPr>
        <p:spPr>
          <a:xfrm>
            <a:off x="8704263" y="4048125"/>
            <a:ext cx="34925" cy="547688"/>
          </a:xfrm>
          <a:prstGeom prst="rect">
            <a:avLst/>
          </a:prstGeom>
          <a:solidFill>
            <a:srgbClr val="1D4ED8"/>
          </a:solidFill>
          <a:ln w="13097">
            <a:solidFill>
              <a:srgbClr val="172B4D"/>
            </a:solidFill>
          </a:ln>
        </p:spPr>
      </p:sp>
      <p:sp>
        <p:nvSpPr>
          <p:cNvPr id="474" name="object-474">
            <a:extLst>
              <a:ext uri="{FF2B5EF4-FFF2-40B4-BE49-F238E27FC236}">
                <a16:creationId xmlns:a16="http://schemas.microsoft.com/office/drawing/2014/main" id="{E1DB381B-FA69-4607-AE04-4ACC0ED9F1AB}"/>
              </a:ext>
            </a:extLst>
          </p:cNvPr>
          <p:cNvSpPr>
            <a:spLocks noGrp="1"/>
          </p:cNvSpPr>
          <p:nvPr/>
        </p:nvSpPr>
        <p:spPr>
          <a:xfrm>
            <a:off x="8739188" y="4048125"/>
            <a:ext cx="34925" cy="547688"/>
          </a:xfrm>
          <a:prstGeom prst="rect">
            <a:avLst/>
          </a:prstGeom>
          <a:solidFill>
            <a:srgbClr val="1D4ED8"/>
          </a:solidFill>
          <a:ln w="13097">
            <a:solidFill>
              <a:srgbClr val="172B4D"/>
            </a:solidFill>
          </a:ln>
        </p:spPr>
      </p:sp>
      <p:sp>
        <p:nvSpPr>
          <p:cNvPr id="475" name="object-475">
            <a:extLst>
              <a:ext uri="{FF2B5EF4-FFF2-40B4-BE49-F238E27FC236}">
                <a16:creationId xmlns:a16="http://schemas.microsoft.com/office/drawing/2014/main" id="{338F1433-A9FD-4C70-B3B2-282280FE5561}"/>
              </a:ext>
            </a:extLst>
          </p:cNvPr>
          <p:cNvSpPr>
            <a:spLocks noGrp="1"/>
          </p:cNvSpPr>
          <p:nvPr/>
        </p:nvSpPr>
        <p:spPr>
          <a:xfrm>
            <a:off x="8774113" y="4048125"/>
            <a:ext cx="34925" cy="547688"/>
          </a:xfrm>
          <a:prstGeom prst="rect">
            <a:avLst/>
          </a:prstGeom>
          <a:solidFill>
            <a:srgbClr val="1D4ED8"/>
          </a:solidFill>
          <a:ln w="13097">
            <a:solidFill>
              <a:srgbClr val="172B4D"/>
            </a:solidFill>
          </a:ln>
        </p:spPr>
      </p:sp>
      <p:sp>
        <p:nvSpPr>
          <p:cNvPr id="476" name="object-476">
            <a:extLst>
              <a:ext uri="{FF2B5EF4-FFF2-40B4-BE49-F238E27FC236}">
                <a16:creationId xmlns:a16="http://schemas.microsoft.com/office/drawing/2014/main" id="{527AA69F-BABF-426A-8E0C-7EDEA28A8691}"/>
              </a:ext>
            </a:extLst>
          </p:cNvPr>
          <p:cNvSpPr>
            <a:spLocks noGrp="1"/>
          </p:cNvSpPr>
          <p:nvPr/>
        </p:nvSpPr>
        <p:spPr>
          <a:xfrm>
            <a:off x="8809038" y="4048125"/>
            <a:ext cx="34925" cy="547688"/>
          </a:xfrm>
          <a:prstGeom prst="rect">
            <a:avLst/>
          </a:prstGeom>
          <a:solidFill>
            <a:srgbClr val="1D4ED8"/>
          </a:solidFill>
          <a:ln w="13097">
            <a:solidFill>
              <a:srgbClr val="172B4D"/>
            </a:solidFill>
          </a:ln>
        </p:spPr>
      </p:sp>
      <p:sp>
        <p:nvSpPr>
          <p:cNvPr id="477" name="object-477">
            <a:extLst>
              <a:ext uri="{FF2B5EF4-FFF2-40B4-BE49-F238E27FC236}">
                <a16:creationId xmlns:a16="http://schemas.microsoft.com/office/drawing/2014/main" id="{E451AD7E-8710-4867-9DAD-CC85699D54A9}"/>
              </a:ext>
            </a:extLst>
          </p:cNvPr>
          <p:cNvSpPr>
            <a:spLocks noGrp="1"/>
          </p:cNvSpPr>
          <p:nvPr/>
        </p:nvSpPr>
        <p:spPr>
          <a:xfrm>
            <a:off x="8843963" y="4048125"/>
            <a:ext cx="34925" cy="547688"/>
          </a:xfrm>
          <a:prstGeom prst="rect">
            <a:avLst/>
          </a:prstGeom>
          <a:solidFill>
            <a:srgbClr val="1D4ED8"/>
          </a:solidFill>
          <a:ln w="13097">
            <a:solidFill>
              <a:srgbClr val="172B4D"/>
            </a:solidFill>
          </a:ln>
        </p:spPr>
      </p:sp>
      <p:sp>
        <p:nvSpPr>
          <p:cNvPr id="478" name="object-478">
            <a:extLst>
              <a:ext uri="{FF2B5EF4-FFF2-40B4-BE49-F238E27FC236}">
                <a16:creationId xmlns:a16="http://schemas.microsoft.com/office/drawing/2014/main" id="{CEE55F28-8DFF-4C26-94E2-AAAE8D840570}"/>
              </a:ext>
            </a:extLst>
          </p:cNvPr>
          <p:cNvSpPr>
            <a:spLocks noGrp="1"/>
          </p:cNvSpPr>
          <p:nvPr/>
        </p:nvSpPr>
        <p:spPr>
          <a:xfrm>
            <a:off x="8878888" y="4048125"/>
            <a:ext cx="34925" cy="547688"/>
          </a:xfrm>
          <a:prstGeom prst="rect">
            <a:avLst/>
          </a:prstGeom>
          <a:solidFill>
            <a:srgbClr val="1D4ED8"/>
          </a:solidFill>
          <a:ln w="13097">
            <a:solidFill>
              <a:srgbClr val="172B4D"/>
            </a:solidFill>
          </a:ln>
        </p:spPr>
      </p:sp>
      <p:sp>
        <p:nvSpPr>
          <p:cNvPr id="479" name="object-479">
            <a:extLst>
              <a:ext uri="{FF2B5EF4-FFF2-40B4-BE49-F238E27FC236}">
                <a16:creationId xmlns:a16="http://schemas.microsoft.com/office/drawing/2014/main" id="{EBF519F6-DAB2-414B-A1B6-042B5076505B}"/>
              </a:ext>
            </a:extLst>
          </p:cNvPr>
          <p:cNvSpPr>
            <a:spLocks noGrp="1"/>
          </p:cNvSpPr>
          <p:nvPr/>
        </p:nvSpPr>
        <p:spPr>
          <a:xfrm>
            <a:off x="8913813" y="4048125"/>
            <a:ext cx="34925" cy="547688"/>
          </a:xfrm>
          <a:prstGeom prst="rect">
            <a:avLst/>
          </a:prstGeom>
          <a:solidFill>
            <a:srgbClr val="1D4ED8"/>
          </a:solidFill>
          <a:ln w="13097">
            <a:solidFill>
              <a:srgbClr val="172B4D"/>
            </a:solidFill>
          </a:ln>
        </p:spPr>
      </p:sp>
      <p:sp>
        <p:nvSpPr>
          <p:cNvPr id="480" name="object-480">
            <a:extLst>
              <a:ext uri="{FF2B5EF4-FFF2-40B4-BE49-F238E27FC236}">
                <a16:creationId xmlns:a16="http://schemas.microsoft.com/office/drawing/2014/main" id="{FE21F35E-C3E7-4BAC-9B2D-293334EA42EC}"/>
              </a:ext>
            </a:extLst>
          </p:cNvPr>
          <p:cNvSpPr>
            <a:spLocks noGrp="1"/>
          </p:cNvSpPr>
          <p:nvPr/>
        </p:nvSpPr>
        <p:spPr>
          <a:xfrm>
            <a:off x="8948738" y="4048125"/>
            <a:ext cx="34925" cy="547688"/>
          </a:xfrm>
          <a:prstGeom prst="rect">
            <a:avLst/>
          </a:prstGeom>
          <a:solidFill>
            <a:srgbClr val="1D4ED8"/>
          </a:solidFill>
          <a:ln w="13097">
            <a:solidFill>
              <a:srgbClr val="172B4D"/>
            </a:solidFill>
          </a:ln>
        </p:spPr>
      </p:sp>
      <p:sp>
        <p:nvSpPr>
          <p:cNvPr id="481" name="object-481">
            <a:extLst>
              <a:ext uri="{FF2B5EF4-FFF2-40B4-BE49-F238E27FC236}">
                <a16:creationId xmlns:a16="http://schemas.microsoft.com/office/drawing/2014/main" id="{078134C0-8C43-47FA-A160-80FABE6D5A90}"/>
              </a:ext>
            </a:extLst>
          </p:cNvPr>
          <p:cNvSpPr>
            <a:spLocks noGrp="1"/>
          </p:cNvSpPr>
          <p:nvPr/>
        </p:nvSpPr>
        <p:spPr>
          <a:xfrm>
            <a:off x="8983663" y="4048125"/>
            <a:ext cx="34925" cy="547688"/>
          </a:xfrm>
          <a:prstGeom prst="rect">
            <a:avLst/>
          </a:prstGeom>
          <a:solidFill>
            <a:srgbClr val="1D4ED8"/>
          </a:solidFill>
          <a:ln w="13097">
            <a:solidFill>
              <a:srgbClr val="172B4D"/>
            </a:solidFill>
          </a:ln>
        </p:spPr>
      </p:sp>
      <p:sp>
        <p:nvSpPr>
          <p:cNvPr id="482" name="object-482">
            <a:extLst>
              <a:ext uri="{FF2B5EF4-FFF2-40B4-BE49-F238E27FC236}">
                <a16:creationId xmlns:a16="http://schemas.microsoft.com/office/drawing/2014/main" id="{9E58D2A9-7B68-462E-98FA-F711D55A2AF7}"/>
              </a:ext>
            </a:extLst>
          </p:cNvPr>
          <p:cNvSpPr>
            <a:spLocks noGrp="1"/>
          </p:cNvSpPr>
          <p:nvPr/>
        </p:nvSpPr>
        <p:spPr>
          <a:xfrm>
            <a:off x="9018588" y="4048125"/>
            <a:ext cx="34925" cy="547688"/>
          </a:xfrm>
          <a:prstGeom prst="rect">
            <a:avLst/>
          </a:prstGeom>
          <a:solidFill>
            <a:srgbClr val="1D4ED8"/>
          </a:solidFill>
          <a:ln w="13097">
            <a:solidFill>
              <a:srgbClr val="172B4D"/>
            </a:solidFill>
          </a:ln>
        </p:spPr>
      </p:sp>
      <p:sp>
        <p:nvSpPr>
          <p:cNvPr id="483" name="object-483">
            <a:extLst>
              <a:ext uri="{FF2B5EF4-FFF2-40B4-BE49-F238E27FC236}">
                <a16:creationId xmlns:a16="http://schemas.microsoft.com/office/drawing/2014/main" id="{3D49FA25-DFD4-4778-8BE7-2E7156F73F9E}"/>
              </a:ext>
            </a:extLst>
          </p:cNvPr>
          <p:cNvSpPr>
            <a:spLocks noGrp="1"/>
          </p:cNvSpPr>
          <p:nvPr/>
        </p:nvSpPr>
        <p:spPr>
          <a:xfrm>
            <a:off x="9053513" y="4048125"/>
            <a:ext cx="34925" cy="547688"/>
          </a:xfrm>
          <a:prstGeom prst="rect">
            <a:avLst/>
          </a:prstGeom>
          <a:solidFill>
            <a:srgbClr val="1D4ED8"/>
          </a:solidFill>
          <a:ln w="13097">
            <a:solidFill>
              <a:srgbClr val="172B4D"/>
            </a:solidFill>
          </a:ln>
        </p:spPr>
      </p:sp>
      <p:sp>
        <p:nvSpPr>
          <p:cNvPr id="484" name="object-484">
            <a:extLst>
              <a:ext uri="{FF2B5EF4-FFF2-40B4-BE49-F238E27FC236}">
                <a16:creationId xmlns:a16="http://schemas.microsoft.com/office/drawing/2014/main" id="{439FCC02-CD3F-4E75-AE23-866C2D6AB9B5}"/>
              </a:ext>
            </a:extLst>
          </p:cNvPr>
          <p:cNvSpPr>
            <a:spLocks noGrp="1"/>
          </p:cNvSpPr>
          <p:nvPr/>
        </p:nvSpPr>
        <p:spPr>
          <a:xfrm>
            <a:off x="9088438" y="4048125"/>
            <a:ext cx="34925" cy="547688"/>
          </a:xfrm>
          <a:prstGeom prst="rect">
            <a:avLst/>
          </a:prstGeom>
          <a:solidFill>
            <a:srgbClr val="1D4ED8"/>
          </a:solidFill>
          <a:ln w="13097">
            <a:solidFill>
              <a:srgbClr val="172B4D"/>
            </a:solidFill>
          </a:ln>
        </p:spPr>
      </p:sp>
      <p:sp>
        <p:nvSpPr>
          <p:cNvPr id="485" name="object-485">
            <a:extLst>
              <a:ext uri="{FF2B5EF4-FFF2-40B4-BE49-F238E27FC236}">
                <a16:creationId xmlns:a16="http://schemas.microsoft.com/office/drawing/2014/main" id="{2BB3C4B2-B486-4873-862F-22052376D5B9}"/>
              </a:ext>
            </a:extLst>
          </p:cNvPr>
          <p:cNvSpPr>
            <a:spLocks noGrp="1"/>
          </p:cNvSpPr>
          <p:nvPr/>
        </p:nvSpPr>
        <p:spPr>
          <a:xfrm>
            <a:off x="9123363" y="4048125"/>
            <a:ext cx="34925" cy="547688"/>
          </a:xfrm>
          <a:prstGeom prst="rect">
            <a:avLst/>
          </a:prstGeom>
          <a:solidFill>
            <a:srgbClr val="1D4ED8"/>
          </a:solidFill>
          <a:ln w="13097">
            <a:solidFill>
              <a:srgbClr val="172B4D"/>
            </a:solidFill>
          </a:ln>
        </p:spPr>
      </p:sp>
      <p:sp>
        <p:nvSpPr>
          <p:cNvPr id="486" name="object-486">
            <a:extLst>
              <a:ext uri="{FF2B5EF4-FFF2-40B4-BE49-F238E27FC236}">
                <a16:creationId xmlns:a16="http://schemas.microsoft.com/office/drawing/2014/main" id="{99FB3A4A-8AC2-4968-B792-F58D7D0396F3}"/>
              </a:ext>
            </a:extLst>
          </p:cNvPr>
          <p:cNvSpPr>
            <a:spLocks noGrp="1"/>
          </p:cNvSpPr>
          <p:nvPr/>
        </p:nvSpPr>
        <p:spPr>
          <a:xfrm>
            <a:off x="9158288" y="4048125"/>
            <a:ext cx="34925" cy="547688"/>
          </a:xfrm>
          <a:prstGeom prst="rect">
            <a:avLst/>
          </a:prstGeom>
          <a:solidFill>
            <a:srgbClr val="1D4ED8"/>
          </a:solidFill>
          <a:ln w="13097">
            <a:solidFill>
              <a:srgbClr val="172B4D"/>
            </a:solidFill>
          </a:ln>
        </p:spPr>
      </p:sp>
      <p:sp>
        <p:nvSpPr>
          <p:cNvPr id="487" name="object-487">
            <a:extLst>
              <a:ext uri="{FF2B5EF4-FFF2-40B4-BE49-F238E27FC236}">
                <a16:creationId xmlns:a16="http://schemas.microsoft.com/office/drawing/2014/main" id="{B3673414-B33B-4706-8E35-475D98847676}"/>
              </a:ext>
            </a:extLst>
          </p:cNvPr>
          <p:cNvSpPr>
            <a:spLocks noGrp="1"/>
          </p:cNvSpPr>
          <p:nvPr/>
        </p:nvSpPr>
        <p:spPr>
          <a:xfrm>
            <a:off x="9193213" y="4048125"/>
            <a:ext cx="34925" cy="547688"/>
          </a:xfrm>
          <a:prstGeom prst="rect">
            <a:avLst/>
          </a:prstGeom>
          <a:solidFill>
            <a:srgbClr val="1D4ED8"/>
          </a:solidFill>
          <a:ln w="13097">
            <a:solidFill>
              <a:srgbClr val="172B4D"/>
            </a:solidFill>
          </a:ln>
        </p:spPr>
      </p:sp>
      <p:sp>
        <p:nvSpPr>
          <p:cNvPr id="488" name="object-488">
            <a:extLst>
              <a:ext uri="{FF2B5EF4-FFF2-40B4-BE49-F238E27FC236}">
                <a16:creationId xmlns:a16="http://schemas.microsoft.com/office/drawing/2014/main" id="{36A4DDD8-9DAA-4054-870E-F2104CB4B297}"/>
              </a:ext>
            </a:extLst>
          </p:cNvPr>
          <p:cNvSpPr>
            <a:spLocks noGrp="1"/>
          </p:cNvSpPr>
          <p:nvPr/>
        </p:nvSpPr>
        <p:spPr>
          <a:xfrm>
            <a:off x="9228138" y="4048125"/>
            <a:ext cx="34925" cy="547688"/>
          </a:xfrm>
          <a:prstGeom prst="rect">
            <a:avLst/>
          </a:prstGeom>
          <a:solidFill>
            <a:srgbClr val="1D4ED8"/>
          </a:solidFill>
          <a:ln w="13097">
            <a:solidFill>
              <a:srgbClr val="172B4D"/>
            </a:solidFill>
          </a:ln>
        </p:spPr>
      </p:sp>
      <p:sp>
        <p:nvSpPr>
          <p:cNvPr id="489" name="object-489">
            <a:extLst>
              <a:ext uri="{FF2B5EF4-FFF2-40B4-BE49-F238E27FC236}">
                <a16:creationId xmlns:a16="http://schemas.microsoft.com/office/drawing/2014/main" id="{B9C0B35D-4723-414C-A494-C3EB5B62382E}"/>
              </a:ext>
            </a:extLst>
          </p:cNvPr>
          <p:cNvSpPr>
            <a:spLocks noGrp="1"/>
          </p:cNvSpPr>
          <p:nvPr/>
        </p:nvSpPr>
        <p:spPr>
          <a:xfrm>
            <a:off x="9263063" y="4048125"/>
            <a:ext cx="34925" cy="547688"/>
          </a:xfrm>
          <a:prstGeom prst="rect">
            <a:avLst/>
          </a:prstGeom>
          <a:solidFill>
            <a:srgbClr val="1D4ED8"/>
          </a:solidFill>
          <a:ln w="13097">
            <a:solidFill>
              <a:srgbClr val="172B4D"/>
            </a:solidFill>
          </a:ln>
        </p:spPr>
      </p:sp>
      <p:sp>
        <p:nvSpPr>
          <p:cNvPr id="490" name="object-490">
            <a:extLst>
              <a:ext uri="{FF2B5EF4-FFF2-40B4-BE49-F238E27FC236}">
                <a16:creationId xmlns:a16="http://schemas.microsoft.com/office/drawing/2014/main" id="{BA3F15A7-9C2A-4653-9790-D9B20755485A}"/>
              </a:ext>
            </a:extLst>
          </p:cNvPr>
          <p:cNvSpPr>
            <a:spLocks noGrp="1"/>
          </p:cNvSpPr>
          <p:nvPr/>
        </p:nvSpPr>
        <p:spPr>
          <a:xfrm>
            <a:off x="9297988" y="4048125"/>
            <a:ext cx="34925" cy="547688"/>
          </a:xfrm>
          <a:prstGeom prst="rect">
            <a:avLst/>
          </a:prstGeom>
          <a:solidFill>
            <a:srgbClr val="1D4ED8"/>
          </a:solidFill>
          <a:ln w="13097">
            <a:solidFill>
              <a:srgbClr val="172B4D"/>
            </a:solidFill>
          </a:ln>
        </p:spPr>
      </p:sp>
      <p:sp>
        <p:nvSpPr>
          <p:cNvPr id="491" name="object-491">
            <a:extLst>
              <a:ext uri="{FF2B5EF4-FFF2-40B4-BE49-F238E27FC236}">
                <a16:creationId xmlns:a16="http://schemas.microsoft.com/office/drawing/2014/main" id="{3D18FCDB-48F6-477A-A510-158A0C56B909}"/>
              </a:ext>
            </a:extLst>
          </p:cNvPr>
          <p:cNvSpPr>
            <a:spLocks noGrp="1"/>
          </p:cNvSpPr>
          <p:nvPr/>
        </p:nvSpPr>
        <p:spPr>
          <a:xfrm>
            <a:off x="9332913" y="4048125"/>
            <a:ext cx="34925" cy="547688"/>
          </a:xfrm>
          <a:prstGeom prst="rect">
            <a:avLst/>
          </a:prstGeom>
          <a:solidFill>
            <a:srgbClr val="1D4ED8"/>
          </a:solidFill>
          <a:ln w="13097">
            <a:solidFill>
              <a:srgbClr val="172B4D"/>
            </a:solidFill>
          </a:ln>
        </p:spPr>
      </p:sp>
      <p:sp>
        <p:nvSpPr>
          <p:cNvPr id="492" name="object-492">
            <a:extLst>
              <a:ext uri="{FF2B5EF4-FFF2-40B4-BE49-F238E27FC236}">
                <a16:creationId xmlns:a16="http://schemas.microsoft.com/office/drawing/2014/main" id="{C0622129-3CE3-410E-9E53-73E2B3E0DA57}"/>
              </a:ext>
            </a:extLst>
          </p:cNvPr>
          <p:cNvSpPr>
            <a:spLocks noGrp="1"/>
          </p:cNvSpPr>
          <p:nvPr/>
        </p:nvSpPr>
        <p:spPr>
          <a:xfrm>
            <a:off x="9367838" y="4048125"/>
            <a:ext cx="34925" cy="547688"/>
          </a:xfrm>
          <a:prstGeom prst="rect">
            <a:avLst/>
          </a:prstGeom>
          <a:solidFill>
            <a:srgbClr val="1D4ED8"/>
          </a:solidFill>
          <a:ln w="13097">
            <a:solidFill>
              <a:srgbClr val="172B4D"/>
            </a:solidFill>
          </a:ln>
        </p:spPr>
      </p:sp>
      <p:sp>
        <p:nvSpPr>
          <p:cNvPr id="493" name="object-493">
            <a:extLst>
              <a:ext uri="{FF2B5EF4-FFF2-40B4-BE49-F238E27FC236}">
                <a16:creationId xmlns:a16="http://schemas.microsoft.com/office/drawing/2014/main" id="{30852C6D-740A-4A07-AFB0-E5CAAC2C72E4}"/>
              </a:ext>
            </a:extLst>
          </p:cNvPr>
          <p:cNvSpPr>
            <a:spLocks noGrp="1"/>
          </p:cNvSpPr>
          <p:nvPr/>
        </p:nvSpPr>
        <p:spPr>
          <a:xfrm>
            <a:off x="9402763" y="4048125"/>
            <a:ext cx="34925" cy="547688"/>
          </a:xfrm>
          <a:prstGeom prst="rect">
            <a:avLst/>
          </a:prstGeom>
          <a:solidFill>
            <a:srgbClr val="1D4ED8"/>
          </a:solidFill>
          <a:ln w="13097">
            <a:solidFill>
              <a:srgbClr val="172B4D"/>
            </a:solidFill>
          </a:ln>
        </p:spPr>
      </p:sp>
      <p:sp>
        <p:nvSpPr>
          <p:cNvPr id="494" name="object-494">
            <a:extLst>
              <a:ext uri="{FF2B5EF4-FFF2-40B4-BE49-F238E27FC236}">
                <a16:creationId xmlns:a16="http://schemas.microsoft.com/office/drawing/2014/main" id="{9B42ED56-C0CA-40E6-9CFE-136ED8E182B2}"/>
              </a:ext>
            </a:extLst>
          </p:cNvPr>
          <p:cNvSpPr>
            <a:spLocks noGrp="1"/>
          </p:cNvSpPr>
          <p:nvPr/>
        </p:nvSpPr>
        <p:spPr>
          <a:xfrm>
            <a:off x="9437688" y="4048125"/>
            <a:ext cx="34925" cy="547688"/>
          </a:xfrm>
          <a:prstGeom prst="rect">
            <a:avLst/>
          </a:prstGeom>
          <a:solidFill>
            <a:srgbClr val="1D4ED8"/>
          </a:solidFill>
          <a:ln w="13097">
            <a:solidFill>
              <a:srgbClr val="172B4D"/>
            </a:solidFill>
          </a:ln>
        </p:spPr>
      </p:sp>
      <p:sp>
        <p:nvSpPr>
          <p:cNvPr id="495" name="object-495">
            <a:extLst>
              <a:ext uri="{FF2B5EF4-FFF2-40B4-BE49-F238E27FC236}">
                <a16:creationId xmlns:a16="http://schemas.microsoft.com/office/drawing/2014/main" id="{80103FD7-0312-45D2-A7FE-170EC72BD122}"/>
              </a:ext>
            </a:extLst>
          </p:cNvPr>
          <p:cNvSpPr>
            <a:spLocks noGrp="1"/>
          </p:cNvSpPr>
          <p:nvPr/>
        </p:nvSpPr>
        <p:spPr>
          <a:xfrm>
            <a:off x="9472613" y="4048125"/>
            <a:ext cx="34925" cy="547688"/>
          </a:xfrm>
          <a:prstGeom prst="rect">
            <a:avLst/>
          </a:prstGeom>
          <a:solidFill>
            <a:srgbClr val="1D4ED8"/>
          </a:solidFill>
          <a:ln w="13097">
            <a:solidFill>
              <a:srgbClr val="172B4D"/>
            </a:solidFill>
          </a:ln>
        </p:spPr>
      </p:sp>
      <p:sp>
        <p:nvSpPr>
          <p:cNvPr id="496" name="object-496">
            <a:extLst>
              <a:ext uri="{FF2B5EF4-FFF2-40B4-BE49-F238E27FC236}">
                <a16:creationId xmlns:a16="http://schemas.microsoft.com/office/drawing/2014/main" id="{00786321-471A-48A9-857E-51B06D5C1CF6}"/>
              </a:ext>
            </a:extLst>
          </p:cNvPr>
          <p:cNvSpPr>
            <a:spLocks noGrp="1"/>
          </p:cNvSpPr>
          <p:nvPr/>
        </p:nvSpPr>
        <p:spPr>
          <a:xfrm>
            <a:off x="9507538" y="4048125"/>
            <a:ext cx="34925" cy="547688"/>
          </a:xfrm>
          <a:prstGeom prst="rect">
            <a:avLst/>
          </a:prstGeom>
          <a:solidFill>
            <a:srgbClr val="1D4ED8"/>
          </a:solidFill>
          <a:ln w="13097">
            <a:solidFill>
              <a:srgbClr val="172B4D"/>
            </a:solidFill>
          </a:ln>
        </p:spPr>
      </p:sp>
      <p:sp>
        <p:nvSpPr>
          <p:cNvPr id="497" name="object-497">
            <a:extLst>
              <a:ext uri="{FF2B5EF4-FFF2-40B4-BE49-F238E27FC236}">
                <a16:creationId xmlns:a16="http://schemas.microsoft.com/office/drawing/2014/main" id="{BAC8A1CB-0D52-4E83-9ADA-7705567C4E13}"/>
              </a:ext>
            </a:extLst>
          </p:cNvPr>
          <p:cNvSpPr>
            <a:spLocks noGrp="1"/>
          </p:cNvSpPr>
          <p:nvPr/>
        </p:nvSpPr>
        <p:spPr>
          <a:xfrm>
            <a:off x="9542463" y="4048125"/>
            <a:ext cx="34925" cy="547688"/>
          </a:xfrm>
          <a:prstGeom prst="rect">
            <a:avLst/>
          </a:prstGeom>
          <a:solidFill>
            <a:srgbClr val="1D4ED8"/>
          </a:solidFill>
          <a:ln w="13097">
            <a:solidFill>
              <a:srgbClr val="172B4D"/>
            </a:solidFill>
          </a:ln>
        </p:spPr>
      </p:sp>
      <p:sp>
        <p:nvSpPr>
          <p:cNvPr id="498" name="object-498">
            <a:extLst>
              <a:ext uri="{FF2B5EF4-FFF2-40B4-BE49-F238E27FC236}">
                <a16:creationId xmlns:a16="http://schemas.microsoft.com/office/drawing/2014/main" id="{FCA2CCDE-D762-4F04-BA60-3F40D98A6A52}"/>
              </a:ext>
            </a:extLst>
          </p:cNvPr>
          <p:cNvSpPr>
            <a:spLocks noGrp="1"/>
          </p:cNvSpPr>
          <p:nvPr/>
        </p:nvSpPr>
        <p:spPr>
          <a:xfrm>
            <a:off x="9577388" y="4048125"/>
            <a:ext cx="34925" cy="547688"/>
          </a:xfrm>
          <a:prstGeom prst="rect">
            <a:avLst/>
          </a:prstGeom>
          <a:solidFill>
            <a:srgbClr val="1D4ED8"/>
          </a:solidFill>
          <a:ln w="13097">
            <a:solidFill>
              <a:srgbClr val="172B4D"/>
            </a:solidFill>
          </a:ln>
        </p:spPr>
      </p:sp>
      <p:sp>
        <p:nvSpPr>
          <p:cNvPr id="499" name="object-499">
            <a:extLst>
              <a:ext uri="{FF2B5EF4-FFF2-40B4-BE49-F238E27FC236}">
                <a16:creationId xmlns:a16="http://schemas.microsoft.com/office/drawing/2014/main" id="{C71ED3EB-7C04-4190-88AB-AE20CABAE49D}"/>
              </a:ext>
            </a:extLst>
          </p:cNvPr>
          <p:cNvSpPr>
            <a:spLocks noGrp="1"/>
          </p:cNvSpPr>
          <p:nvPr/>
        </p:nvSpPr>
        <p:spPr>
          <a:xfrm>
            <a:off x="9612313" y="4048125"/>
            <a:ext cx="34925" cy="547688"/>
          </a:xfrm>
          <a:prstGeom prst="rect">
            <a:avLst/>
          </a:prstGeom>
          <a:solidFill>
            <a:srgbClr val="1D4ED8"/>
          </a:solidFill>
          <a:ln w="13097">
            <a:solidFill>
              <a:srgbClr val="172B4D"/>
            </a:solidFill>
          </a:ln>
        </p:spPr>
      </p:sp>
      <p:sp>
        <p:nvSpPr>
          <p:cNvPr id="500" name="object-500">
            <a:extLst>
              <a:ext uri="{FF2B5EF4-FFF2-40B4-BE49-F238E27FC236}">
                <a16:creationId xmlns:a16="http://schemas.microsoft.com/office/drawing/2014/main" id="{2214BFFE-767A-4A91-81EA-DF5FC32C7CE1}"/>
              </a:ext>
            </a:extLst>
          </p:cNvPr>
          <p:cNvSpPr>
            <a:spLocks noGrp="1"/>
          </p:cNvSpPr>
          <p:nvPr/>
        </p:nvSpPr>
        <p:spPr>
          <a:xfrm>
            <a:off x="9647238" y="4048125"/>
            <a:ext cx="34925" cy="547688"/>
          </a:xfrm>
          <a:prstGeom prst="rect">
            <a:avLst/>
          </a:prstGeom>
          <a:solidFill>
            <a:srgbClr val="1D4ED8"/>
          </a:solidFill>
          <a:ln w="13097">
            <a:solidFill>
              <a:srgbClr val="172B4D"/>
            </a:solidFill>
          </a:ln>
        </p:spPr>
      </p:sp>
      <p:sp>
        <p:nvSpPr>
          <p:cNvPr id="501" name="object-501">
            <a:extLst>
              <a:ext uri="{FF2B5EF4-FFF2-40B4-BE49-F238E27FC236}">
                <a16:creationId xmlns:a16="http://schemas.microsoft.com/office/drawing/2014/main" id="{F717B5A9-75AF-4877-A41F-D3FAB44335CF}"/>
              </a:ext>
            </a:extLst>
          </p:cNvPr>
          <p:cNvSpPr>
            <a:spLocks noGrp="1"/>
          </p:cNvSpPr>
          <p:nvPr/>
        </p:nvSpPr>
        <p:spPr>
          <a:xfrm>
            <a:off x="9682163" y="4048125"/>
            <a:ext cx="34925" cy="547688"/>
          </a:xfrm>
          <a:prstGeom prst="rect">
            <a:avLst/>
          </a:prstGeom>
          <a:solidFill>
            <a:srgbClr val="1D4ED8"/>
          </a:solidFill>
          <a:ln w="13097">
            <a:solidFill>
              <a:srgbClr val="172B4D"/>
            </a:solidFill>
          </a:ln>
        </p:spPr>
      </p:sp>
      <p:sp>
        <p:nvSpPr>
          <p:cNvPr id="502" name="object-502">
            <a:extLst>
              <a:ext uri="{FF2B5EF4-FFF2-40B4-BE49-F238E27FC236}">
                <a16:creationId xmlns:a16="http://schemas.microsoft.com/office/drawing/2014/main" id="{D022BA38-8E98-4844-B12F-BCDF838FFFA5}"/>
              </a:ext>
            </a:extLst>
          </p:cNvPr>
          <p:cNvSpPr>
            <a:spLocks noGrp="1"/>
          </p:cNvSpPr>
          <p:nvPr/>
        </p:nvSpPr>
        <p:spPr>
          <a:xfrm>
            <a:off x="9717088" y="4048125"/>
            <a:ext cx="34925" cy="547688"/>
          </a:xfrm>
          <a:prstGeom prst="rect">
            <a:avLst/>
          </a:prstGeom>
          <a:solidFill>
            <a:srgbClr val="1D4ED8"/>
          </a:solidFill>
          <a:ln w="13097">
            <a:solidFill>
              <a:srgbClr val="172B4D"/>
            </a:solidFill>
          </a:ln>
        </p:spPr>
      </p:sp>
      <p:sp>
        <p:nvSpPr>
          <p:cNvPr id="503" name="object-503">
            <a:extLst>
              <a:ext uri="{FF2B5EF4-FFF2-40B4-BE49-F238E27FC236}">
                <a16:creationId xmlns:a16="http://schemas.microsoft.com/office/drawing/2014/main" id="{EEB0BE49-426E-42C6-83DB-186548B077AD}"/>
              </a:ext>
            </a:extLst>
          </p:cNvPr>
          <p:cNvSpPr>
            <a:spLocks noGrp="1"/>
          </p:cNvSpPr>
          <p:nvPr/>
        </p:nvSpPr>
        <p:spPr>
          <a:xfrm>
            <a:off x="9752013" y="4048125"/>
            <a:ext cx="34925" cy="547688"/>
          </a:xfrm>
          <a:prstGeom prst="rect">
            <a:avLst/>
          </a:prstGeom>
          <a:solidFill>
            <a:srgbClr val="1D4ED8"/>
          </a:solidFill>
          <a:ln w="13097">
            <a:solidFill>
              <a:srgbClr val="172B4D"/>
            </a:solidFill>
          </a:ln>
        </p:spPr>
      </p:sp>
      <p:sp>
        <p:nvSpPr>
          <p:cNvPr id="504" name="object-504">
            <a:extLst>
              <a:ext uri="{FF2B5EF4-FFF2-40B4-BE49-F238E27FC236}">
                <a16:creationId xmlns:a16="http://schemas.microsoft.com/office/drawing/2014/main" id="{4BCECE54-2C6E-4F71-BE3E-A0BC244C0456}"/>
              </a:ext>
            </a:extLst>
          </p:cNvPr>
          <p:cNvSpPr>
            <a:spLocks noGrp="1"/>
          </p:cNvSpPr>
          <p:nvPr/>
        </p:nvSpPr>
        <p:spPr>
          <a:xfrm>
            <a:off x="9786938" y="4048125"/>
            <a:ext cx="34925" cy="547688"/>
          </a:xfrm>
          <a:prstGeom prst="rect">
            <a:avLst/>
          </a:prstGeom>
          <a:solidFill>
            <a:srgbClr val="1D4ED8"/>
          </a:solidFill>
          <a:ln w="13097">
            <a:solidFill>
              <a:srgbClr val="172B4D"/>
            </a:solidFill>
          </a:ln>
        </p:spPr>
      </p:sp>
      <p:sp>
        <p:nvSpPr>
          <p:cNvPr id="505" name="object-505">
            <a:extLst>
              <a:ext uri="{FF2B5EF4-FFF2-40B4-BE49-F238E27FC236}">
                <a16:creationId xmlns:a16="http://schemas.microsoft.com/office/drawing/2014/main" id="{492E8D5D-735A-4963-927B-A0FA6C66018F}"/>
              </a:ext>
            </a:extLst>
          </p:cNvPr>
          <p:cNvSpPr>
            <a:spLocks noGrp="1"/>
          </p:cNvSpPr>
          <p:nvPr/>
        </p:nvSpPr>
        <p:spPr>
          <a:xfrm>
            <a:off x="9821862" y="4048125"/>
            <a:ext cx="34925" cy="547688"/>
          </a:xfrm>
          <a:prstGeom prst="rect">
            <a:avLst/>
          </a:prstGeom>
          <a:solidFill>
            <a:srgbClr val="1D4ED8"/>
          </a:solidFill>
          <a:ln w="13097">
            <a:solidFill>
              <a:srgbClr val="172B4D"/>
            </a:solidFill>
          </a:ln>
        </p:spPr>
      </p:sp>
      <p:sp>
        <p:nvSpPr>
          <p:cNvPr id="506" name="object-506">
            <a:extLst>
              <a:ext uri="{FF2B5EF4-FFF2-40B4-BE49-F238E27FC236}">
                <a16:creationId xmlns:a16="http://schemas.microsoft.com/office/drawing/2014/main" id="{D16DA0A4-C18F-4E37-870A-E926660F15C7}"/>
              </a:ext>
            </a:extLst>
          </p:cNvPr>
          <p:cNvSpPr>
            <a:spLocks noGrp="1"/>
          </p:cNvSpPr>
          <p:nvPr/>
        </p:nvSpPr>
        <p:spPr>
          <a:xfrm>
            <a:off x="9856788" y="4048125"/>
            <a:ext cx="34925" cy="547688"/>
          </a:xfrm>
          <a:prstGeom prst="rect">
            <a:avLst/>
          </a:prstGeom>
          <a:solidFill>
            <a:srgbClr val="1D4ED8"/>
          </a:solidFill>
          <a:ln w="13097">
            <a:solidFill>
              <a:srgbClr val="172B4D"/>
            </a:solidFill>
          </a:ln>
        </p:spPr>
      </p:sp>
      <p:sp>
        <p:nvSpPr>
          <p:cNvPr id="507" name="object-507">
            <a:extLst>
              <a:ext uri="{FF2B5EF4-FFF2-40B4-BE49-F238E27FC236}">
                <a16:creationId xmlns:a16="http://schemas.microsoft.com/office/drawing/2014/main" id="{29087484-16ED-4BC8-A0F7-8C68895AF6A3}"/>
              </a:ext>
            </a:extLst>
          </p:cNvPr>
          <p:cNvSpPr>
            <a:spLocks noGrp="1"/>
          </p:cNvSpPr>
          <p:nvPr/>
        </p:nvSpPr>
        <p:spPr>
          <a:xfrm>
            <a:off x="9891713" y="4048125"/>
            <a:ext cx="34925" cy="547688"/>
          </a:xfrm>
          <a:prstGeom prst="rect">
            <a:avLst/>
          </a:prstGeom>
          <a:solidFill>
            <a:srgbClr val="1D4ED8"/>
          </a:solidFill>
          <a:ln w="13097">
            <a:solidFill>
              <a:srgbClr val="172B4D"/>
            </a:solidFill>
          </a:ln>
        </p:spPr>
      </p:sp>
      <p:sp>
        <p:nvSpPr>
          <p:cNvPr id="508" name="object-508">
            <a:extLst>
              <a:ext uri="{FF2B5EF4-FFF2-40B4-BE49-F238E27FC236}">
                <a16:creationId xmlns:a16="http://schemas.microsoft.com/office/drawing/2014/main" id="{C660B214-F466-4E6C-9FEF-0D1143B93AB3}"/>
              </a:ext>
            </a:extLst>
          </p:cNvPr>
          <p:cNvSpPr>
            <a:spLocks noGrp="1"/>
          </p:cNvSpPr>
          <p:nvPr/>
        </p:nvSpPr>
        <p:spPr>
          <a:xfrm>
            <a:off x="9926638" y="4048125"/>
            <a:ext cx="34925" cy="547688"/>
          </a:xfrm>
          <a:prstGeom prst="rect">
            <a:avLst/>
          </a:prstGeom>
          <a:solidFill>
            <a:srgbClr val="1D4ED8"/>
          </a:solidFill>
          <a:ln w="13097">
            <a:solidFill>
              <a:srgbClr val="172B4D"/>
            </a:solidFill>
          </a:ln>
        </p:spPr>
      </p:sp>
      <p:sp>
        <p:nvSpPr>
          <p:cNvPr id="509" name="object-509">
            <a:extLst>
              <a:ext uri="{FF2B5EF4-FFF2-40B4-BE49-F238E27FC236}">
                <a16:creationId xmlns:a16="http://schemas.microsoft.com/office/drawing/2014/main" id="{72BEC106-ABBD-40BD-8921-E7D3B788115A}"/>
              </a:ext>
            </a:extLst>
          </p:cNvPr>
          <p:cNvSpPr>
            <a:spLocks noGrp="1"/>
          </p:cNvSpPr>
          <p:nvPr/>
        </p:nvSpPr>
        <p:spPr>
          <a:xfrm>
            <a:off x="9961563" y="4048125"/>
            <a:ext cx="34925" cy="547688"/>
          </a:xfrm>
          <a:prstGeom prst="rect">
            <a:avLst/>
          </a:prstGeom>
          <a:solidFill>
            <a:srgbClr val="1D4ED8"/>
          </a:solidFill>
          <a:ln w="13097">
            <a:solidFill>
              <a:srgbClr val="172B4D"/>
            </a:solidFill>
          </a:ln>
        </p:spPr>
      </p:sp>
      <p:sp>
        <p:nvSpPr>
          <p:cNvPr id="510" name="object-510">
            <a:extLst>
              <a:ext uri="{FF2B5EF4-FFF2-40B4-BE49-F238E27FC236}">
                <a16:creationId xmlns:a16="http://schemas.microsoft.com/office/drawing/2014/main" id="{FCC5ABFE-AEBA-4676-A0E7-F2CE0904E548}"/>
              </a:ext>
            </a:extLst>
          </p:cNvPr>
          <p:cNvSpPr>
            <a:spLocks noGrp="1"/>
          </p:cNvSpPr>
          <p:nvPr/>
        </p:nvSpPr>
        <p:spPr>
          <a:xfrm>
            <a:off x="9996488" y="4048125"/>
            <a:ext cx="34925" cy="547688"/>
          </a:xfrm>
          <a:prstGeom prst="rect">
            <a:avLst/>
          </a:prstGeom>
          <a:solidFill>
            <a:srgbClr val="1D4ED8"/>
          </a:solidFill>
          <a:ln w="13097">
            <a:solidFill>
              <a:srgbClr val="172B4D"/>
            </a:solidFill>
          </a:ln>
        </p:spPr>
      </p:sp>
      <p:sp>
        <p:nvSpPr>
          <p:cNvPr id="511" name="object-511">
            <a:extLst>
              <a:ext uri="{FF2B5EF4-FFF2-40B4-BE49-F238E27FC236}">
                <a16:creationId xmlns:a16="http://schemas.microsoft.com/office/drawing/2014/main" id="{2935754B-21D4-4FEE-B89C-7A6F0B5A7070}"/>
              </a:ext>
            </a:extLst>
          </p:cNvPr>
          <p:cNvSpPr>
            <a:spLocks noGrp="1"/>
          </p:cNvSpPr>
          <p:nvPr/>
        </p:nvSpPr>
        <p:spPr>
          <a:xfrm>
            <a:off x="10031412" y="4048125"/>
            <a:ext cx="34925" cy="547688"/>
          </a:xfrm>
          <a:prstGeom prst="rect">
            <a:avLst/>
          </a:prstGeom>
          <a:solidFill>
            <a:srgbClr val="1D4ED8"/>
          </a:solidFill>
          <a:ln w="13097">
            <a:solidFill>
              <a:srgbClr val="172B4D"/>
            </a:solidFill>
          </a:ln>
        </p:spPr>
      </p:sp>
      <p:sp>
        <p:nvSpPr>
          <p:cNvPr id="512" name="object-512">
            <a:extLst>
              <a:ext uri="{FF2B5EF4-FFF2-40B4-BE49-F238E27FC236}">
                <a16:creationId xmlns:a16="http://schemas.microsoft.com/office/drawing/2014/main" id="{57D59A11-A8A5-4BF8-A171-1A72244E6A42}"/>
              </a:ext>
            </a:extLst>
          </p:cNvPr>
          <p:cNvSpPr>
            <a:spLocks noGrp="1"/>
          </p:cNvSpPr>
          <p:nvPr/>
        </p:nvSpPr>
        <p:spPr>
          <a:xfrm>
            <a:off x="10066338" y="4048125"/>
            <a:ext cx="34925" cy="547688"/>
          </a:xfrm>
          <a:prstGeom prst="rect">
            <a:avLst/>
          </a:prstGeom>
          <a:solidFill>
            <a:srgbClr val="1D4ED8"/>
          </a:solidFill>
          <a:ln w="13097">
            <a:solidFill>
              <a:srgbClr val="172B4D"/>
            </a:solidFill>
          </a:ln>
        </p:spPr>
      </p:sp>
      <p:sp>
        <p:nvSpPr>
          <p:cNvPr id="513" name="object-513">
            <a:extLst>
              <a:ext uri="{FF2B5EF4-FFF2-40B4-BE49-F238E27FC236}">
                <a16:creationId xmlns:a16="http://schemas.microsoft.com/office/drawing/2014/main" id="{E903DD47-B623-49F9-8520-88964A363877}"/>
              </a:ext>
            </a:extLst>
          </p:cNvPr>
          <p:cNvSpPr>
            <a:spLocks noGrp="1"/>
          </p:cNvSpPr>
          <p:nvPr/>
        </p:nvSpPr>
        <p:spPr>
          <a:xfrm>
            <a:off x="10101263" y="4048125"/>
            <a:ext cx="34925" cy="547688"/>
          </a:xfrm>
          <a:prstGeom prst="rect">
            <a:avLst/>
          </a:prstGeom>
          <a:solidFill>
            <a:srgbClr val="1D4ED8"/>
          </a:solidFill>
          <a:ln w="13097">
            <a:solidFill>
              <a:srgbClr val="172B4D"/>
            </a:solidFill>
          </a:ln>
        </p:spPr>
      </p:sp>
      <p:sp>
        <p:nvSpPr>
          <p:cNvPr id="514" name="object-514">
            <a:extLst>
              <a:ext uri="{FF2B5EF4-FFF2-40B4-BE49-F238E27FC236}">
                <a16:creationId xmlns:a16="http://schemas.microsoft.com/office/drawing/2014/main" id="{62835D66-03E8-4997-BDFC-1DECC32E7E36}"/>
              </a:ext>
            </a:extLst>
          </p:cNvPr>
          <p:cNvSpPr>
            <a:spLocks noGrp="1"/>
          </p:cNvSpPr>
          <p:nvPr/>
        </p:nvSpPr>
        <p:spPr>
          <a:xfrm>
            <a:off x="10136188" y="4048125"/>
            <a:ext cx="34925" cy="547688"/>
          </a:xfrm>
          <a:prstGeom prst="rect">
            <a:avLst/>
          </a:prstGeom>
          <a:solidFill>
            <a:srgbClr val="1D4ED8"/>
          </a:solidFill>
          <a:ln w="13097">
            <a:solidFill>
              <a:srgbClr val="172B4D"/>
            </a:solidFill>
          </a:ln>
        </p:spPr>
      </p:sp>
      <p:sp>
        <p:nvSpPr>
          <p:cNvPr id="515" name="object-515">
            <a:extLst>
              <a:ext uri="{FF2B5EF4-FFF2-40B4-BE49-F238E27FC236}">
                <a16:creationId xmlns:a16="http://schemas.microsoft.com/office/drawing/2014/main" id="{3F34196A-F802-478E-9535-AEB63E4A3118}"/>
              </a:ext>
            </a:extLst>
          </p:cNvPr>
          <p:cNvSpPr>
            <a:spLocks noGrp="1"/>
          </p:cNvSpPr>
          <p:nvPr/>
        </p:nvSpPr>
        <p:spPr>
          <a:xfrm>
            <a:off x="10171113" y="4048125"/>
            <a:ext cx="34925" cy="547688"/>
          </a:xfrm>
          <a:prstGeom prst="rect">
            <a:avLst/>
          </a:prstGeom>
          <a:solidFill>
            <a:srgbClr val="1D4ED8"/>
          </a:solidFill>
          <a:ln w="13097">
            <a:solidFill>
              <a:srgbClr val="172B4D"/>
            </a:solidFill>
          </a:ln>
        </p:spPr>
      </p:sp>
      <p:sp>
        <p:nvSpPr>
          <p:cNvPr id="516" name="object-516">
            <a:extLst>
              <a:ext uri="{FF2B5EF4-FFF2-40B4-BE49-F238E27FC236}">
                <a16:creationId xmlns:a16="http://schemas.microsoft.com/office/drawing/2014/main" id="{7AA0C856-A129-4996-B841-3D16F7AFD86E}"/>
              </a:ext>
            </a:extLst>
          </p:cNvPr>
          <p:cNvSpPr>
            <a:spLocks noGrp="1"/>
          </p:cNvSpPr>
          <p:nvPr/>
        </p:nvSpPr>
        <p:spPr>
          <a:xfrm>
            <a:off x="10206038" y="4048125"/>
            <a:ext cx="34925" cy="547688"/>
          </a:xfrm>
          <a:prstGeom prst="rect">
            <a:avLst/>
          </a:prstGeom>
          <a:solidFill>
            <a:srgbClr val="1D4ED8"/>
          </a:solidFill>
          <a:ln w="13097">
            <a:solidFill>
              <a:srgbClr val="172B4D"/>
            </a:solidFill>
          </a:ln>
        </p:spPr>
      </p:sp>
      <p:sp>
        <p:nvSpPr>
          <p:cNvPr id="517" name="object-517">
            <a:extLst>
              <a:ext uri="{FF2B5EF4-FFF2-40B4-BE49-F238E27FC236}">
                <a16:creationId xmlns:a16="http://schemas.microsoft.com/office/drawing/2014/main" id="{F4CD789A-4FAB-41F7-8852-62233D6742A7}"/>
              </a:ext>
            </a:extLst>
          </p:cNvPr>
          <p:cNvSpPr>
            <a:spLocks noGrp="1"/>
          </p:cNvSpPr>
          <p:nvPr/>
        </p:nvSpPr>
        <p:spPr>
          <a:xfrm>
            <a:off x="10240963" y="4048125"/>
            <a:ext cx="34925" cy="547688"/>
          </a:xfrm>
          <a:prstGeom prst="rect">
            <a:avLst/>
          </a:prstGeom>
          <a:solidFill>
            <a:srgbClr val="1D4ED8"/>
          </a:solidFill>
          <a:ln w="13097">
            <a:solidFill>
              <a:srgbClr val="172B4D"/>
            </a:solidFill>
          </a:ln>
        </p:spPr>
      </p:sp>
      <p:sp>
        <p:nvSpPr>
          <p:cNvPr id="518" name="object-518">
            <a:extLst>
              <a:ext uri="{FF2B5EF4-FFF2-40B4-BE49-F238E27FC236}">
                <a16:creationId xmlns:a16="http://schemas.microsoft.com/office/drawing/2014/main" id="{6531F696-E132-420E-8127-0A26678A8E31}"/>
              </a:ext>
            </a:extLst>
          </p:cNvPr>
          <p:cNvSpPr>
            <a:spLocks noGrp="1"/>
          </p:cNvSpPr>
          <p:nvPr/>
        </p:nvSpPr>
        <p:spPr>
          <a:xfrm>
            <a:off x="10275888" y="4048125"/>
            <a:ext cx="34925" cy="547688"/>
          </a:xfrm>
          <a:prstGeom prst="rect">
            <a:avLst/>
          </a:prstGeom>
          <a:solidFill>
            <a:srgbClr val="1D4ED8"/>
          </a:solidFill>
          <a:ln w="13097">
            <a:solidFill>
              <a:srgbClr val="172B4D"/>
            </a:solidFill>
          </a:ln>
        </p:spPr>
      </p:sp>
      <p:sp>
        <p:nvSpPr>
          <p:cNvPr id="519" name="object-519">
            <a:extLst>
              <a:ext uri="{FF2B5EF4-FFF2-40B4-BE49-F238E27FC236}">
                <a16:creationId xmlns:a16="http://schemas.microsoft.com/office/drawing/2014/main" id="{AD815068-56D7-47F5-B2D8-E0FB83CCFAD2}"/>
              </a:ext>
            </a:extLst>
          </p:cNvPr>
          <p:cNvSpPr>
            <a:spLocks noGrp="1"/>
          </p:cNvSpPr>
          <p:nvPr/>
        </p:nvSpPr>
        <p:spPr>
          <a:xfrm>
            <a:off x="10310813" y="4048125"/>
            <a:ext cx="34925" cy="547688"/>
          </a:xfrm>
          <a:prstGeom prst="rect">
            <a:avLst/>
          </a:prstGeom>
          <a:solidFill>
            <a:srgbClr val="1D4ED8"/>
          </a:solidFill>
          <a:ln w="13097">
            <a:solidFill>
              <a:srgbClr val="172B4D"/>
            </a:solidFill>
          </a:ln>
        </p:spPr>
      </p:sp>
      <p:sp>
        <p:nvSpPr>
          <p:cNvPr id="520" name="object-520">
            <a:extLst>
              <a:ext uri="{FF2B5EF4-FFF2-40B4-BE49-F238E27FC236}">
                <a16:creationId xmlns:a16="http://schemas.microsoft.com/office/drawing/2014/main" id="{371E4EBC-D422-4A2E-9AD4-F31329FBDA8B}"/>
              </a:ext>
            </a:extLst>
          </p:cNvPr>
          <p:cNvSpPr>
            <a:spLocks noGrp="1"/>
          </p:cNvSpPr>
          <p:nvPr/>
        </p:nvSpPr>
        <p:spPr>
          <a:xfrm>
            <a:off x="10345737" y="4048125"/>
            <a:ext cx="34925" cy="547688"/>
          </a:xfrm>
          <a:prstGeom prst="rect">
            <a:avLst/>
          </a:prstGeom>
          <a:solidFill>
            <a:srgbClr val="1D4ED8"/>
          </a:solidFill>
          <a:ln w="13097">
            <a:solidFill>
              <a:srgbClr val="172B4D"/>
            </a:solidFill>
          </a:ln>
        </p:spPr>
      </p:sp>
      <p:sp>
        <p:nvSpPr>
          <p:cNvPr id="521" name="object-521">
            <a:extLst>
              <a:ext uri="{FF2B5EF4-FFF2-40B4-BE49-F238E27FC236}">
                <a16:creationId xmlns:a16="http://schemas.microsoft.com/office/drawing/2014/main" id="{028C90BC-8483-4574-9298-DA3E403BF9E6}"/>
              </a:ext>
            </a:extLst>
          </p:cNvPr>
          <p:cNvSpPr>
            <a:spLocks noGrp="1"/>
          </p:cNvSpPr>
          <p:nvPr/>
        </p:nvSpPr>
        <p:spPr>
          <a:xfrm>
            <a:off x="10380663" y="4048125"/>
            <a:ext cx="34925" cy="547688"/>
          </a:xfrm>
          <a:prstGeom prst="rect">
            <a:avLst/>
          </a:prstGeom>
          <a:solidFill>
            <a:srgbClr val="1D4ED8"/>
          </a:solidFill>
          <a:ln w="13097">
            <a:solidFill>
              <a:srgbClr val="172B4D"/>
            </a:solidFill>
          </a:ln>
        </p:spPr>
      </p:sp>
      <p:sp>
        <p:nvSpPr>
          <p:cNvPr id="522" name="object-522">
            <a:extLst>
              <a:ext uri="{FF2B5EF4-FFF2-40B4-BE49-F238E27FC236}">
                <a16:creationId xmlns:a16="http://schemas.microsoft.com/office/drawing/2014/main" id="{A36EFA68-1922-4B4A-95AB-A0298A621698}"/>
              </a:ext>
            </a:extLst>
          </p:cNvPr>
          <p:cNvSpPr>
            <a:spLocks noGrp="1"/>
          </p:cNvSpPr>
          <p:nvPr/>
        </p:nvSpPr>
        <p:spPr>
          <a:xfrm>
            <a:off x="10415588" y="4048125"/>
            <a:ext cx="34925" cy="547688"/>
          </a:xfrm>
          <a:prstGeom prst="rect">
            <a:avLst/>
          </a:prstGeom>
          <a:solidFill>
            <a:srgbClr val="1D4ED8"/>
          </a:solidFill>
          <a:ln w="13097">
            <a:solidFill>
              <a:srgbClr val="172B4D"/>
            </a:solidFill>
          </a:ln>
        </p:spPr>
      </p:sp>
      <p:sp>
        <p:nvSpPr>
          <p:cNvPr id="523" name="object-523">
            <a:extLst>
              <a:ext uri="{FF2B5EF4-FFF2-40B4-BE49-F238E27FC236}">
                <a16:creationId xmlns:a16="http://schemas.microsoft.com/office/drawing/2014/main" id="{D99EA10A-4166-4C3E-ABBC-C04F5BBE298F}"/>
              </a:ext>
            </a:extLst>
          </p:cNvPr>
          <p:cNvSpPr>
            <a:spLocks noGrp="1"/>
          </p:cNvSpPr>
          <p:nvPr/>
        </p:nvSpPr>
        <p:spPr>
          <a:xfrm>
            <a:off x="10450513" y="4048125"/>
            <a:ext cx="34925" cy="547688"/>
          </a:xfrm>
          <a:prstGeom prst="rect">
            <a:avLst/>
          </a:prstGeom>
          <a:solidFill>
            <a:srgbClr val="1D4ED8"/>
          </a:solidFill>
          <a:ln w="13097">
            <a:solidFill>
              <a:srgbClr val="172B4D"/>
            </a:solidFill>
          </a:ln>
        </p:spPr>
      </p:sp>
      <p:sp>
        <p:nvSpPr>
          <p:cNvPr id="524" name="object-524">
            <a:extLst>
              <a:ext uri="{FF2B5EF4-FFF2-40B4-BE49-F238E27FC236}">
                <a16:creationId xmlns:a16="http://schemas.microsoft.com/office/drawing/2014/main" id="{582E70A2-B150-4515-89E3-C9A657D93C6B}"/>
              </a:ext>
            </a:extLst>
          </p:cNvPr>
          <p:cNvSpPr>
            <a:spLocks noGrp="1"/>
          </p:cNvSpPr>
          <p:nvPr/>
        </p:nvSpPr>
        <p:spPr>
          <a:xfrm>
            <a:off x="10485438" y="4048125"/>
            <a:ext cx="34925" cy="547688"/>
          </a:xfrm>
          <a:prstGeom prst="rect">
            <a:avLst/>
          </a:prstGeom>
          <a:solidFill>
            <a:srgbClr val="1D4ED8"/>
          </a:solidFill>
          <a:ln w="13097">
            <a:solidFill>
              <a:srgbClr val="172B4D"/>
            </a:solidFill>
          </a:ln>
        </p:spPr>
      </p:sp>
      <p:sp>
        <p:nvSpPr>
          <p:cNvPr id="525" name="object-525">
            <a:extLst>
              <a:ext uri="{FF2B5EF4-FFF2-40B4-BE49-F238E27FC236}">
                <a16:creationId xmlns:a16="http://schemas.microsoft.com/office/drawing/2014/main" id="{DAFB13A8-7A14-4385-ADC1-3A38BA01136D}"/>
              </a:ext>
            </a:extLst>
          </p:cNvPr>
          <p:cNvSpPr>
            <a:spLocks noGrp="1"/>
          </p:cNvSpPr>
          <p:nvPr/>
        </p:nvSpPr>
        <p:spPr>
          <a:xfrm>
            <a:off x="10520363" y="4048125"/>
            <a:ext cx="34925" cy="547688"/>
          </a:xfrm>
          <a:prstGeom prst="rect">
            <a:avLst/>
          </a:prstGeom>
          <a:solidFill>
            <a:srgbClr val="1D4ED8"/>
          </a:solidFill>
          <a:ln w="13097">
            <a:solidFill>
              <a:srgbClr val="172B4D"/>
            </a:solidFill>
          </a:ln>
        </p:spPr>
      </p:sp>
      <p:sp>
        <p:nvSpPr>
          <p:cNvPr id="526" name="object-526">
            <a:extLst>
              <a:ext uri="{FF2B5EF4-FFF2-40B4-BE49-F238E27FC236}">
                <a16:creationId xmlns:a16="http://schemas.microsoft.com/office/drawing/2014/main" id="{62B2FFA3-9C84-46A5-BB8D-E261E0E360F0}"/>
              </a:ext>
            </a:extLst>
          </p:cNvPr>
          <p:cNvSpPr>
            <a:spLocks noGrp="1"/>
          </p:cNvSpPr>
          <p:nvPr/>
        </p:nvSpPr>
        <p:spPr>
          <a:xfrm>
            <a:off x="10555287" y="4048125"/>
            <a:ext cx="34925" cy="547688"/>
          </a:xfrm>
          <a:prstGeom prst="rect">
            <a:avLst/>
          </a:prstGeom>
          <a:solidFill>
            <a:srgbClr val="1D4ED8"/>
          </a:solidFill>
          <a:ln w="13097">
            <a:solidFill>
              <a:srgbClr val="172B4D"/>
            </a:solidFill>
          </a:ln>
        </p:spPr>
      </p:sp>
      <p:sp>
        <p:nvSpPr>
          <p:cNvPr id="527" name="object-527">
            <a:extLst>
              <a:ext uri="{FF2B5EF4-FFF2-40B4-BE49-F238E27FC236}">
                <a16:creationId xmlns:a16="http://schemas.microsoft.com/office/drawing/2014/main" id="{26DA5A5E-DC7B-4858-B00A-3AEF64965B04}"/>
              </a:ext>
            </a:extLst>
          </p:cNvPr>
          <p:cNvSpPr>
            <a:spLocks noGrp="1"/>
          </p:cNvSpPr>
          <p:nvPr/>
        </p:nvSpPr>
        <p:spPr>
          <a:xfrm>
            <a:off x="10590213" y="4048125"/>
            <a:ext cx="34925" cy="547688"/>
          </a:xfrm>
          <a:prstGeom prst="rect">
            <a:avLst/>
          </a:prstGeom>
          <a:solidFill>
            <a:srgbClr val="1D4ED8"/>
          </a:solidFill>
          <a:ln w="13097">
            <a:solidFill>
              <a:srgbClr val="172B4D"/>
            </a:solidFill>
          </a:ln>
        </p:spPr>
      </p:sp>
      <p:sp>
        <p:nvSpPr>
          <p:cNvPr id="528" name="object-528">
            <a:extLst>
              <a:ext uri="{FF2B5EF4-FFF2-40B4-BE49-F238E27FC236}">
                <a16:creationId xmlns:a16="http://schemas.microsoft.com/office/drawing/2014/main" id="{909EAEF3-9AD7-4B85-87EB-CD5D2857FE94}"/>
              </a:ext>
            </a:extLst>
          </p:cNvPr>
          <p:cNvSpPr>
            <a:spLocks noGrp="1"/>
          </p:cNvSpPr>
          <p:nvPr/>
        </p:nvSpPr>
        <p:spPr>
          <a:xfrm>
            <a:off x="10625138" y="4048125"/>
            <a:ext cx="34925" cy="547688"/>
          </a:xfrm>
          <a:prstGeom prst="rect">
            <a:avLst/>
          </a:prstGeom>
          <a:solidFill>
            <a:srgbClr val="1D4ED8"/>
          </a:solidFill>
          <a:ln w="13097">
            <a:solidFill>
              <a:srgbClr val="172B4D"/>
            </a:solidFill>
          </a:ln>
        </p:spPr>
      </p:sp>
      <p:sp>
        <p:nvSpPr>
          <p:cNvPr id="529" name="object-529">
            <a:extLst>
              <a:ext uri="{FF2B5EF4-FFF2-40B4-BE49-F238E27FC236}">
                <a16:creationId xmlns:a16="http://schemas.microsoft.com/office/drawing/2014/main" id="{4E56A6EC-1433-49FC-A7E4-A0042B7CD498}"/>
              </a:ext>
            </a:extLst>
          </p:cNvPr>
          <p:cNvSpPr>
            <a:spLocks noGrp="1"/>
          </p:cNvSpPr>
          <p:nvPr/>
        </p:nvSpPr>
        <p:spPr>
          <a:xfrm>
            <a:off x="10660063" y="4048125"/>
            <a:ext cx="34925" cy="547688"/>
          </a:xfrm>
          <a:prstGeom prst="rect">
            <a:avLst/>
          </a:prstGeom>
          <a:solidFill>
            <a:srgbClr val="1D4ED8"/>
          </a:solidFill>
          <a:ln w="13097">
            <a:solidFill>
              <a:srgbClr val="172B4D"/>
            </a:solidFill>
          </a:ln>
        </p:spPr>
      </p:sp>
      <p:sp>
        <p:nvSpPr>
          <p:cNvPr id="530" name="object-530">
            <a:extLst>
              <a:ext uri="{FF2B5EF4-FFF2-40B4-BE49-F238E27FC236}">
                <a16:creationId xmlns:a16="http://schemas.microsoft.com/office/drawing/2014/main" id="{6A0EF97F-A49D-45EC-94BB-EAF745F1B9EF}"/>
              </a:ext>
            </a:extLst>
          </p:cNvPr>
          <p:cNvSpPr>
            <a:spLocks noGrp="1"/>
          </p:cNvSpPr>
          <p:nvPr/>
        </p:nvSpPr>
        <p:spPr>
          <a:xfrm>
            <a:off x="10694988" y="4048125"/>
            <a:ext cx="34925" cy="547688"/>
          </a:xfrm>
          <a:prstGeom prst="rect">
            <a:avLst/>
          </a:prstGeom>
          <a:solidFill>
            <a:srgbClr val="1D4ED8"/>
          </a:solidFill>
          <a:ln w="13097">
            <a:solidFill>
              <a:srgbClr val="172B4D"/>
            </a:solidFill>
          </a:ln>
        </p:spPr>
      </p:sp>
      <p:sp>
        <p:nvSpPr>
          <p:cNvPr id="531" name="object-531">
            <a:extLst>
              <a:ext uri="{FF2B5EF4-FFF2-40B4-BE49-F238E27FC236}">
                <a16:creationId xmlns:a16="http://schemas.microsoft.com/office/drawing/2014/main" id="{E4C95509-0F1D-4B7F-9B54-EEA0D6CD4B79}"/>
              </a:ext>
            </a:extLst>
          </p:cNvPr>
          <p:cNvSpPr>
            <a:spLocks noGrp="1"/>
          </p:cNvSpPr>
          <p:nvPr/>
        </p:nvSpPr>
        <p:spPr>
          <a:xfrm>
            <a:off x="10729913" y="4048125"/>
            <a:ext cx="34925" cy="547688"/>
          </a:xfrm>
          <a:prstGeom prst="rect">
            <a:avLst/>
          </a:prstGeom>
          <a:solidFill>
            <a:srgbClr val="1D4ED8"/>
          </a:solidFill>
          <a:ln w="13097">
            <a:solidFill>
              <a:srgbClr val="172B4D"/>
            </a:solidFill>
          </a:ln>
        </p:spPr>
      </p:sp>
      <p:sp>
        <p:nvSpPr>
          <p:cNvPr id="532" name="object-532">
            <a:extLst>
              <a:ext uri="{FF2B5EF4-FFF2-40B4-BE49-F238E27FC236}">
                <a16:creationId xmlns:a16="http://schemas.microsoft.com/office/drawing/2014/main" id="{49B6ED84-2A53-4825-A68D-D766B6C3066D}"/>
              </a:ext>
            </a:extLst>
          </p:cNvPr>
          <p:cNvSpPr>
            <a:spLocks noGrp="1"/>
          </p:cNvSpPr>
          <p:nvPr/>
        </p:nvSpPr>
        <p:spPr>
          <a:xfrm>
            <a:off x="10764838" y="4048125"/>
            <a:ext cx="34925" cy="547688"/>
          </a:xfrm>
          <a:prstGeom prst="rect">
            <a:avLst/>
          </a:prstGeom>
          <a:solidFill>
            <a:srgbClr val="1D4ED8"/>
          </a:solidFill>
          <a:ln w="13097">
            <a:solidFill>
              <a:srgbClr val="172B4D"/>
            </a:solidFill>
          </a:ln>
        </p:spPr>
      </p:sp>
      <p:sp>
        <p:nvSpPr>
          <p:cNvPr id="533" name="object-533">
            <a:extLst>
              <a:ext uri="{FF2B5EF4-FFF2-40B4-BE49-F238E27FC236}">
                <a16:creationId xmlns:a16="http://schemas.microsoft.com/office/drawing/2014/main" id="{509B4CBB-7914-49FD-9430-6CF2BD6B3C02}"/>
              </a:ext>
            </a:extLst>
          </p:cNvPr>
          <p:cNvSpPr>
            <a:spLocks noGrp="1"/>
          </p:cNvSpPr>
          <p:nvPr/>
        </p:nvSpPr>
        <p:spPr>
          <a:xfrm>
            <a:off x="10799763" y="4048125"/>
            <a:ext cx="34925" cy="547688"/>
          </a:xfrm>
          <a:prstGeom prst="rect">
            <a:avLst/>
          </a:prstGeom>
          <a:solidFill>
            <a:srgbClr val="1D4ED8"/>
          </a:solidFill>
          <a:ln w="13097">
            <a:solidFill>
              <a:srgbClr val="172B4D"/>
            </a:solidFill>
          </a:ln>
        </p:spPr>
      </p:sp>
      <p:sp>
        <p:nvSpPr>
          <p:cNvPr id="534" name="object-534">
            <a:extLst>
              <a:ext uri="{FF2B5EF4-FFF2-40B4-BE49-F238E27FC236}">
                <a16:creationId xmlns:a16="http://schemas.microsoft.com/office/drawing/2014/main" id="{A4DB0D0D-7EBE-48E6-A7D5-E439D8896515}"/>
              </a:ext>
            </a:extLst>
          </p:cNvPr>
          <p:cNvSpPr>
            <a:spLocks noGrp="1"/>
          </p:cNvSpPr>
          <p:nvPr/>
        </p:nvSpPr>
        <p:spPr>
          <a:xfrm>
            <a:off x="10834688" y="4048125"/>
            <a:ext cx="34925" cy="547688"/>
          </a:xfrm>
          <a:prstGeom prst="rect">
            <a:avLst/>
          </a:prstGeom>
          <a:solidFill>
            <a:srgbClr val="1D4ED8"/>
          </a:solidFill>
          <a:ln w="13097">
            <a:solidFill>
              <a:srgbClr val="172B4D"/>
            </a:solidFill>
          </a:ln>
        </p:spPr>
      </p:sp>
      <p:sp>
        <p:nvSpPr>
          <p:cNvPr id="535" name="object-535">
            <a:extLst>
              <a:ext uri="{FF2B5EF4-FFF2-40B4-BE49-F238E27FC236}">
                <a16:creationId xmlns:a16="http://schemas.microsoft.com/office/drawing/2014/main" id="{0F3086C9-7A37-4D6F-BFB9-B33107E1412A}"/>
              </a:ext>
            </a:extLst>
          </p:cNvPr>
          <p:cNvSpPr>
            <a:spLocks noGrp="1"/>
          </p:cNvSpPr>
          <p:nvPr/>
        </p:nvSpPr>
        <p:spPr>
          <a:xfrm>
            <a:off x="10869612" y="4048125"/>
            <a:ext cx="34925" cy="547688"/>
          </a:xfrm>
          <a:prstGeom prst="rect">
            <a:avLst/>
          </a:prstGeom>
          <a:solidFill>
            <a:srgbClr val="1D4ED8"/>
          </a:solidFill>
          <a:ln w="13097">
            <a:solidFill>
              <a:srgbClr val="172B4D"/>
            </a:solidFill>
          </a:ln>
        </p:spPr>
      </p:sp>
      <p:sp>
        <p:nvSpPr>
          <p:cNvPr id="536" name="object-536">
            <a:extLst>
              <a:ext uri="{FF2B5EF4-FFF2-40B4-BE49-F238E27FC236}">
                <a16:creationId xmlns:a16="http://schemas.microsoft.com/office/drawing/2014/main" id="{AD60448E-CD17-4695-8613-4E6949D620B9}"/>
              </a:ext>
            </a:extLst>
          </p:cNvPr>
          <p:cNvSpPr>
            <a:spLocks noGrp="1"/>
          </p:cNvSpPr>
          <p:nvPr/>
        </p:nvSpPr>
        <p:spPr>
          <a:xfrm>
            <a:off x="10904538" y="4048125"/>
            <a:ext cx="34925" cy="547688"/>
          </a:xfrm>
          <a:prstGeom prst="rect">
            <a:avLst/>
          </a:prstGeom>
          <a:solidFill>
            <a:srgbClr val="1D4ED8"/>
          </a:solidFill>
          <a:ln w="13097">
            <a:solidFill>
              <a:srgbClr val="172B4D"/>
            </a:solidFill>
          </a:ln>
        </p:spPr>
      </p:sp>
      <p:sp>
        <p:nvSpPr>
          <p:cNvPr id="537" name="object-537">
            <a:extLst>
              <a:ext uri="{FF2B5EF4-FFF2-40B4-BE49-F238E27FC236}">
                <a16:creationId xmlns:a16="http://schemas.microsoft.com/office/drawing/2014/main" id="{6BF6EB6B-EA80-4DF0-B389-112FF058F66A}"/>
              </a:ext>
            </a:extLst>
          </p:cNvPr>
          <p:cNvSpPr>
            <a:spLocks noGrp="1"/>
          </p:cNvSpPr>
          <p:nvPr/>
        </p:nvSpPr>
        <p:spPr>
          <a:xfrm>
            <a:off x="10939463" y="4048125"/>
            <a:ext cx="34925" cy="547688"/>
          </a:xfrm>
          <a:prstGeom prst="rect">
            <a:avLst/>
          </a:prstGeom>
          <a:solidFill>
            <a:srgbClr val="1D4ED8"/>
          </a:solidFill>
          <a:ln w="13097">
            <a:solidFill>
              <a:srgbClr val="172B4D"/>
            </a:solidFill>
          </a:ln>
        </p:spPr>
      </p:sp>
      <p:sp>
        <p:nvSpPr>
          <p:cNvPr id="538" name="object-538">
            <a:extLst>
              <a:ext uri="{FF2B5EF4-FFF2-40B4-BE49-F238E27FC236}">
                <a16:creationId xmlns:a16="http://schemas.microsoft.com/office/drawing/2014/main" id="{4489E117-CE2D-4B27-A5A3-57E9A662E62A}"/>
              </a:ext>
            </a:extLst>
          </p:cNvPr>
          <p:cNvSpPr>
            <a:spLocks noGrp="1"/>
          </p:cNvSpPr>
          <p:nvPr/>
        </p:nvSpPr>
        <p:spPr>
          <a:xfrm>
            <a:off x="10974388" y="4048125"/>
            <a:ext cx="34925" cy="547688"/>
          </a:xfrm>
          <a:prstGeom prst="rect">
            <a:avLst/>
          </a:prstGeom>
          <a:solidFill>
            <a:srgbClr val="1D4ED8"/>
          </a:solidFill>
          <a:ln w="13097">
            <a:solidFill>
              <a:srgbClr val="172B4D"/>
            </a:solidFill>
          </a:ln>
        </p:spPr>
      </p:sp>
      <p:sp>
        <p:nvSpPr>
          <p:cNvPr id="539" name="object-539">
            <a:extLst>
              <a:ext uri="{FF2B5EF4-FFF2-40B4-BE49-F238E27FC236}">
                <a16:creationId xmlns:a16="http://schemas.microsoft.com/office/drawing/2014/main" id="{22C36D7C-DF9F-41E7-899A-4595E247322F}"/>
              </a:ext>
            </a:extLst>
          </p:cNvPr>
          <p:cNvSpPr>
            <a:spLocks noGrp="1"/>
          </p:cNvSpPr>
          <p:nvPr/>
        </p:nvSpPr>
        <p:spPr>
          <a:xfrm>
            <a:off x="11009313" y="4048125"/>
            <a:ext cx="34925" cy="547688"/>
          </a:xfrm>
          <a:prstGeom prst="rect">
            <a:avLst/>
          </a:prstGeom>
          <a:solidFill>
            <a:srgbClr val="1D4ED8"/>
          </a:solidFill>
          <a:ln w="13097">
            <a:solidFill>
              <a:srgbClr val="172B4D"/>
            </a:solidFill>
          </a:ln>
        </p:spPr>
      </p:sp>
      <p:sp>
        <p:nvSpPr>
          <p:cNvPr id="540" name="object-540">
            <a:extLst>
              <a:ext uri="{FF2B5EF4-FFF2-40B4-BE49-F238E27FC236}">
                <a16:creationId xmlns:a16="http://schemas.microsoft.com/office/drawing/2014/main" id="{8BE88F84-5D1F-4427-8116-22B0AD0F9B9C}"/>
              </a:ext>
            </a:extLst>
          </p:cNvPr>
          <p:cNvSpPr>
            <a:spLocks noGrp="1"/>
          </p:cNvSpPr>
          <p:nvPr/>
        </p:nvSpPr>
        <p:spPr>
          <a:xfrm>
            <a:off x="11044238" y="4048125"/>
            <a:ext cx="34925" cy="547688"/>
          </a:xfrm>
          <a:prstGeom prst="rect">
            <a:avLst/>
          </a:prstGeom>
          <a:solidFill>
            <a:srgbClr val="1D4ED8"/>
          </a:solidFill>
          <a:ln w="13097">
            <a:solidFill>
              <a:srgbClr val="172B4D"/>
            </a:solidFill>
          </a:ln>
        </p:spPr>
      </p:sp>
      <p:sp>
        <p:nvSpPr>
          <p:cNvPr id="541" name="object-541">
            <a:extLst>
              <a:ext uri="{FF2B5EF4-FFF2-40B4-BE49-F238E27FC236}">
                <a16:creationId xmlns:a16="http://schemas.microsoft.com/office/drawing/2014/main" id="{6EFC55AA-EE63-4ACA-A2F8-86C27DF52194}"/>
              </a:ext>
            </a:extLst>
          </p:cNvPr>
          <p:cNvSpPr>
            <a:spLocks noGrp="1"/>
          </p:cNvSpPr>
          <p:nvPr/>
        </p:nvSpPr>
        <p:spPr>
          <a:xfrm>
            <a:off x="11079162" y="4048125"/>
            <a:ext cx="34925" cy="547688"/>
          </a:xfrm>
          <a:prstGeom prst="rect">
            <a:avLst/>
          </a:prstGeom>
          <a:solidFill>
            <a:srgbClr val="1D4ED8"/>
          </a:solidFill>
          <a:ln w="13097">
            <a:solidFill>
              <a:srgbClr val="172B4D"/>
            </a:solidFill>
          </a:ln>
        </p:spPr>
      </p:sp>
      <p:sp>
        <p:nvSpPr>
          <p:cNvPr id="542" name="object-542">
            <a:extLst>
              <a:ext uri="{FF2B5EF4-FFF2-40B4-BE49-F238E27FC236}">
                <a16:creationId xmlns:a16="http://schemas.microsoft.com/office/drawing/2014/main" id="{BE719706-6673-42FC-B957-25F3A4123B5D}"/>
              </a:ext>
            </a:extLst>
          </p:cNvPr>
          <p:cNvSpPr>
            <a:spLocks noGrp="1"/>
          </p:cNvSpPr>
          <p:nvPr/>
        </p:nvSpPr>
        <p:spPr>
          <a:xfrm>
            <a:off x="11114088" y="4048125"/>
            <a:ext cx="34925" cy="547688"/>
          </a:xfrm>
          <a:prstGeom prst="rect">
            <a:avLst/>
          </a:prstGeom>
          <a:solidFill>
            <a:srgbClr val="1D4ED8"/>
          </a:solidFill>
          <a:ln w="13097">
            <a:solidFill>
              <a:srgbClr val="172B4D"/>
            </a:solidFill>
          </a:ln>
        </p:spPr>
      </p:sp>
      <p:sp>
        <p:nvSpPr>
          <p:cNvPr id="543" name="object-543">
            <a:extLst>
              <a:ext uri="{FF2B5EF4-FFF2-40B4-BE49-F238E27FC236}">
                <a16:creationId xmlns:a16="http://schemas.microsoft.com/office/drawing/2014/main" id="{477ACCDB-7E97-4010-86EB-FBD4C20074F7}"/>
              </a:ext>
            </a:extLst>
          </p:cNvPr>
          <p:cNvSpPr>
            <a:spLocks noGrp="1"/>
          </p:cNvSpPr>
          <p:nvPr/>
        </p:nvSpPr>
        <p:spPr>
          <a:xfrm>
            <a:off x="11149013" y="4048125"/>
            <a:ext cx="34925" cy="547688"/>
          </a:xfrm>
          <a:prstGeom prst="rect">
            <a:avLst/>
          </a:prstGeom>
          <a:solidFill>
            <a:srgbClr val="1D4ED8"/>
          </a:solidFill>
          <a:ln w="13097">
            <a:solidFill>
              <a:srgbClr val="172B4D"/>
            </a:solidFill>
          </a:ln>
        </p:spPr>
      </p:sp>
      <p:sp>
        <p:nvSpPr>
          <p:cNvPr id="544" name="object-544">
            <a:extLst>
              <a:ext uri="{FF2B5EF4-FFF2-40B4-BE49-F238E27FC236}">
                <a16:creationId xmlns:a16="http://schemas.microsoft.com/office/drawing/2014/main" id="{A8CF8575-54F8-4B5A-B44A-2C5A682CA7FA}"/>
              </a:ext>
            </a:extLst>
          </p:cNvPr>
          <p:cNvSpPr>
            <a:spLocks noGrp="1"/>
          </p:cNvSpPr>
          <p:nvPr/>
        </p:nvSpPr>
        <p:spPr>
          <a:xfrm>
            <a:off x="11183938" y="4048125"/>
            <a:ext cx="34925" cy="547688"/>
          </a:xfrm>
          <a:prstGeom prst="rect">
            <a:avLst/>
          </a:prstGeom>
          <a:solidFill>
            <a:srgbClr val="1D4ED8"/>
          </a:solidFill>
          <a:ln w="13097">
            <a:solidFill>
              <a:srgbClr val="172B4D"/>
            </a:solidFill>
          </a:ln>
        </p:spPr>
      </p:sp>
      <p:sp>
        <p:nvSpPr>
          <p:cNvPr id="545" name="object-545">
            <a:extLst>
              <a:ext uri="{FF2B5EF4-FFF2-40B4-BE49-F238E27FC236}">
                <a16:creationId xmlns:a16="http://schemas.microsoft.com/office/drawing/2014/main" id="{0390AF52-0F0C-4964-B8B5-A72574092189}"/>
              </a:ext>
            </a:extLst>
          </p:cNvPr>
          <p:cNvSpPr>
            <a:spLocks noGrp="1"/>
          </p:cNvSpPr>
          <p:nvPr/>
        </p:nvSpPr>
        <p:spPr>
          <a:xfrm>
            <a:off x="11218863" y="4048125"/>
            <a:ext cx="34925" cy="547688"/>
          </a:xfrm>
          <a:prstGeom prst="rect">
            <a:avLst/>
          </a:prstGeom>
          <a:solidFill>
            <a:srgbClr val="1D4ED8"/>
          </a:solidFill>
          <a:ln w="13097">
            <a:solidFill>
              <a:srgbClr val="172B4D"/>
            </a:solidFill>
          </a:ln>
        </p:spPr>
      </p:sp>
      <p:sp>
        <p:nvSpPr>
          <p:cNvPr id="546" name="object-546">
            <a:extLst>
              <a:ext uri="{FF2B5EF4-FFF2-40B4-BE49-F238E27FC236}">
                <a16:creationId xmlns:a16="http://schemas.microsoft.com/office/drawing/2014/main" id="{B374BC79-DFD4-48DA-8456-54ADDD4D22A0}"/>
              </a:ext>
            </a:extLst>
          </p:cNvPr>
          <p:cNvSpPr>
            <a:spLocks noGrp="1"/>
          </p:cNvSpPr>
          <p:nvPr/>
        </p:nvSpPr>
        <p:spPr>
          <a:xfrm>
            <a:off x="11253788" y="4048125"/>
            <a:ext cx="34925" cy="547688"/>
          </a:xfrm>
          <a:prstGeom prst="rect">
            <a:avLst/>
          </a:prstGeom>
          <a:solidFill>
            <a:srgbClr val="1D4ED8"/>
          </a:solidFill>
          <a:ln w="13097">
            <a:solidFill>
              <a:srgbClr val="172B4D"/>
            </a:solidFill>
          </a:ln>
        </p:spPr>
      </p:sp>
      <p:sp>
        <p:nvSpPr>
          <p:cNvPr id="547" name="object-547">
            <a:extLst>
              <a:ext uri="{FF2B5EF4-FFF2-40B4-BE49-F238E27FC236}">
                <a16:creationId xmlns:a16="http://schemas.microsoft.com/office/drawing/2014/main" id="{FD580DF3-91E8-4A6B-8026-A44060CFF7A8}"/>
              </a:ext>
            </a:extLst>
          </p:cNvPr>
          <p:cNvSpPr>
            <a:spLocks noGrp="1"/>
          </p:cNvSpPr>
          <p:nvPr/>
        </p:nvSpPr>
        <p:spPr>
          <a:xfrm>
            <a:off x="11288713" y="4048125"/>
            <a:ext cx="34925" cy="547688"/>
          </a:xfrm>
          <a:prstGeom prst="rect">
            <a:avLst/>
          </a:prstGeom>
          <a:solidFill>
            <a:srgbClr val="1D4ED8"/>
          </a:solidFill>
          <a:ln w="13097">
            <a:solidFill>
              <a:srgbClr val="172B4D"/>
            </a:solidFill>
          </a:ln>
        </p:spPr>
      </p:sp>
      <p:sp>
        <p:nvSpPr>
          <p:cNvPr id="548" name="object-548">
            <a:extLst>
              <a:ext uri="{FF2B5EF4-FFF2-40B4-BE49-F238E27FC236}">
                <a16:creationId xmlns:a16="http://schemas.microsoft.com/office/drawing/2014/main" id="{DB7357E5-68B1-4F2B-942E-DF06A3678E04}"/>
              </a:ext>
            </a:extLst>
          </p:cNvPr>
          <p:cNvSpPr>
            <a:spLocks noGrp="1"/>
          </p:cNvSpPr>
          <p:nvPr/>
        </p:nvSpPr>
        <p:spPr>
          <a:xfrm>
            <a:off x="11323638" y="4048125"/>
            <a:ext cx="34925" cy="547688"/>
          </a:xfrm>
          <a:prstGeom prst="rect">
            <a:avLst/>
          </a:prstGeom>
          <a:solidFill>
            <a:srgbClr val="1D4ED8"/>
          </a:solidFill>
          <a:ln w="13097">
            <a:solidFill>
              <a:srgbClr val="172B4D"/>
            </a:solidFill>
          </a:ln>
        </p:spPr>
      </p:sp>
      <p:sp>
        <p:nvSpPr>
          <p:cNvPr id="549" name="object-549">
            <a:extLst>
              <a:ext uri="{FF2B5EF4-FFF2-40B4-BE49-F238E27FC236}">
                <a16:creationId xmlns:a16="http://schemas.microsoft.com/office/drawing/2014/main" id="{2D25D653-011A-49C5-B616-0F143C27DE70}"/>
              </a:ext>
            </a:extLst>
          </p:cNvPr>
          <p:cNvSpPr>
            <a:spLocks noGrp="1"/>
          </p:cNvSpPr>
          <p:nvPr/>
        </p:nvSpPr>
        <p:spPr>
          <a:xfrm>
            <a:off x="11358563" y="4048125"/>
            <a:ext cx="34925" cy="547688"/>
          </a:xfrm>
          <a:prstGeom prst="rect">
            <a:avLst/>
          </a:prstGeom>
          <a:solidFill>
            <a:srgbClr val="1D4ED8"/>
          </a:solidFill>
          <a:ln w="13097">
            <a:solidFill>
              <a:srgbClr val="172B4D"/>
            </a:solidFill>
          </a:ln>
        </p:spPr>
      </p:sp>
      <p:sp>
        <p:nvSpPr>
          <p:cNvPr id="550" name="object-550">
            <a:extLst>
              <a:ext uri="{FF2B5EF4-FFF2-40B4-BE49-F238E27FC236}">
                <a16:creationId xmlns:a16="http://schemas.microsoft.com/office/drawing/2014/main" id="{A7016B74-D397-4C69-9636-23ED853C54AE}"/>
              </a:ext>
            </a:extLst>
          </p:cNvPr>
          <p:cNvSpPr>
            <a:spLocks noGrp="1"/>
          </p:cNvSpPr>
          <p:nvPr/>
        </p:nvSpPr>
        <p:spPr>
          <a:xfrm>
            <a:off x="11393487" y="4048125"/>
            <a:ext cx="34925" cy="547688"/>
          </a:xfrm>
          <a:prstGeom prst="rect">
            <a:avLst/>
          </a:prstGeom>
          <a:solidFill>
            <a:srgbClr val="1D4ED8"/>
          </a:solidFill>
          <a:ln w="13097">
            <a:solidFill>
              <a:srgbClr val="172B4D"/>
            </a:solidFill>
          </a:ln>
        </p:spPr>
      </p:sp>
      <p:sp>
        <p:nvSpPr>
          <p:cNvPr id="551" name="object-551">
            <a:extLst>
              <a:ext uri="{FF2B5EF4-FFF2-40B4-BE49-F238E27FC236}">
                <a16:creationId xmlns:a16="http://schemas.microsoft.com/office/drawing/2014/main" id="{32F84276-3623-457C-B9B2-F0B64F4F1196}"/>
              </a:ext>
            </a:extLst>
          </p:cNvPr>
          <p:cNvSpPr>
            <a:spLocks noGrp="1"/>
          </p:cNvSpPr>
          <p:nvPr/>
        </p:nvSpPr>
        <p:spPr>
          <a:xfrm>
            <a:off x="11428413" y="4048125"/>
            <a:ext cx="34925" cy="547688"/>
          </a:xfrm>
          <a:prstGeom prst="rect">
            <a:avLst/>
          </a:prstGeom>
          <a:solidFill>
            <a:srgbClr val="1D4ED8"/>
          </a:solidFill>
          <a:ln w="13097">
            <a:solidFill>
              <a:srgbClr val="172B4D"/>
            </a:solidFill>
          </a:ln>
        </p:spPr>
      </p:sp>
      <p:sp>
        <p:nvSpPr>
          <p:cNvPr id="552" name="object-552">
            <a:extLst>
              <a:ext uri="{FF2B5EF4-FFF2-40B4-BE49-F238E27FC236}">
                <a16:creationId xmlns:a16="http://schemas.microsoft.com/office/drawing/2014/main" id="{128F4214-E2E0-4BCA-90ED-DC560B35EACF}"/>
              </a:ext>
            </a:extLst>
          </p:cNvPr>
          <p:cNvSpPr>
            <a:spLocks noGrp="1"/>
          </p:cNvSpPr>
          <p:nvPr/>
        </p:nvSpPr>
        <p:spPr>
          <a:xfrm>
            <a:off x="11463338" y="4048125"/>
            <a:ext cx="34925" cy="547688"/>
          </a:xfrm>
          <a:prstGeom prst="rect">
            <a:avLst/>
          </a:prstGeom>
          <a:solidFill>
            <a:srgbClr val="1D4ED8"/>
          </a:solidFill>
          <a:ln w="13097">
            <a:solidFill>
              <a:srgbClr val="172B4D"/>
            </a:solidFill>
          </a:ln>
        </p:spPr>
      </p:sp>
      <p:sp>
        <p:nvSpPr>
          <p:cNvPr id="553" name="object-553">
            <a:extLst>
              <a:ext uri="{FF2B5EF4-FFF2-40B4-BE49-F238E27FC236}">
                <a16:creationId xmlns:a16="http://schemas.microsoft.com/office/drawing/2014/main" id="{C6569E0F-C48C-4D45-99D4-81B828FF6B3C}"/>
              </a:ext>
            </a:extLst>
          </p:cNvPr>
          <p:cNvSpPr>
            <a:spLocks noGrp="1"/>
          </p:cNvSpPr>
          <p:nvPr/>
        </p:nvSpPr>
        <p:spPr>
          <a:xfrm>
            <a:off x="11498263" y="4048125"/>
            <a:ext cx="34925" cy="547688"/>
          </a:xfrm>
          <a:prstGeom prst="rect">
            <a:avLst/>
          </a:prstGeom>
          <a:solidFill>
            <a:srgbClr val="1D4ED8"/>
          </a:solidFill>
          <a:ln w="13097">
            <a:solidFill>
              <a:srgbClr val="172B4D"/>
            </a:solidFill>
          </a:ln>
        </p:spPr>
      </p:sp>
      <p:sp>
        <p:nvSpPr>
          <p:cNvPr id="554" name="object-554">
            <a:extLst>
              <a:ext uri="{FF2B5EF4-FFF2-40B4-BE49-F238E27FC236}">
                <a16:creationId xmlns:a16="http://schemas.microsoft.com/office/drawing/2014/main" id="{D02904F6-F771-4894-BC7D-BC5C0348C050}"/>
              </a:ext>
            </a:extLst>
          </p:cNvPr>
          <p:cNvSpPr>
            <a:spLocks noGrp="1"/>
          </p:cNvSpPr>
          <p:nvPr/>
        </p:nvSpPr>
        <p:spPr>
          <a:xfrm>
            <a:off x="11533188" y="4048125"/>
            <a:ext cx="34925" cy="547688"/>
          </a:xfrm>
          <a:prstGeom prst="rect">
            <a:avLst/>
          </a:prstGeom>
          <a:solidFill>
            <a:srgbClr val="1D4ED8"/>
          </a:solidFill>
          <a:ln w="13097">
            <a:solidFill>
              <a:srgbClr val="172B4D"/>
            </a:solidFill>
          </a:ln>
        </p:spPr>
      </p:sp>
      <p:sp>
        <p:nvSpPr>
          <p:cNvPr id="555" name="object-555">
            <a:extLst>
              <a:ext uri="{FF2B5EF4-FFF2-40B4-BE49-F238E27FC236}">
                <a16:creationId xmlns:a16="http://schemas.microsoft.com/office/drawing/2014/main" id="{823EC5DB-30DD-4CA0-A93B-B82F22BB635D}"/>
              </a:ext>
            </a:extLst>
          </p:cNvPr>
          <p:cNvSpPr>
            <a:spLocks noGrp="1"/>
          </p:cNvSpPr>
          <p:nvPr/>
        </p:nvSpPr>
        <p:spPr>
          <a:xfrm>
            <a:off x="11568113" y="4048125"/>
            <a:ext cx="34925" cy="547688"/>
          </a:xfrm>
          <a:prstGeom prst="rect">
            <a:avLst/>
          </a:prstGeom>
          <a:solidFill>
            <a:srgbClr val="1D4ED8"/>
          </a:solidFill>
          <a:ln w="13097">
            <a:solidFill>
              <a:srgbClr val="172B4D"/>
            </a:solidFill>
          </a:ln>
        </p:spPr>
      </p:sp>
      <p:sp>
        <p:nvSpPr>
          <p:cNvPr id="556" name="object-556">
            <a:extLst>
              <a:ext uri="{FF2B5EF4-FFF2-40B4-BE49-F238E27FC236}">
                <a16:creationId xmlns:a16="http://schemas.microsoft.com/office/drawing/2014/main" id="{2A9710B2-B65A-40BC-948B-16826A9BF98B}"/>
              </a:ext>
            </a:extLst>
          </p:cNvPr>
          <p:cNvSpPr>
            <a:spLocks noGrp="1"/>
          </p:cNvSpPr>
          <p:nvPr/>
        </p:nvSpPr>
        <p:spPr>
          <a:xfrm>
            <a:off x="11603037" y="4048125"/>
            <a:ext cx="34925" cy="547688"/>
          </a:xfrm>
          <a:prstGeom prst="rect">
            <a:avLst/>
          </a:prstGeom>
          <a:solidFill>
            <a:srgbClr val="1D4ED8"/>
          </a:solidFill>
          <a:ln w="13097">
            <a:solidFill>
              <a:srgbClr val="172B4D"/>
            </a:solidFill>
          </a:ln>
        </p:spPr>
      </p:sp>
      <p:sp>
        <p:nvSpPr>
          <p:cNvPr id="557" name="object-557">
            <a:extLst>
              <a:ext uri="{FF2B5EF4-FFF2-40B4-BE49-F238E27FC236}">
                <a16:creationId xmlns:a16="http://schemas.microsoft.com/office/drawing/2014/main" id="{0353C924-0EC6-4610-ADA9-26F10C872770}"/>
              </a:ext>
            </a:extLst>
          </p:cNvPr>
          <p:cNvSpPr>
            <a:spLocks noGrp="1"/>
          </p:cNvSpPr>
          <p:nvPr/>
        </p:nvSpPr>
        <p:spPr>
          <a:xfrm>
            <a:off x="11637963" y="4048125"/>
            <a:ext cx="34925" cy="547688"/>
          </a:xfrm>
          <a:prstGeom prst="rect">
            <a:avLst/>
          </a:prstGeom>
          <a:solidFill>
            <a:srgbClr val="1D4ED8"/>
          </a:solidFill>
          <a:ln w="13097">
            <a:solidFill>
              <a:srgbClr val="172B4D"/>
            </a:solidFill>
          </a:ln>
        </p:spPr>
      </p:sp>
      <p:sp>
        <p:nvSpPr>
          <p:cNvPr id="558" name="object-558">
            <a:extLst>
              <a:ext uri="{FF2B5EF4-FFF2-40B4-BE49-F238E27FC236}">
                <a16:creationId xmlns:a16="http://schemas.microsoft.com/office/drawing/2014/main" id="{5B492D68-C38D-4BB7-9607-B14083D962F3}"/>
              </a:ext>
            </a:extLst>
          </p:cNvPr>
          <p:cNvSpPr>
            <a:spLocks noGrp="1"/>
          </p:cNvSpPr>
          <p:nvPr/>
        </p:nvSpPr>
        <p:spPr>
          <a:xfrm>
            <a:off x="11672888" y="4048125"/>
            <a:ext cx="34925" cy="547688"/>
          </a:xfrm>
          <a:prstGeom prst="rect">
            <a:avLst/>
          </a:prstGeom>
          <a:solidFill>
            <a:srgbClr val="1D4ED8"/>
          </a:solidFill>
          <a:ln w="13097">
            <a:solidFill>
              <a:srgbClr val="172B4D"/>
            </a:solidFill>
          </a:ln>
        </p:spPr>
      </p:sp>
      <p:sp>
        <p:nvSpPr>
          <p:cNvPr id="559" name="object-559">
            <a:extLst>
              <a:ext uri="{FF2B5EF4-FFF2-40B4-BE49-F238E27FC236}">
                <a16:creationId xmlns:a16="http://schemas.microsoft.com/office/drawing/2014/main" id="{261615B4-EAA3-4EE9-8DF4-C7B776616884}"/>
              </a:ext>
            </a:extLst>
          </p:cNvPr>
          <p:cNvSpPr>
            <a:spLocks noGrp="1"/>
          </p:cNvSpPr>
          <p:nvPr/>
        </p:nvSpPr>
        <p:spPr>
          <a:xfrm>
            <a:off x="11707813" y="4048125"/>
            <a:ext cx="34925" cy="547688"/>
          </a:xfrm>
          <a:prstGeom prst="rect">
            <a:avLst/>
          </a:prstGeom>
          <a:solidFill>
            <a:srgbClr val="1D4ED8"/>
          </a:solidFill>
          <a:ln w="13097">
            <a:solidFill>
              <a:srgbClr val="172B4D"/>
            </a:solidFill>
          </a:ln>
        </p:spPr>
      </p:sp>
      <p:sp>
        <p:nvSpPr>
          <p:cNvPr id="560" name="object-560">
            <a:extLst>
              <a:ext uri="{FF2B5EF4-FFF2-40B4-BE49-F238E27FC236}">
                <a16:creationId xmlns:a16="http://schemas.microsoft.com/office/drawing/2014/main" id="{FD7AA731-B772-4006-BEBD-3A2466C719A9}"/>
              </a:ext>
            </a:extLst>
          </p:cNvPr>
          <p:cNvSpPr>
            <a:spLocks noGrp="1"/>
          </p:cNvSpPr>
          <p:nvPr/>
        </p:nvSpPr>
        <p:spPr>
          <a:xfrm>
            <a:off x="11742738" y="4048125"/>
            <a:ext cx="34925" cy="547688"/>
          </a:xfrm>
          <a:prstGeom prst="rect">
            <a:avLst/>
          </a:prstGeom>
          <a:solidFill>
            <a:srgbClr val="1D4ED8"/>
          </a:solidFill>
          <a:ln w="13097">
            <a:solidFill>
              <a:srgbClr val="172B4D"/>
            </a:solidFill>
          </a:ln>
        </p:spPr>
      </p:sp>
      <p:sp>
        <p:nvSpPr>
          <p:cNvPr id="561" name="object-561">
            <a:extLst>
              <a:ext uri="{FF2B5EF4-FFF2-40B4-BE49-F238E27FC236}">
                <a16:creationId xmlns:a16="http://schemas.microsoft.com/office/drawing/2014/main" id="{FF3E319F-0CEE-41D2-A762-826DF2B3AAC5}"/>
              </a:ext>
            </a:extLst>
          </p:cNvPr>
          <p:cNvSpPr>
            <a:spLocks noGrp="1"/>
          </p:cNvSpPr>
          <p:nvPr/>
        </p:nvSpPr>
        <p:spPr>
          <a:xfrm>
            <a:off x="11777663" y="4048125"/>
            <a:ext cx="34925" cy="547688"/>
          </a:xfrm>
          <a:prstGeom prst="rect">
            <a:avLst/>
          </a:prstGeom>
          <a:solidFill>
            <a:srgbClr val="1D4ED8"/>
          </a:solidFill>
          <a:ln w="13097">
            <a:solidFill>
              <a:srgbClr val="172B4D"/>
            </a:solidFill>
          </a:ln>
        </p:spPr>
      </p:sp>
      <p:sp>
        <p:nvSpPr>
          <p:cNvPr id="562" name="object-562">
            <a:extLst>
              <a:ext uri="{FF2B5EF4-FFF2-40B4-BE49-F238E27FC236}">
                <a16:creationId xmlns:a16="http://schemas.microsoft.com/office/drawing/2014/main" id="{A39ECF65-E64A-4399-83DC-2BB67B26F6BD}"/>
              </a:ext>
            </a:extLst>
          </p:cNvPr>
          <p:cNvSpPr>
            <a:spLocks noGrp="1"/>
          </p:cNvSpPr>
          <p:nvPr/>
        </p:nvSpPr>
        <p:spPr>
          <a:xfrm>
            <a:off x="11812588" y="4048125"/>
            <a:ext cx="34925" cy="547688"/>
          </a:xfrm>
          <a:prstGeom prst="rect">
            <a:avLst/>
          </a:prstGeom>
          <a:solidFill>
            <a:srgbClr val="1D4ED8"/>
          </a:solidFill>
          <a:ln w="13097">
            <a:solidFill>
              <a:srgbClr val="172B4D"/>
            </a:solidFill>
          </a:ln>
        </p:spPr>
      </p:sp>
      <p:sp>
        <p:nvSpPr>
          <p:cNvPr id="563" name="object-563">
            <a:extLst>
              <a:ext uri="{FF2B5EF4-FFF2-40B4-BE49-F238E27FC236}">
                <a16:creationId xmlns:a16="http://schemas.microsoft.com/office/drawing/2014/main" id="{23571573-0F98-4D90-ABF0-25BA820B62C3}"/>
              </a:ext>
            </a:extLst>
          </p:cNvPr>
          <p:cNvSpPr>
            <a:spLocks noGrp="1"/>
          </p:cNvSpPr>
          <p:nvPr/>
        </p:nvSpPr>
        <p:spPr>
          <a:xfrm>
            <a:off x="11847513" y="4048125"/>
            <a:ext cx="34925" cy="547688"/>
          </a:xfrm>
          <a:prstGeom prst="rect">
            <a:avLst/>
          </a:prstGeom>
          <a:solidFill>
            <a:srgbClr val="1D4ED8"/>
          </a:solidFill>
          <a:ln w="13097">
            <a:solidFill>
              <a:srgbClr val="172B4D"/>
            </a:solidFill>
          </a:ln>
        </p:spPr>
      </p:sp>
      <p:sp>
        <p:nvSpPr>
          <p:cNvPr id="564" name="object-564">
            <a:extLst>
              <a:ext uri="{FF2B5EF4-FFF2-40B4-BE49-F238E27FC236}">
                <a16:creationId xmlns:a16="http://schemas.microsoft.com/office/drawing/2014/main" id="{6EA46D21-0786-47BC-954F-72817354F42F}"/>
              </a:ext>
            </a:extLst>
          </p:cNvPr>
          <p:cNvSpPr>
            <a:spLocks noGrp="1"/>
          </p:cNvSpPr>
          <p:nvPr/>
        </p:nvSpPr>
        <p:spPr>
          <a:xfrm>
            <a:off x="11882438" y="4048125"/>
            <a:ext cx="34925" cy="547688"/>
          </a:xfrm>
          <a:prstGeom prst="rect">
            <a:avLst/>
          </a:prstGeom>
          <a:solidFill>
            <a:srgbClr val="1D4ED8"/>
          </a:solidFill>
          <a:ln w="13097">
            <a:solidFill>
              <a:srgbClr val="172B4D"/>
            </a:solidFill>
          </a:ln>
        </p:spPr>
      </p:sp>
      <p:sp>
        <p:nvSpPr>
          <p:cNvPr id="565" name="object-565">
            <a:extLst>
              <a:ext uri="{FF2B5EF4-FFF2-40B4-BE49-F238E27FC236}">
                <a16:creationId xmlns:a16="http://schemas.microsoft.com/office/drawing/2014/main" id="{F5046AEF-2A75-4A2D-B831-C33ACB0A727F}"/>
              </a:ext>
            </a:extLst>
          </p:cNvPr>
          <p:cNvSpPr>
            <a:spLocks noGrp="1"/>
          </p:cNvSpPr>
          <p:nvPr/>
        </p:nvSpPr>
        <p:spPr>
          <a:xfrm>
            <a:off x="11917362" y="4048125"/>
            <a:ext cx="34925" cy="547688"/>
          </a:xfrm>
          <a:prstGeom prst="rect">
            <a:avLst/>
          </a:prstGeom>
          <a:solidFill>
            <a:srgbClr val="1D4ED8"/>
          </a:solidFill>
          <a:ln w="13097">
            <a:solidFill>
              <a:srgbClr val="172B4D"/>
            </a:solidFill>
          </a:ln>
        </p:spPr>
      </p:sp>
      <p:sp>
        <p:nvSpPr>
          <p:cNvPr id="566" name="object-566">
            <a:extLst>
              <a:ext uri="{FF2B5EF4-FFF2-40B4-BE49-F238E27FC236}">
                <a16:creationId xmlns:a16="http://schemas.microsoft.com/office/drawing/2014/main" id="{DE8A0FD8-14DA-4F17-AB6C-E37FE266A1DE}"/>
              </a:ext>
            </a:extLst>
          </p:cNvPr>
          <p:cNvSpPr>
            <a:spLocks noGrp="1"/>
          </p:cNvSpPr>
          <p:nvPr/>
        </p:nvSpPr>
        <p:spPr>
          <a:xfrm>
            <a:off x="11952288" y="4048125"/>
            <a:ext cx="34925" cy="547688"/>
          </a:xfrm>
          <a:prstGeom prst="rect">
            <a:avLst/>
          </a:prstGeom>
          <a:solidFill>
            <a:srgbClr val="1D4ED8"/>
          </a:solidFill>
          <a:ln w="13097">
            <a:solidFill>
              <a:srgbClr val="172B4D"/>
            </a:solidFill>
          </a:ln>
        </p:spPr>
      </p:sp>
      <p:sp>
        <p:nvSpPr>
          <p:cNvPr id="567" name="object-567">
            <a:extLst>
              <a:ext uri="{FF2B5EF4-FFF2-40B4-BE49-F238E27FC236}">
                <a16:creationId xmlns:a16="http://schemas.microsoft.com/office/drawing/2014/main" id="{70C482F4-4DD6-4847-A3B5-8D72B33DCAD6}"/>
              </a:ext>
            </a:extLst>
          </p:cNvPr>
          <p:cNvSpPr>
            <a:spLocks noGrp="1"/>
          </p:cNvSpPr>
          <p:nvPr/>
        </p:nvSpPr>
        <p:spPr>
          <a:xfrm>
            <a:off x="11987213" y="4048125"/>
            <a:ext cx="34925" cy="547688"/>
          </a:xfrm>
          <a:prstGeom prst="rect">
            <a:avLst/>
          </a:prstGeom>
          <a:solidFill>
            <a:srgbClr val="FFFFFF"/>
          </a:solidFill>
          <a:ln w="13097">
            <a:solidFill>
              <a:srgbClr val="172B4D"/>
            </a:solidFill>
          </a:ln>
        </p:spPr>
      </p:sp>
      <p:sp>
        <p:nvSpPr>
          <p:cNvPr id="568" name="object-568">
            <a:extLst>
              <a:ext uri="{FF2B5EF4-FFF2-40B4-BE49-F238E27FC236}">
                <a16:creationId xmlns:a16="http://schemas.microsoft.com/office/drawing/2014/main" id="{24B4FED1-8C26-4913-9A2A-44D29D1730AE}"/>
              </a:ext>
            </a:extLst>
          </p:cNvPr>
          <p:cNvSpPr>
            <a:spLocks noGrp="1"/>
          </p:cNvSpPr>
          <p:nvPr/>
        </p:nvSpPr>
        <p:spPr>
          <a:xfrm>
            <a:off x="12022138" y="4048125"/>
            <a:ext cx="34925" cy="547688"/>
          </a:xfrm>
          <a:prstGeom prst="rect">
            <a:avLst/>
          </a:prstGeom>
          <a:solidFill>
            <a:srgbClr val="FFFFFF"/>
          </a:solidFill>
          <a:ln w="13097">
            <a:solidFill>
              <a:srgbClr val="172B4D"/>
            </a:solidFill>
          </a:ln>
        </p:spPr>
      </p:sp>
      <p:sp>
        <p:nvSpPr>
          <p:cNvPr id="569" name="object-569">
            <a:extLst>
              <a:ext uri="{FF2B5EF4-FFF2-40B4-BE49-F238E27FC236}">
                <a16:creationId xmlns:a16="http://schemas.microsoft.com/office/drawing/2014/main" id="{BC25005C-A355-4AB3-9224-55E27DAB8268}"/>
              </a:ext>
            </a:extLst>
          </p:cNvPr>
          <p:cNvSpPr>
            <a:spLocks noGrp="1"/>
          </p:cNvSpPr>
          <p:nvPr/>
        </p:nvSpPr>
        <p:spPr>
          <a:xfrm>
            <a:off x="12057063" y="4048125"/>
            <a:ext cx="34925" cy="547688"/>
          </a:xfrm>
          <a:prstGeom prst="rect">
            <a:avLst/>
          </a:prstGeom>
          <a:solidFill>
            <a:srgbClr val="FFFFFF"/>
          </a:solidFill>
          <a:ln w="13097">
            <a:solidFill>
              <a:srgbClr val="172B4D"/>
            </a:solidFill>
          </a:ln>
        </p:spPr>
      </p:sp>
      <p:sp>
        <p:nvSpPr>
          <p:cNvPr id="570" name="object-570">
            <a:extLst>
              <a:ext uri="{FF2B5EF4-FFF2-40B4-BE49-F238E27FC236}">
                <a16:creationId xmlns:a16="http://schemas.microsoft.com/office/drawing/2014/main" id="{DAF350E8-4EB2-49B0-9E45-D1554BCE8CD8}"/>
              </a:ext>
            </a:extLst>
          </p:cNvPr>
          <p:cNvSpPr>
            <a:spLocks noGrp="1"/>
          </p:cNvSpPr>
          <p:nvPr/>
        </p:nvSpPr>
        <p:spPr>
          <a:xfrm>
            <a:off x="12091988" y="4048125"/>
            <a:ext cx="34925" cy="547688"/>
          </a:xfrm>
          <a:prstGeom prst="rect">
            <a:avLst/>
          </a:prstGeom>
          <a:solidFill>
            <a:srgbClr val="FFFFFF"/>
          </a:solidFill>
          <a:ln w="13097">
            <a:solidFill>
              <a:srgbClr val="172B4D"/>
            </a:solidFill>
          </a:ln>
        </p:spPr>
      </p:sp>
      <p:sp>
        <p:nvSpPr>
          <p:cNvPr id="571" name="object-571">
            <a:extLst>
              <a:ext uri="{FF2B5EF4-FFF2-40B4-BE49-F238E27FC236}">
                <a16:creationId xmlns:a16="http://schemas.microsoft.com/office/drawing/2014/main" id="{DA10F4D7-F2E2-4E13-8CDB-954103BCC000}"/>
              </a:ext>
            </a:extLst>
          </p:cNvPr>
          <p:cNvSpPr>
            <a:spLocks noGrp="1"/>
          </p:cNvSpPr>
          <p:nvPr/>
        </p:nvSpPr>
        <p:spPr>
          <a:xfrm>
            <a:off x="12126912" y="4048125"/>
            <a:ext cx="34925" cy="547688"/>
          </a:xfrm>
          <a:prstGeom prst="rect">
            <a:avLst/>
          </a:prstGeom>
          <a:solidFill>
            <a:srgbClr val="FFFFFF"/>
          </a:solidFill>
          <a:ln w="13097">
            <a:solidFill>
              <a:srgbClr val="172B4D"/>
            </a:solidFill>
          </a:ln>
        </p:spPr>
      </p:sp>
      <p:sp>
        <p:nvSpPr>
          <p:cNvPr id="572" name="object-572">
            <a:extLst>
              <a:ext uri="{FF2B5EF4-FFF2-40B4-BE49-F238E27FC236}">
                <a16:creationId xmlns:a16="http://schemas.microsoft.com/office/drawing/2014/main" id="{86C1FE5A-B757-4DE4-B7EA-7B68A77CD9DC}"/>
              </a:ext>
            </a:extLst>
          </p:cNvPr>
          <p:cNvSpPr>
            <a:spLocks noGrp="1"/>
          </p:cNvSpPr>
          <p:nvPr/>
        </p:nvSpPr>
        <p:spPr>
          <a:xfrm>
            <a:off x="12161838" y="4048125"/>
            <a:ext cx="34925" cy="547688"/>
          </a:xfrm>
          <a:prstGeom prst="rect">
            <a:avLst/>
          </a:prstGeom>
          <a:solidFill>
            <a:srgbClr val="FFFFFF"/>
          </a:solidFill>
          <a:ln w="13097">
            <a:solidFill>
              <a:srgbClr val="172B4D"/>
            </a:solidFill>
          </a:ln>
        </p:spPr>
      </p:sp>
      <p:sp>
        <p:nvSpPr>
          <p:cNvPr id="573" name="object-573">
            <a:extLst>
              <a:ext uri="{FF2B5EF4-FFF2-40B4-BE49-F238E27FC236}">
                <a16:creationId xmlns:a16="http://schemas.microsoft.com/office/drawing/2014/main" id="{D8ABDAA6-853B-4126-9F99-6F82838D020E}"/>
              </a:ext>
            </a:extLst>
          </p:cNvPr>
          <p:cNvSpPr>
            <a:spLocks noGrp="1"/>
          </p:cNvSpPr>
          <p:nvPr/>
        </p:nvSpPr>
        <p:spPr>
          <a:xfrm>
            <a:off x="12196763" y="4048125"/>
            <a:ext cx="34925" cy="547688"/>
          </a:xfrm>
          <a:prstGeom prst="rect">
            <a:avLst/>
          </a:prstGeom>
          <a:solidFill>
            <a:srgbClr val="FFFFFF"/>
          </a:solidFill>
          <a:ln w="13097">
            <a:solidFill>
              <a:srgbClr val="172B4D"/>
            </a:solidFill>
          </a:ln>
        </p:spPr>
      </p:sp>
      <p:sp>
        <p:nvSpPr>
          <p:cNvPr id="574" name="object-574">
            <a:extLst>
              <a:ext uri="{FF2B5EF4-FFF2-40B4-BE49-F238E27FC236}">
                <a16:creationId xmlns:a16="http://schemas.microsoft.com/office/drawing/2014/main" id="{5826FA12-5D13-4F3E-8F1E-D2F9D3275554}"/>
              </a:ext>
            </a:extLst>
          </p:cNvPr>
          <p:cNvSpPr>
            <a:spLocks noGrp="1"/>
          </p:cNvSpPr>
          <p:nvPr/>
        </p:nvSpPr>
        <p:spPr>
          <a:xfrm>
            <a:off x="12231688" y="4048125"/>
            <a:ext cx="34925" cy="547688"/>
          </a:xfrm>
          <a:prstGeom prst="rect">
            <a:avLst/>
          </a:prstGeom>
          <a:solidFill>
            <a:srgbClr val="FFFFFF"/>
          </a:solidFill>
          <a:ln w="13097">
            <a:solidFill>
              <a:srgbClr val="172B4D"/>
            </a:solidFill>
          </a:ln>
        </p:spPr>
      </p:sp>
      <p:sp>
        <p:nvSpPr>
          <p:cNvPr id="575" name="object-575">
            <a:extLst>
              <a:ext uri="{FF2B5EF4-FFF2-40B4-BE49-F238E27FC236}">
                <a16:creationId xmlns:a16="http://schemas.microsoft.com/office/drawing/2014/main" id="{E83B5DAF-4ACC-4A1D-A0BA-5D76961E91E1}"/>
              </a:ext>
            </a:extLst>
          </p:cNvPr>
          <p:cNvSpPr>
            <a:spLocks noGrp="1"/>
          </p:cNvSpPr>
          <p:nvPr/>
        </p:nvSpPr>
        <p:spPr>
          <a:xfrm>
            <a:off x="12266613" y="4048125"/>
            <a:ext cx="34925" cy="547688"/>
          </a:xfrm>
          <a:prstGeom prst="rect">
            <a:avLst/>
          </a:prstGeom>
          <a:solidFill>
            <a:srgbClr val="FFFFFF"/>
          </a:solidFill>
          <a:ln w="13097">
            <a:solidFill>
              <a:srgbClr val="172B4D"/>
            </a:solidFill>
          </a:ln>
        </p:spPr>
      </p:sp>
      <p:sp>
        <p:nvSpPr>
          <p:cNvPr id="576" name="object-576">
            <a:extLst>
              <a:ext uri="{FF2B5EF4-FFF2-40B4-BE49-F238E27FC236}">
                <a16:creationId xmlns:a16="http://schemas.microsoft.com/office/drawing/2014/main" id="{F2BEB81A-6164-44D1-99AF-BC85B849DA9F}"/>
              </a:ext>
            </a:extLst>
          </p:cNvPr>
          <p:cNvSpPr>
            <a:spLocks noGrp="1"/>
          </p:cNvSpPr>
          <p:nvPr/>
        </p:nvSpPr>
        <p:spPr>
          <a:xfrm>
            <a:off x="12301538" y="4048125"/>
            <a:ext cx="34925" cy="547688"/>
          </a:xfrm>
          <a:prstGeom prst="rect">
            <a:avLst/>
          </a:prstGeom>
          <a:solidFill>
            <a:srgbClr val="FFFFFF"/>
          </a:solidFill>
          <a:ln w="13097">
            <a:solidFill>
              <a:srgbClr val="172B4D"/>
            </a:solidFill>
          </a:ln>
        </p:spPr>
      </p:sp>
      <p:sp>
        <p:nvSpPr>
          <p:cNvPr id="577" name="object-577">
            <a:extLst>
              <a:ext uri="{FF2B5EF4-FFF2-40B4-BE49-F238E27FC236}">
                <a16:creationId xmlns:a16="http://schemas.microsoft.com/office/drawing/2014/main" id="{187480E0-C806-4F59-91BD-ACE8FAF6FF8A}"/>
              </a:ext>
            </a:extLst>
          </p:cNvPr>
          <p:cNvSpPr>
            <a:spLocks noGrp="1"/>
          </p:cNvSpPr>
          <p:nvPr/>
        </p:nvSpPr>
        <p:spPr>
          <a:xfrm>
            <a:off x="12336462" y="4048125"/>
            <a:ext cx="34925" cy="547688"/>
          </a:xfrm>
          <a:prstGeom prst="rect">
            <a:avLst/>
          </a:prstGeom>
          <a:solidFill>
            <a:srgbClr val="FFFFFF"/>
          </a:solidFill>
          <a:ln w="13097">
            <a:solidFill>
              <a:srgbClr val="172B4D"/>
            </a:solidFill>
          </a:ln>
        </p:spPr>
      </p:sp>
      <p:sp>
        <p:nvSpPr>
          <p:cNvPr id="578" name="object-578">
            <a:extLst>
              <a:ext uri="{FF2B5EF4-FFF2-40B4-BE49-F238E27FC236}">
                <a16:creationId xmlns:a16="http://schemas.microsoft.com/office/drawing/2014/main" id="{3EC76992-E9F3-4408-AE26-23186A707B11}"/>
              </a:ext>
            </a:extLst>
          </p:cNvPr>
          <p:cNvSpPr>
            <a:spLocks noGrp="1"/>
          </p:cNvSpPr>
          <p:nvPr/>
        </p:nvSpPr>
        <p:spPr>
          <a:xfrm>
            <a:off x="12371388" y="4048125"/>
            <a:ext cx="34925" cy="547688"/>
          </a:xfrm>
          <a:prstGeom prst="rect">
            <a:avLst/>
          </a:prstGeom>
          <a:solidFill>
            <a:srgbClr val="FFFFFF"/>
          </a:solidFill>
          <a:ln w="13097">
            <a:solidFill>
              <a:srgbClr val="172B4D"/>
            </a:solidFill>
          </a:ln>
        </p:spPr>
      </p:sp>
      <p:sp>
        <p:nvSpPr>
          <p:cNvPr id="579" name="object-579">
            <a:extLst>
              <a:ext uri="{FF2B5EF4-FFF2-40B4-BE49-F238E27FC236}">
                <a16:creationId xmlns:a16="http://schemas.microsoft.com/office/drawing/2014/main" id="{06CDCE1E-10BC-4BE6-A654-A0A29AB90760}"/>
              </a:ext>
            </a:extLst>
          </p:cNvPr>
          <p:cNvSpPr>
            <a:spLocks noGrp="1"/>
          </p:cNvSpPr>
          <p:nvPr/>
        </p:nvSpPr>
        <p:spPr>
          <a:xfrm>
            <a:off x="12406313" y="4048125"/>
            <a:ext cx="34925" cy="547688"/>
          </a:xfrm>
          <a:prstGeom prst="rect">
            <a:avLst/>
          </a:prstGeom>
          <a:solidFill>
            <a:srgbClr val="FFFFFF"/>
          </a:solidFill>
          <a:ln w="13097">
            <a:solidFill>
              <a:srgbClr val="172B4D"/>
            </a:solidFill>
          </a:ln>
        </p:spPr>
      </p:sp>
      <p:sp>
        <p:nvSpPr>
          <p:cNvPr id="580" name="object-580">
            <a:extLst>
              <a:ext uri="{FF2B5EF4-FFF2-40B4-BE49-F238E27FC236}">
                <a16:creationId xmlns:a16="http://schemas.microsoft.com/office/drawing/2014/main" id="{1EAFD9E3-3449-4E90-84FA-602FEA24AEAA}"/>
              </a:ext>
            </a:extLst>
          </p:cNvPr>
          <p:cNvSpPr>
            <a:spLocks noGrp="1"/>
          </p:cNvSpPr>
          <p:nvPr/>
        </p:nvSpPr>
        <p:spPr>
          <a:xfrm>
            <a:off x="12441238" y="4048125"/>
            <a:ext cx="34925" cy="547688"/>
          </a:xfrm>
          <a:prstGeom prst="rect">
            <a:avLst/>
          </a:prstGeom>
          <a:solidFill>
            <a:srgbClr val="FFFFFF"/>
          </a:solidFill>
          <a:ln w="13097">
            <a:solidFill>
              <a:srgbClr val="172B4D"/>
            </a:solidFill>
          </a:ln>
        </p:spPr>
      </p:sp>
      <p:sp>
        <p:nvSpPr>
          <p:cNvPr id="581" name="object-581">
            <a:extLst>
              <a:ext uri="{FF2B5EF4-FFF2-40B4-BE49-F238E27FC236}">
                <a16:creationId xmlns:a16="http://schemas.microsoft.com/office/drawing/2014/main" id="{06A7AD3D-12F7-44FB-BB39-DDCA2781DD56}"/>
              </a:ext>
            </a:extLst>
          </p:cNvPr>
          <p:cNvSpPr>
            <a:spLocks noGrp="1"/>
          </p:cNvSpPr>
          <p:nvPr/>
        </p:nvSpPr>
        <p:spPr>
          <a:xfrm>
            <a:off x="12476163" y="4048125"/>
            <a:ext cx="34925" cy="547688"/>
          </a:xfrm>
          <a:prstGeom prst="rect">
            <a:avLst/>
          </a:prstGeom>
          <a:solidFill>
            <a:srgbClr val="FFFFFF"/>
          </a:solidFill>
          <a:ln w="13097">
            <a:solidFill>
              <a:srgbClr val="172B4D"/>
            </a:solidFill>
          </a:ln>
        </p:spPr>
      </p:sp>
      <p:sp>
        <p:nvSpPr>
          <p:cNvPr id="582" name="object-582">
            <a:extLst>
              <a:ext uri="{FF2B5EF4-FFF2-40B4-BE49-F238E27FC236}">
                <a16:creationId xmlns:a16="http://schemas.microsoft.com/office/drawing/2014/main" id="{94D61809-7FB4-4FDB-917A-786CA709E62D}"/>
              </a:ext>
            </a:extLst>
          </p:cNvPr>
          <p:cNvSpPr>
            <a:spLocks noGrp="1"/>
          </p:cNvSpPr>
          <p:nvPr/>
        </p:nvSpPr>
        <p:spPr>
          <a:xfrm>
            <a:off x="12511088" y="4048125"/>
            <a:ext cx="34925" cy="547688"/>
          </a:xfrm>
          <a:prstGeom prst="rect">
            <a:avLst/>
          </a:prstGeom>
          <a:solidFill>
            <a:srgbClr val="FFFFFF"/>
          </a:solidFill>
          <a:ln w="13097">
            <a:solidFill>
              <a:srgbClr val="172B4D"/>
            </a:solidFill>
          </a:ln>
        </p:spPr>
      </p:sp>
      <p:sp>
        <p:nvSpPr>
          <p:cNvPr id="583" name="object-583">
            <a:extLst>
              <a:ext uri="{FF2B5EF4-FFF2-40B4-BE49-F238E27FC236}">
                <a16:creationId xmlns:a16="http://schemas.microsoft.com/office/drawing/2014/main" id="{6BF99EBB-B9D1-4B91-BFBE-2F74D2A0C6E0}"/>
              </a:ext>
            </a:extLst>
          </p:cNvPr>
          <p:cNvSpPr>
            <a:spLocks noGrp="1"/>
          </p:cNvSpPr>
          <p:nvPr/>
        </p:nvSpPr>
        <p:spPr>
          <a:xfrm>
            <a:off x="12546013" y="4048125"/>
            <a:ext cx="34925" cy="547688"/>
          </a:xfrm>
          <a:prstGeom prst="rect">
            <a:avLst/>
          </a:prstGeom>
          <a:solidFill>
            <a:srgbClr val="FFFFFF"/>
          </a:solidFill>
          <a:ln w="13097">
            <a:solidFill>
              <a:srgbClr val="172B4D"/>
            </a:solidFill>
          </a:ln>
        </p:spPr>
      </p:sp>
      <p:sp>
        <p:nvSpPr>
          <p:cNvPr id="584" name="object-584">
            <a:extLst>
              <a:ext uri="{FF2B5EF4-FFF2-40B4-BE49-F238E27FC236}">
                <a16:creationId xmlns:a16="http://schemas.microsoft.com/office/drawing/2014/main" id="{2EE0D89A-CED6-4022-9B2B-338DB3F66B41}"/>
              </a:ext>
            </a:extLst>
          </p:cNvPr>
          <p:cNvSpPr>
            <a:spLocks noGrp="1"/>
          </p:cNvSpPr>
          <p:nvPr/>
        </p:nvSpPr>
        <p:spPr>
          <a:xfrm>
            <a:off x="12580937" y="4048125"/>
            <a:ext cx="34925" cy="547688"/>
          </a:xfrm>
          <a:prstGeom prst="rect">
            <a:avLst/>
          </a:prstGeom>
          <a:solidFill>
            <a:srgbClr val="FFFFFF"/>
          </a:solidFill>
          <a:ln w="13097">
            <a:solidFill>
              <a:srgbClr val="172B4D"/>
            </a:solidFill>
          </a:ln>
        </p:spPr>
      </p:sp>
      <p:sp>
        <p:nvSpPr>
          <p:cNvPr id="585" name="object-585">
            <a:extLst>
              <a:ext uri="{FF2B5EF4-FFF2-40B4-BE49-F238E27FC236}">
                <a16:creationId xmlns:a16="http://schemas.microsoft.com/office/drawing/2014/main" id="{AB1556FA-5C7E-4FAB-91BB-FD772F947B53}"/>
              </a:ext>
            </a:extLst>
          </p:cNvPr>
          <p:cNvSpPr>
            <a:spLocks noGrp="1"/>
          </p:cNvSpPr>
          <p:nvPr/>
        </p:nvSpPr>
        <p:spPr>
          <a:xfrm>
            <a:off x="12615863" y="4048125"/>
            <a:ext cx="34925" cy="547688"/>
          </a:xfrm>
          <a:prstGeom prst="rect">
            <a:avLst/>
          </a:prstGeom>
          <a:solidFill>
            <a:srgbClr val="FFFFFF"/>
          </a:solidFill>
          <a:ln w="13097">
            <a:solidFill>
              <a:srgbClr val="172B4D"/>
            </a:solidFill>
          </a:ln>
        </p:spPr>
      </p:sp>
      <p:sp>
        <p:nvSpPr>
          <p:cNvPr id="586" name="object-586">
            <a:extLst>
              <a:ext uri="{FF2B5EF4-FFF2-40B4-BE49-F238E27FC236}">
                <a16:creationId xmlns:a16="http://schemas.microsoft.com/office/drawing/2014/main" id="{6F171FE1-E833-4C6B-8D19-5B9D754D3F5D}"/>
              </a:ext>
            </a:extLst>
          </p:cNvPr>
          <p:cNvSpPr>
            <a:spLocks noGrp="1"/>
          </p:cNvSpPr>
          <p:nvPr/>
        </p:nvSpPr>
        <p:spPr>
          <a:xfrm>
            <a:off x="12650787" y="4048125"/>
            <a:ext cx="34925" cy="547688"/>
          </a:xfrm>
          <a:prstGeom prst="rect">
            <a:avLst/>
          </a:prstGeom>
          <a:solidFill>
            <a:srgbClr val="FFFFFF"/>
          </a:solidFill>
          <a:ln w="13097">
            <a:solidFill>
              <a:srgbClr val="172B4D"/>
            </a:solidFill>
          </a:ln>
        </p:spPr>
      </p:sp>
      <p:sp>
        <p:nvSpPr>
          <p:cNvPr id="587" name="object-587">
            <a:extLst>
              <a:ext uri="{FF2B5EF4-FFF2-40B4-BE49-F238E27FC236}">
                <a16:creationId xmlns:a16="http://schemas.microsoft.com/office/drawing/2014/main" id="{2339ABFD-5A04-4D0F-8D62-B2EE6544D708}"/>
              </a:ext>
            </a:extLst>
          </p:cNvPr>
          <p:cNvSpPr>
            <a:spLocks noGrp="1"/>
          </p:cNvSpPr>
          <p:nvPr/>
        </p:nvSpPr>
        <p:spPr>
          <a:xfrm>
            <a:off x="12685713" y="4048125"/>
            <a:ext cx="34925" cy="547688"/>
          </a:xfrm>
          <a:prstGeom prst="rect">
            <a:avLst/>
          </a:prstGeom>
          <a:solidFill>
            <a:srgbClr val="FFFFFF"/>
          </a:solidFill>
          <a:ln w="13097">
            <a:solidFill>
              <a:srgbClr val="172B4D"/>
            </a:solidFill>
          </a:ln>
        </p:spPr>
      </p:sp>
      <p:sp>
        <p:nvSpPr>
          <p:cNvPr id="588" name="object-588">
            <a:extLst>
              <a:ext uri="{FF2B5EF4-FFF2-40B4-BE49-F238E27FC236}">
                <a16:creationId xmlns:a16="http://schemas.microsoft.com/office/drawing/2014/main" id="{A9E6D077-ACA4-4DC3-9934-718FCA469DCE}"/>
              </a:ext>
            </a:extLst>
          </p:cNvPr>
          <p:cNvSpPr>
            <a:spLocks noGrp="1"/>
          </p:cNvSpPr>
          <p:nvPr/>
        </p:nvSpPr>
        <p:spPr>
          <a:xfrm>
            <a:off x="12720638" y="4048125"/>
            <a:ext cx="34925" cy="547688"/>
          </a:xfrm>
          <a:prstGeom prst="rect">
            <a:avLst/>
          </a:prstGeom>
          <a:solidFill>
            <a:srgbClr val="FFFFFF"/>
          </a:solidFill>
          <a:ln w="13097">
            <a:solidFill>
              <a:srgbClr val="172B4D"/>
            </a:solidFill>
          </a:ln>
        </p:spPr>
      </p:sp>
      <p:sp>
        <p:nvSpPr>
          <p:cNvPr id="589" name="object-589">
            <a:extLst>
              <a:ext uri="{FF2B5EF4-FFF2-40B4-BE49-F238E27FC236}">
                <a16:creationId xmlns:a16="http://schemas.microsoft.com/office/drawing/2014/main" id="{16E2E64D-B824-4E82-AA3E-366EEC0FBE63}"/>
              </a:ext>
            </a:extLst>
          </p:cNvPr>
          <p:cNvSpPr>
            <a:spLocks noGrp="1"/>
          </p:cNvSpPr>
          <p:nvPr/>
        </p:nvSpPr>
        <p:spPr>
          <a:xfrm>
            <a:off x="12755563" y="4048125"/>
            <a:ext cx="34925" cy="547688"/>
          </a:xfrm>
          <a:prstGeom prst="rect">
            <a:avLst/>
          </a:prstGeom>
          <a:solidFill>
            <a:srgbClr val="FFFFFF"/>
          </a:solidFill>
          <a:ln w="13097">
            <a:solidFill>
              <a:srgbClr val="172B4D"/>
            </a:solidFill>
          </a:ln>
        </p:spPr>
      </p:sp>
      <p:sp>
        <p:nvSpPr>
          <p:cNvPr id="590" name="object-590">
            <a:extLst>
              <a:ext uri="{FF2B5EF4-FFF2-40B4-BE49-F238E27FC236}">
                <a16:creationId xmlns:a16="http://schemas.microsoft.com/office/drawing/2014/main" id="{E912358B-7FD9-4AAB-BD90-E7566F385418}"/>
              </a:ext>
            </a:extLst>
          </p:cNvPr>
          <p:cNvSpPr>
            <a:spLocks noGrp="1"/>
          </p:cNvSpPr>
          <p:nvPr/>
        </p:nvSpPr>
        <p:spPr>
          <a:xfrm>
            <a:off x="12790488" y="4048125"/>
            <a:ext cx="34925" cy="547688"/>
          </a:xfrm>
          <a:prstGeom prst="rect">
            <a:avLst/>
          </a:prstGeom>
          <a:solidFill>
            <a:srgbClr val="FFFFFF"/>
          </a:solidFill>
          <a:ln w="13097">
            <a:solidFill>
              <a:srgbClr val="172B4D"/>
            </a:solidFill>
          </a:ln>
        </p:spPr>
      </p:sp>
      <p:sp>
        <p:nvSpPr>
          <p:cNvPr id="591" name="object-591">
            <a:extLst>
              <a:ext uri="{FF2B5EF4-FFF2-40B4-BE49-F238E27FC236}">
                <a16:creationId xmlns:a16="http://schemas.microsoft.com/office/drawing/2014/main" id="{C973DD15-7F1F-449D-9A65-DABB64CB9597}"/>
              </a:ext>
            </a:extLst>
          </p:cNvPr>
          <p:cNvSpPr>
            <a:spLocks noGrp="1"/>
          </p:cNvSpPr>
          <p:nvPr/>
        </p:nvSpPr>
        <p:spPr>
          <a:xfrm>
            <a:off x="12825413" y="4048125"/>
            <a:ext cx="34925" cy="547688"/>
          </a:xfrm>
          <a:prstGeom prst="rect">
            <a:avLst/>
          </a:prstGeom>
          <a:solidFill>
            <a:srgbClr val="FFFFFF"/>
          </a:solidFill>
          <a:ln w="13097">
            <a:solidFill>
              <a:srgbClr val="172B4D"/>
            </a:solidFill>
          </a:ln>
        </p:spPr>
      </p:sp>
      <p:sp>
        <p:nvSpPr>
          <p:cNvPr id="592" name="object-592">
            <a:extLst>
              <a:ext uri="{FF2B5EF4-FFF2-40B4-BE49-F238E27FC236}">
                <a16:creationId xmlns:a16="http://schemas.microsoft.com/office/drawing/2014/main" id="{F209953B-BF16-4CCD-9457-169DB8A350CB}"/>
              </a:ext>
            </a:extLst>
          </p:cNvPr>
          <p:cNvSpPr>
            <a:spLocks noGrp="1"/>
          </p:cNvSpPr>
          <p:nvPr/>
        </p:nvSpPr>
        <p:spPr>
          <a:xfrm>
            <a:off x="12860337" y="4048125"/>
            <a:ext cx="34925" cy="547688"/>
          </a:xfrm>
          <a:prstGeom prst="rect">
            <a:avLst/>
          </a:prstGeom>
          <a:solidFill>
            <a:srgbClr val="FFFFFF"/>
          </a:solidFill>
          <a:ln w="13097">
            <a:solidFill>
              <a:srgbClr val="172B4D"/>
            </a:solidFill>
          </a:ln>
        </p:spPr>
      </p:sp>
      <p:sp>
        <p:nvSpPr>
          <p:cNvPr id="593" name="object-593">
            <a:extLst>
              <a:ext uri="{FF2B5EF4-FFF2-40B4-BE49-F238E27FC236}">
                <a16:creationId xmlns:a16="http://schemas.microsoft.com/office/drawing/2014/main" id="{EA93FD0A-684C-4144-B88C-84EF196D1F48}"/>
              </a:ext>
            </a:extLst>
          </p:cNvPr>
          <p:cNvSpPr>
            <a:spLocks noGrp="1"/>
          </p:cNvSpPr>
          <p:nvPr/>
        </p:nvSpPr>
        <p:spPr>
          <a:xfrm>
            <a:off x="12895263" y="4048125"/>
            <a:ext cx="34925" cy="547688"/>
          </a:xfrm>
          <a:prstGeom prst="rect">
            <a:avLst/>
          </a:prstGeom>
          <a:solidFill>
            <a:srgbClr val="FFFFFF"/>
          </a:solidFill>
          <a:ln w="13097">
            <a:solidFill>
              <a:srgbClr val="172B4D"/>
            </a:solidFill>
          </a:ln>
        </p:spPr>
      </p:sp>
      <p:sp>
        <p:nvSpPr>
          <p:cNvPr id="594" name="object-594">
            <a:extLst>
              <a:ext uri="{FF2B5EF4-FFF2-40B4-BE49-F238E27FC236}">
                <a16:creationId xmlns:a16="http://schemas.microsoft.com/office/drawing/2014/main" id="{EDE0CBFB-034B-487A-8F29-0B42AD0F903D}"/>
              </a:ext>
            </a:extLst>
          </p:cNvPr>
          <p:cNvSpPr>
            <a:spLocks noGrp="1"/>
          </p:cNvSpPr>
          <p:nvPr/>
        </p:nvSpPr>
        <p:spPr>
          <a:xfrm>
            <a:off x="12930188" y="4048125"/>
            <a:ext cx="34925" cy="547688"/>
          </a:xfrm>
          <a:prstGeom prst="rect">
            <a:avLst/>
          </a:prstGeom>
          <a:solidFill>
            <a:srgbClr val="FFFFFF"/>
          </a:solidFill>
          <a:ln w="13097">
            <a:solidFill>
              <a:srgbClr val="172B4D"/>
            </a:solidFill>
          </a:ln>
        </p:spPr>
      </p:sp>
      <p:sp>
        <p:nvSpPr>
          <p:cNvPr id="595" name="object-595">
            <a:extLst>
              <a:ext uri="{FF2B5EF4-FFF2-40B4-BE49-F238E27FC236}">
                <a16:creationId xmlns:a16="http://schemas.microsoft.com/office/drawing/2014/main" id="{4F3A240B-2C51-43DA-B12E-7DB8302976F2}"/>
              </a:ext>
            </a:extLst>
          </p:cNvPr>
          <p:cNvSpPr>
            <a:spLocks noGrp="1"/>
          </p:cNvSpPr>
          <p:nvPr/>
        </p:nvSpPr>
        <p:spPr>
          <a:xfrm>
            <a:off x="12965113" y="4048125"/>
            <a:ext cx="34925" cy="547688"/>
          </a:xfrm>
          <a:prstGeom prst="rect">
            <a:avLst/>
          </a:prstGeom>
          <a:solidFill>
            <a:srgbClr val="FFFFFF"/>
          </a:solidFill>
          <a:ln w="13097">
            <a:solidFill>
              <a:srgbClr val="172B4D"/>
            </a:solidFill>
          </a:ln>
        </p:spPr>
      </p:sp>
      <p:sp>
        <p:nvSpPr>
          <p:cNvPr id="596" name="object-596">
            <a:extLst>
              <a:ext uri="{FF2B5EF4-FFF2-40B4-BE49-F238E27FC236}">
                <a16:creationId xmlns:a16="http://schemas.microsoft.com/office/drawing/2014/main" id="{CDF4F7C6-E1B0-4B60-8C1D-D169473B587F}"/>
              </a:ext>
            </a:extLst>
          </p:cNvPr>
          <p:cNvSpPr>
            <a:spLocks noGrp="1"/>
          </p:cNvSpPr>
          <p:nvPr/>
        </p:nvSpPr>
        <p:spPr>
          <a:xfrm>
            <a:off x="13000038" y="4048125"/>
            <a:ext cx="34925" cy="547688"/>
          </a:xfrm>
          <a:prstGeom prst="rect">
            <a:avLst/>
          </a:prstGeom>
          <a:solidFill>
            <a:srgbClr val="FFFFFF"/>
          </a:solidFill>
          <a:ln w="13097">
            <a:solidFill>
              <a:srgbClr val="172B4D"/>
            </a:solidFill>
          </a:ln>
        </p:spPr>
      </p:sp>
      <p:sp>
        <p:nvSpPr>
          <p:cNvPr id="597" name="object-597">
            <a:extLst>
              <a:ext uri="{FF2B5EF4-FFF2-40B4-BE49-F238E27FC236}">
                <a16:creationId xmlns:a16="http://schemas.microsoft.com/office/drawing/2014/main" id="{66D97406-DF72-4741-816D-E2C137200666}"/>
              </a:ext>
            </a:extLst>
          </p:cNvPr>
          <p:cNvSpPr>
            <a:spLocks noGrp="1"/>
          </p:cNvSpPr>
          <p:nvPr/>
        </p:nvSpPr>
        <p:spPr>
          <a:xfrm>
            <a:off x="13034963" y="4048125"/>
            <a:ext cx="34925" cy="547688"/>
          </a:xfrm>
          <a:prstGeom prst="rect">
            <a:avLst/>
          </a:prstGeom>
          <a:solidFill>
            <a:srgbClr val="FFFFFF"/>
          </a:solidFill>
          <a:ln w="13097">
            <a:solidFill>
              <a:srgbClr val="172B4D"/>
            </a:solidFill>
          </a:ln>
        </p:spPr>
      </p:sp>
      <p:sp>
        <p:nvSpPr>
          <p:cNvPr id="598" name="object-598">
            <a:extLst>
              <a:ext uri="{FF2B5EF4-FFF2-40B4-BE49-F238E27FC236}">
                <a16:creationId xmlns:a16="http://schemas.microsoft.com/office/drawing/2014/main" id="{640698C3-4F85-4F76-879C-7033657F1ED1}"/>
              </a:ext>
            </a:extLst>
          </p:cNvPr>
          <p:cNvSpPr>
            <a:spLocks noGrp="1"/>
          </p:cNvSpPr>
          <p:nvPr/>
        </p:nvSpPr>
        <p:spPr>
          <a:xfrm>
            <a:off x="13069888" y="4048125"/>
            <a:ext cx="34925" cy="547688"/>
          </a:xfrm>
          <a:prstGeom prst="rect">
            <a:avLst/>
          </a:prstGeom>
          <a:solidFill>
            <a:srgbClr val="FFFFFF"/>
          </a:solidFill>
          <a:ln w="13097">
            <a:solidFill>
              <a:srgbClr val="172B4D"/>
            </a:solidFill>
          </a:ln>
        </p:spPr>
      </p:sp>
      <p:sp>
        <p:nvSpPr>
          <p:cNvPr id="599" name="object-599">
            <a:extLst>
              <a:ext uri="{FF2B5EF4-FFF2-40B4-BE49-F238E27FC236}">
                <a16:creationId xmlns:a16="http://schemas.microsoft.com/office/drawing/2014/main" id="{CD0130AD-6BB8-47E4-9E8C-5EF448EA8F4C}"/>
              </a:ext>
            </a:extLst>
          </p:cNvPr>
          <p:cNvSpPr>
            <a:spLocks noGrp="1"/>
          </p:cNvSpPr>
          <p:nvPr/>
        </p:nvSpPr>
        <p:spPr>
          <a:xfrm>
            <a:off x="13104812" y="4048125"/>
            <a:ext cx="34925" cy="547688"/>
          </a:xfrm>
          <a:prstGeom prst="rect">
            <a:avLst/>
          </a:prstGeom>
          <a:solidFill>
            <a:srgbClr val="FFFFFF"/>
          </a:solidFill>
          <a:ln w="13097">
            <a:solidFill>
              <a:srgbClr val="172B4D"/>
            </a:solidFill>
          </a:ln>
        </p:spPr>
      </p:sp>
      <p:sp>
        <p:nvSpPr>
          <p:cNvPr id="600" name="object-600">
            <a:extLst>
              <a:ext uri="{FF2B5EF4-FFF2-40B4-BE49-F238E27FC236}">
                <a16:creationId xmlns:a16="http://schemas.microsoft.com/office/drawing/2014/main" id="{101794A7-39E6-4AEC-905E-E8381AD87075}"/>
              </a:ext>
            </a:extLst>
          </p:cNvPr>
          <p:cNvSpPr>
            <a:spLocks noGrp="1"/>
          </p:cNvSpPr>
          <p:nvPr/>
        </p:nvSpPr>
        <p:spPr>
          <a:xfrm>
            <a:off x="13139738" y="4048125"/>
            <a:ext cx="34925" cy="547688"/>
          </a:xfrm>
          <a:prstGeom prst="rect">
            <a:avLst/>
          </a:prstGeom>
          <a:solidFill>
            <a:srgbClr val="FFFFFF"/>
          </a:solidFill>
          <a:ln w="13097">
            <a:solidFill>
              <a:srgbClr val="172B4D"/>
            </a:solidFill>
          </a:ln>
        </p:spPr>
      </p:sp>
      <p:sp>
        <p:nvSpPr>
          <p:cNvPr id="601" name="object-601">
            <a:extLst>
              <a:ext uri="{FF2B5EF4-FFF2-40B4-BE49-F238E27FC236}">
                <a16:creationId xmlns:a16="http://schemas.microsoft.com/office/drawing/2014/main" id="{EA56708B-0BA1-471C-A3AA-9FA2E9F57528}"/>
              </a:ext>
            </a:extLst>
          </p:cNvPr>
          <p:cNvSpPr>
            <a:spLocks noGrp="1"/>
          </p:cNvSpPr>
          <p:nvPr/>
        </p:nvSpPr>
        <p:spPr>
          <a:xfrm>
            <a:off x="13174662" y="4048125"/>
            <a:ext cx="34925" cy="547688"/>
          </a:xfrm>
          <a:prstGeom prst="rect">
            <a:avLst/>
          </a:prstGeom>
          <a:solidFill>
            <a:srgbClr val="FFFFFF"/>
          </a:solidFill>
          <a:ln w="13097">
            <a:solidFill>
              <a:srgbClr val="172B4D"/>
            </a:solidFill>
          </a:ln>
        </p:spPr>
      </p:sp>
      <p:sp>
        <p:nvSpPr>
          <p:cNvPr id="602" name="object-602">
            <a:extLst>
              <a:ext uri="{FF2B5EF4-FFF2-40B4-BE49-F238E27FC236}">
                <a16:creationId xmlns:a16="http://schemas.microsoft.com/office/drawing/2014/main" id="{818C638B-C516-4D1D-84D5-0D10E6520EA5}"/>
              </a:ext>
            </a:extLst>
          </p:cNvPr>
          <p:cNvSpPr>
            <a:spLocks noGrp="1"/>
          </p:cNvSpPr>
          <p:nvPr/>
        </p:nvSpPr>
        <p:spPr>
          <a:xfrm>
            <a:off x="13209588" y="4048125"/>
            <a:ext cx="34925" cy="547688"/>
          </a:xfrm>
          <a:prstGeom prst="rect">
            <a:avLst/>
          </a:prstGeom>
          <a:solidFill>
            <a:srgbClr val="FFFFFF"/>
          </a:solidFill>
          <a:ln w="13097">
            <a:solidFill>
              <a:srgbClr val="172B4D"/>
            </a:solidFill>
          </a:ln>
        </p:spPr>
      </p:sp>
      <p:sp>
        <p:nvSpPr>
          <p:cNvPr id="603" name="object-603">
            <a:extLst>
              <a:ext uri="{FF2B5EF4-FFF2-40B4-BE49-F238E27FC236}">
                <a16:creationId xmlns:a16="http://schemas.microsoft.com/office/drawing/2014/main" id="{CC75F95D-86BD-45AA-AF80-65309CFE8A40}"/>
              </a:ext>
            </a:extLst>
          </p:cNvPr>
          <p:cNvSpPr>
            <a:spLocks noGrp="1"/>
          </p:cNvSpPr>
          <p:nvPr/>
        </p:nvSpPr>
        <p:spPr>
          <a:xfrm>
            <a:off x="13244513" y="4048125"/>
            <a:ext cx="34925" cy="547688"/>
          </a:xfrm>
          <a:prstGeom prst="rect">
            <a:avLst/>
          </a:prstGeom>
          <a:solidFill>
            <a:srgbClr val="FFFFFF"/>
          </a:solidFill>
          <a:ln w="13097">
            <a:solidFill>
              <a:srgbClr val="172B4D"/>
            </a:solidFill>
          </a:ln>
        </p:spPr>
      </p:sp>
      <p:sp>
        <p:nvSpPr>
          <p:cNvPr id="604" name="object-604">
            <a:extLst>
              <a:ext uri="{FF2B5EF4-FFF2-40B4-BE49-F238E27FC236}">
                <a16:creationId xmlns:a16="http://schemas.microsoft.com/office/drawing/2014/main" id="{18BDC2BB-DB6C-4C15-B300-01A7CF95D2D7}"/>
              </a:ext>
            </a:extLst>
          </p:cNvPr>
          <p:cNvSpPr>
            <a:spLocks noGrp="1"/>
          </p:cNvSpPr>
          <p:nvPr/>
        </p:nvSpPr>
        <p:spPr>
          <a:xfrm>
            <a:off x="13279438" y="4048125"/>
            <a:ext cx="34925" cy="547688"/>
          </a:xfrm>
          <a:prstGeom prst="rect">
            <a:avLst/>
          </a:prstGeom>
          <a:solidFill>
            <a:srgbClr val="FFFFFF"/>
          </a:solidFill>
          <a:ln w="13097">
            <a:solidFill>
              <a:srgbClr val="172B4D"/>
            </a:solidFill>
          </a:ln>
        </p:spPr>
      </p:sp>
      <p:sp>
        <p:nvSpPr>
          <p:cNvPr id="605" name="object-605">
            <a:extLst>
              <a:ext uri="{FF2B5EF4-FFF2-40B4-BE49-F238E27FC236}">
                <a16:creationId xmlns:a16="http://schemas.microsoft.com/office/drawing/2014/main" id="{650094F9-3CC7-4722-8EB2-C164CC18D053}"/>
              </a:ext>
            </a:extLst>
          </p:cNvPr>
          <p:cNvSpPr>
            <a:spLocks noGrp="1"/>
          </p:cNvSpPr>
          <p:nvPr/>
        </p:nvSpPr>
        <p:spPr>
          <a:xfrm>
            <a:off x="13314363" y="4048125"/>
            <a:ext cx="34925" cy="547688"/>
          </a:xfrm>
          <a:prstGeom prst="rect">
            <a:avLst/>
          </a:prstGeom>
          <a:solidFill>
            <a:srgbClr val="FFFFFF"/>
          </a:solidFill>
          <a:ln w="13097">
            <a:solidFill>
              <a:srgbClr val="172B4D"/>
            </a:solidFill>
          </a:ln>
        </p:spPr>
      </p:sp>
      <p:sp>
        <p:nvSpPr>
          <p:cNvPr id="606" name="object-606">
            <a:extLst>
              <a:ext uri="{FF2B5EF4-FFF2-40B4-BE49-F238E27FC236}">
                <a16:creationId xmlns:a16="http://schemas.microsoft.com/office/drawing/2014/main" id="{08A1A5AC-629A-4FC1-8284-525895D48546}"/>
              </a:ext>
            </a:extLst>
          </p:cNvPr>
          <p:cNvSpPr>
            <a:spLocks noGrp="1"/>
          </p:cNvSpPr>
          <p:nvPr/>
        </p:nvSpPr>
        <p:spPr>
          <a:xfrm>
            <a:off x="13349288" y="4048125"/>
            <a:ext cx="34925" cy="547688"/>
          </a:xfrm>
          <a:prstGeom prst="rect">
            <a:avLst/>
          </a:prstGeom>
          <a:solidFill>
            <a:srgbClr val="FFFFFF"/>
          </a:solidFill>
          <a:ln w="13097">
            <a:solidFill>
              <a:srgbClr val="172B4D"/>
            </a:solidFill>
          </a:ln>
        </p:spPr>
      </p:sp>
      <p:sp>
        <p:nvSpPr>
          <p:cNvPr id="607" name="object-607">
            <a:extLst>
              <a:ext uri="{FF2B5EF4-FFF2-40B4-BE49-F238E27FC236}">
                <a16:creationId xmlns:a16="http://schemas.microsoft.com/office/drawing/2014/main" id="{C822E09E-CE17-47A1-91FD-BC222FF0121F}"/>
              </a:ext>
            </a:extLst>
          </p:cNvPr>
          <p:cNvSpPr>
            <a:spLocks noGrp="1"/>
          </p:cNvSpPr>
          <p:nvPr/>
        </p:nvSpPr>
        <p:spPr>
          <a:xfrm>
            <a:off x="13384212" y="4048125"/>
            <a:ext cx="34925" cy="547688"/>
          </a:xfrm>
          <a:prstGeom prst="rect">
            <a:avLst/>
          </a:prstGeom>
          <a:solidFill>
            <a:srgbClr val="FFFFFF"/>
          </a:solidFill>
          <a:ln w="13097">
            <a:solidFill>
              <a:srgbClr val="172B4D"/>
            </a:solidFill>
          </a:ln>
        </p:spPr>
      </p:sp>
      <p:sp>
        <p:nvSpPr>
          <p:cNvPr id="608" name="object-608">
            <a:extLst>
              <a:ext uri="{FF2B5EF4-FFF2-40B4-BE49-F238E27FC236}">
                <a16:creationId xmlns:a16="http://schemas.microsoft.com/office/drawing/2014/main" id="{009B3651-F93E-40BD-A29A-2D6FC73F1D15}"/>
              </a:ext>
            </a:extLst>
          </p:cNvPr>
          <p:cNvSpPr>
            <a:spLocks noGrp="1"/>
          </p:cNvSpPr>
          <p:nvPr/>
        </p:nvSpPr>
        <p:spPr>
          <a:xfrm>
            <a:off x="13419138" y="4048125"/>
            <a:ext cx="34925" cy="547688"/>
          </a:xfrm>
          <a:prstGeom prst="rect">
            <a:avLst/>
          </a:prstGeom>
          <a:solidFill>
            <a:srgbClr val="FFFFFF"/>
          </a:solidFill>
          <a:ln w="13097">
            <a:solidFill>
              <a:srgbClr val="172B4D"/>
            </a:solidFill>
          </a:ln>
        </p:spPr>
      </p:sp>
      <p:sp>
        <p:nvSpPr>
          <p:cNvPr id="609" name="object-609">
            <a:extLst>
              <a:ext uri="{FF2B5EF4-FFF2-40B4-BE49-F238E27FC236}">
                <a16:creationId xmlns:a16="http://schemas.microsoft.com/office/drawing/2014/main" id="{13C82FDD-AEF3-4191-B4DB-2BA73CF26339}"/>
              </a:ext>
            </a:extLst>
          </p:cNvPr>
          <p:cNvSpPr>
            <a:spLocks noGrp="1"/>
          </p:cNvSpPr>
          <p:nvPr/>
        </p:nvSpPr>
        <p:spPr>
          <a:xfrm>
            <a:off x="12263438" y="4607719"/>
            <a:ext cx="1905000" cy="476250"/>
          </a:xfrm>
          <a:prstGeom prst="rect">
            <a:avLst/>
          </a:prstGeom>
          <a:noFill/>
          <a:ln w="0">
            <a:noFill/>
          </a:ln>
        </p:spPr>
        <p:txBody>
          <a:bodyPr anchor="ctr">
            <a:noAutofit/>
          </a:bodyPr>
          <a:lstStyle/>
          <a:p>
            <a:pPr algn="l">
              <a:defRPr sz="2250" b="1">
                <a:solidFill>
                  <a:srgbClr val="9A5800"/>
                </a:solidFill>
                <a:latin typeface="Arial"/>
                <a:ea typeface="Arial"/>
                <a:cs typeface="Arial"/>
              </a:defRPr>
            </a:pPr>
            <a:r>
              <a:rPr sz="2250" b="1">
                <a:solidFill>
                  <a:srgbClr val="9A5800"/>
                </a:solidFill>
                <a:latin typeface="Arial"/>
                <a:ea typeface="Arial"/>
                <a:cs typeface="Arial"/>
              </a:rPr>
              <a:t>258/100</a:t>
            </a:r>
          </a:p>
        </p:txBody>
      </p:sp>
      <p:sp>
        <p:nvSpPr>
          <p:cNvPr id="610" name="object-610">
            <a:extLst>
              <a:ext uri="{FF2B5EF4-FFF2-40B4-BE49-F238E27FC236}">
                <a16:creationId xmlns:a16="http://schemas.microsoft.com/office/drawing/2014/main" id="{4061B9A4-B525-4466-9DFD-CED28057E468}"/>
              </a:ext>
            </a:extLst>
          </p:cNvPr>
          <p:cNvSpPr>
            <a:spLocks noGrp="1"/>
          </p:cNvSpPr>
          <p:nvPr/>
        </p:nvSpPr>
        <p:spPr>
          <a:xfrm>
            <a:off x="833438" y="5238750"/>
            <a:ext cx="1905000" cy="714375"/>
          </a:xfrm>
          <a:prstGeom prst="rect">
            <a:avLst/>
          </a:prstGeom>
          <a:noFill/>
          <a:ln w="0">
            <a:noFill/>
          </a:ln>
        </p:spPr>
        <p:txBody>
          <a:bodyPr anchor="ctr">
            <a:noAutofit/>
          </a:bodyPr>
          <a:lstStyle/>
          <a:p>
            <a:pPr algn="l">
              <a:defRPr sz="3375" b="1">
                <a:solidFill>
                  <a:srgbClr val="1D4ED8"/>
                </a:solidFill>
                <a:latin typeface="Arial"/>
                <a:ea typeface="Arial"/>
                <a:cs typeface="Arial"/>
              </a:defRPr>
            </a:pPr>
            <a:r>
              <a:rPr sz="3375" b="1">
                <a:solidFill>
                  <a:srgbClr val="1D4ED8"/>
                </a:solidFill>
                <a:latin typeface="Arial"/>
                <a:ea typeface="Arial"/>
                <a:cs typeface="Arial"/>
              </a:rPr>
              <a:t>262%</a:t>
            </a:r>
          </a:p>
        </p:txBody>
      </p:sp>
      <p:sp>
        <p:nvSpPr>
          <p:cNvPr id="611" name="object-611">
            <a:extLst>
              <a:ext uri="{FF2B5EF4-FFF2-40B4-BE49-F238E27FC236}">
                <a16:creationId xmlns:a16="http://schemas.microsoft.com/office/drawing/2014/main" id="{BF6BD70E-53B4-489A-A534-03E420070993}"/>
              </a:ext>
            </a:extLst>
          </p:cNvPr>
          <p:cNvSpPr>
            <a:spLocks noGrp="1"/>
          </p:cNvSpPr>
          <p:nvPr/>
        </p:nvSpPr>
        <p:spPr>
          <a:xfrm>
            <a:off x="2976563" y="5238750"/>
            <a:ext cx="34925" cy="547688"/>
          </a:xfrm>
          <a:prstGeom prst="rect">
            <a:avLst/>
          </a:prstGeom>
          <a:solidFill>
            <a:srgbClr val="1D4ED8"/>
          </a:solidFill>
          <a:ln w="13097">
            <a:solidFill>
              <a:srgbClr val="172B4D"/>
            </a:solidFill>
          </a:ln>
        </p:spPr>
      </p:sp>
      <p:sp>
        <p:nvSpPr>
          <p:cNvPr id="612" name="object-612">
            <a:extLst>
              <a:ext uri="{FF2B5EF4-FFF2-40B4-BE49-F238E27FC236}">
                <a16:creationId xmlns:a16="http://schemas.microsoft.com/office/drawing/2014/main" id="{0E5E03F0-10CD-4B82-ADA8-45F5F6214B70}"/>
              </a:ext>
            </a:extLst>
          </p:cNvPr>
          <p:cNvSpPr>
            <a:spLocks noGrp="1"/>
          </p:cNvSpPr>
          <p:nvPr/>
        </p:nvSpPr>
        <p:spPr>
          <a:xfrm>
            <a:off x="3011488" y="5238750"/>
            <a:ext cx="34925" cy="547688"/>
          </a:xfrm>
          <a:prstGeom prst="rect">
            <a:avLst/>
          </a:prstGeom>
          <a:solidFill>
            <a:srgbClr val="1D4ED8"/>
          </a:solidFill>
          <a:ln w="13097">
            <a:solidFill>
              <a:srgbClr val="172B4D"/>
            </a:solidFill>
          </a:ln>
        </p:spPr>
      </p:sp>
      <p:sp>
        <p:nvSpPr>
          <p:cNvPr id="613" name="object-613">
            <a:extLst>
              <a:ext uri="{FF2B5EF4-FFF2-40B4-BE49-F238E27FC236}">
                <a16:creationId xmlns:a16="http://schemas.microsoft.com/office/drawing/2014/main" id="{5DA4F75D-5E5B-4363-8F92-591528623B14}"/>
              </a:ext>
            </a:extLst>
          </p:cNvPr>
          <p:cNvSpPr>
            <a:spLocks noGrp="1"/>
          </p:cNvSpPr>
          <p:nvPr/>
        </p:nvSpPr>
        <p:spPr>
          <a:xfrm>
            <a:off x="3046413" y="5238750"/>
            <a:ext cx="34925" cy="547688"/>
          </a:xfrm>
          <a:prstGeom prst="rect">
            <a:avLst/>
          </a:prstGeom>
          <a:solidFill>
            <a:srgbClr val="1D4ED8"/>
          </a:solidFill>
          <a:ln w="13097">
            <a:solidFill>
              <a:srgbClr val="172B4D"/>
            </a:solidFill>
          </a:ln>
        </p:spPr>
      </p:sp>
      <p:sp>
        <p:nvSpPr>
          <p:cNvPr id="614" name="object-614">
            <a:extLst>
              <a:ext uri="{FF2B5EF4-FFF2-40B4-BE49-F238E27FC236}">
                <a16:creationId xmlns:a16="http://schemas.microsoft.com/office/drawing/2014/main" id="{26939AB0-8B43-4273-A514-56495BE865EB}"/>
              </a:ext>
            </a:extLst>
          </p:cNvPr>
          <p:cNvSpPr>
            <a:spLocks noGrp="1"/>
          </p:cNvSpPr>
          <p:nvPr/>
        </p:nvSpPr>
        <p:spPr>
          <a:xfrm>
            <a:off x="3081338" y="5238750"/>
            <a:ext cx="34925" cy="547688"/>
          </a:xfrm>
          <a:prstGeom prst="rect">
            <a:avLst/>
          </a:prstGeom>
          <a:solidFill>
            <a:srgbClr val="1D4ED8"/>
          </a:solidFill>
          <a:ln w="13097">
            <a:solidFill>
              <a:srgbClr val="172B4D"/>
            </a:solidFill>
          </a:ln>
        </p:spPr>
      </p:sp>
      <p:sp>
        <p:nvSpPr>
          <p:cNvPr id="615" name="object-615">
            <a:extLst>
              <a:ext uri="{FF2B5EF4-FFF2-40B4-BE49-F238E27FC236}">
                <a16:creationId xmlns:a16="http://schemas.microsoft.com/office/drawing/2014/main" id="{90FA133C-E09B-40A2-AE86-8CE420B508A5}"/>
              </a:ext>
            </a:extLst>
          </p:cNvPr>
          <p:cNvSpPr>
            <a:spLocks noGrp="1"/>
          </p:cNvSpPr>
          <p:nvPr/>
        </p:nvSpPr>
        <p:spPr>
          <a:xfrm>
            <a:off x="3116263" y="5238750"/>
            <a:ext cx="34925" cy="547688"/>
          </a:xfrm>
          <a:prstGeom prst="rect">
            <a:avLst/>
          </a:prstGeom>
          <a:solidFill>
            <a:srgbClr val="1D4ED8"/>
          </a:solidFill>
          <a:ln w="13097">
            <a:solidFill>
              <a:srgbClr val="172B4D"/>
            </a:solidFill>
          </a:ln>
        </p:spPr>
      </p:sp>
      <p:sp>
        <p:nvSpPr>
          <p:cNvPr id="616" name="object-616">
            <a:extLst>
              <a:ext uri="{FF2B5EF4-FFF2-40B4-BE49-F238E27FC236}">
                <a16:creationId xmlns:a16="http://schemas.microsoft.com/office/drawing/2014/main" id="{67FFAD2D-9BE3-4412-A790-F6E8A1A9C832}"/>
              </a:ext>
            </a:extLst>
          </p:cNvPr>
          <p:cNvSpPr>
            <a:spLocks noGrp="1"/>
          </p:cNvSpPr>
          <p:nvPr/>
        </p:nvSpPr>
        <p:spPr>
          <a:xfrm>
            <a:off x="3151188" y="5238750"/>
            <a:ext cx="34925" cy="547688"/>
          </a:xfrm>
          <a:prstGeom prst="rect">
            <a:avLst/>
          </a:prstGeom>
          <a:solidFill>
            <a:srgbClr val="1D4ED8"/>
          </a:solidFill>
          <a:ln w="13097">
            <a:solidFill>
              <a:srgbClr val="172B4D"/>
            </a:solidFill>
          </a:ln>
        </p:spPr>
      </p:sp>
      <p:sp>
        <p:nvSpPr>
          <p:cNvPr id="617" name="object-617">
            <a:extLst>
              <a:ext uri="{FF2B5EF4-FFF2-40B4-BE49-F238E27FC236}">
                <a16:creationId xmlns:a16="http://schemas.microsoft.com/office/drawing/2014/main" id="{244E4757-54A5-4F53-8DD5-43D9BF0CAEE9}"/>
              </a:ext>
            </a:extLst>
          </p:cNvPr>
          <p:cNvSpPr>
            <a:spLocks noGrp="1"/>
          </p:cNvSpPr>
          <p:nvPr/>
        </p:nvSpPr>
        <p:spPr>
          <a:xfrm>
            <a:off x="3186113" y="5238750"/>
            <a:ext cx="34925" cy="547688"/>
          </a:xfrm>
          <a:prstGeom prst="rect">
            <a:avLst/>
          </a:prstGeom>
          <a:solidFill>
            <a:srgbClr val="1D4ED8"/>
          </a:solidFill>
          <a:ln w="13097">
            <a:solidFill>
              <a:srgbClr val="172B4D"/>
            </a:solidFill>
          </a:ln>
        </p:spPr>
      </p:sp>
      <p:sp>
        <p:nvSpPr>
          <p:cNvPr id="618" name="object-618">
            <a:extLst>
              <a:ext uri="{FF2B5EF4-FFF2-40B4-BE49-F238E27FC236}">
                <a16:creationId xmlns:a16="http://schemas.microsoft.com/office/drawing/2014/main" id="{65092E12-C107-4FF5-8A83-4F0E1FFFCC1B}"/>
              </a:ext>
            </a:extLst>
          </p:cNvPr>
          <p:cNvSpPr>
            <a:spLocks noGrp="1"/>
          </p:cNvSpPr>
          <p:nvPr/>
        </p:nvSpPr>
        <p:spPr>
          <a:xfrm>
            <a:off x="3221038" y="5238750"/>
            <a:ext cx="34925" cy="547688"/>
          </a:xfrm>
          <a:prstGeom prst="rect">
            <a:avLst/>
          </a:prstGeom>
          <a:solidFill>
            <a:srgbClr val="1D4ED8"/>
          </a:solidFill>
          <a:ln w="13097">
            <a:solidFill>
              <a:srgbClr val="172B4D"/>
            </a:solidFill>
          </a:ln>
        </p:spPr>
      </p:sp>
      <p:sp>
        <p:nvSpPr>
          <p:cNvPr id="619" name="object-619">
            <a:extLst>
              <a:ext uri="{FF2B5EF4-FFF2-40B4-BE49-F238E27FC236}">
                <a16:creationId xmlns:a16="http://schemas.microsoft.com/office/drawing/2014/main" id="{4F990884-9309-4E2A-B367-C4EDCB425A6D}"/>
              </a:ext>
            </a:extLst>
          </p:cNvPr>
          <p:cNvSpPr>
            <a:spLocks noGrp="1"/>
          </p:cNvSpPr>
          <p:nvPr/>
        </p:nvSpPr>
        <p:spPr>
          <a:xfrm>
            <a:off x="3255963" y="5238750"/>
            <a:ext cx="34925" cy="547688"/>
          </a:xfrm>
          <a:prstGeom prst="rect">
            <a:avLst/>
          </a:prstGeom>
          <a:solidFill>
            <a:srgbClr val="1D4ED8"/>
          </a:solidFill>
          <a:ln w="13097">
            <a:solidFill>
              <a:srgbClr val="172B4D"/>
            </a:solidFill>
          </a:ln>
        </p:spPr>
      </p:sp>
      <p:sp>
        <p:nvSpPr>
          <p:cNvPr id="620" name="object-620">
            <a:extLst>
              <a:ext uri="{FF2B5EF4-FFF2-40B4-BE49-F238E27FC236}">
                <a16:creationId xmlns:a16="http://schemas.microsoft.com/office/drawing/2014/main" id="{0609AA14-6B76-4F2E-8125-4EBFF488F46C}"/>
              </a:ext>
            </a:extLst>
          </p:cNvPr>
          <p:cNvSpPr>
            <a:spLocks noGrp="1"/>
          </p:cNvSpPr>
          <p:nvPr/>
        </p:nvSpPr>
        <p:spPr>
          <a:xfrm>
            <a:off x="3290888" y="5238750"/>
            <a:ext cx="34925" cy="547688"/>
          </a:xfrm>
          <a:prstGeom prst="rect">
            <a:avLst/>
          </a:prstGeom>
          <a:solidFill>
            <a:srgbClr val="1D4ED8"/>
          </a:solidFill>
          <a:ln w="13097">
            <a:solidFill>
              <a:srgbClr val="172B4D"/>
            </a:solidFill>
          </a:ln>
        </p:spPr>
      </p:sp>
      <p:sp>
        <p:nvSpPr>
          <p:cNvPr id="621" name="object-621">
            <a:extLst>
              <a:ext uri="{FF2B5EF4-FFF2-40B4-BE49-F238E27FC236}">
                <a16:creationId xmlns:a16="http://schemas.microsoft.com/office/drawing/2014/main" id="{CAB81499-BFC2-40D0-89A1-57957DFC7A68}"/>
              </a:ext>
            </a:extLst>
          </p:cNvPr>
          <p:cNvSpPr>
            <a:spLocks noGrp="1"/>
          </p:cNvSpPr>
          <p:nvPr/>
        </p:nvSpPr>
        <p:spPr>
          <a:xfrm>
            <a:off x="3325812" y="5238750"/>
            <a:ext cx="34925" cy="547688"/>
          </a:xfrm>
          <a:prstGeom prst="rect">
            <a:avLst/>
          </a:prstGeom>
          <a:solidFill>
            <a:srgbClr val="1D4ED8"/>
          </a:solidFill>
          <a:ln w="13097">
            <a:solidFill>
              <a:srgbClr val="172B4D"/>
            </a:solidFill>
          </a:ln>
        </p:spPr>
      </p:sp>
      <p:sp>
        <p:nvSpPr>
          <p:cNvPr id="622" name="object-622">
            <a:extLst>
              <a:ext uri="{FF2B5EF4-FFF2-40B4-BE49-F238E27FC236}">
                <a16:creationId xmlns:a16="http://schemas.microsoft.com/office/drawing/2014/main" id="{55635A77-A644-4D55-B4C4-410EDA8737A8}"/>
              </a:ext>
            </a:extLst>
          </p:cNvPr>
          <p:cNvSpPr>
            <a:spLocks noGrp="1"/>
          </p:cNvSpPr>
          <p:nvPr/>
        </p:nvSpPr>
        <p:spPr>
          <a:xfrm>
            <a:off x="3360738" y="5238750"/>
            <a:ext cx="34925" cy="547688"/>
          </a:xfrm>
          <a:prstGeom prst="rect">
            <a:avLst/>
          </a:prstGeom>
          <a:solidFill>
            <a:srgbClr val="1D4ED8"/>
          </a:solidFill>
          <a:ln w="13097">
            <a:solidFill>
              <a:srgbClr val="172B4D"/>
            </a:solidFill>
          </a:ln>
        </p:spPr>
      </p:sp>
      <p:sp>
        <p:nvSpPr>
          <p:cNvPr id="623" name="object-623">
            <a:extLst>
              <a:ext uri="{FF2B5EF4-FFF2-40B4-BE49-F238E27FC236}">
                <a16:creationId xmlns:a16="http://schemas.microsoft.com/office/drawing/2014/main" id="{00E5811D-CA6E-4346-830C-6E2A8A6E5098}"/>
              </a:ext>
            </a:extLst>
          </p:cNvPr>
          <p:cNvSpPr>
            <a:spLocks noGrp="1"/>
          </p:cNvSpPr>
          <p:nvPr/>
        </p:nvSpPr>
        <p:spPr>
          <a:xfrm>
            <a:off x="3395663" y="5238750"/>
            <a:ext cx="34925" cy="547688"/>
          </a:xfrm>
          <a:prstGeom prst="rect">
            <a:avLst/>
          </a:prstGeom>
          <a:solidFill>
            <a:srgbClr val="1D4ED8"/>
          </a:solidFill>
          <a:ln w="13097">
            <a:solidFill>
              <a:srgbClr val="172B4D"/>
            </a:solidFill>
          </a:ln>
        </p:spPr>
      </p:sp>
      <p:sp>
        <p:nvSpPr>
          <p:cNvPr id="624" name="object-624">
            <a:extLst>
              <a:ext uri="{FF2B5EF4-FFF2-40B4-BE49-F238E27FC236}">
                <a16:creationId xmlns:a16="http://schemas.microsoft.com/office/drawing/2014/main" id="{0B97DFC1-0D50-4372-8064-B70DC8A3F4E8}"/>
              </a:ext>
            </a:extLst>
          </p:cNvPr>
          <p:cNvSpPr>
            <a:spLocks noGrp="1"/>
          </p:cNvSpPr>
          <p:nvPr/>
        </p:nvSpPr>
        <p:spPr>
          <a:xfrm>
            <a:off x="3430587" y="5238750"/>
            <a:ext cx="34925" cy="547688"/>
          </a:xfrm>
          <a:prstGeom prst="rect">
            <a:avLst/>
          </a:prstGeom>
          <a:solidFill>
            <a:srgbClr val="1D4ED8"/>
          </a:solidFill>
          <a:ln w="13097">
            <a:solidFill>
              <a:srgbClr val="172B4D"/>
            </a:solidFill>
          </a:ln>
        </p:spPr>
      </p:sp>
      <p:sp>
        <p:nvSpPr>
          <p:cNvPr id="625" name="object-625">
            <a:extLst>
              <a:ext uri="{FF2B5EF4-FFF2-40B4-BE49-F238E27FC236}">
                <a16:creationId xmlns:a16="http://schemas.microsoft.com/office/drawing/2014/main" id="{18B9DB39-2799-4AE7-9B82-B0474F3613B7}"/>
              </a:ext>
            </a:extLst>
          </p:cNvPr>
          <p:cNvSpPr>
            <a:spLocks noGrp="1"/>
          </p:cNvSpPr>
          <p:nvPr/>
        </p:nvSpPr>
        <p:spPr>
          <a:xfrm>
            <a:off x="3465513" y="5238750"/>
            <a:ext cx="34925" cy="547688"/>
          </a:xfrm>
          <a:prstGeom prst="rect">
            <a:avLst/>
          </a:prstGeom>
          <a:solidFill>
            <a:srgbClr val="1D4ED8"/>
          </a:solidFill>
          <a:ln w="13097">
            <a:solidFill>
              <a:srgbClr val="172B4D"/>
            </a:solidFill>
          </a:ln>
        </p:spPr>
      </p:sp>
      <p:sp>
        <p:nvSpPr>
          <p:cNvPr id="626" name="object-626">
            <a:extLst>
              <a:ext uri="{FF2B5EF4-FFF2-40B4-BE49-F238E27FC236}">
                <a16:creationId xmlns:a16="http://schemas.microsoft.com/office/drawing/2014/main" id="{F4155C5C-F3D7-4280-9AEB-BC561FAE9862}"/>
              </a:ext>
            </a:extLst>
          </p:cNvPr>
          <p:cNvSpPr>
            <a:spLocks noGrp="1"/>
          </p:cNvSpPr>
          <p:nvPr/>
        </p:nvSpPr>
        <p:spPr>
          <a:xfrm>
            <a:off x="3500438" y="5238750"/>
            <a:ext cx="34925" cy="547688"/>
          </a:xfrm>
          <a:prstGeom prst="rect">
            <a:avLst/>
          </a:prstGeom>
          <a:solidFill>
            <a:srgbClr val="1D4ED8"/>
          </a:solidFill>
          <a:ln w="13097">
            <a:solidFill>
              <a:srgbClr val="172B4D"/>
            </a:solidFill>
          </a:ln>
        </p:spPr>
      </p:sp>
      <p:sp>
        <p:nvSpPr>
          <p:cNvPr id="627" name="object-627">
            <a:extLst>
              <a:ext uri="{FF2B5EF4-FFF2-40B4-BE49-F238E27FC236}">
                <a16:creationId xmlns:a16="http://schemas.microsoft.com/office/drawing/2014/main" id="{1949C0E7-A9E5-40DB-BBCA-91440B3A55DB}"/>
              </a:ext>
            </a:extLst>
          </p:cNvPr>
          <p:cNvSpPr>
            <a:spLocks noGrp="1"/>
          </p:cNvSpPr>
          <p:nvPr/>
        </p:nvSpPr>
        <p:spPr>
          <a:xfrm>
            <a:off x="3535363" y="5238750"/>
            <a:ext cx="34925" cy="547688"/>
          </a:xfrm>
          <a:prstGeom prst="rect">
            <a:avLst/>
          </a:prstGeom>
          <a:solidFill>
            <a:srgbClr val="1D4ED8"/>
          </a:solidFill>
          <a:ln w="13097">
            <a:solidFill>
              <a:srgbClr val="172B4D"/>
            </a:solidFill>
          </a:ln>
        </p:spPr>
      </p:sp>
      <p:sp>
        <p:nvSpPr>
          <p:cNvPr id="628" name="object-628">
            <a:extLst>
              <a:ext uri="{FF2B5EF4-FFF2-40B4-BE49-F238E27FC236}">
                <a16:creationId xmlns:a16="http://schemas.microsoft.com/office/drawing/2014/main" id="{66325516-452A-491C-BFB2-72F66C6DD049}"/>
              </a:ext>
            </a:extLst>
          </p:cNvPr>
          <p:cNvSpPr>
            <a:spLocks noGrp="1"/>
          </p:cNvSpPr>
          <p:nvPr/>
        </p:nvSpPr>
        <p:spPr>
          <a:xfrm>
            <a:off x="3570288" y="5238750"/>
            <a:ext cx="34925" cy="547688"/>
          </a:xfrm>
          <a:prstGeom prst="rect">
            <a:avLst/>
          </a:prstGeom>
          <a:solidFill>
            <a:srgbClr val="1D4ED8"/>
          </a:solidFill>
          <a:ln w="13097">
            <a:solidFill>
              <a:srgbClr val="172B4D"/>
            </a:solidFill>
          </a:ln>
        </p:spPr>
      </p:sp>
      <p:sp>
        <p:nvSpPr>
          <p:cNvPr id="629" name="object-629">
            <a:extLst>
              <a:ext uri="{FF2B5EF4-FFF2-40B4-BE49-F238E27FC236}">
                <a16:creationId xmlns:a16="http://schemas.microsoft.com/office/drawing/2014/main" id="{8BFCE95A-1ECA-499D-806B-1552EAF2D94F}"/>
              </a:ext>
            </a:extLst>
          </p:cNvPr>
          <p:cNvSpPr>
            <a:spLocks noGrp="1"/>
          </p:cNvSpPr>
          <p:nvPr/>
        </p:nvSpPr>
        <p:spPr>
          <a:xfrm>
            <a:off x="3605213" y="5238750"/>
            <a:ext cx="34925" cy="547688"/>
          </a:xfrm>
          <a:prstGeom prst="rect">
            <a:avLst/>
          </a:prstGeom>
          <a:solidFill>
            <a:srgbClr val="1D4ED8"/>
          </a:solidFill>
          <a:ln w="13097">
            <a:solidFill>
              <a:srgbClr val="172B4D"/>
            </a:solidFill>
          </a:ln>
        </p:spPr>
      </p:sp>
      <p:sp>
        <p:nvSpPr>
          <p:cNvPr id="630" name="object-630">
            <a:extLst>
              <a:ext uri="{FF2B5EF4-FFF2-40B4-BE49-F238E27FC236}">
                <a16:creationId xmlns:a16="http://schemas.microsoft.com/office/drawing/2014/main" id="{FCE4311E-D866-41A9-B423-FAF13F662DC7}"/>
              </a:ext>
            </a:extLst>
          </p:cNvPr>
          <p:cNvSpPr>
            <a:spLocks noGrp="1"/>
          </p:cNvSpPr>
          <p:nvPr/>
        </p:nvSpPr>
        <p:spPr>
          <a:xfrm>
            <a:off x="3640138" y="5238750"/>
            <a:ext cx="34925" cy="547688"/>
          </a:xfrm>
          <a:prstGeom prst="rect">
            <a:avLst/>
          </a:prstGeom>
          <a:solidFill>
            <a:srgbClr val="1D4ED8"/>
          </a:solidFill>
          <a:ln w="13097">
            <a:solidFill>
              <a:srgbClr val="172B4D"/>
            </a:solidFill>
          </a:ln>
        </p:spPr>
      </p:sp>
      <p:sp>
        <p:nvSpPr>
          <p:cNvPr id="631" name="object-631">
            <a:extLst>
              <a:ext uri="{FF2B5EF4-FFF2-40B4-BE49-F238E27FC236}">
                <a16:creationId xmlns:a16="http://schemas.microsoft.com/office/drawing/2014/main" id="{9985A9CF-FBC3-4011-97EC-E5079C236260}"/>
              </a:ext>
            </a:extLst>
          </p:cNvPr>
          <p:cNvSpPr>
            <a:spLocks noGrp="1"/>
          </p:cNvSpPr>
          <p:nvPr/>
        </p:nvSpPr>
        <p:spPr>
          <a:xfrm>
            <a:off x="3675063" y="5238750"/>
            <a:ext cx="34925" cy="547688"/>
          </a:xfrm>
          <a:prstGeom prst="rect">
            <a:avLst/>
          </a:prstGeom>
          <a:solidFill>
            <a:srgbClr val="1D4ED8"/>
          </a:solidFill>
          <a:ln w="13097">
            <a:solidFill>
              <a:srgbClr val="172B4D"/>
            </a:solidFill>
          </a:ln>
        </p:spPr>
      </p:sp>
      <p:sp>
        <p:nvSpPr>
          <p:cNvPr id="632" name="object-632">
            <a:extLst>
              <a:ext uri="{FF2B5EF4-FFF2-40B4-BE49-F238E27FC236}">
                <a16:creationId xmlns:a16="http://schemas.microsoft.com/office/drawing/2014/main" id="{27B9E3E5-65FC-4806-A28A-F2A600F0F31F}"/>
              </a:ext>
            </a:extLst>
          </p:cNvPr>
          <p:cNvSpPr>
            <a:spLocks noGrp="1"/>
          </p:cNvSpPr>
          <p:nvPr/>
        </p:nvSpPr>
        <p:spPr>
          <a:xfrm>
            <a:off x="3709988" y="5238750"/>
            <a:ext cx="34925" cy="547688"/>
          </a:xfrm>
          <a:prstGeom prst="rect">
            <a:avLst/>
          </a:prstGeom>
          <a:solidFill>
            <a:srgbClr val="1D4ED8"/>
          </a:solidFill>
          <a:ln w="13097">
            <a:solidFill>
              <a:srgbClr val="172B4D"/>
            </a:solidFill>
          </a:ln>
        </p:spPr>
      </p:sp>
      <p:sp>
        <p:nvSpPr>
          <p:cNvPr id="633" name="object-633">
            <a:extLst>
              <a:ext uri="{FF2B5EF4-FFF2-40B4-BE49-F238E27FC236}">
                <a16:creationId xmlns:a16="http://schemas.microsoft.com/office/drawing/2014/main" id="{D95FBD1E-6001-4A7B-B851-D92F23FC8D0F}"/>
              </a:ext>
            </a:extLst>
          </p:cNvPr>
          <p:cNvSpPr>
            <a:spLocks noGrp="1"/>
          </p:cNvSpPr>
          <p:nvPr/>
        </p:nvSpPr>
        <p:spPr>
          <a:xfrm>
            <a:off x="3744912" y="5238750"/>
            <a:ext cx="34925" cy="547688"/>
          </a:xfrm>
          <a:prstGeom prst="rect">
            <a:avLst/>
          </a:prstGeom>
          <a:solidFill>
            <a:srgbClr val="1D4ED8"/>
          </a:solidFill>
          <a:ln w="13097">
            <a:solidFill>
              <a:srgbClr val="172B4D"/>
            </a:solidFill>
          </a:ln>
        </p:spPr>
      </p:sp>
      <p:sp>
        <p:nvSpPr>
          <p:cNvPr id="634" name="object-634">
            <a:extLst>
              <a:ext uri="{FF2B5EF4-FFF2-40B4-BE49-F238E27FC236}">
                <a16:creationId xmlns:a16="http://schemas.microsoft.com/office/drawing/2014/main" id="{B32F3445-BE33-42F2-AFCB-76A933CCEA1C}"/>
              </a:ext>
            </a:extLst>
          </p:cNvPr>
          <p:cNvSpPr>
            <a:spLocks noGrp="1"/>
          </p:cNvSpPr>
          <p:nvPr/>
        </p:nvSpPr>
        <p:spPr>
          <a:xfrm>
            <a:off x="3779838" y="5238750"/>
            <a:ext cx="34925" cy="547688"/>
          </a:xfrm>
          <a:prstGeom prst="rect">
            <a:avLst/>
          </a:prstGeom>
          <a:solidFill>
            <a:srgbClr val="1D4ED8"/>
          </a:solidFill>
          <a:ln w="13097">
            <a:solidFill>
              <a:srgbClr val="172B4D"/>
            </a:solidFill>
          </a:ln>
        </p:spPr>
      </p:sp>
      <p:sp>
        <p:nvSpPr>
          <p:cNvPr id="635" name="object-635">
            <a:extLst>
              <a:ext uri="{FF2B5EF4-FFF2-40B4-BE49-F238E27FC236}">
                <a16:creationId xmlns:a16="http://schemas.microsoft.com/office/drawing/2014/main" id="{EDDED34E-B791-4BBB-8B19-0A21610CA84D}"/>
              </a:ext>
            </a:extLst>
          </p:cNvPr>
          <p:cNvSpPr>
            <a:spLocks noGrp="1"/>
          </p:cNvSpPr>
          <p:nvPr/>
        </p:nvSpPr>
        <p:spPr>
          <a:xfrm>
            <a:off x="3814763" y="5238750"/>
            <a:ext cx="34925" cy="547688"/>
          </a:xfrm>
          <a:prstGeom prst="rect">
            <a:avLst/>
          </a:prstGeom>
          <a:solidFill>
            <a:srgbClr val="1D4ED8"/>
          </a:solidFill>
          <a:ln w="13097">
            <a:solidFill>
              <a:srgbClr val="172B4D"/>
            </a:solidFill>
          </a:ln>
        </p:spPr>
      </p:sp>
      <p:sp>
        <p:nvSpPr>
          <p:cNvPr id="636" name="object-636">
            <a:extLst>
              <a:ext uri="{FF2B5EF4-FFF2-40B4-BE49-F238E27FC236}">
                <a16:creationId xmlns:a16="http://schemas.microsoft.com/office/drawing/2014/main" id="{3871D613-217D-4B41-9EF3-F6AA3A0472A4}"/>
              </a:ext>
            </a:extLst>
          </p:cNvPr>
          <p:cNvSpPr>
            <a:spLocks noGrp="1"/>
          </p:cNvSpPr>
          <p:nvPr/>
        </p:nvSpPr>
        <p:spPr>
          <a:xfrm>
            <a:off x="3849687" y="5238750"/>
            <a:ext cx="34925" cy="547688"/>
          </a:xfrm>
          <a:prstGeom prst="rect">
            <a:avLst/>
          </a:prstGeom>
          <a:solidFill>
            <a:srgbClr val="1D4ED8"/>
          </a:solidFill>
          <a:ln w="13097">
            <a:solidFill>
              <a:srgbClr val="172B4D"/>
            </a:solidFill>
          </a:ln>
        </p:spPr>
      </p:sp>
      <p:sp>
        <p:nvSpPr>
          <p:cNvPr id="637" name="object-637">
            <a:extLst>
              <a:ext uri="{FF2B5EF4-FFF2-40B4-BE49-F238E27FC236}">
                <a16:creationId xmlns:a16="http://schemas.microsoft.com/office/drawing/2014/main" id="{CB4EB297-E4F5-424A-BD75-1E67D1484579}"/>
              </a:ext>
            </a:extLst>
          </p:cNvPr>
          <p:cNvSpPr>
            <a:spLocks noGrp="1"/>
          </p:cNvSpPr>
          <p:nvPr/>
        </p:nvSpPr>
        <p:spPr>
          <a:xfrm>
            <a:off x="3884613" y="5238750"/>
            <a:ext cx="34925" cy="547688"/>
          </a:xfrm>
          <a:prstGeom prst="rect">
            <a:avLst/>
          </a:prstGeom>
          <a:solidFill>
            <a:srgbClr val="1D4ED8"/>
          </a:solidFill>
          <a:ln w="13097">
            <a:solidFill>
              <a:srgbClr val="172B4D"/>
            </a:solidFill>
          </a:ln>
        </p:spPr>
      </p:sp>
      <p:sp>
        <p:nvSpPr>
          <p:cNvPr id="638" name="object-638">
            <a:extLst>
              <a:ext uri="{FF2B5EF4-FFF2-40B4-BE49-F238E27FC236}">
                <a16:creationId xmlns:a16="http://schemas.microsoft.com/office/drawing/2014/main" id="{8E41F705-6D87-494C-B0C1-0DFA120124EC}"/>
              </a:ext>
            </a:extLst>
          </p:cNvPr>
          <p:cNvSpPr>
            <a:spLocks noGrp="1"/>
          </p:cNvSpPr>
          <p:nvPr/>
        </p:nvSpPr>
        <p:spPr>
          <a:xfrm>
            <a:off x="3919538" y="5238750"/>
            <a:ext cx="34925" cy="547688"/>
          </a:xfrm>
          <a:prstGeom prst="rect">
            <a:avLst/>
          </a:prstGeom>
          <a:solidFill>
            <a:srgbClr val="1D4ED8"/>
          </a:solidFill>
          <a:ln w="13097">
            <a:solidFill>
              <a:srgbClr val="172B4D"/>
            </a:solidFill>
          </a:ln>
        </p:spPr>
      </p:sp>
      <p:sp>
        <p:nvSpPr>
          <p:cNvPr id="639" name="object-639">
            <a:extLst>
              <a:ext uri="{FF2B5EF4-FFF2-40B4-BE49-F238E27FC236}">
                <a16:creationId xmlns:a16="http://schemas.microsoft.com/office/drawing/2014/main" id="{6FBF62F5-B4E3-438E-8180-0840C7FFE96D}"/>
              </a:ext>
            </a:extLst>
          </p:cNvPr>
          <p:cNvSpPr>
            <a:spLocks noGrp="1"/>
          </p:cNvSpPr>
          <p:nvPr/>
        </p:nvSpPr>
        <p:spPr>
          <a:xfrm>
            <a:off x="3954462" y="5238750"/>
            <a:ext cx="34925" cy="547688"/>
          </a:xfrm>
          <a:prstGeom prst="rect">
            <a:avLst/>
          </a:prstGeom>
          <a:solidFill>
            <a:srgbClr val="1D4ED8"/>
          </a:solidFill>
          <a:ln w="13097">
            <a:solidFill>
              <a:srgbClr val="172B4D"/>
            </a:solidFill>
          </a:ln>
        </p:spPr>
      </p:sp>
      <p:sp>
        <p:nvSpPr>
          <p:cNvPr id="640" name="object-640">
            <a:extLst>
              <a:ext uri="{FF2B5EF4-FFF2-40B4-BE49-F238E27FC236}">
                <a16:creationId xmlns:a16="http://schemas.microsoft.com/office/drawing/2014/main" id="{9438CE6C-997F-4C6E-BD4A-6FAE84414472}"/>
              </a:ext>
            </a:extLst>
          </p:cNvPr>
          <p:cNvSpPr>
            <a:spLocks noGrp="1"/>
          </p:cNvSpPr>
          <p:nvPr/>
        </p:nvSpPr>
        <p:spPr>
          <a:xfrm>
            <a:off x="3989388" y="5238750"/>
            <a:ext cx="34925" cy="547688"/>
          </a:xfrm>
          <a:prstGeom prst="rect">
            <a:avLst/>
          </a:prstGeom>
          <a:solidFill>
            <a:srgbClr val="1D4ED8"/>
          </a:solidFill>
          <a:ln w="13097">
            <a:solidFill>
              <a:srgbClr val="172B4D"/>
            </a:solidFill>
          </a:ln>
        </p:spPr>
      </p:sp>
      <p:sp>
        <p:nvSpPr>
          <p:cNvPr id="641" name="object-641">
            <a:extLst>
              <a:ext uri="{FF2B5EF4-FFF2-40B4-BE49-F238E27FC236}">
                <a16:creationId xmlns:a16="http://schemas.microsoft.com/office/drawing/2014/main" id="{064B2BC3-AA9C-4B61-8EAF-994F803EF66C}"/>
              </a:ext>
            </a:extLst>
          </p:cNvPr>
          <p:cNvSpPr>
            <a:spLocks noGrp="1"/>
          </p:cNvSpPr>
          <p:nvPr/>
        </p:nvSpPr>
        <p:spPr>
          <a:xfrm>
            <a:off x="4024313" y="5238750"/>
            <a:ext cx="34925" cy="547688"/>
          </a:xfrm>
          <a:prstGeom prst="rect">
            <a:avLst/>
          </a:prstGeom>
          <a:solidFill>
            <a:srgbClr val="1D4ED8"/>
          </a:solidFill>
          <a:ln w="13097">
            <a:solidFill>
              <a:srgbClr val="172B4D"/>
            </a:solidFill>
          </a:ln>
        </p:spPr>
      </p:sp>
      <p:sp>
        <p:nvSpPr>
          <p:cNvPr id="642" name="object-642">
            <a:extLst>
              <a:ext uri="{FF2B5EF4-FFF2-40B4-BE49-F238E27FC236}">
                <a16:creationId xmlns:a16="http://schemas.microsoft.com/office/drawing/2014/main" id="{660172A9-425C-42B4-8BC3-79E8763BC59B}"/>
              </a:ext>
            </a:extLst>
          </p:cNvPr>
          <p:cNvSpPr>
            <a:spLocks noGrp="1"/>
          </p:cNvSpPr>
          <p:nvPr/>
        </p:nvSpPr>
        <p:spPr>
          <a:xfrm>
            <a:off x="4059238" y="5238750"/>
            <a:ext cx="34925" cy="547688"/>
          </a:xfrm>
          <a:prstGeom prst="rect">
            <a:avLst/>
          </a:prstGeom>
          <a:solidFill>
            <a:srgbClr val="1D4ED8"/>
          </a:solidFill>
          <a:ln w="13097">
            <a:solidFill>
              <a:srgbClr val="172B4D"/>
            </a:solidFill>
          </a:ln>
        </p:spPr>
      </p:sp>
      <p:sp>
        <p:nvSpPr>
          <p:cNvPr id="643" name="object-643">
            <a:extLst>
              <a:ext uri="{FF2B5EF4-FFF2-40B4-BE49-F238E27FC236}">
                <a16:creationId xmlns:a16="http://schemas.microsoft.com/office/drawing/2014/main" id="{C07E0F59-896B-4244-9AC3-D85A1E4469D7}"/>
              </a:ext>
            </a:extLst>
          </p:cNvPr>
          <p:cNvSpPr>
            <a:spLocks noGrp="1"/>
          </p:cNvSpPr>
          <p:nvPr/>
        </p:nvSpPr>
        <p:spPr>
          <a:xfrm>
            <a:off x="4094163" y="5238750"/>
            <a:ext cx="34925" cy="547688"/>
          </a:xfrm>
          <a:prstGeom prst="rect">
            <a:avLst/>
          </a:prstGeom>
          <a:solidFill>
            <a:srgbClr val="1D4ED8"/>
          </a:solidFill>
          <a:ln w="13097">
            <a:solidFill>
              <a:srgbClr val="172B4D"/>
            </a:solidFill>
          </a:ln>
        </p:spPr>
      </p:sp>
      <p:sp>
        <p:nvSpPr>
          <p:cNvPr id="644" name="object-644">
            <a:extLst>
              <a:ext uri="{FF2B5EF4-FFF2-40B4-BE49-F238E27FC236}">
                <a16:creationId xmlns:a16="http://schemas.microsoft.com/office/drawing/2014/main" id="{A3FA56F1-B415-4DB6-9FFD-22CCE257131D}"/>
              </a:ext>
            </a:extLst>
          </p:cNvPr>
          <p:cNvSpPr>
            <a:spLocks noGrp="1"/>
          </p:cNvSpPr>
          <p:nvPr/>
        </p:nvSpPr>
        <p:spPr>
          <a:xfrm>
            <a:off x="4129088" y="5238750"/>
            <a:ext cx="34925" cy="547688"/>
          </a:xfrm>
          <a:prstGeom prst="rect">
            <a:avLst/>
          </a:prstGeom>
          <a:solidFill>
            <a:srgbClr val="1D4ED8"/>
          </a:solidFill>
          <a:ln w="13097">
            <a:solidFill>
              <a:srgbClr val="172B4D"/>
            </a:solidFill>
          </a:ln>
        </p:spPr>
      </p:sp>
      <p:sp>
        <p:nvSpPr>
          <p:cNvPr id="645" name="object-645">
            <a:extLst>
              <a:ext uri="{FF2B5EF4-FFF2-40B4-BE49-F238E27FC236}">
                <a16:creationId xmlns:a16="http://schemas.microsoft.com/office/drawing/2014/main" id="{6000AB2C-CEE7-41CC-9CA3-9D5AE754FEE7}"/>
              </a:ext>
            </a:extLst>
          </p:cNvPr>
          <p:cNvSpPr>
            <a:spLocks noGrp="1"/>
          </p:cNvSpPr>
          <p:nvPr/>
        </p:nvSpPr>
        <p:spPr>
          <a:xfrm>
            <a:off x="4164013" y="5238750"/>
            <a:ext cx="34925" cy="547688"/>
          </a:xfrm>
          <a:prstGeom prst="rect">
            <a:avLst/>
          </a:prstGeom>
          <a:solidFill>
            <a:srgbClr val="1D4ED8"/>
          </a:solidFill>
          <a:ln w="13097">
            <a:solidFill>
              <a:srgbClr val="172B4D"/>
            </a:solidFill>
          </a:ln>
        </p:spPr>
      </p:sp>
      <p:sp>
        <p:nvSpPr>
          <p:cNvPr id="646" name="object-646">
            <a:extLst>
              <a:ext uri="{FF2B5EF4-FFF2-40B4-BE49-F238E27FC236}">
                <a16:creationId xmlns:a16="http://schemas.microsoft.com/office/drawing/2014/main" id="{F69C9CA5-6624-4232-9746-BD81CEF55A94}"/>
              </a:ext>
            </a:extLst>
          </p:cNvPr>
          <p:cNvSpPr>
            <a:spLocks noGrp="1"/>
          </p:cNvSpPr>
          <p:nvPr/>
        </p:nvSpPr>
        <p:spPr>
          <a:xfrm>
            <a:off x="4198938" y="5238750"/>
            <a:ext cx="34925" cy="547688"/>
          </a:xfrm>
          <a:prstGeom prst="rect">
            <a:avLst/>
          </a:prstGeom>
          <a:solidFill>
            <a:srgbClr val="1D4ED8"/>
          </a:solidFill>
          <a:ln w="13097">
            <a:solidFill>
              <a:srgbClr val="172B4D"/>
            </a:solidFill>
          </a:ln>
        </p:spPr>
      </p:sp>
      <p:sp>
        <p:nvSpPr>
          <p:cNvPr id="647" name="object-647">
            <a:extLst>
              <a:ext uri="{FF2B5EF4-FFF2-40B4-BE49-F238E27FC236}">
                <a16:creationId xmlns:a16="http://schemas.microsoft.com/office/drawing/2014/main" id="{E23E82AF-0213-414D-8022-26625668AB34}"/>
              </a:ext>
            </a:extLst>
          </p:cNvPr>
          <p:cNvSpPr>
            <a:spLocks noGrp="1"/>
          </p:cNvSpPr>
          <p:nvPr/>
        </p:nvSpPr>
        <p:spPr>
          <a:xfrm>
            <a:off x="4233863" y="5238750"/>
            <a:ext cx="34925" cy="547688"/>
          </a:xfrm>
          <a:prstGeom prst="rect">
            <a:avLst/>
          </a:prstGeom>
          <a:solidFill>
            <a:srgbClr val="1D4ED8"/>
          </a:solidFill>
          <a:ln w="13097">
            <a:solidFill>
              <a:srgbClr val="172B4D"/>
            </a:solidFill>
          </a:ln>
        </p:spPr>
      </p:sp>
      <p:sp>
        <p:nvSpPr>
          <p:cNvPr id="648" name="object-648">
            <a:extLst>
              <a:ext uri="{FF2B5EF4-FFF2-40B4-BE49-F238E27FC236}">
                <a16:creationId xmlns:a16="http://schemas.microsoft.com/office/drawing/2014/main" id="{9F18759B-D003-4554-98A5-77B2716C2034}"/>
              </a:ext>
            </a:extLst>
          </p:cNvPr>
          <p:cNvSpPr>
            <a:spLocks noGrp="1"/>
          </p:cNvSpPr>
          <p:nvPr/>
        </p:nvSpPr>
        <p:spPr>
          <a:xfrm>
            <a:off x="4268788" y="5238750"/>
            <a:ext cx="34925" cy="547688"/>
          </a:xfrm>
          <a:prstGeom prst="rect">
            <a:avLst/>
          </a:prstGeom>
          <a:solidFill>
            <a:srgbClr val="1D4ED8"/>
          </a:solidFill>
          <a:ln w="13097">
            <a:solidFill>
              <a:srgbClr val="172B4D"/>
            </a:solidFill>
          </a:ln>
        </p:spPr>
      </p:sp>
      <p:sp>
        <p:nvSpPr>
          <p:cNvPr id="649" name="object-649">
            <a:extLst>
              <a:ext uri="{FF2B5EF4-FFF2-40B4-BE49-F238E27FC236}">
                <a16:creationId xmlns:a16="http://schemas.microsoft.com/office/drawing/2014/main" id="{7614E774-A680-4FCC-ADAE-8F15A8BBFEE0}"/>
              </a:ext>
            </a:extLst>
          </p:cNvPr>
          <p:cNvSpPr>
            <a:spLocks noGrp="1"/>
          </p:cNvSpPr>
          <p:nvPr/>
        </p:nvSpPr>
        <p:spPr>
          <a:xfrm>
            <a:off x="4303713" y="5238750"/>
            <a:ext cx="34925" cy="547688"/>
          </a:xfrm>
          <a:prstGeom prst="rect">
            <a:avLst/>
          </a:prstGeom>
          <a:solidFill>
            <a:srgbClr val="1D4ED8"/>
          </a:solidFill>
          <a:ln w="13097">
            <a:solidFill>
              <a:srgbClr val="172B4D"/>
            </a:solidFill>
          </a:ln>
        </p:spPr>
      </p:sp>
      <p:sp>
        <p:nvSpPr>
          <p:cNvPr id="650" name="object-650">
            <a:extLst>
              <a:ext uri="{FF2B5EF4-FFF2-40B4-BE49-F238E27FC236}">
                <a16:creationId xmlns:a16="http://schemas.microsoft.com/office/drawing/2014/main" id="{B79FD6A0-ED50-4EF9-B58F-23A994F87157}"/>
              </a:ext>
            </a:extLst>
          </p:cNvPr>
          <p:cNvSpPr>
            <a:spLocks noGrp="1"/>
          </p:cNvSpPr>
          <p:nvPr/>
        </p:nvSpPr>
        <p:spPr>
          <a:xfrm>
            <a:off x="4338638" y="5238750"/>
            <a:ext cx="34925" cy="547688"/>
          </a:xfrm>
          <a:prstGeom prst="rect">
            <a:avLst/>
          </a:prstGeom>
          <a:solidFill>
            <a:srgbClr val="1D4ED8"/>
          </a:solidFill>
          <a:ln w="13097">
            <a:solidFill>
              <a:srgbClr val="172B4D"/>
            </a:solidFill>
          </a:ln>
        </p:spPr>
      </p:sp>
      <p:sp>
        <p:nvSpPr>
          <p:cNvPr id="651" name="object-651">
            <a:extLst>
              <a:ext uri="{FF2B5EF4-FFF2-40B4-BE49-F238E27FC236}">
                <a16:creationId xmlns:a16="http://schemas.microsoft.com/office/drawing/2014/main" id="{B03941AD-C7C2-4B90-8CE8-B0F65C9D6C8A}"/>
              </a:ext>
            </a:extLst>
          </p:cNvPr>
          <p:cNvSpPr>
            <a:spLocks noGrp="1"/>
          </p:cNvSpPr>
          <p:nvPr/>
        </p:nvSpPr>
        <p:spPr>
          <a:xfrm>
            <a:off x="4373563" y="5238750"/>
            <a:ext cx="34925" cy="547688"/>
          </a:xfrm>
          <a:prstGeom prst="rect">
            <a:avLst/>
          </a:prstGeom>
          <a:solidFill>
            <a:srgbClr val="1D4ED8"/>
          </a:solidFill>
          <a:ln w="13097">
            <a:solidFill>
              <a:srgbClr val="172B4D"/>
            </a:solidFill>
          </a:ln>
        </p:spPr>
      </p:sp>
      <p:sp>
        <p:nvSpPr>
          <p:cNvPr id="652" name="object-652">
            <a:extLst>
              <a:ext uri="{FF2B5EF4-FFF2-40B4-BE49-F238E27FC236}">
                <a16:creationId xmlns:a16="http://schemas.microsoft.com/office/drawing/2014/main" id="{F1F6A9FC-F095-4CD7-B009-1D352AE15465}"/>
              </a:ext>
            </a:extLst>
          </p:cNvPr>
          <p:cNvSpPr>
            <a:spLocks noGrp="1"/>
          </p:cNvSpPr>
          <p:nvPr/>
        </p:nvSpPr>
        <p:spPr>
          <a:xfrm>
            <a:off x="4408488" y="5238750"/>
            <a:ext cx="34925" cy="547688"/>
          </a:xfrm>
          <a:prstGeom prst="rect">
            <a:avLst/>
          </a:prstGeom>
          <a:solidFill>
            <a:srgbClr val="1D4ED8"/>
          </a:solidFill>
          <a:ln w="13097">
            <a:solidFill>
              <a:srgbClr val="172B4D"/>
            </a:solidFill>
          </a:ln>
        </p:spPr>
      </p:sp>
      <p:sp>
        <p:nvSpPr>
          <p:cNvPr id="653" name="object-653">
            <a:extLst>
              <a:ext uri="{FF2B5EF4-FFF2-40B4-BE49-F238E27FC236}">
                <a16:creationId xmlns:a16="http://schemas.microsoft.com/office/drawing/2014/main" id="{826EE217-EC0C-4DBF-85FB-3240570A5399}"/>
              </a:ext>
            </a:extLst>
          </p:cNvPr>
          <p:cNvSpPr>
            <a:spLocks noGrp="1"/>
          </p:cNvSpPr>
          <p:nvPr/>
        </p:nvSpPr>
        <p:spPr>
          <a:xfrm>
            <a:off x="4443413" y="5238750"/>
            <a:ext cx="34925" cy="547688"/>
          </a:xfrm>
          <a:prstGeom prst="rect">
            <a:avLst/>
          </a:prstGeom>
          <a:solidFill>
            <a:srgbClr val="1D4ED8"/>
          </a:solidFill>
          <a:ln w="13097">
            <a:solidFill>
              <a:srgbClr val="172B4D"/>
            </a:solidFill>
          </a:ln>
        </p:spPr>
      </p:sp>
      <p:sp>
        <p:nvSpPr>
          <p:cNvPr id="654" name="object-654">
            <a:extLst>
              <a:ext uri="{FF2B5EF4-FFF2-40B4-BE49-F238E27FC236}">
                <a16:creationId xmlns:a16="http://schemas.microsoft.com/office/drawing/2014/main" id="{36E56528-7262-4B73-8E00-DF244E78564D}"/>
              </a:ext>
            </a:extLst>
          </p:cNvPr>
          <p:cNvSpPr>
            <a:spLocks noGrp="1"/>
          </p:cNvSpPr>
          <p:nvPr/>
        </p:nvSpPr>
        <p:spPr>
          <a:xfrm>
            <a:off x="4478338" y="5238750"/>
            <a:ext cx="34925" cy="547688"/>
          </a:xfrm>
          <a:prstGeom prst="rect">
            <a:avLst/>
          </a:prstGeom>
          <a:solidFill>
            <a:srgbClr val="1D4ED8"/>
          </a:solidFill>
          <a:ln w="13097">
            <a:solidFill>
              <a:srgbClr val="172B4D"/>
            </a:solidFill>
          </a:ln>
        </p:spPr>
      </p:sp>
      <p:sp>
        <p:nvSpPr>
          <p:cNvPr id="655" name="object-655">
            <a:extLst>
              <a:ext uri="{FF2B5EF4-FFF2-40B4-BE49-F238E27FC236}">
                <a16:creationId xmlns:a16="http://schemas.microsoft.com/office/drawing/2014/main" id="{781BCF18-7014-4216-8CA6-DBD3896237D9}"/>
              </a:ext>
            </a:extLst>
          </p:cNvPr>
          <p:cNvSpPr>
            <a:spLocks noGrp="1"/>
          </p:cNvSpPr>
          <p:nvPr/>
        </p:nvSpPr>
        <p:spPr>
          <a:xfrm>
            <a:off x="4513263" y="5238750"/>
            <a:ext cx="34925" cy="547688"/>
          </a:xfrm>
          <a:prstGeom prst="rect">
            <a:avLst/>
          </a:prstGeom>
          <a:solidFill>
            <a:srgbClr val="1D4ED8"/>
          </a:solidFill>
          <a:ln w="13097">
            <a:solidFill>
              <a:srgbClr val="172B4D"/>
            </a:solidFill>
          </a:ln>
        </p:spPr>
      </p:sp>
      <p:sp>
        <p:nvSpPr>
          <p:cNvPr id="656" name="object-656">
            <a:extLst>
              <a:ext uri="{FF2B5EF4-FFF2-40B4-BE49-F238E27FC236}">
                <a16:creationId xmlns:a16="http://schemas.microsoft.com/office/drawing/2014/main" id="{F9818B07-E8D3-4D6D-8C61-8589EB72DD95}"/>
              </a:ext>
            </a:extLst>
          </p:cNvPr>
          <p:cNvSpPr>
            <a:spLocks noGrp="1"/>
          </p:cNvSpPr>
          <p:nvPr/>
        </p:nvSpPr>
        <p:spPr>
          <a:xfrm>
            <a:off x="4548188" y="5238750"/>
            <a:ext cx="34925" cy="547688"/>
          </a:xfrm>
          <a:prstGeom prst="rect">
            <a:avLst/>
          </a:prstGeom>
          <a:solidFill>
            <a:srgbClr val="1D4ED8"/>
          </a:solidFill>
          <a:ln w="13097">
            <a:solidFill>
              <a:srgbClr val="172B4D"/>
            </a:solidFill>
          </a:ln>
        </p:spPr>
      </p:sp>
      <p:sp>
        <p:nvSpPr>
          <p:cNvPr id="657" name="object-657">
            <a:extLst>
              <a:ext uri="{FF2B5EF4-FFF2-40B4-BE49-F238E27FC236}">
                <a16:creationId xmlns:a16="http://schemas.microsoft.com/office/drawing/2014/main" id="{44172AA4-597F-45AE-AD8B-D4ABD674E9C7}"/>
              </a:ext>
            </a:extLst>
          </p:cNvPr>
          <p:cNvSpPr>
            <a:spLocks noGrp="1"/>
          </p:cNvSpPr>
          <p:nvPr/>
        </p:nvSpPr>
        <p:spPr>
          <a:xfrm>
            <a:off x="4583113" y="5238750"/>
            <a:ext cx="34925" cy="547688"/>
          </a:xfrm>
          <a:prstGeom prst="rect">
            <a:avLst/>
          </a:prstGeom>
          <a:solidFill>
            <a:srgbClr val="1D4ED8"/>
          </a:solidFill>
          <a:ln w="13097">
            <a:solidFill>
              <a:srgbClr val="172B4D"/>
            </a:solidFill>
          </a:ln>
        </p:spPr>
      </p:sp>
      <p:sp>
        <p:nvSpPr>
          <p:cNvPr id="658" name="object-658">
            <a:extLst>
              <a:ext uri="{FF2B5EF4-FFF2-40B4-BE49-F238E27FC236}">
                <a16:creationId xmlns:a16="http://schemas.microsoft.com/office/drawing/2014/main" id="{B72EA3F7-D238-4B50-B530-5BD1CB7F390C}"/>
              </a:ext>
            </a:extLst>
          </p:cNvPr>
          <p:cNvSpPr>
            <a:spLocks noGrp="1"/>
          </p:cNvSpPr>
          <p:nvPr/>
        </p:nvSpPr>
        <p:spPr>
          <a:xfrm>
            <a:off x="4618038" y="5238750"/>
            <a:ext cx="34925" cy="547688"/>
          </a:xfrm>
          <a:prstGeom prst="rect">
            <a:avLst/>
          </a:prstGeom>
          <a:solidFill>
            <a:srgbClr val="1D4ED8"/>
          </a:solidFill>
          <a:ln w="13097">
            <a:solidFill>
              <a:srgbClr val="172B4D"/>
            </a:solidFill>
          </a:ln>
        </p:spPr>
      </p:sp>
      <p:sp>
        <p:nvSpPr>
          <p:cNvPr id="659" name="object-659">
            <a:extLst>
              <a:ext uri="{FF2B5EF4-FFF2-40B4-BE49-F238E27FC236}">
                <a16:creationId xmlns:a16="http://schemas.microsoft.com/office/drawing/2014/main" id="{6E854438-6F93-49EF-A8A2-6CD9F7A97D80}"/>
              </a:ext>
            </a:extLst>
          </p:cNvPr>
          <p:cNvSpPr>
            <a:spLocks noGrp="1"/>
          </p:cNvSpPr>
          <p:nvPr/>
        </p:nvSpPr>
        <p:spPr>
          <a:xfrm>
            <a:off x="4652963" y="5238750"/>
            <a:ext cx="34925" cy="547688"/>
          </a:xfrm>
          <a:prstGeom prst="rect">
            <a:avLst/>
          </a:prstGeom>
          <a:solidFill>
            <a:srgbClr val="1D4ED8"/>
          </a:solidFill>
          <a:ln w="13097">
            <a:solidFill>
              <a:srgbClr val="172B4D"/>
            </a:solidFill>
          </a:ln>
        </p:spPr>
      </p:sp>
      <p:sp>
        <p:nvSpPr>
          <p:cNvPr id="660" name="object-660">
            <a:extLst>
              <a:ext uri="{FF2B5EF4-FFF2-40B4-BE49-F238E27FC236}">
                <a16:creationId xmlns:a16="http://schemas.microsoft.com/office/drawing/2014/main" id="{ED78E221-9E82-4E1B-B2D7-08E57F6E44C9}"/>
              </a:ext>
            </a:extLst>
          </p:cNvPr>
          <p:cNvSpPr>
            <a:spLocks noGrp="1"/>
          </p:cNvSpPr>
          <p:nvPr/>
        </p:nvSpPr>
        <p:spPr>
          <a:xfrm>
            <a:off x="4687888" y="5238750"/>
            <a:ext cx="34925" cy="547688"/>
          </a:xfrm>
          <a:prstGeom prst="rect">
            <a:avLst/>
          </a:prstGeom>
          <a:solidFill>
            <a:srgbClr val="1D4ED8"/>
          </a:solidFill>
          <a:ln w="13097">
            <a:solidFill>
              <a:srgbClr val="172B4D"/>
            </a:solidFill>
          </a:ln>
        </p:spPr>
      </p:sp>
      <p:sp>
        <p:nvSpPr>
          <p:cNvPr id="661" name="object-661">
            <a:extLst>
              <a:ext uri="{FF2B5EF4-FFF2-40B4-BE49-F238E27FC236}">
                <a16:creationId xmlns:a16="http://schemas.microsoft.com/office/drawing/2014/main" id="{6D94D5D0-11C4-4B7C-AAFC-9DDFF7CED301}"/>
              </a:ext>
            </a:extLst>
          </p:cNvPr>
          <p:cNvSpPr>
            <a:spLocks noGrp="1"/>
          </p:cNvSpPr>
          <p:nvPr/>
        </p:nvSpPr>
        <p:spPr>
          <a:xfrm>
            <a:off x="4722812" y="5238750"/>
            <a:ext cx="34925" cy="547688"/>
          </a:xfrm>
          <a:prstGeom prst="rect">
            <a:avLst/>
          </a:prstGeom>
          <a:solidFill>
            <a:srgbClr val="1D4ED8"/>
          </a:solidFill>
          <a:ln w="13097">
            <a:solidFill>
              <a:srgbClr val="172B4D"/>
            </a:solidFill>
          </a:ln>
        </p:spPr>
      </p:sp>
      <p:sp>
        <p:nvSpPr>
          <p:cNvPr id="662" name="object-662">
            <a:extLst>
              <a:ext uri="{FF2B5EF4-FFF2-40B4-BE49-F238E27FC236}">
                <a16:creationId xmlns:a16="http://schemas.microsoft.com/office/drawing/2014/main" id="{DBB22479-3A30-46AF-97D6-17D8DBA92A91}"/>
              </a:ext>
            </a:extLst>
          </p:cNvPr>
          <p:cNvSpPr>
            <a:spLocks noGrp="1"/>
          </p:cNvSpPr>
          <p:nvPr/>
        </p:nvSpPr>
        <p:spPr>
          <a:xfrm>
            <a:off x="4757738" y="5238750"/>
            <a:ext cx="34925" cy="547688"/>
          </a:xfrm>
          <a:prstGeom prst="rect">
            <a:avLst/>
          </a:prstGeom>
          <a:solidFill>
            <a:srgbClr val="1D4ED8"/>
          </a:solidFill>
          <a:ln w="13097">
            <a:solidFill>
              <a:srgbClr val="172B4D"/>
            </a:solidFill>
          </a:ln>
        </p:spPr>
      </p:sp>
      <p:sp>
        <p:nvSpPr>
          <p:cNvPr id="663" name="object-663">
            <a:extLst>
              <a:ext uri="{FF2B5EF4-FFF2-40B4-BE49-F238E27FC236}">
                <a16:creationId xmlns:a16="http://schemas.microsoft.com/office/drawing/2014/main" id="{A968140D-0788-4284-827C-D29B3E3AE4AA}"/>
              </a:ext>
            </a:extLst>
          </p:cNvPr>
          <p:cNvSpPr>
            <a:spLocks noGrp="1"/>
          </p:cNvSpPr>
          <p:nvPr/>
        </p:nvSpPr>
        <p:spPr>
          <a:xfrm>
            <a:off x="4792663" y="5238750"/>
            <a:ext cx="34925" cy="547688"/>
          </a:xfrm>
          <a:prstGeom prst="rect">
            <a:avLst/>
          </a:prstGeom>
          <a:solidFill>
            <a:srgbClr val="1D4ED8"/>
          </a:solidFill>
          <a:ln w="13097">
            <a:solidFill>
              <a:srgbClr val="172B4D"/>
            </a:solidFill>
          </a:ln>
        </p:spPr>
      </p:sp>
      <p:sp>
        <p:nvSpPr>
          <p:cNvPr id="664" name="object-664">
            <a:extLst>
              <a:ext uri="{FF2B5EF4-FFF2-40B4-BE49-F238E27FC236}">
                <a16:creationId xmlns:a16="http://schemas.microsoft.com/office/drawing/2014/main" id="{6068643A-13A6-401C-896A-828492BEA051}"/>
              </a:ext>
            </a:extLst>
          </p:cNvPr>
          <p:cNvSpPr>
            <a:spLocks noGrp="1"/>
          </p:cNvSpPr>
          <p:nvPr/>
        </p:nvSpPr>
        <p:spPr>
          <a:xfrm>
            <a:off x="4827588" y="5238750"/>
            <a:ext cx="34925" cy="547688"/>
          </a:xfrm>
          <a:prstGeom prst="rect">
            <a:avLst/>
          </a:prstGeom>
          <a:solidFill>
            <a:srgbClr val="1D4ED8"/>
          </a:solidFill>
          <a:ln w="13097">
            <a:solidFill>
              <a:srgbClr val="172B4D"/>
            </a:solidFill>
          </a:ln>
        </p:spPr>
      </p:sp>
      <p:sp>
        <p:nvSpPr>
          <p:cNvPr id="665" name="object-665">
            <a:extLst>
              <a:ext uri="{FF2B5EF4-FFF2-40B4-BE49-F238E27FC236}">
                <a16:creationId xmlns:a16="http://schemas.microsoft.com/office/drawing/2014/main" id="{0F71C038-87AE-4A8B-81C4-998546ABA787}"/>
              </a:ext>
            </a:extLst>
          </p:cNvPr>
          <p:cNvSpPr>
            <a:spLocks noGrp="1"/>
          </p:cNvSpPr>
          <p:nvPr/>
        </p:nvSpPr>
        <p:spPr>
          <a:xfrm>
            <a:off x="4862513" y="5238750"/>
            <a:ext cx="34925" cy="547688"/>
          </a:xfrm>
          <a:prstGeom prst="rect">
            <a:avLst/>
          </a:prstGeom>
          <a:solidFill>
            <a:srgbClr val="1D4ED8"/>
          </a:solidFill>
          <a:ln w="13097">
            <a:solidFill>
              <a:srgbClr val="172B4D"/>
            </a:solidFill>
          </a:ln>
        </p:spPr>
      </p:sp>
      <p:sp>
        <p:nvSpPr>
          <p:cNvPr id="666" name="object-666">
            <a:extLst>
              <a:ext uri="{FF2B5EF4-FFF2-40B4-BE49-F238E27FC236}">
                <a16:creationId xmlns:a16="http://schemas.microsoft.com/office/drawing/2014/main" id="{91A31C7E-7D74-481E-8DE9-7DE43FE15781}"/>
              </a:ext>
            </a:extLst>
          </p:cNvPr>
          <p:cNvSpPr>
            <a:spLocks noGrp="1"/>
          </p:cNvSpPr>
          <p:nvPr/>
        </p:nvSpPr>
        <p:spPr>
          <a:xfrm>
            <a:off x="4897438" y="5238750"/>
            <a:ext cx="34925" cy="547688"/>
          </a:xfrm>
          <a:prstGeom prst="rect">
            <a:avLst/>
          </a:prstGeom>
          <a:solidFill>
            <a:srgbClr val="1D4ED8"/>
          </a:solidFill>
          <a:ln w="13097">
            <a:solidFill>
              <a:srgbClr val="172B4D"/>
            </a:solidFill>
          </a:ln>
        </p:spPr>
      </p:sp>
      <p:sp>
        <p:nvSpPr>
          <p:cNvPr id="667" name="object-667">
            <a:extLst>
              <a:ext uri="{FF2B5EF4-FFF2-40B4-BE49-F238E27FC236}">
                <a16:creationId xmlns:a16="http://schemas.microsoft.com/office/drawing/2014/main" id="{4E553057-408D-4743-BB9B-1BC9468EB1E1}"/>
              </a:ext>
            </a:extLst>
          </p:cNvPr>
          <p:cNvSpPr>
            <a:spLocks noGrp="1"/>
          </p:cNvSpPr>
          <p:nvPr/>
        </p:nvSpPr>
        <p:spPr>
          <a:xfrm>
            <a:off x="4932362" y="5238750"/>
            <a:ext cx="34925" cy="547688"/>
          </a:xfrm>
          <a:prstGeom prst="rect">
            <a:avLst/>
          </a:prstGeom>
          <a:solidFill>
            <a:srgbClr val="1D4ED8"/>
          </a:solidFill>
          <a:ln w="13097">
            <a:solidFill>
              <a:srgbClr val="172B4D"/>
            </a:solidFill>
          </a:ln>
        </p:spPr>
      </p:sp>
      <p:sp>
        <p:nvSpPr>
          <p:cNvPr id="668" name="object-668">
            <a:extLst>
              <a:ext uri="{FF2B5EF4-FFF2-40B4-BE49-F238E27FC236}">
                <a16:creationId xmlns:a16="http://schemas.microsoft.com/office/drawing/2014/main" id="{D6D457CC-0166-4218-89FC-A790F6DE607B}"/>
              </a:ext>
            </a:extLst>
          </p:cNvPr>
          <p:cNvSpPr>
            <a:spLocks noGrp="1"/>
          </p:cNvSpPr>
          <p:nvPr/>
        </p:nvSpPr>
        <p:spPr>
          <a:xfrm>
            <a:off x="4967288" y="5238750"/>
            <a:ext cx="34925" cy="547688"/>
          </a:xfrm>
          <a:prstGeom prst="rect">
            <a:avLst/>
          </a:prstGeom>
          <a:solidFill>
            <a:srgbClr val="1D4ED8"/>
          </a:solidFill>
          <a:ln w="13097">
            <a:solidFill>
              <a:srgbClr val="172B4D"/>
            </a:solidFill>
          </a:ln>
        </p:spPr>
      </p:sp>
      <p:sp>
        <p:nvSpPr>
          <p:cNvPr id="669" name="object-669">
            <a:extLst>
              <a:ext uri="{FF2B5EF4-FFF2-40B4-BE49-F238E27FC236}">
                <a16:creationId xmlns:a16="http://schemas.microsoft.com/office/drawing/2014/main" id="{4C9237FD-1427-4FF3-A1AA-4C5E0A576A83}"/>
              </a:ext>
            </a:extLst>
          </p:cNvPr>
          <p:cNvSpPr>
            <a:spLocks noGrp="1"/>
          </p:cNvSpPr>
          <p:nvPr/>
        </p:nvSpPr>
        <p:spPr>
          <a:xfrm>
            <a:off x="5002213" y="5238750"/>
            <a:ext cx="34925" cy="547688"/>
          </a:xfrm>
          <a:prstGeom prst="rect">
            <a:avLst/>
          </a:prstGeom>
          <a:solidFill>
            <a:srgbClr val="1D4ED8"/>
          </a:solidFill>
          <a:ln w="13097">
            <a:solidFill>
              <a:srgbClr val="172B4D"/>
            </a:solidFill>
          </a:ln>
        </p:spPr>
      </p:sp>
      <p:sp>
        <p:nvSpPr>
          <p:cNvPr id="670" name="object-670">
            <a:extLst>
              <a:ext uri="{FF2B5EF4-FFF2-40B4-BE49-F238E27FC236}">
                <a16:creationId xmlns:a16="http://schemas.microsoft.com/office/drawing/2014/main" id="{D334F38A-D7C0-4AA4-A28E-F25D0C639CB8}"/>
              </a:ext>
            </a:extLst>
          </p:cNvPr>
          <p:cNvSpPr>
            <a:spLocks noGrp="1"/>
          </p:cNvSpPr>
          <p:nvPr/>
        </p:nvSpPr>
        <p:spPr>
          <a:xfrm>
            <a:off x="5037138" y="5238750"/>
            <a:ext cx="34925" cy="547688"/>
          </a:xfrm>
          <a:prstGeom prst="rect">
            <a:avLst/>
          </a:prstGeom>
          <a:solidFill>
            <a:srgbClr val="1D4ED8"/>
          </a:solidFill>
          <a:ln w="13097">
            <a:solidFill>
              <a:srgbClr val="172B4D"/>
            </a:solidFill>
          </a:ln>
        </p:spPr>
      </p:sp>
      <p:sp>
        <p:nvSpPr>
          <p:cNvPr id="671" name="object-671">
            <a:extLst>
              <a:ext uri="{FF2B5EF4-FFF2-40B4-BE49-F238E27FC236}">
                <a16:creationId xmlns:a16="http://schemas.microsoft.com/office/drawing/2014/main" id="{703DAAFE-A15F-4A86-B4DC-0C7FD7AB11B8}"/>
              </a:ext>
            </a:extLst>
          </p:cNvPr>
          <p:cNvSpPr>
            <a:spLocks noGrp="1"/>
          </p:cNvSpPr>
          <p:nvPr/>
        </p:nvSpPr>
        <p:spPr>
          <a:xfrm>
            <a:off x="5072063" y="5238750"/>
            <a:ext cx="34925" cy="547688"/>
          </a:xfrm>
          <a:prstGeom prst="rect">
            <a:avLst/>
          </a:prstGeom>
          <a:solidFill>
            <a:srgbClr val="1D4ED8"/>
          </a:solidFill>
          <a:ln w="13097">
            <a:solidFill>
              <a:srgbClr val="172B4D"/>
            </a:solidFill>
          </a:ln>
        </p:spPr>
      </p:sp>
      <p:sp>
        <p:nvSpPr>
          <p:cNvPr id="672" name="object-672">
            <a:extLst>
              <a:ext uri="{FF2B5EF4-FFF2-40B4-BE49-F238E27FC236}">
                <a16:creationId xmlns:a16="http://schemas.microsoft.com/office/drawing/2014/main" id="{8565A4F3-32C8-407E-901B-22AF43A39408}"/>
              </a:ext>
            </a:extLst>
          </p:cNvPr>
          <p:cNvSpPr>
            <a:spLocks noGrp="1"/>
          </p:cNvSpPr>
          <p:nvPr/>
        </p:nvSpPr>
        <p:spPr>
          <a:xfrm>
            <a:off x="5106988" y="5238750"/>
            <a:ext cx="34925" cy="547688"/>
          </a:xfrm>
          <a:prstGeom prst="rect">
            <a:avLst/>
          </a:prstGeom>
          <a:solidFill>
            <a:srgbClr val="1D4ED8"/>
          </a:solidFill>
          <a:ln w="13097">
            <a:solidFill>
              <a:srgbClr val="172B4D"/>
            </a:solidFill>
          </a:ln>
        </p:spPr>
      </p:sp>
      <p:sp>
        <p:nvSpPr>
          <p:cNvPr id="673" name="object-673">
            <a:extLst>
              <a:ext uri="{FF2B5EF4-FFF2-40B4-BE49-F238E27FC236}">
                <a16:creationId xmlns:a16="http://schemas.microsoft.com/office/drawing/2014/main" id="{EC22CEAE-E78C-48BD-8B48-77AC620BCE26}"/>
              </a:ext>
            </a:extLst>
          </p:cNvPr>
          <p:cNvSpPr>
            <a:spLocks noGrp="1"/>
          </p:cNvSpPr>
          <p:nvPr/>
        </p:nvSpPr>
        <p:spPr>
          <a:xfrm>
            <a:off x="5141913" y="5238750"/>
            <a:ext cx="34925" cy="547688"/>
          </a:xfrm>
          <a:prstGeom prst="rect">
            <a:avLst/>
          </a:prstGeom>
          <a:solidFill>
            <a:srgbClr val="1D4ED8"/>
          </a:solidFill>
          <a:ln w="13097">
            <a:solidFill>
              <a:srgbClr val="172B4D"/>
            </a:solidFill>
          </a:ln>
        </p:spPr>
      </p:sp>
      <p:sp>
        <p:nvSpPr>
          <p:cNvPr id="674" name="object-674">
            <a:extLst>
              <a:ext uri="{FF2B5EF4-FFF2-40B4-BE49-F238E27FC236}">
                <a16:creationId xmlns:a16="http://schemas.microsoft.com/office/drawing/2014/main" id="{4E27F9D2-0E80-4A76-AA1A-8B6A1CEEE511}"/>
              </a:ext>
            </a:extLst>
          </p:cNvPr>
          <p:cNvSpPr>
            <a:spLocks noGrp="1"/>
          </p:cNvSpPr>
          <p:nvPr/>
        </p:nvSpPr>
        <p:spPr>
          <a:xfrm>
            <a:off x="5176838" y="5238750"/>
            <a:ext cx="34925" cy="547688"/>
          </a:xfrm>
          <a:prstGeom prst="rect">
            <a:avLst/>
          </a:prstGeom>
          <a:solidFill>
            <a:srgbClr val="1D4ED8"/>
          </a:solidFill>
          <a:ln w="13097">
            <a:solidFill>
              <a:srgbClr val="172B4D"/>
            </a:solidFill>
          </a:ln>
        </p:spPr>
      </p:sp>
      <p:sp>
        <p:nvSpPr>
          <p:cNvPr id="675" name="object-675">
            <a:extLst>
              <a:ext uri="{FF2B5EF4-FFF2-40B4-BE49-F238E27FC236}">
                <a16:creationId xmlns:a16="http://schemas.microsoft.com/office/drawing/2014/main" id="{3385BAF0-BE0C-4FBB-93DF-9BAAA36FC18B}"/>
              </a:ext>
            </a:extLst>
          </p:cNvPr>
          <p:cNvSpPr>
            <a:spLocks noGrp="1"/>
          </p:cNvSpPr>
          <p:nvPr/>
        </p:nvSpPr>
        <p:spPr>
          <a:xfrm>
            <a:off x="5211763" y="5238750"/>
            <a:ext cx="34925" cy="547688"/>
          </a:xfrm>
          <a:prstGeom prst="rect">
            <a:avLst/>
          </a:prstGeom>
          <a:solidFill>
            <a:srgbClr val="1D4ED8"/>
          </a:solidFill>
          <a:ln w="13097">
            <a:solidFill>
              <a:srgbClr val="172B4D"/>
            </a:solidFill>
          </a:ln>
        </p:spPr>
      </p:sp>
      <p:sp>
        <p:nvSpPr>
          <p:cNvPr id="676" name="object-676">
            <a:extLst>
              <a:ext uri="{FF2B5EF4-FFF2-40B4-BE49-F238E27FC236}">
                <a16:creationId xmlns:a16="http://schemas.microsoft.com/office/drawing/2014/main" id="{EF47C6AF-A92A-40DD-88A4-D725633A4A2D}"/>
              </a:ext>
            </a:extLst>
          </p:cNvPr>
          <p:cNvSpPr>
            <a:spLocks noGrp="1"/>
          </p:cNvSpPr>
          <p:nvPr/>
        </p:nvSpPr>
        <p:spPr>
          <a:xfrm>
            <a:off x="5246687" y="5238750"/>
            <a:ext cx="34925" cy="547688"/>
          </a:xfrm>
          <a:prstGeom prst="rect">
            <a:avLst/>
          </a:prstGeom>
          <a:solidFill>
            <a:srgbClr val="1D4ED8"/>
          </a:solidFill>
          <a:ln w="13097">
            <a:solidFill>
              <a:srgbClr val="172B4D"/>
            </a:solidFill>
          </a:ln>
        </p:spPr>
      </p:sp>
      <p:sp>
        <p:nvSpPr>
          <p:cNvPr id="677" name="object-677">
            <a:extLst>
              <a:ext uri="{FF2B5EF4-FFF2-40B4-BE49-F238E27FC236}">
                <a16:creationId xmlns:a16="http://schemas.microsoft.com/office/drawing/2014/main" id="{94C0C484-B87D-442C-9C92-163F73BFF487}"/>
              </a:ext>
            </a:extLst>
          </p:cNvPr>
          <p:cNvSpPr>
            <a:spLocks noGrp="1"/>
          </p:cNvSpPr>
          <p:nvPr/>
        </p:nvSpPr>
        <p:spPr>
          <a:xfrm>
            <a:off x="5281613" y="5238750"/>
            <a:ext cx="34925" cy="547688"/>
          </a:xfrm>
          <a:prstGeom prst="rect">
            <a:avLst/>
          </a:prstGeom>
          <a:solidFill>
            <a:srgbClr val="1D4ED8"/>
          </a:solidFill>
          <a:ln w="13097">
            <a:solidFill>
              <a:srgbClr val="172B4D"/>
            </a:solidFill>
          </a:ln>
        </p:spPr>
      </p:sp>
      <p:sp>
        <p:nvSpPr>
          <p:cNvPr id="678" name="object-678">
            <a:extLst>
              <a:ext uri="{FF2B5EF4-FFF2-40B4-BE49-F238E27FC236}">
                <a16:creationId xmlns:a16="http://schemas.microsoft.com/office/drawing/2014/main" id="{F24CB96F-4D95-4A97-9927-AC266676D6CE}"/>
              </a:ext>
            </a:extLst>
          </p:cNvPr>
          <p:cNvSpPr>
            <a:spLocks noGrp="1"/>
          </p:cNvSpPr>
          <p:nvPr/>
        </p:nvSpPr>
        <p:spPr>
          <a:xfrm>
            <a:off x="5316538" y="5238750"/>
            <a:ext cx="34925" cy="547688"/>
          </a:xfrm>
          <a:prstGeom prst="rect">
            <a:avLst/>
          </a:prstGeom>
          <a:solidFill>
            <a:srgbClr val="1D4ED8"/>
          </a:solidFill>
          <a:ln w="13097">
            <a:solidFill>
              <a:srgbClr val="172B4D"/>
            </a:solidFill>
          </a:ln>
        </p:spPr>
      </p:sp>
      <p:sp>
        <p:nvSpPr>
          <p:cNvPr id="679" name="object-679">
            <a:extLst>
              <a:ext uri="{FF2B5EF4-FFF2-40B4-BE49-F238E27FC236}">
                <a16:creationId xmlns:a16="http://schemas.microsoft.com/office/drawing/2014/main" id="{D7E881D7-A540-42F2-864F-52E943471254}"/>
              </a:ext>
            </a:extLst>
          </p:cNvPr>
          <p:cNvSpPr>
            <a:spLocks noGrp="1"/>
          </p:cNvSpPr>
          <p:nvPr/>
        </p:nvSpPr>
        <p:spPr>
          <a:xfrm>
            <a:off x="5351463" y="5238750"/>
            <a:ext cx="34925" cy="547688"/>
          </a:xfrm>
          <a:prstGeom prst="rect">
            <a:avLst/>
          </a:prstGeom>
          <a:solidFill>
            <a:srgbClr val="1D4ED8"/>
          </a:solidFill>
          <a:ln w="13097">
            <a:solidFill>
              <a:srgbClr val="172B4D"/>
            </a:solidFill>
          </a:ln>
        </p:spPr>
      </p:sp>
      <p:sp>
        <p:nvSpPr>
          <p:cNvPr id="680" name="object-680">
            <a:extLst>
              <a:ext uri="{FF2B5EF4-FFF2-40B4-BE49-F238E27FC236}">
                <a16:creationId xmlns:a16="http://schemas.microsoft.com/office/drawing/2014/main" id="{C7BBA017-1E91-4C91-A297-6BC7626DE498}"/>
              </a:ext>
            </a:extLst>
          </p:cNvPr>
          <p:cNvSpPr>
            <a:spLocks noGrp="1"/>
          </p:cNvSpPr>
          <p:nvPr/>
        </p:nvSpPr>
        <p:spPr>
          <a:xfrm>
            <a:off x="5386388" y="5238750"/>
            <a:ext cx="34925" cy="547688"/>
          </a:xfrm>
          <a:prstGeom prst="rect">
            <a:avLst/>
          </a:prstGeom>
          <a:solidFill>
            <a:srgbClr val="1D4ED8"/>
          </a:solidFill>
          <a:ln w="13097">
            <a:solidFill>
              <a:srgbClr val="172B4D"/>
            </a:solidFill>
          </a:ln>
        </p:spPr>
      </p:sp>
      <p:sp>
        <p:nvSpPr>
          <p:cNvPr id="681" name="object-681">
            <a:extLst>
              <a:ext uri="{FF2B5EF4-FFF2-40B4-BE49-F238E27FC236}">
                <a16:creationId xmlns:a16="http://schemas.microsoft.com/office/drawing/2014/main" id="{B6CEF9C5-4B21-4C45-AAE6-20D155E6B947}"/>
              </a:ext>
            </a:extLst>
          </p:cNvPr>
          <p:cNvSpPr>
            <a:spLocks noGrp="1"/>
          </p:cNvSpPr>
          <p:nvPr/>
        </p:nvSpPr>
        <p:spPr>
          <a:xfrm>
            <a:off x="5421313" y="5238750"/>
            <a:ext cx="34925" cy="547688"/>
          </a:xfrm>
          <a:prstGeom prst="rect">
            <a:avLst/>
          </a:prstGeom>
          <a:solidFill>
            <a:srgbClr val="1D4ED8"/>
          </a:solidFill>
          <a:ln w="13097">
            <a:solidFill>
              <a:srgbClr val="172B4D"/>
            </a:solidFill>
          </a:ln>
        </p:spPr>
      </p:sp>
      <p:sp>
        <p:nvSpPr>
          <p:cNvPr id="682" name="object-682">
            <a:extLst>
              <a:ext uri="{FF2B5EF4-FFF2-40B4-BE49-F238E27FC236}">
                <a16:creationId xmlns:a16="http://schemas.microsoft.com/office/drawing/2014/main" id="{C1788299-084D-453D-8EFD-36F614C0F7D3}"/>
              </a:ext>
            </a:extLst>
          </p:cNvPr>
          <p:cNvSpPr>
            <a:spLocks noGrp="1"/>
          </p:cNvSpPr>
          <p:nvPr/>
        </p:nvSpPr>
        <p:spPr>
          <a:xfrm>
            <a:off x="5456237" y="5238750"/>
            <a:ext cx="34925" cy="547688"/>
          </a:xfrm>
          <a:prstGeom prst="rect">
            <a:avLst/>
          </a:prstGeom>
          <a:solidFill>
            <a:srgbClr val="1D4ED8"/>
          </a:solidFill>
          <a:ln w="13097">
            <a:solidFill>
              <a:srgbClr val="172B4D"/>
            </a:solidFill>
          </a:ln>
        </p:spPr>
      </p:sp>
      <p:sp>
        <p:nvSpPr>
          <p:cNvPr id="683" name="object-683">
            <a:extLst>
              <a:ext uri="{FF2B5EF4-FFF2-40B4-BE49-F238E27FC236}">
                <a16:creationId xmlns:a16="http://schemas.microsoft.com/office/drawing/2014/main" id="{FB6D5F2D-CB2F-420D-897A-665394CA15DF}"/>
              </a:ext>
            </a:extLst>
          </p:cNvPr>
          <p:cNvSpPr>
            <a:spLocks noGrp="1"/>
          </p:cNvSpPr>
          <p:nvPr/>
        </p:nvSpPr>
        <p:spPr>
          <a:xfrm>
            <a:off x="5491163" y="5238750"/>
            <a:ext cx="34925" cy="547688"/>
          </a:xfrm>
          <a:prstGeom prst="rect">
            <a:avLst/>
          </a:prstGeom>
          <a:solidFill>
            <a:srgbClr val="1D4ED8"/>
          </a:solidFill>
          <a:ln w="13097">
            <a:solidFill>
              <a:srgbClr val="172B4D"/>
            </a:solidFill>
          </a:ln>
        </p:spPr>
      </p:sp>
      <p:sp>
        <p:nvSpPr>
          <p:cNvPr id="684" name="object-684">
            <a:extLst>
              <a:ext uri="{FF2B5EF4-FFF2-40B4-BE49-F238E27FC236}">
                <a16:creationId xmlns:a16="http://schemas.microsoft.com/office/drawing/2014/main" id="{497FD0D7-90AA-4780-8978-87622C063943}"/>
              </a:ext>
            </a:extLst>
          </p:cNvPr>
          <p:cNvSpPr>
            <a:spLocks noGrp="1"/>
          </p:cNvSpPr>
          <p:nvPr/>
        </p:nvSpPr>
        <p:spPr>
          <a:xfrm>
            <a:off x="5526088" y="5238750"/>
            <a:ext cx="34925" cy="547688"/>
          </a:xfrm>
          <a:prstGeom prst="rect">
            <a:avLst/>
          </a:prstGeom>
          <a:solidFill>
            <a:srgbClr val="1D4ED8"/>
          </a:solidFill>
          <a:ln w="13097">
            <a:solidFill>
              <a:srgbClr val="172B4D"/>
            </a:solidFill>
          </a:ln>
        </p:spPr>
      </p:sp>
      <p:sp>
        <p:nvSpPr>
          <p:cNvPr id="685" name="object-685">
            <a:extLst>
              <a:ext uri="{FF2B5EF4-FFF2-40B4-BE49-F238E27FC236}">
                <a16:creationId xmlns:a16="http://schemas.microsoft.com/office/drawing/2014/main" id="{511FA69F-1B0C-48A8-8FDA-71CB029C84B7}"/>
              </a:ext>
            </a:extLst>
          </p:cNvPr>
          <p:cNvSpPr>
            <a:spLocks noGrp="1"/>
          </p:cNvSpPr>
          <p:nvPr/>
        </p:nvSpPr>
        <p:spPr>
          <a:xfrm>
            <a:off x="5561013" y="5238750"/>
            <a:ext cx="34925" cy="547688"/>
          </a:xfrm>
          <a:prstGeom prst="rect">
            <a:avLst/>
          </a:prstGeom>
          <a:solidFill>
            <a:srgbClr val="1D4ED8"/>
          </a:solidFill>
          <a:ln w="13097">
            <a:solidFill>
              <a:srgbClr val="172B4D"/>
            </a:solidFill>
          </a:ln>
        </p:spPr>
      </p:sp>
      <p:sp>
        <p:nvSpPr>
          <p:cNvPr id="686" name="object-686">
            <a:extLst>
              <a:ext uri="{FF2B5EF4-FFF2-40B4-BE49-F238E27FC236}">
                <a16:creationId xmlns:a16="http://schemas.microsoft.com/office/drawing/2014/main" id="{2FE08F4C-4770-4B5D-BFB8-97484069EAD1}"/>
              </a:ext>
            </a:extLst>
          </p:cNvPr>
          <p:cNvSpPr>
            <a:spLocks noGrp="1"/>
          </p:cNvSpPr>
          <p:nvPr/>
        </p:nvSpPr>
        <p:spPr>
          <a:xfrm>
            <a:off x="5595938" y="5238750"/>
            <a:ext cx="34925" cy="547688"/>
          </a:xfrm>
          <a:prstGeom prst="rect">
            <a:avLst/>
          </a:prstGeom>
          <a:solidFill>
            <a:srgbClr val="1D4ED8"/>
          </a:solidFill>
          <a:ln w="13097">
            <a:solidFill>
              <a:srgbClr val="172B4D"/>
            </a:solidFill>
          </a:ln>
        </p:spPr>
      </p:sp>
      <p:sp>
        <p:nvSpPr>
          <p:cNvPr id="687" name="object-687">
            <a:extLst>
              <a:ext uri="{FF2B5EF4-FFF2-40B4-BE49-F238E27FC236}">
                <a16:creationId xmlns:a16="http://schemas.microsoft.com/office/drawing/2014/main" id="{39E1AE69-31BD-4D81-9D04-D1B90A923AE2}"/>
              </a:ext>
            </a:extLst>
          </p:cNvPr>
          <p:cNvSpPr>
            <a:spLocks noGrp="1"/>
          </p:cNvSpPr>
          <p:nvPr/>
        </p:nvSpPr>
        <p:spPr>
          <a:xfrm>
            <a:off x="5630863" y="5238750"/>
            <a:ext cx="34925" cy="547688"/>
          </a:xfrm>
          <a:prstGeom prst="rect">
            <a:avLst/>
          </a:prstGeom>
          <a:solidFill>
            <a:srgbClr val="1D4ED8"/>
          </a:solidFill>
          <a:ln w="13097">
            <a:solidFill>
              <a:srgbClr val="172B4D"/>
            </a:solidFill>
          </a:ln>
        </p:spPr>
      </p:sp>
      <p:sp>
        <p:nvSpPr>
          <p:cNvPr id="688" name="object-688">
            <a:extLst>
              <a:ext uri="{FF2B5EF4-FFF2-40B4-BE49-F238E27FC236}">
                <a16:creationId xmlns:a16="http://schemas.microsoft.com/office/drawing/2014/main" id="{9168111C-AE13-4588-BEB3-3CB775585CFF}"/>
              </a:ext>
            </a:extLst>
          </p:cNvPr>
          <p:cNvSpPr>
            <a:spLocks noGrp="1"/>
          </p:cNvSpPr>
          <p:nvPr/>
        </p:nvSpPr>
        <p:spPr>
          <a:xfrm>
            <a:off x="5665788" y="5238750"/>
            <a:ext cx="34925" cy="547688"/>
          </a:xfrm>
          <a:prstGeom prst="rect">
            <a:avLst/>
          </a:prstGeom>
          <a:solidFill>
            <a:srgbClr val="1D4ED8"/>
          </a:solidFill>
          <a:ln w="13097">
            <a:solidFill>
              <a:srgbClr val="172B4D"/>
            </a:solidFill>
          </a:ln>
        </p:spPr>
      </p:sp>
      <p:sp>
        <p:nvSpPr>
          <p:cNvPr id="689" name="object-689">
            <a:extLst>
              <a:ext uri="{FF2B5EF4-FFF2-40B4-BE49-F238E27FC236}">
                <a16:creationId xmlns:a16="http://schemas.microsoft.com/office/drawing/2014/main" id="{ED134894-4419-4D9B-B095-8A7612D4119A}"/>
              </a:ext>
            </a:extLst>
          </p:cNvPr>
          <p:cNvSpPr>
            <a:spLocks noGrp="1"/>
          </p:cNvSpPr>
          <p:nvPr/>
        </p:nvSpPr>
        <p:spPr>
          <a:xfrm>
            <a:off x="5700713" y="5238750"/>
            <a:ext cx="34925" cy="547688"/>
          </a:xfrm>
          <a:prstGeom prst="rect">
            <a:avLst/>
          </a:prstGeom>
          <a:solidFill>
            <a:srgbClr val="1D4ED8"/>
          </a:solidFill>
          <a:ln w="13097">
            <a:solidFill>
              <a:srgbClr val="172B4D"/>
            </a:solidFill>
          </a:ln>
        </p:spPr>
      </p:sp>
      <p:sp>
        <p:nvSpPr>
          <p:cNvPr id="690" name="object-690">
            <a:extLst>
              <a:ext uri="{FF2B5EF4-FFF2-40B4-BE49-F238E27FC236}">
                <a16:creationId xmlns:a16="http://schemas.microsoft.com/office/drawing/2014/main" id="{AAE600E0-45C5-432C-BC3A-F301CD068D5C}"/>
              </a:ext>
            </a:extLst>
          </p:cNvPr>
          <p:cNvSpPr>
            <a:spLocks noGrp="1"/>
          </p:cNvSpPr>
          <p:nvPr/>
        </p:nvSpPr>
        <p:spPr>
          <a:xfrm>
            <a:off x="5735638" y="5238750"/>
            <a:ext cx="34925" cy="547688"/>
          </a:xfrm>
          <a:prstGeom prst="rect">
            <a:avLst/>
          </a:prstGeom>
          <a:solidFill>
            <a:srgbClr val="1D4ED8"/>
          </a:solidFill>
          <a:ln w="13097">
            <a:solidFill>
              <a:srgbClr val="172B4D"/>
            </a:solidFill>
          </a:ln>
        </p:spPr>
      </p:sp>
      <p:sp>
        <p:nvSpPr>
          <p:cNvPr id="691" name="object-691">
            <a:extLst>
              <a:ext uri="{FF2B5EF4-FFF2-40B4-BE49-F238E27FC236}">
                <a16:creationId xmlns:a16="http://schemas.microsoft.com/office/drawing/2014/main" id="{BC3E25F4-60D5-4FA0-BA9F-33D8105E821E}"/>
              </a:ext>
            </a:extLst>
          </p:cNvPr>
          <p:cNvSpPr>
            <a:spLocks noGrp="1"/>
          </p:cNvSpPr>
          <p:nvPr/>
        </p:nvSpPr>
        <p:spPr>
          <a:xfrm>
            <a:off x="5770562" y="5238750"/>
            <a:ext cx="34925" cy="547688"/>
          </a:xfrm>
          <a:prstGeom prst="rect">
            <a:avLst/>
          </a:prstGeom>
          <a:solidFill>
            <a:srgbClr val="1D4ED8"/>
          </a:solidFill>
          <a:ln w="13097">
            <a:solidFill>
              <a:srgbClr val="172B4D"/>
            </a:solidFill>
          </a:ln>
        </p:spPr>
      </p:sp>
      <p:sp>
        <p:nvSpPr>
          <p:cNvPr id="692" name="object-692">
            <a:extLst>
              <a:ext uri="{FF2B5EF4-FFF2-40B4-BE49-F238E27FC236}">
                <a16:creationId xmlns:a16="http://schemas.microsoft.com/office/drawing/2014/main" id="{6C973BD6-A0DC-4231-9E8C-3411208E7BB8}"/>
              </a:ext>
            </a:extLst>
          </p:cNvPr>
          <p:cNvSpPr>
            <a:spLocks noGrp="1"/>
          </p:cNvSpPr>
          <p:nvPr/>
        </p:nvSpPr>
        <p:spPr>
          <a:xfrm>
            <a:off x="5805488" y="5238750"/>
            <a:ext cx="34925" cy="547688"/>
          </a:xfrm>
          <a:prstGeom prst="rect">
            <a:avLst/>
          </a:prstGeom>
          <a:solidFill>
            <a:srgbClr val="1D4ED8"/>
          </a:solidFill>
          <a:ln w="13097">
            <a:solidFill>
              <a:srgbClr val="172B4D"/>
            </a:solidFill>
          </a:ln>
        </p:spPr>
      </p:sp>
      <p:sp>
        <p:nvSpPr>
          <p:cNvPr id="693" name="object-693">
            <a:extLst>
              <a:ext uri="{FF2B5EF4-FFF2-40B4-BE49-F238E27FC236}">
                <a16:creationId xmlns:a16="http://schemas.microsoft.com/office/drawing/2014/main" id="{A74CC171-B112-47B3-B454-B11FDE936258}"/>
              </a:ext>
            </a:extLst>
          </p:cNvPr>
          <p:cNvSpPr>
            <a:spLocks noGrp="1"/>
          </p:cNvSpPr>
          <p:nvPr/>
        </p:nvSpPr>
        <p:spPr>
          <a:xfrm>
            <a:off x="5840413" y="5238750"/>
            <a:ext cx="34925" cy="547688"/>
          </a:xfrm>
          <a:prstGeom prst="rect">
            <a:avLst/>
          </a:prstGeom>
          <a:solidFill>
            <a:srgbClr val="1D4ED8"/>
          </a:solidFill>
          <a:ln w="13097">
            <a:solidFill>
              <a:srgbClr val="172B4D"/>
            </a:solidFill>
          </a:ln>
        </p:spPr>
      </p:sp>
      <p:sp>
        <p:nvSpPr>
          <p:cNvPr id="694" name="object-694">
            <a:extLst>
              <a:ext uri="{FF2B5EF4-FFF2-40B4-BE49-F238E27FC236}">
                <a16:creationId xmlns:a16="http://schemas.microsoft.com/office/drawing/2014/main" id="{56B24678-13C7-460C-822B-FBB48A69560A}"/>
              </a:ext>
            </a:extLst>
          </p:cNvPr>
          <p:cNvSpPr>
            <a:spLocks noGrp="1"/>
          </p:cNvSpPr>
          <p:nvPr/>
        </p:nvSpPr>
        <p:spPr>
          <a:xfrm>
            <a:off x="5875338" y="5238750"/>
            <a:ext cx="34925" cy="547688"/>
          </a:xfrm>
          <a:prstGeom prst="rect">
            <a:avLst/>
          </a:prstGeom>
          <a:solidFill>
            <a:srgbClr val="1D4ED8"/>
          </a:solidFill>
          <a:ln w="13097">
            <a:solidFill>
              <a:srgbClr val="172B4D"/>
            </a:solidFill>
          </a:ln>
        </p:spPr>
      </p:sp>
      <p:sp>
        <p:nvSpPr>
          <p:cNvPr id="695" name="object-695">
            <a:extLst>
              <a:ext uri="{FF2B5EF4-FFF2-40B4-BE49-F238E27FC236}">
                <a16:creationId xmlns:a16="http://schemas.microsoft.com/office/drawing/2014/main" id="{7A41DA7D-3887-4AE5-B093-B99DD4473263}"/>
              </a:ext>
            </a:extLst>
          </p:cNvPr>
          <p:cNvSpPr>
            <a:spLocks noGrp="1"/>
          </p:cNvSpPr>
          <p:nvPr/>
        </p:nvSpPr>
        <p:spPr>
          <a:xfrm>
            <a:off x="5910263" y="5238750"/>
            <a:ext cx="34925" cy="547688"/>
          </a:xfrm>
          <a:prstGeom prst="rect">
            <a:avLst/>
          </a:prstGeom>
          <a:solidFill>
            <a:srgbClr val="1D4ED8"/>
          </a:solidFill>
          <a:ln w="13097">
            <a:solidFill>
              <a:srgbClr val="172B4D"/>
            </a:solidFill>
          </a:ln>
        </p:spPr>
      </p:sp>
      <p:sp>
        <p:nvSpPr>
          <p:cNvPr id="696" name="object-696">
            <a:extLst>
              <a:ext uri="{FF2B5EF4-FFF2-40B4-BE49-F238E27FC236}">
                <a16:creationId xmlns:a16="http://schemas.microsoft.com/office/drawing/2014/main" id="{C6A9072B-D4F1-4920-BF75-D05EC28F4FAC}"/>
              </a:ext>
            </a:extLst>
          </p:cNvPr>
          <p:cNvSpPr>
            <a:spLocks noGrp="1"/>
          </p:cNvSpPr>
          <p:nvPr/>
        </p:nvSpPr>
        <p:spPr>
          <a:xfrm>
            <a:off x="5945188" y="5238750"/>
            <a:ext cx="34925" cy="547688"/>
          </a:xfrm>
          <a:prstGeom prst="rect">
            <a:avLst/>
          </a:prstGeom>
          <a:solidFill>
            <a:srgbClr val="1D4ED8"/>
          </a:solidFill>
          <a:ln w="13097">
            <a:solidFill>
              <a:srgbClr val="172B4D"/>
            </a:solidFill>
          </a:ln>
        </p:spPr>
      </p:sp>
      <p:sp>
        <p:nvSpPr>
          <p:cNvPr id="697" name="object-697">
            <a:extLst>
              <a:ext uri="{FF2B5EF4-FFF2-40B4-BE49-F238E27FC236}">
                <a16:creationId xmlns:a16="http://schemas.microsoft.com/office/drawing/2014/main" id="{5D2E31EE-6D00-49FB-BA58-A3894B1BEEFF}"/>
              </a:ext>
            </a:extLst>
          </p:cNvPr>
          <p:cNvSpPr>
            <a:spLocks noGrp="1"/>
          </p:cNvSpPr>
          <p:nvPr/>
        </p:nvSpPr>
        <p:spPr>
          <a:xfrm>
            <a:off x="5980112" y="5238750"/>
            <a:ext cx="34925" cy="547688"/>
          </a:xfrm>
          <a:prstGeom prst="rect">
            <a:avLst/>
          </a:prstGeom>
          <a:solidFill>
            <a:srgbClr val="1D4ED8"/>
          </a:solidFill>
          <a:ln w="13097">
            <a:solidFill>
              <a:srgbClr val="172B4D"/>
            </a:solidFill>
          </a:ln>
        </p:spPr>
      </p:sp>
      <p:sp>
        <p:nvSpPr>
          <p:cNvPr id="698" name="object-698">
            <a:extLst>
              <a:ext uri="{FF2B5EF4-FFF2-40B4-BE49-F238E27FC236}">
                <a16:creationId xmlns:a16="http://schemas.microsoft.com/office/drawing/2014/main" id="{6ACBDEE6-3C31-4419-BB70-B2DF6056D9B7}"/>
              </a:ext>
            </a:extLst>
          </p:cNvPr>
          <p:cNvSpPr>
            <a:spLocks noGrp="1"/>
          </p:cNvSpPr>
          <p:nvPr/>
        </p:nvSpPr>
        <p:spPr>
          <a:xfrm>
            <a:off x="6015038" y="5238750"/>
            <a:ext cx="34925" cy="547688"/>
          </a:xfrm>
          <a:prstGeom prst="rect">
            <a:avLst/>
          </a:prstGeom>
          <a:solidFill>
            <a:srgbClr val="1D4ED8"/>
          </a:solidFill>
          <a:ln w="13097">
            <a:solidFill>
              <a:srgbClr val="172B4D"/>
            </a:solidFill>
          </a:ln>
        </p:spPr>
      </p:sp>
      <p:sp>
        <p:nvSpPr>
          <p:cNvPr id="699" name="object-699">
            <a:extLst>
              <a:ext uri="{FF2B5EF4-FFF2-40B4-BE49-F238E27FC236}">
                <a16:creationId xmlns:a16="http://schemas.microsoft.com/office/drawing/2014/main" id="{E917E552-4F02-4CF3-8BD1-EA508D0A1907}"/>
              </a:ext>
            </a:extLst>
          </p:cNvPr>
          <p:cNvSpPr>
            <a:spLocks noGrp="1"/>
          </p:cNvSpPr>
          <p:nvPr/>
        </p:nvSpPr>
        <p:spPr>
          <a:xfrm>
            <a:off x="6049963" y="5238750"/>
            <a:ext cx="34925" cy="547688"/>
          </a:xfrm>
          <a:prstGeom prst="rect">
            <a:avLst/>
          </a:prstGeom>
          <a:solidFill>
            <a:srgbClr val="1D4ED8"/>
          </a:solidFill>
          <a:ln w="13097">
            <a:solidFill>
              <a:srgbClr val="172B4D"/>
            </a:solidFill>
          </a:ln>
        </p:spPr>
      </p:sp>
      <p:sp>
        <p:nvSpPr>
          <p:cNvPr id="700" name="object-700">
            <a:extLst>
              <a:ext uri="{FF2B5EF4-FFF2-40B4-BE49-F238E27FC236}">
                <a16:creationId xmlns:a16="http://schemas.microsoft.com/office/drawing/2014/main" id="{7F409FE6-EF1B-4380-BAA0-C91C024950C5}"/>
              </a:ext>
            </a:extLst>
          </p:cNvPr>
          <p:cNvSpPr>
            <a:spLocks noGrp="1"/>
          </p:cNvSpPr>
          <p:nvPr/>
        </p:nvSpPr>
        <p:spPr>
          <a:xfrm>
            <a:off x="6084888" y="5238750"/>
            <a:ext cx="34925" cy="547688"/>
          </a:xfrm>
          <a:prstGeom prst="rect">
            <a:avLst/>
          </a:prstGeom>
          <a:solidFill>
            <a:srgbClr val="1D4ED8"/>
          </a:solidFill>
          <a:ln w="13097">
            <a:solidFill>
              <a:srgbClr val="172B4D"/>
            </a:solidFill>
          </a:ln>
        </p:spPr>
      </p:sp>
      <p:sp>
        <p:nvSpPr>
          <p:cNvPr id="701" name="object-701">
            <a:extLst>
              <a:ext uri="{FF2B5EF4-FFF2-40B4-BE49-F238E27FC236}">
                <a16:creationId xmlns:a16="http://schemas.microsoft.com/office/drawing/2014/main" id="{EE9F7CFE-047C-45A7-BC62-52B87B6245AD}"/>
              </a:ext>
            </a:extLst>
          </p:cNvPr>
          <p:cNvSpPr>
            <a:spLocks noGrp="1"/>
          </p:cNvSpPr>
          <p:nvPr/>
        </p:nvSpPr>
        <p:spPr>
          <a:xfrm>
            <a:off x="6119813" y="5238750"/>
            <a:ext cx="34925" cy="547688"/>
          </a:xfrm>
          <a:prstGeom prst="rect">
            <a:avLst/>
          </a:prstGeom>
          <a:solidFill>
            <a:srgbClr val="1D4ED8"/>
          </a:solidFill>
          <a:ln w="13097">
            <a:solidFill>
              <a:srgbClr val="172B4D"/>
            </a:solidFill>
          </a:ln>
        </p:spPr>
      </p:sp>
      <p:sp>
        <p:nvSpPr>
          <p:cNvPr id="702" name="object-702">
            <a:extLst>
              <a:ext uri="{FF2B5EF4-FFF2-40B4-BE49-F238E27FC236}">
                <a16:creationId xmlns:a16="http://schemas.microsoft.com/office/drawing/2014/main" id="{008B325E-4F52-4F4B-964C-D10FA4E80EA0}"/>
              </a:ext>
            </a:extLst>
          </p:cNvPr>
          <p:cNvSpPr>
            <a:spLocks noGrp="1"/>
          </p:cNvSpPr>
          <p:nvPr/>
        </p:nvSpPr>
        <p:spPr>
          <a:xfrm>
            <a:off x="6154738" y="5238750"/>
            <a:ext cx="34925" cy="547688"/>
          </a:xfrm>
          <a:prstGeom prst="rect">
            <a:avLst/>
          </a:prstGeom>
          <a:solidFill>
            <a:srgbClr val="1D4ED8"/>
          </a:solidFill>
          <a:ln w="13097">
            <a:solidFill>
              <a:srgbClr val="172B4D"/>
            </a:solidFill>
          </a:ln>
        </p:spPr>
      </p:sp>
      <p:sp>
        <p:nvSpPr>
          <p:cNvPr id="703" name="object-703">
            <a:extLst>
              <a:ext uri="{FF2B5EF4-FFF2-40B4-BE49-F238E27FC236}">
                <a16:creationId xmlns:a16="http://schemas.microsoft.com/office/drawing/2014/main" id="{C169D636-D008-4A01-8251-1AACDA31B8FD}"/>
              </a:ext>
            </a:extLst>
          </p:cNvPr>
          <p:cNvSpPr>
            <a:spLocks noGrp="1"/>
          </p:cNvSpPr>
          <p:nvPr/>
        </p:nvSpPr>
        <p:spPr>
          <a:xfrm>
            <a:off x="6189663" y="5238750"/>
            <a:ext cx="34925" cy="547688"/>
          </a:xfrm>
          <a:prstGeom prst="rect">
            <a:avLst/>
          </a:prstGeom>
          <a:solidFill>
            <a:srgbClr val="1D4ED8"/>
          </a:solidFill>
          <a:ln w="13097">
            <a:solidFill>
              <a:srgbClr val="172B4D"/>
            </a:solidFill>
          </a:ln>
        </p:spPr>
      </p:sp>
      <p:sp>
        <p:nvSpPr>
          <p:cNvPr id="704" name="object-704">
            <a:extLst>
              <a:ext uri="{FF2B5EF4-FFF2-40B4-BE49-F238E27FC236}">
                <a16:creationId xmlns:a16="http://schemas.microsoft.com/office/drawing/2014/main" id="{D99C8E1B-B829-4A51-B81A-8FB4694AF9FB}"/>
              </a:ext>
            </a:extLst>
          </p:cNvPr>
          <p:cNvSpPr>
            <a:spLocks noGrp="1"/>
          </p:cNvSpPr>
          <p:nvPr/>
        </p:nvSpPr>
        <p:spPr>
          <a:xfrm>
            <a:off x="6224588" y="5238750"/>
            <a:ext cx="34925" cy="547688"/>
          </a:xfrm>
          <a:prstGeom prst="rect">
            <a:avLst/>
          </a:prstGeom>
          <a:solidFill>
            <a:srgbClr val="1D4ED8"/>
          </a:solidFill>
          <a:ln w="13097">
            <a:solidFill>
              <a:srgbClr val="172B4D"/>
            </a:solidFill>
          </a:ln>
        </p:spPr>
      </p:sp>
      <p:sp>
        <p:nvSpPr>
          <p:cNvPr id="705" name="object-705">
            <a:extLst>
              <a:ext uri="{FF2B5EF4-FFF2-40B4-BE49-F238E27FC236}">
                <a16:creationId xmlns:a16="http://schemas.microsoft.com/office/drawing/2014/main" id="{490AA893-E6DA-4270-A8DE-538D1E7A5D5D}"/>
              </a:ext>
            </a:extLst>
          </p:cNvPr>
          <p:cNvSpPr>
            <a:spLocks noGrp="1"/>
          </p:cNvSpPr>
          <p:nvPr/>
        </p:nvSpPr>
        <p:spPr>
          <a:xfrm>
            <a:off x="6259513" y="5238750"/>
            <a:ext cx="34925" cy="547688"/>
          </a:xfrm>
          <a:prstGeom prst="rect">
            <a:avLst/>
          </a:prstGeom>
          <a:solidFill>
            <a:srgbClr val="1D4ED8"/>
          </a:solidFill>
          <a:ln w="13097">
            <a:solidFill>
              <a:srgbClr val="172B4D"/>
            </a:solidFill>
          </a:ln>
        </p:spPr>
      </p:sp>
      <p:sp>
        <p:nvSpPr>
          <p:cNvPr id="706" name="object-706">
            <a:extLst>
              <a:ext uri="{FF2B5EF4-FFF2-40B4-BE49-F238E27FC236}">
                <a16:creationId xmlns:a16="http://schemas.microsoft.com/office/drawing/2014/main" id="{63DC3FFE-494C-4664-A064-14A2D43CFCA4}"/>
              </a:ext>
            </a:extLst>
          </p:cNvPr>
          <p:cNvSpPr>
            <a:spLocks noGrp="1"/>
          </p:cNvSpPr>
          <p:nvPr/>
        </p:nvSpPr>
        <p:spPr>
          <a:xfrm>
            <a:off x="6294438" y="5238750"/>
            <a:ext cx="34925" cy="547688"/>
          </a:xfrm>
          <a:prstGeom prst="rect">
            <a:avLst/>
          </a:prstGeom>
          <a:solidFill>
            <a:srgbClr val="1D4ED8"/>
          </a:solidFill>
          <a:ln w="13097">
            <a:solidFill>
              <a:srgbClr val="172B4D"/>
            </a:solidFill>
          </a:ln>
        </p:spPr>
      </p:sp>
      <p:sp>
        <p:nvSpPr>
          <p:cNvPr id="707" name="object-707">
            <a:extLst>
              <a:ext uri="{FF2B5EF4-FFF2-40B4-BE49-F238E27FC236}">
                <a16:creationId xmlns:a16="http://schemas.microsoft.com/office/drawing/2014/main" id="{15852F58-0702-4A0C-A4B0-5E1E15AC4BCD}"/>
              </a:ext>
            </a:extLst>
          </p:cNvPr>
          <p:cNvSpPr>
            <a:spLocks noGrp="1"/>
          </p:cNvSpPr>
          <p:nvPr/>
        </p:nvSpPr>
        <p:spPr>
          <a:xfrm>
            <a:off x="6329363" y="5238750"/>
            <a:ext cx="34925" cy="547688"/>
          </a:xfrm>
          <a:prstGeom prst="rect">
            <a:avLst/>
          </a:prstGeom>
          <a:solidFill>
            <a:srgbClr val="1D4ED8"/>
          </a:solidFill>
          <a:ln w="13097">
            <a:solidFill>
              <a:srgbClr val="172B4D"/>
            </a:solidFill>
          </a:ln>
        </p:spPr>
      </p:sp>
      <p:sp>
        <p:nvSpPr>
          <p:cNvPr id="708" name="object-708">
            <a:extLst>
              <a:ext uri="{FF2B5EF4-FFF2-40B4-BE49-F238E27FC236}">
                <a16:creationId xmlns:a16="http://schemas.microsoft.com/office/drawing/2014/main" id="{DE8B2355-BC45-48A5-B0CC-969DEDF17DA4}"/>
              </a:ext>
            </a:extLst>
          </p:cNvPr>
          <p:cNvSpPr>
            <a:spLocks noGrp="1"/>
          </p:cNvSpPr>
          <p:nvPr/>
        </p:nvSpPr>
        <p:spPr>
          <a:xfrm>
            <a:off x="6364288" y="5238750"/>
            <a:ext cx="34925" cy="547688"/>
          </a:xfrm>
          <a:prstGeom prst="rect">
            <a:avLst/>
          </a:prstGeom>
          <a:solidFill>
            <a:srgbClr val="1D4ED8"/>
          </a:solidFill>
          <a:ln w="13097">
            <a:solidFill>
              <a:srgbClr val="172B4D"/>
            </a:solidFill>
          </a:ln>
        </p:spPr>
      </p:sp>
      <p:sp>
        <p:nvSpPr>
          <p:cNvPr id="709" name="object-709">
            <a:extLst>
              <a:ext uri="{FF2B5EF4-FFF2-40B4-BE49-F238E27FC236}">
                <a16:creationId xmlns:a16="http://schemas.microsoft.com/office/drawing/2014/main" id="{D43C6D49-EF3A-47E0-89A1-B28C77925E67}"/>
              </a:ext>
            </a:extLst>
          </p:cNvPr>
          <p:cNvSpPr>
            <a:spLocks noGrp="1"/>
          </p:cNvSpPr>
          <p:nvPr/>
        </p:nvSpPr>
        <p:spPr>
          <a:xfrm>
            <a:off x="6399213" y="5238750"/>
            <a:ext cx="34925" cy="547688"/>
          </a:xfrm>
          <a:prstGeom prst="rect">
            <a:avLst/>
          </a:prstGeom>
          <a:solidFill>
            <a:srgbClr val="1D4ED8"/>
          </a:solidFill>
          <a:ln w="13097">
            <a:solidFill>
              <a:srgbClr val="172B4D"/>
            </a:solidFill>
          </a:ln>
        </p:spPr>
      </p:sp>
      <p:sp>
        <p:nvSpPr>
          <p:cNvPr id="710" name="object-710">
            <a:extLst>
              <a:ext uri="{FF2B5EF4-FFF2-40B4-BE49-F238E27FC236}">
                <a16:creationId xmlns:a16="http://schemas.microsoft.com/office/drawing/2014/main" id="{764218B7-1E34-4A07-B56A-D5AC5A072D08}"/>
              </a:ext>
            </a:extLst>
          </p:cNvPr>
          <p:cNvSpPr>
            <a:spLocks noGrp="1"/>
          </p:cNvSpPr>
          <p:nvPr/>
        </p:nvSpPr>
        <p:spPr>
          <a:xfrm>
            <a:off x="6434138" y="5238750"/>
            <a:ext cx="34925" cy="547688"/>
          </a:xfrm>
          <a:prstGeom prst="rect">
            <a:avLst/>
          </a:prstGeom>
          <a:solidFill>
            <a:srgbClr val="1D4ED8"/>
          </a:solidFill>
          <a:ln w="13097">
            <a:solidFill>
              <a:srgbClr val="172B4D"/>
            </a:solidFill>
          </a:ln>
        </p:spPr>
      </p:sp>
      <p:sp>
        <p:nvSpPr>
          <p:cNvPr id="711" name="object-711">
            <a:extLst>
              <a:ext uri="{FF2B5EF4-FFF2-40B4-BE49-F238E27FC236}">
                <a16:creationId xmlns:a16="http://schemas.microsoft.com/office/drawing/2014/main" id="{5EF55DBF-CB41-4703-9CD9-10C9CED848B3}"/>
              </a:ext>
            </a:extLst>
          </p:cNvPr>
          <p:cNvSpPr>
            <a:spLocks noGrp="1"/>
          </p:cNvSpPr>
          <p:nvPr/>
        </p:nvSpPr>
        <p:spPr>
          <a:xfrm>
            <a:off x="6469062" y="5238750"/>
            <a:ext cx="34925" cy="547688"/>
          </a:xfrm>
          <a:prstGeom prst="rect">
            <a:avLst/>
          </a:prstGeom>
          <a:solidFill>
            <a:srgbClr val="1D4ED8"/>
          </a:solidFill>
          <a:ln w="13097">
            <a:solidFill>
              <a:srgbClr val="172B4D"/>
            </a:solidFill>
          </a:ln>
        </p:spPr>
      </p:sp>
      <p:sp>
        <p:nvSpPr>
          <p:cNvPr id="712" name="object-712">
            <a:extLst>
              <a:ext uri="{FF2B5EF4-FFF2-40B4-BE49-F238E27FC236}">
                <a16:creationId xmlns:a16="http://schemas.microsoft.com/office/drawing/2014/main" id="{91B7764A-0B5A-4584-8333-E75AAE139FFB}"/>
              </a:ext>
            </a:extLst>
          </p:cNvPr>
          <p:cNvSpPr>
            <a:spLocks noGrp="1"/>
          </p:cNvSpPr>
          <p:nvPr/>
        </p:nvSpPr>
        <p:spPr>
          <a:xfrm>
            <a:off x="6503987" y="5238750"/>
            <a:ext cx="34925" cy="547688"/>
          </a:xfrm>
          <a:prstGeom prst="rect">
            <a:avLst/>
          </a:prstGeom>
          <a:solidFill>
            <a:srgbClr val="1D4ED8"/>
          </a:solidFill>
          <a:ln w="13097">
            <a:solidFill>
              <a:srgbClr val="172B4D"/>
            </a:solidFill>
          </a:ln>
        </p:spPr>
      </p:sp>
      <p:sp>
        <p:nvSpPr>
          <p:cNvPr id="713" name="object-713">
            <a:extLst>
              <a:ext uri="{FF2B5EF4-FFF2-40B4-BE49-F238E27FC236}">
                <a16:creationId xmlns:a16="http://schemas.microsoft.com/office/drawing/2014/main" id="{4F847501-E858-4EF9-88BB-95A93008E606}"/>
              </a:ext>
            </a:extLst>
          </p:cNvPr>
          <p:cNvSpPr>
            <a:spLocks noGrp="1"/>
          </p:cNvSpPr>
          <p:nvPr/>
        </p:nvSpPr>
        <p:spPr>
          <a:xfrm>
            <a:off x="6538913" y="5238750"/>
            <a:ext cx="34925" cy="547688"/>
          </a:xfrm>
          <a:prstGeom prst="rect">
            <a:avLst/>
          </a:prstGeom>
          <a:solidFill>
            <a:srgbClr val="1D4ED8"/>
          </a:solidFill>
          <a:ln w="13097">
            <a:solidFill>
              <a:srgbClr val="172B4D"/>
            </a:solidFill>
          </a:ln>
        </p:spPr>
      </p:sp>
      <p:sp>
        <p:nvSpPr>
          <p:cNvPr id="714" name="object-714">
            <a:extLst>
              <a:ext uri="{FF2B5EF4-FFF2-40B4-BE49-F238E27FC236}">
                <a16:creationId xmlns:a16="http://schemas.microsoft.com/office/drawing/2014/main" id="{4976512F-63F7-4ADA-AF8F-337A56583F3B}"/>
              </a:ext>
            </a:extLst>
          </p:cNvPr>
          <p:cNvSpPr>
            <a:spLocks noGrp="1"/>
          </p:cNvSpPr>
          <p:nvPr/>
        </p:nvSpPr>
        <p:spPr>
          <a:xfrm>
            <a:off x="6573838" y="5238750"/>
            <a:ext cx="34925" cy="547688"/>
          </a:xfrm>
          <a:prstGeom prst="rect">
            <a:avLst/>
          </a:prstGeom>
          <a:solidFill>
            <a:srgbClr val="1D4ED8"/>
          </a:solidFill>
          <a:ln w="13097">
            <a:solidFill>
              <a:srgbClr val="172B4D"/>
            </a:solidFill>
          </a:ln>
        </p:spPr>
      </p:sp>
      <p:sp>
        <p:nvSpPr>
          <p:cNvPr id="715" name="object-715">
            <a:extLst>
              <a:ext uri="{FF2B5EF4-FFF2-40B4-BE49-F238E27FC236}">
                <a16:creationId xmlns:a16="http://schemas.microsoft.com/office/drawing/2014/main" id="{222B9FAC-DDCC-4FAD-B23C-77C17F0104E0}"/>
              </a:ext>
            </a:extLst>
          </p:cNvPr>
          <p:cNvSpPr>
            <a:spLocks noGrp="1"/>
          </p:cNvSpPr>
          <p:nvPr/>
        </p:nvSpPr>
        <p:spPr>
          <a:xfrm>
            <a:off x="6608762" y="5238750"/>
            <a:ext cx="34925" cy="547688"/>
          </a:xfrm>
          <a:prstGeom prst="rect">
            <a:avLst/>
          </a:prstGeom>
          <a:solidFill>
            <a:srgbClr val="1D4ED8"/>
          </a:solidFill>
          <a:ln w="13097">
            <a:solidFill>
              <a:srgbClr val="172B4D"/>
            </a:solidFill>
          </a:ln>
        </p:spPr>
      </p:sp>
      <p:sp>
        <p:nvSpPr>
          <p:cNvPr id="716" name="object-716">
            <a:extLst>
              <a:ext uri="{FF2B5EF4-FFF2-40B4-BE49-F238E27FC236}">
                <a16:creationId xmlns:a16="http://schemas.microsoft.com/office/drawing/2014/main" id="{F82FB84C-CE65-48D4-BB38-D46206F9DA31}"/>
              </a:ext>
            </a:extLst>
          </p:cNvPr>
          <p:cNvSpPr>
            <a:spLocks noGrp="1"/>
          </p:cNvSpPr>
          <p:nvPr/>
        </p:nvSpPr>
        <p:spPr>
          <a:xfrm>
            <a:off x="6643688" y="5238750"/>
            <a:ext cx="34925" cy="547688"/>
          </a:xfrm>
          <a:prstGeom prst="rect">
            <a:avLst/>
          </a:prstGeom>
          <a:solidFill>
            <a:srgbClr val="1D4ED8"/>
          </a:solidFill>
          <a:ln w="13097">
            <a:solidFill>
              <a:srgbClr val="172B4D"/>
            </a:solidFill>
          </a:ln>
        </p:spPr>
      </p:sp>
      <p:sp>
        <p:nvSpPr>
          <p:cNvPr id="717" name="object-717">
            <a:extLst>
              <a:ext uri="{FF2B5EF4-FFF2-40B4-BE49-F238E27FC236}">
                <a16:creationId xmlns:a16="http://schemas.microsoft.com/office/drawing/2014/main" id="{2768F766-5B77-44AD-9A72-F49A3971C2EF}"/>
              </a:ext>
            </a:extLst>
          </p:cNvPr>
          <p:cNvSpPr>
            <a:spLocks noGrp="1"/>
          </p:cNvSpPr>
          <p:nvPr/>
        </p:nvSpPr>
        <p:spPr>
          <a:xfrm>
            <a:off x="6678613" y="5238750"/>
            <a:ext cx="34925" cy="547688"/>
          </a:xfrm>
          <a:prstGeom prst="rect">
            <a:avLst/>
          </a:prstGeom>
          <a:solidFill>
            <a:srgbClr val="1D4ED8"/>
          </a:solidFill>
          <a:ln w="13097">
            <a:solidFill>
              <a:srgbClr val="172B4D"/>
            </a:solidFill>
          </a:ln>
        </p:spPr>
      </p:sp>
      <p:sp>
        <p:nvSpPr>
          <p:cNvPr id="718" name="object-718">
            <a:extLst>
              <a:ext uri="{FF2B5EF4-FFF2-40B4-BE49-F238E27FC236}">
                <a16:creationId xmlns:a16="http://schemas.microsoft.com/office/drawing/2014/main" id="{9713F730-55C5-4B3C-8D3C-671386585374}"/>
              </a:ext>
            </a:extLst>
          </p:cNvPr>
          <p:cNvSpPr>
            <a:spLocks noGrp="1"/>
          </p:cNvSpPr>
          <p:nvPr/>
        </p:nvSpPr>
        <p:spPr>
          <a:xfrm>
            <a:off x="6713538" y="5238750"/>
            <a:ext cx="34925" cy="547688"/>
          </a:xfrm>
          <a:prstGeom prst="rect">
            <a:avLst/>
          </a:prstGeom>
          <a:solidFill>
            <a:srgbClr val="1D4ED8"/>
          </a:solidFill>
          <a:ln w="13097">
            <a:solidFill>
              <a:srgbClr val="172B4D"/>
            </a:solidFill>
          </a:ln>
        </p:spPr>
      </p:sp>
      <p:sp>
        <p:nvSpPr>
          <p:cNvPr id="719" name="object-719">
            <a:extLst>
              <a:ext uri="{FF2B5EF4-FFF2-40B4-BE49-F238E27FC236}">
                <a16:creationId xmlns:a16="http://schemas.microsoft.com/office/drawing/2014/main" id="{30196C27-0BAC-4151-826D-C8243293BC6B}"/>
              </a:ext>
            </a:extLst>
          </p:cNvPr>
          <p:cNvSpPr>
            <a:spLocks noGrp="1"/>
          </p:cNvSpPr>
          <p:nvPr/>
        </p:nvSpPr>
        <p:spPr>
          <a:xfrm>
            <a:off x="6748463" y="5238750"/>
            <a:ext cx="34925" cy="547688"/>
          </a:xfrm>
          <a:prstGeom prst="rect">
            <a:avLst/>
          </a:prstGeom>
          <a:solidFill>
            <a:srgbClr val="1D4ED8"/>
          </a:solidFill>
          <a:ln w="13097">
            <a:solidFill>
              <a:srgbClr val="172B4D"/>
            </a:solidFill>
          </a:ln>
        </p:spPr>
      </p:sp>
      <p:sp>
        <p:nvSpPr>
          <p:cNvPr id="720" name="object-720">
            <a:extLst>
              <a:ext uri="{FF2B5EF4-FFF2-40B4-BE49-F238E27FC236}">
                <a16:creationId xmlns:a16="http://schemas.microsoft.com/office/drawing/2014/main" id="{529EF733-C614-4078-B977-E9261323FCC8}"/>
              </a:ext>
            </a:extLst>
          </p:cNvPr>
          <p:cNvSpPr>
            <a:spLocks noGrp="1"/>
          </p:cNvSpPr>
          <p:nvPr/>
        </p:nvSpPr>
        <p:spPr>
          <a:xfrm>
            <a:off x="6783388" y="5238750"/>
            <a:ext cx="34925" cy="547688"/>
          </a:xfrm>
          <a:prstGeom prst="rect">
            <a:avLst/>
          </a:prstGeom>
          <a:solidFill>
            <a:srgbClr val="1D4ED8"/>
          </a:solidFill>
          <a:ln w="13097">
            <a:solidFill>
              <a:srgbClr val="172B4D"/>
            </a:solidFill>
          </a:ln>
        </p:spPr>
      </p:sp>
      <p:sp>
        <p:nvSpPr>
          <p:cNvPr id="721" name="object-721">
            <a:extLst>
              <a:ext uri="{FF2B5EF4-FFF2-40B4-BE49-F238E27FC236}">
                <a16:creationId xmlns:a16="http://schemas.microsoft.com/office/drawing/2014/main" id="{813EFC5C-6E5E-483D-996C-1277F89EB069}"/>
              </a:ext>
            </a:extLst>
          </p:cNvPr>
          <p:cNvSpPr>
            <a:spLocks noGrp="1"/>
          </p:cNvSpPr>
          <p:nvPr/>
        </p:nvSpPr>
        <p:spPr>
          <a:xfrm>
            <a:off x="6818313" y="5238750"/>
            <a:ext cx="34925" cy="547688"/>
          </a:xfrm>
          <a:prstGeom prst="rect">
            <a:avLst/>
          </a:prstGeom>
          <a:solidFill>
            <a:srgbClr val="1D4ED8"/>
          </a:solidFill>
          <a:ln w="13097">
            <a:solidFill>
              <a:srgbClr val="172B4D"/>
            </a:solidFill>
          </a:ln>
        </p:spPr>
      </p:sp>
      <p:sp>
        <p:nvSpPr>
          <p:cNvPr id="722" name="object-722">
            <a:extLst>
              <a:ext uri="{FF2B5EF4-FFF2-40B4-BE49-F238E27FC236}">
                <a16:creationId xmlns:a16="http://schemas.microsoft.com/office/drawing/2014/main" id="{BF88F118-0010-488C-BD93-B6328EB23D33}"/>
              </a:ext>
            </a:extLst>
          </p:cNvPr>
          <p:cNvSpPr>
            <a:spLocks noGrp="1"/>
          </p:cNvSpPr>
          <p:nvPr/>
        </p:nvSpPr>
        <p:spPr>
          <a:xfrm>
            <a:off x="6853238" y="5238750"/>
            <a:ext cx="34925" cy="547688"/>
          </a:xfrm>
          <a:prstGeom prst="rect">
            <a:avLst/>
          </a:prstGeom>
          <a:solidFill>
            <a:srgbClr val="1D4ED8"/>
          </a:solidFill>
          <a:ln w="13097">
            <a:solidFill>
              <a:srgbClr val="172B4D"/>
            </a:solidFill>
          </a:ln>
        </p:spPr>
      </p:sp>
      <p:sp>
        <p:nvSpPr>
          <p:cNvPr id="723" name="object-723">
            <a:extLst>
              <a:ext uri="{FF2B5EF4-FFF2-40B4-BE49-F238E27FC236}">
                <a16:creationId xmlns:a16="http://schemas.microsoft.com/office/drawing/2014/main" id="{06EFE696-68B8-4BBD-A203-2E3E12955589}"/>
              </a:ext>
            </a:extLst>
          </p:cNvPr>
          <p:cNvSpPr>
            <a:spLocks noGrp="1"/>
          </p:cNvSpPr>
          <p:nvPr/>
        </p:nvSpPr>
        <p:spPr>
          <a:xfrm>
            <a:off x="6888163" y="5238750"/>
            <a:ext cx="34925" cy="547688"/>
          </a:xfrm>
          <a:prstGeom prst="rect">
            <a:avLst/>
          </a:prstGeom>
          <a:solidFill>
            <a:srgbClr val="1D4ED8"/>
          </a:solidFill>
          <a:ln w="13097">
            <a:solidFill>
              <a:srgbClr val="172B4D"/>
            </a:solidFill>
          </a:ln>
        </p:spPr>
      </p:sp>
      <p:sp>
        <p:nvSpPr>
          <p:cNvPr id="724" name="object-724">
            <a:extLst>
              <a:ext uri="{FF2B5EF4-FFF2-40B4-BE49-F238E27FC236}">
                <a16:creationId xmlns:a16="http://schemas.microsoft.com/office/drawing/2014/main" id="{65BA4800-6FC1-4655-BF3F-B8B7D20AA106}"/>
              </a:ext>
            </a:extLst>
          </p:cNvPr>
          <p:cNvSpPr>
            <a:spLocks noGrp="1"/>
          </p:cNvSpPr>
          <p:nvPr/>
        </p:nvSpPr>
        <p:spPr>
          <a:xfrm>
            <a:off x="6923088" y="5238750"/>
            <a:ext cx="34925" cy="547688"/>
          </a:xfrm>
          <a:prstGeom prst="rect">
            <a:avLst/>
          </a:prstGeom>
          <a:solidFill>
            <a:srgbClr val="1D4ED8"/>
          </a:solidFill>
          <a:ln w="13097">
            <a:solidFill>
              <a:srgbClr val="172B4D"/>
            </a:solidFill>
          </a:ln>
        </p:spPr>
      </p:sp>
      <p:sp>
        <p:nvSpPr>
          <p:cNvPr id="725" name="object-725">
            <a:extLst>
              <a:ext uri="{FF2B5EF4-FFF2-40B4-BE49-F238E27FC236}">
                <a16:creationId xmlns:a16="http://schemas.microsoft.com/office/drawing/2014/main" id="{4D797ECB-2278-432B-9C6A-59A0C4CD7826}"/>
              </a:ext>
            </a:extLst>
          </p:cNvPr>
          <p:cNvSpPr>
            <a:spLocks noGrp="1"/>
          </p:cNvSpPr>
          <p:nvPr/>
        </p:nvSpPr>
        <p:spPr>
          <a:xfrm>
            <a:off x="6958013" y="5238750"/>
            <a:ext cx="34925" cy="547688"/>
          </a:xfrm>
          <a:prstGeom prst="rect">
            <a:avLst/>
          </a:prstGeom>
          <a:solidFill>
            <a:srgbClr val="1D4ED8"/>
          </a:solidFill>
          <a:ln w="13097">
            <a:solidFill>
              <a:srgbClr val="172B4D"/>
            </a:solidFill>
          </a:ln>
        </p:spPr>
      </p:sp>
      <p:sp>
        <p:nvSpPr>
          <p:cNvPr id="726" name="object-726">
            <a:extLst>
              <a:ext uri="{FF2B5EF4-FFF2-40B4-BE49-F238E27FC236}">
                <a16:creationId xmlns:a16="http://schemas.microsoft.com/office/drawing/2014/main" id="{50840CC3-5C83-4D55-A8BA-B8FC79F2E1E7}"/>
              </a:ext>
            </a:extLst>
          </p:cNvPr>
          <p:cNvSpPr>
            <a:spLocks noGrp="1"/>
          </p:cNvSpPr>
          <p:nvPr/>
        </p:nvSpPr>
        <p:spPr>
          <a:xfrm>
            <a:off x="6992937" y="5238750"/>
            <a:ext cx="34925" cy="547688"/>
          </a:xfrm>
          <a:prstGeom prst="rect">
            <a:avLst/>
          </a:prstGeom>
          <a:solidFill>
            <a:srgbClr val="1D4ED8"/>
          </a:solidFill>
          <a:ln w="13097">
            <a:solidFill>
              <a:srgbClr val="172B4D"/>
            </a:solidFill>
          </a:ln>
        </p:spPr>
      </p:sp>
      <p:sp>
        <p:nvSpPr>
          <p:cNvPr id="727" name="object-727">
            <a:extLst>
              <a:ext uri="{FF2B5EF4-FFF2-40B4-BE49-F238E27FC236}">
                <a16:creationId xmlns:a16="http://schemas.microsoft.com/office/drawing/2014/main" id="{808E1E56-72B6-40FC-8770-C234AB55E01E}"/>
              </a:ext>
            </a:extLst>
          </p:cNvPr>
          <p:cNvSpPr>
            <a:spLocks noGrp="1"/>
          </p:cNvSpPr>
          <p:nvPr/>
        </p:nvSpPr>
        <p:spPr>
          <a:xfrm>
            <a:off x="7027862" y="5238750"/>
            <a:ext cx="34925" cy="547688"/>
          </a:xfrm>
          <a:prstGeom prst="rect">
            <a:avLst/>
          </a:prstGeom>
          <a:solidFill>
            <a:srgbClr val="1D4ED8"/>
          </a:solidFill>
          <a:ln w="13097">
            <a:solidFill>
              <a:srgbClr val="172B4D"/>
            </a:solidFill>
          </a:ln>
        </p:spPr>
      </p:sp>
      <p:sp>
        <p:nvSpPr>
          <p:cNvPr id="728" name="object-728">
            <a:extLst>
              <a:ext uri="{FF2B5EF4-FFF2-40B4-BE49-F238E27FC236}">
                <a16:creationId xmlns:a16="http://schemas.microsoft.com/office/drawing/2014/main" id="{F5D62520-380A-4914-833E-AE15F6C6F100}"/>
              </a:ext>
            </a:extLst>
          </p:cNvPr>
          <p:cNvSpPr>
            <a:spLocks noGrp="1"/>
          </p:cNvSpPr>
          <p:nvPr/>
        </p:nvSpPr>
        <p:spPr>
          <a:xfrm>
            <a:off x="7062788" y="5238750"/>
            <a:ext cx="34925" cy="547688"/>
          </a:xfrm>
          <a:prstGeom prst="rect">
            <a:avLst/>
          </a:prstGeom>
          <a:solidFill>
            <a:srgbClr val="1D4ED8"/>
          </a:solidFill>
          <a:ln w="13097">
            <a:solidFill>
              <a:srgbClr val="172B4D"/>
            </a:solidFill>
          </a:ln>
        </p:spPr>
      </p:sp>
      <p:sp>
        <p:nvSpPr>
          <p:cNvPr id="729" name="object-729">
            <a:extLst>
              <a:ext uri="{FF2B5EF4-FFF2-40B4-BE49-F238E27FC236}">
                <a16:creationId xmlns:a16="http://schemas.microsoft.com/office/drawing/2014/main" id="{12AFB340-27E0-426B-9684-CD331B51FCBC}"/>
              </a:ext>
            </a:extLst>
          </p:cNvPr>
          <p:cNvSpPr>
            <a:spLocks noGrp="1"/>
          </p:cNvSpPr>
          <p:nvPr/>
        </p:nvSpPr>
        <p:spPr>
          <a:xfrm>
            <a:off x="7097713" y="5238750"/>
            <a:ext cx="34925" cy="547688"/>
          </a:xfrm>
          <a:prstGeom prst="rect">
            <a:avLst/>
          </a:prstGeom>
          <a:solidFill>
            <a:srgbClr val="1D4ED8"/>
          </a:solidFill>
          <a:ln w="13097">
            <a:solidFill>
              <a:srgbClr val="172B4D"/>
            </a:solidFill>
          </a:ln>
        </p:spPr>
      </p:sp>
      <p:sp>
        <p:nvSpPr>
          <p:cNvPr id="730" name="object-730">
            <a:extLst>
              <a:ext uri="{FF2B5EF4-FFF2-40B4-BE49-F238E27FC236}">
                <a16:creationId xmlns:a16="http://schemas.microsoft.com/office/drawing/2014/main" id="{55926188-80E2-4687-9CE9-2B006545F1C3}"/>
              </a:ext>
            </a:extLst>
          </p:cNvPr>
          <p:cNvSpPr>
            <a:spLocks noGrp="1"/>
          </p:cNvSpPr>
          <p:nvPr/>
        </p:nvSpPr>
        <p:spPr>
          <a:xfrm>
            <a:off x="7132637" y="5238750"/>
            <a:ext cx="34925" cy="547688"/>
          </a:xfrm>
          <a:prstGeom prst="rect">
            <a:avLst/>
          </a:prstGeom>
          <a:solidFill>
            <a:srgbClr val="1D4ED8"/>
          </a:solidFill>
          <a:ln w="13097">
            <a:solidFill>
              <a:srgbClr val="172B4D"/>
            </a:solidFill>
          </a:ln>
        </p:spPr>
      </p:sp>
      <p:sp>
        <p:nvSpPr>
          <p:cNvPr id="731" name="object-731">
            <a:extLst>
              <a:ext uri="{FF2B5EF4-FFF2-40B4-BE49-F238E27FC236}">
                <a16:creationId xmlns:a16="http://schemas.microsoft.com/office/drawing/2014/main" id="{EF284709-A882-4406-B17A-DF9A01DBA405}"/>
              </a:ext>
            </a:extLst>
          </p:cNvPr>
          <p:cNvSpPr>
            <a:spLocks noGrp="1"/>
          </p:cNvSpPr>
          <p:nvPr/>
        </p:nvSpPr>
        <p:spPr>
          <a:xfrm>
            <a:off x="7167563" y="5238750"/>
            <a:ext cx="34925" cy="547688"/>
          </a:xfrm>
          <a:prstGeom prst="rect">
            <a:avLst/>
          </a:prstGeom>
          <a:solidFill>
            <a:srgbClr val="1D4ED8"/>
          </a:solidFill>
          <a:ln w="13097">
            <a:solidFill>
              <a:srgbClr val="172B4D"/>
            </a:solidFill>
          </a:ln>
        </p:spPr>
      </p:sp>
      <p:sp>
        <p:nvSpPr>
          <p:cNvPr id="732" name="object-732">
            <a:extLst>
              <a:ext uri="{FF2B5EF4-FFF2-40B4-BE49-F238E27FC236}">
                <a16:creationId xmlns:a16="http://schemas.microsoft.com/office/drawing/2014/main" id="{CFF80F61-D474-4E73-BB4D-35D94339EE14}"/>
              </a:ext>
            </a:extLst>
          </p:cNvPr>
          <p:cNvSpPr>
            <a:spLocks noGrp="1"/>
          </p:cNvSpPr>
          <p:nvPr/>
        </p:nvSpPr>
        <p:spPr>
          <a:xfrm>
            <a:off x="7202488" y="5238750"/>
            <a:ext cx="34925" cy="547688"/>
          </a:xfrm>
          <a:prstGeom prst="rect">
            <a:avLst/>
          </a:prstGeom>
          <a:solidFill>
            <a:srgbClr val="1D4ED8"/>
          </a:solidFill>
          <a:ln w="13097">
            <a:solidFill>
              <a:srgbClr val="172B4D"/>
            </a:solidFill>
          </a:ln>
        </p:spPr>
      </p:sp>
      <p:sp>
        <p:nvSpPr>
          <p:cNvPr id="733" name="object-733">
            <a:extLst>
              <a:ext uri="{FF2B5EF4-FFF2-40B4-BE49-F238E27FC236}">
                <a16:creationId xmlns:a16="http://schemas.microsoft.com/office/drawing/2014/main" id="{FB2A776D-ECBA-47B9-ABA0-54E5AABC1AAB}"/>
              </a:ext>
            </a:extLst>
          </p:cNvPr>
          <p:cNvSpPr>
            <a:spLocks noGrp="1"/>
          </p:cNvSpPr>
          <p:nvPr/>
        </p:nvSpPr>
        <p:spPr>
          <a:xfrm>
            <a:off x="7237413" y="5238750"/>
            <a:ext cx="34925" cy="547688"/>
          </a:xfrm>
          <a:prstGeom prst="rect">
            <a:avLst/>
          </a:prstGeom>
          <a:solidFill>
            <a:srgbClr val="1D4ED8"/>
          </a:solidFill>
          <a:ln w="13097">
            <a:solidFill>
              <a:srgbClr val="172B4D"/>
            </a:solidFill>
          </a:ln>
        </p:spPr>
      </p:sp>
      <p:sp>
        <p:nvSpPr>
          <p:cNvPr id="734" name="object-734">
            <a:extLst>
              <a:ext uri="{FF2B5EF4-FFF2-40B4-BE49-F238E27FC236}">
                <a16:creationId xmlns:a16="http://schemas.microsoft.com/office/drawing/2014/main" id="{1585D3C8-0439-4B55-9AAC-30FD3BBFFC93}"/>
              </a:ext>
            </a:extLst>
          </p:cNvPr>
          <p:cNvSpPr>
            <a:spLocks noGrp="1"/>
          </p:cNvSpPr>
          <p:nvPr/>
        </p:nvSpPr>
        <p:spPr>
          <a:xfrm>
            <a:off x="7272338" y="5238750"/>
            <a:ext cx="34925" cy="547688"/>
          </a:xfrm>
          <a:prstGeom prst="rect">
            <a:avLst/>
          </a:prstGeom>
          <a:solidFill>
            <a:srgbClr val="1D4ED8"/>
          </a:solidFill>
          <a:ln w="13097">
            <a:solidFill>
              <a:srgbClr val="172B4D"/>
            </a:solidFill>
          </a:ln>
        </p:spPr>
      </p:sp>
      <p:sp>
        <p:nvSpPr>
          <p:cNvPr id="735" name="object-735">
            <a:extLst>
              <a:ext uri="{FF2B5EF4-FFF2-40B4-BE49-F238E27FC236}">
                <a16:creationId xmlns:a16="http://schemas.microsoft.com/office/drawing/2014/main" id="{D90C989F-1738-404B-8F3A-B595D0E1555C}"/>
              </a:ext>
            </a:extLst>
          </p:cNvPr>
          <p:cNvSpPr>
            <a:spLocks noGrp="1"/>
          </p:cNvSpPr>
          <p:nvPr/>
        </p:nvSpPr>
        <p:spPr>
          <a:xfrm>
            <a:off x="7307263" y="5238750"/>
            <a:ext cx="34925" cy="547688"/>
          </a:xfrm>
          <a:prstGeom prst="rect">
            <a:avLst/>
          </a:prstGeom>
          <a:solidFill>
            <a:srgbClr val="1D4ED8"/>
          </a:solidFill>
          <a:ln w="13097">
            <a:solidFill>
              <a:srgbClr val="172B4D"/>
            </a:solidFill>
          </a:ln>
        </p:spPr>
      </p:sp>
      <p:sp>
        <p:nvSpPr>
          <p:cNvPr id="736" name="object-736">
            <a:extLst>
              <a:ext uri="{FF2B5EF4-FFF2-40B4-BE49-F238E27FC236}">
                <a16:creationId xmlns:a16="http://schemas.microsoft.com/office/drawing/2014/main" id="{D5101564-E263-45A9-8EAC-2D2EAF6D470D}"/>
              </a:ext>
            </a:extLst>
          </p:cNvPr>
          <p:cNvSpPr>
            <a:spLocks noGrp="1"/>
          </p:cNvSpPr>
          <p:nvPr/>
        </p:nvSpPr>
        <p:spPr>
          <a:xfrm>
            <a:off x="7342188" y="5238750"/>
            <a:ext cx="34925" cy="547688"/>
          </a:xfrm>
          <a:prstGeom prst="rect">
            <a:avLst/>
          </a:prstGeom>
          <a:solidFill>
            <a:srgbClr val="1D4ED8"/>
          </a:solidFill>
          <a:ln w="13097">
            <a:solidFill>
              <a:srgbClr val="172B4D"/>
            </a:solidFill>
          </a:ln>
        </p:spPr>
      </p:sp>
      <p:sp>
        <p:nvSpPr>
          <p:cNvPr id="737" name="object-737">
            <a:extLst>
              <a:ext uri="{FF2B5EF4-FFF2-40B4-BE49-F238E27FC236}">
                <a16:creationId xmlns:a16="http://schemas.microsoft.com/office/drawing/2014/main" id="{4C6C52B8-BF9F-49A8-9E60-5975C4FE670F}"/>
              </a:ext>
            </a:extLst>
          </p:cNvPr>
          <p:cNvSpPr>
            <a:spLocks noGrp="1"/>
          </p:cNvSpPr>
          <p:nvPr/>
        </p:nvSpPr>
        <p:spPr>
          <a:xfrm>
            <a:off x="7377113" y="5238750"/>
            <a:ext cx="34925" cy="547688"/>
          </a:xfrm>
          <a:prstGeom prst="rect">
            <a:avLst/>
          </a:prstGeom>
          <a:solidFill>
            <a:srgbClr val="1D4ED8"/>
          </a:solidFill>
          <a:ln w="13097">
            <a:solidFill>
              <a:srgbClr val="172B4D"/>
            </a:solidFill>
          </a:ln>
        </p:spPr>
      </p:sp>
      <p:sp>
        <p:nvSpPr>
          <p:cNvPr id="738" name="object-738">
            <a:extLst>
              <a:ext uri="{FF2B5EF4-FFF2-40B4-BE49-F238E27FC236}">
                <a16:creationId xmlns:a16="http://schemas.microsoft.com/office/drawing/2014/main" id="{2E78CC2B-958D-46E2-B89C-14E7E72E1998}"/>
              </a:ext>
            </a:extLst>
          </p:cNvPr>
          <p:cNvSpPr>
            <a:spLocks noGrp="1"/>
          </p:cNvSpPr>
          <p:nvPr/>
        </p:nvSpPr>
        <p:spPr>
          <a:xfrm>
            <a:off x="7412038" y="5238750"/>
            <a:ext cx="34925" cy="547688"/>
          </a:xfrm>
          <a:prstGeom prst="rect">
            <a:avLst/>
          </a:prstGeom>
          <a:solidFill>
            <a:srgbClr val="1D4ED8"/>
          </a:solidFill>
          <a:ln w="13097">
            <a:solidFill>
              <a:srgbClr val="172B4D"/>
            </a:solidFill>
          </a:ln>
        </p:spPr>
      </p:sp>
      <p:sp>
        <p:nvSpPr>
          <p:cNvPr id="739" name="object-739">
            <a:extLst>
              <a:ext uri="{FF2B5EF4-FFF2-40B4-BE49-F238E27FC236}">
                <a16:creationId xmlns:a16="http://schemas.microsoft.com/office/drawing/2014/main" id="{580852AD-8EDD-42A8-9526-2E041105A7A4}"/>
              </a:ext>
            </a:extLst>
          </p:cNvPr>
          <p:cNvSpPr>
            <a:spLocks noGrp="1"/>
          </p:cNvSpPr>
          <p:nvPr/>
        </p:nvSpPr>
        <p:spPr>
          <a:xfrm>
            <a:off x="7446963" y="5238750"/>
            <a:ext cx="34925" cy="547688"/>
          </a:xfrm>
          <a:prstGeom prst="rect">
            <a:avLst/>
          </a:prstGeom>
          <a:solidFill>
            <a:srgbClr val="1D4ED8"/>
          </a:solidFill>
          <a:ln w="13097">
            <a:solidFill>
              <a:srgbClr val="172B4D"/>
            </a:solidFill>
          </a:ln>
        </p:spPr>
      </p:sp>
      <p:sp>
        <p:nvSpPr>
          <p:cNvPr id="740" name="object-740">
            <a:extLst>
              <a:ext uri="{FF2B5EF4-FFF2-40B4-BE49-F238E27FC236}">
                <a16:creationId xmlns:a16="http://schemas.microsoft.com/office/drawing/2014/main" id="{C88FC546-D13F-4145-8934-F14B0BF9E0E9}"/>
              </a:ext>
            </a:extLst>
          </p:cNvPr>
          <p:cNvSpPr>
            <a:spLocks noGrp="1"/>
          </p:cNvSpPr>
          <p:nvPr/>
        </p:nvSpPr>
        <p:spPr>
          <a:xfrm>
            <a:off x="7481888" y="5238750"/>
            <a:ext cx="34925" cy="547688"/>
          </a:xfrm>
          <a:prstGeom prst="rect">
            <a:avLst/>
          </a:prstGeom>
          <a:solidFill>
            <a:srgbClr val="1D4ED8"/>
          </a:solidFill>
          <a:ln w="13097">
            <a:solidFill>
              <a:srgbClr val="172B4D"/>
            </a:solidFill>
          </a:ln>
        </p:spPr>
      </p:sp>
      <p:sp>
        <p:nvSpPr>
          <p:cNvPr id="741" name="object-741">
            <a:extLst>
              <a:ext uri="{FF2B5EF4-FFF2-40B4-BE49-F238E27FC236}">
                <a16:creationId xmlns:a16="http://schemas.microsoft.com/office/drawing/2014/main" id="{E31D8FFD-6333-44A5-ABF8-8CE10E61889B}"/>
              </a:ext>
            </a:extLst>
          </p:cNvPr>
          <p:cNvSpPr>
            <a:spLocks noGrp="1"/>
          </p:cNvSpPr>
          <p:nvPr/>
        </p:nvSpPr>
        <p:spPr>
          <a:xfrm>
            <a:off x="7516812" y="5238750"/>
            <a:ext cx="34925" cy="547688"/>
          </a:xfrm>
          <a:prstGeom prst="rect">
            <a:avLst/>
          </a:prstGeom>
          <a:solidFill>
            <a:srgbClr val="1D4ED8"/>
          </a:solidFill>
          <a:ln w="13097">
            <a:solidFill>
              <a:srgbClr val="172B4D"/>
            </a:solidFill>
          </a:ln>
        </p:spPr>
      </p:sp>
      <p:sp>
        <p:nvSpPr>
          <p:cNvPr id="742" name="object-742">
            <a:extLst>
              <a:ext uri="{FF2B5EF4-FFF2-40B4-BE49-F238E27FC236}">
                <a16:creationId xmlns:a16="http://schemas.microsoft.com/office/drawing/2014/main" id="{64379775-AE12-4E90-9C26-61213D8EE5E8}"/>
              </a:ext>
            </a:extLst>
          </p:cNvPr>
          <p:cNvSpPr>
            <a:spLocks noGrp="1"/>
          </p:cNvSpPr>
          <p:nvPr/>
        </p:nvSpPr>
        <p:spPr>
          <a:xfrm>
            <a:off x="7551737" y="5238750"/>
            <a:ext cx="34925" cy="547688"/>
          </a:xfrm>
          <a:prstGeom prst="rect">
            <a:avLst/>
          </a:prstGeom>
          <a:solidFill>
            <a:srgbClr val="1D4ED8"/>
          </a:solidFill>
          <a:ln w="13097">
            <a:solidFill>
              <a:srgbClr val="172B4D"/>
            </a:solidFill>
          </a:ln>
        </p:spPr>
      </p:sp>
      <p:sp>
        <p:nvSpPr>
          <p:cNvPr id="743" name="object-743">
            <a:extLst>
              <a:ext uri="{FF2B5EF4-FFF2-40B4-BE49-F238E27FC236}">
                <a16:creationId xmlns:a16="http://schemas.microsoft.com/office/drawing/2014/main" id="{244F4B48-2558-4127-AFB2-C8EF34485E28}"/>
              </a:ext>
            </a:extLst>
          </p:cNvPr>
          <p:cNvSpPr>
            <a:spLocks noGrp="1"/>
          </p:cNvSpPr>
          <p:nvPr/>
        </p:nvSpPr>
        <p:spPr>
          <a:xfrm>
            <a:off x="7586663" y="5238750"/>
            <a:ext cx="34925" cy="547688"/>
          </a:xfrm>
          <a:prstGeom prst="rect">
            <a:avLst/>
          </a:prstGeom>
          <a:solidFill>
            <a:srgbClr val="1D4ED8"/>
          </a:solidFill>
          <a:ln w="13097">
            <a:solidFill>
              <a:srgbClr val="172B4D"/>
            </a:solidFill>
          </a:ln>
        </p:spPr>
      </p:sp>
      <p:sp>
        <p:nvSpPr>
          <p:cNvPr id="744" name="object-744">
            <a:extLst>
              <a:ext uri="{FF2B5EF4-FFF2-40B4-BE49-F238E27FC236}">
                <a16:creationId xmlns:a16="http://schemas.microsoft.com/office/drawing/2014/main" id="{F202568C-6509-4565-B42D-18A2159C9636}"/>
              </a:ext>
            </a:extLst>
          </p:cNvPr>
          <p:cNvSpPr>
            <a:spLocks noGrp="1"/>
          </p:cNvSpPr>
          <p:nvPr/>
        </p:nvSpPr>
        <p:spPr>
          <a:xfrm>
            <a:off x="7621588" y="5238750"/>
            <a:ext cx="34925" cy="547688"/>
          </a:xfrm>
          <a:prstGeom prst="rect">
            <a:avLst/>
          </a:prstGeom>
          <a:solidFill>
            <a:srgbClr val="1D4ED8"/>
          </a:solidFill>
          <a:ln w="13097">
            <a:solidFill>
              <a:srgbClr val="172B4D"/>
            </a:solidFill>
          </a:ln>
        </p:spPr>
      </p:sp>
      <p:sp>
        <p:nvSpPr>
          <p:cNvPr id="745" name="object-745">
            <a:extLst>
              <a:ext uri="{FF2B5EF4-FFF2-40B4-BE49-F238E27FC236}">
                <a16:creationId xmlns:a16="http://schemas.microsoft.com/office/drawing/2014/main" id="{F0C45687-FD5C-475A-9003-8FB5190D5C77}"/>
              </a:ext>
            </a:extLst>
          </p:cNvPr>
          <p:cNvSpPr>
            <a:spLocks noGrp="1"/>
          </p:cNvSpPr>
          <p:nvPr/>
        </p:nvSpPr>
        <p:spPr>
          <a:xfrm>
            <a:off x="7656512" y="5238750"/>
            <a:ext cx="34925" cy="547688"/>
          </a:xfrm>
          <a:prstGeom prst="rect">
            <a:avLst/>
          </a:prstGeom>
          <a:solidFill>
            <a:srgbClr val="1D4ED8"/>
          </a:solidFill>
          <a:ln w="13097">
            <a:solidFill>
              <a:srgbClr val="172B4D"/>
            </a:solidFill>
          </a:ln>
        </p:spPr>
      </p:sp>
      <p:sp>
        <p:nvSpPr>
          <p:cNvPr id="746" name="object-746">
            <a:extLst>
              <a:ext uri="{FF2B5EF4-FFF2-40B4-BE49-F238E27FC236}">
                <a16:creationId xmlns:a16="http://schemas.microsoft.com/office/drawing/2014/main" id="{6581E522-BFC4-4FC0-87AA-8F9DAB9DAFBC}"/>
              </a:ext>
            </a:extLst>
          </p:cNvPr>
          <p:cNvSpPr>
            <a:spLocks noGrp="1"/>
          </p:cNvSpPr>
          <p:nvPr/>
        </p:nvSpPr>
        <p:spPr>
          <a:xfrm>
            <a:off x="7691438" y="5238750"/>
            <a:ext cx="34925" cy="547688"/>
          </a:xfrm>
          <a:prstGeom prst="rect">
            <a:avLst/>
          </a:prstGeom>
          <a:solidFill>
            <a:srgbClr val="1D4ED8"/>
          </a:solidFill>
          <a:ln w="13097">
            <a:solidFill>
              <a:srgbClr val="172B4D"/>
            </a:solidFill>
          </a:ln>
        </p:spPr>
      </p:sp>
      <p:sp>
        <p:nvSpPr>
          <p:cNvPr id="747" name="object-747">
            <a:extLst>
              <a:ext uri="{FF2B5EF4-FFF2-40B4-BE49-F238E27FC236}">
                <a16:creationId xmlns:a16="http://schemas.microsoft.com/office/drawing/2014/main" id="{CDEE5E4A-7971-44F6-B8F3-5599C6877B7F}"/>
              </a:ext>
            </a:extLst>
          </p:cNvPr>
          <p:cNvSpPr>
            <a:spLocks noGrp="1"/>
          </p:cNvSpPr>
          <p:nvPr/>
        </p:nvSpPr>
        <p:spPr>
          <a:xfrm>
            <a:off x="7726363" y="5238750"/>
            <a:ext cx="34925" cy="547688"/>
          </a:xfrm>
          <a:prstGeom prst="rect">
            <a:avLst/>
          </a:prstGeom>
          <a:solidFill>
            <a:srgbClr val="1D4ED8"/>
          </a:solidFill>
          <a:ln w="13097">
            <a:solidFill>
              <a:srgbClr val="172B4D"/>
            </a:solidFill>
          </a:ln>
        </p:spPr>
      </p:sp>
      <p:sp>
        <p:nvSpPr>
          <p:cNvPr id="748" name="object-748">
            <a:extLst>
              <a:ext uri="{FF2B5EF4-FFF2-40B4-BE49-F238E27FC236}">
                <a16:creationId xmlns:a16="http://schemas.microsoft.com/office/drawing/2014/main" id="{C22440EC-607C-4A9E-BF02-1513B0334928}"/>
              </a:ext>
            </a:extLst>
          </p:cNvPr>
          <p:cNvSpPr>
            <a:spLocks noGrp="1"/>
          </p:cNvSpPr>
          <p:nvPr/>
        </p:nvSpPr>
        <p:spPr>
          <a:xfrm>
            <a:off x="7761288" y="5238750"/>
            <a:ext cx="34925" cy="547688"/>
          </a:xfrm>
          <a:prstGeom prst="rect">
            <a:avLst/>
          </a:prstGeom>
          <a:solidFill>
            <a:srgbClr val="1D4ED8"/>
          </a:solidFill>
          <a:ln w="13097">
            <a:solidFill>
              <a:srgbClr val="172B4D"/>
            </a:solidFill>
          </a:ln>
        </p:spPr>
      </p:sp>
      <p:sp>
        <p:nvSpPr>
          <p:cNvPr id="749" name="object-749">
            <a:extLst>
              <a:ext uri="{FF2B5EF4-FFF2-40B4-BE49-F238E27FC236}">
                <a16:creationId xmlns:a16="http://schemas.microsoft.com/office/drawing/2014/main" id="{CE4C0459-DA25-4C00-B4E5-7A400991119A}"/>
              </a:ext>
            </a:extLst>
          </p:cNvPr>
          <p:cNvSpPr>
            <a:spLocks noGrp="1"/>
          </p:cNvSpPr>
          <p:nvPr/>
        </p:nvSpPr>
        <p:spPr>
          <a:xfrm>
            <a:off x="7796213" y="5238750"/>
            <a:ext cx="34925" cy="547688"/>
          </a:xfrm>
          <a:prstGeom prst="rect">
            <a:avLst/>
          </a:prstGeom>
          <a:solidFill>
            <a:srgbClr val="1D4ED8"/>
          </a:solidFill>
          <a:ln w="13097">
            <a:solidFill>
              <a:srgbClr val="172B4D"/>
            </a:solidFill>
          </a:ln>
        </p:spPr>
      </p:sp>
      <p:sp>
        <p:nvSpPr>
          <p:cNvPr id="750" name="object-750">
            <a:extLst>
              <a:ext uri="{FF2B5EF4-FFF2-40B4-BE49-F238E27FC236}">
                <a16:creationId xmlns:a16="http://schemas.microsoft.com/office/drawing/2014/main" id="{0E2ABCFB-6B06-48A1-BCEF-128C5D0FCA8B}"/>
              </a:ext>
            </a:extLst>
          </p:cNvPr>
          <p:cNvSpPr>
            <a:spLocks noGrp="1"/>
          </p:cNvSpPr>
          <p:nvPr/>
        </p:nvSpPr>
        <p:spPr>
          <a:xfrm>
            <a:off x="7831138" y="5238750"/>
            <a:ext cx="34925" cy="547688"/>
          </a:xfrm>
          <a:prstGeom prst="rect">
            <a:avLst/>
          </a:prstGeom>
          <a:solidFill>
            <a:srgbClr val="1D4ED8"/>
          </a:solidFill>
          <a:ln w="13097">
            <a:solidFill>
              <a:srgbClr val="172B4D"/>
            </a:solidFill>
          </a:ln>
        </p:spPr>
      </p:sp>
      <p:sp>
        <p:nvSpPr>
          <p:cNvPr id="751" name="object-751">
            <a:extLst>
              <a:ext uri="{FF2B5EF4-FFF2-40B4-BE49-F238E27FC236}">
                <a16:creationId xmlns:a16="http://schemas.microsoft.com/office/drawing/2014/main" id="{081CEBD5-AC35-4F3F-801D-BD2C4AC0A0B8}"/>
              </a:ext>
            </a:extLst>
          </p:cNvPr>
          <p:cNvSpPr>
            <a:spLocks noGrp="1"/>
          </p:cNvSpPr>
          <p:nvPr/>
        </p:nvSpPr>
        <p:spPr>
          <a:xfrm>
            <a:off x="7866063" y="5238750"/>
            <a:ext cx="34925" cy="547688"/>
          </a:xfrm>
          <a:prstGeom prst="rect">
            <a:avLst/>
          </a:prstGeom>
          <a:solidFill>
            <a:srgbClr val="1D4ED8"/>
          </a:solidFill>
          <a:ln w="13097">
            <a:solidFill>
              <a:srgbClr val="172B4D"/>
            </a:solidFill>
          </a:ln>
        </p:spPr>
      </p:sp>
      <p:sp>
        <p:nvSpPr>
          <p:cNvPr id="752" name="object-752">
            <a:extLst>
              <a:ext uri="{FF2B5EF4-FFF2-40B4-BE49-F238E27FC236}">
                <a16:creationId xmlns:a16="http://schemas.microsoft.com/office/drawing/2014/main" id="{AA044432-4C9D-431A-84EB-D067687DA4CB}"/>
              </a:ext>
            </a:extLst>
          </p:cNvPr>
          <p:cNvSpPr>
            <a:spLocks noGrp="1"/>
          </p:cNvSpPr>
          <p:nvPr/>
        </p:nvSpPr>
        <p:spPr>
          <a:xfrm>
            <a:off x="7900988" y="5238750"/>
            <a:ext cx="34925" cy="547688"/>
          </a:xfrm>
          <a:prstGeom prst="rect">
            <a:avLst/>
          </a:prstGeom>
          <a:solidFill>
            <a:srgbClr val="1D4ED8"/>
          </a:solidFill>
          <a:ln w="13097">
            <a:solidFill>
              <a:srgbClr val="172B4D"/>
            </a:solidFill>
          </a:ln>
        </p:spPr>
      </p:sp>
      <p:sp>
        <p:nvSpPr>
          <p:cNvPr id="753" name="object-753">
            <a:extLst>
              <a:ext uri="{FF2B5EF4-FFF2-40B4-BE49-F238E27FC236}">
                <a16:creationId xmlns:a16="http://schemas.microsoft.com/office/drawing/2014/main" id="{925FB5A7-814F-4211-8EB8-BF5756C118F2}"/>
              </a:ext>
            </a:extLst>
          </p:cNvPr>
          <p:cNvSpPr>
            <a:spLocks noGrp="1"/>
          </p:cNvSpPr>
          <p:nvPr/>
        </p:nvSpPr>
        <p:spPr>
          <a:xfrm>
            <a:off x="7935913" y="5238750"/>
            <a:ext cx="34925" cy="547688"/>
          </a:xfrm>
          <a:prstGeom prst="rect">
            <a:avLst/>
          </a:prstGeom>
          <a:solidFill>
            <a:srgbClr val="1D4ED8"/>
          </a:solidFill>
          <a:ln w="13097">
            <a:solidFill>
              <a:srgbClr val="172B4D"/>
            </a:solidFill>
          </a:ln>
        </p:spPr>
      </p:sp>
      <p:sp>
        <p:nvSpPr>
          <p:cNvPr id="754" name="object-754">
            <a:extLst>
              <a:ext uri="{FF2B5EF4-FFF2-40B4-BE49-F238E27FC236}">
                <a16:creationId xmlns:a16="http://schemas.microsoft.com/office/drawing/2014/main" id="{F43615DC-E2A4-4148-BAB5-CB70786BA51D}"/>
              </a:ext>
            </a:extLst>
          </p:cNvPr>
          <p:cNvSpPr>
            <a:spLocks noGrp="1"/>
          </p:cNvSpPr>
          <p:nvPr/>
        </p:nvSpPr>
        <p:spPr>
          <a:xfrm>
            <a:off x="7970838" y="5238750"/>
            <a:ext cx="34925" cy="547688"/>
          </a:xfrm>
          <a:prstGeom prst="rect">
            <a:avLst/>
          </a:prstGeom>
          <a:solidFill>
            <a:srgbClr val="1D4ED8"/>
          </a:solidFill>
          <a:ln w="13097">
            <a:solidFill>
              <a:srgbClr val="172B4D"/>
            </a:solidFill>
          </a:ln>
        </p:spPr>
      </p:sp>
      <p:sp>
        <p:nvSpPr>
          <p:cNvPr id="755" name="object-755">
            <a:extLst>
              <a:ext uri="{FF2B5EF4-FFF2-40B4-BE49-F238E27FC236}">
                <a16:creationId xmlns:a16="http://schemas.microsoft.com/office/drawing/2014/main" id="{2FD54ACB-A8A5-43C7-95BF-16E2DB166B48}"/>
              </a:ext>
            </a:extLst>
          </p:cNvPr>
          <p:cNvSpPr>
            <a:spLocks noGrp="1"/>
          </p:cNvSpPr>
          <p:nvPr/>
        </p:nvSpPr>
        <p:spPr>
          <a:xfrm>
            <a:off x="8005763" y="5238750"/>
            <a:ext cx="34925" cy="547688"/>
          </a:xfrm>
          <a:prstGeom prst="rect">
            <a:avLst/>
          </a:prstGeom>
          <a:solidFill>
            <a:srgbClr val="1D4ED8"/>
          </a:solidFill>
          <a:ln w="13097">
            <a:solidFill>
              <a:srgbClr val="172B4D"/>
            </a:solidFill>
          </a:ln>
        </p:spPr>
      </p:sp>
      <p:sp>
        <p:nvSpPr>
          <p:cNvPr id="756" name="object-756">
            <a:extLst>
              <a:ext uri="{FF2B5EF4-FFF2-40B4-BE49-F238E27FC236}">
                <a16:creationId xmlns:a16="http://schemas.microsoft.com/office/drawing/2014/main" id="{3779B87C-0B2C-47E9-B48E-0E3828EA7D10}"/>
              </a:ext>
            </a:extLst>
          </p:cNvPr>
          <p:cNvSpPr>
            <a:spLocks noGrp="1"/>
          </p:cNvSpPr>
          <p:nvPr/>
        </p:nvSpPr>
        <p:spPr>
          <a:xfrm>
            <a:off x="8040687" y="5238750"/>
            <a:ext cx="34925" cy="547688"/>
          </a:xfrm>
          <a:prstGeom prst="rect">
            <a:avLst/>
          </a:prstGeom>
          <a:solidFill>
            <a:srgbClr val="1D4ED8"/>
          </a:solidFill>
          <a:ln w="13097">
            <a:solidFill>
              <a:srgbClr val="172B4D"/>
            </a:solidFill>
          </a:ln>
        </p:spPr>
      </p:sp>
      <p:sp>
        <p:nvSpPr>
          <p:cNvPr id="757" name="object-757">
            <a:extLst>
              <a:ext uri="{FF2B5EF4-FFF2-40B4-BE49-F238E27FC236}">
                <a16:creationId xmlns:a16="http://schemas.microsoft.com/office/drawing/2014/main" id="{80FD1A78-41BC-46DE-B981-F22EB1A98487}"/>
              </a:ext>
            </a:extLst>
          </p:cNvPr>
          <p:cNvSpPr>
            <a:spLocks noGrp="1"/>
          </p:cNvSpPr>
          <p:nvPr/>
        </p:nvSpPr>
        <p:spPr>
          <a:xfrm>
            <a:off x="8075612" y="5238750"/>
            <a:ext cx="34925" cy="547688"/>
          </a:xfrm>
          <a:prstGeom prst="rect">
            <a:avLst/>
          </a:prstGeom>
          <a:solidFill>
            <a:srgbClr val="1D4ED8"/>
          </a:solidFill>
          <a:ln w="13097">
            <a:solidFill>
              <a:srgbClr val="172B4D"/>
            </a:solidFill>
          </a:ln>
        </p:spPr>
      </p:sp>
      <p:sp>
        <p:nvSpPr>
          <p:cNvPr id="758" name="object-758">
            <a:extLst>
              <a:ext uri="{FF2B5EF4-FFF2-40B4-BE49-F238E27FC236}">
                <a16:creationId xmlns:a16="http://schemas.microsoft.com/office/drawing/2014/main" id="{974B569F-AE49-4637-AF07-46D8CBEFBCAE}"/>
              </a:ext>
            </a:extLst>
          </p:cNvPr>
          <p:cNvSpPr>
            <a:spLocks noGrp="1"/>
          </p:cNvSpPr>
          <p:nvPr/>
        </p:nvSpPr>
        <p:spPr>
          <a:xfrm>
            <a:off x="8110538" y="5238750"/>
            <a:ext cx="34925" cy="547688"/>
          </a:xfrm>
          <a:prstGeom prst="rect">
            <a:avLst/>
          </a:prstGeom>
          <a:solidFill>
            <a:srgbClr val="1D4ED8"/>
          </a:solidFill>
          <a:ln w="13097">
            <a:solidFill>
              <a:srgbClr val="172B4D"/>
            </a:solidFill>
          </a:ln>
        </p:spPr>
      </p:sp>
      <p:sp>
        <p:nvSpPr>
          <p:cNvPr id="759" name="object-759">
            <a:extLst>
              <a:ext uri="{FF2B5EF4-FFF2-40B4-BE49-F238E27FC236}">
                <a16:creationId xmlns:a16="http://schemas.microsoft.com/office/drawing/2014/main" id="{BE0D485E-3155-4095-A290-92987AF82EE4}"/>
              </a:ext>
            </a:extLst>
          </p:cNvPr>
          <p:cNvSpPr>
            <a:spLocks noGrp="1"/>
          </p:cNvSpPr>
          <p:nvPr/>
        </p:nvSpPr>
        <p:spPr>
          <a:xfrm>
            <a:off x="8145463" y="5238750"/>
            <a:ext cx="34925" cy="547688"/>
          </a:xfrm>
          <a:prstGeom prst="rect">
            <a:avLst/>
          </a:prstGeom>
          <a:solidFill>
            <a:srgbClr val="1D4ED8"/>
          </a:solidFill>
          <a:ln w="13097">
            <a:solidFill>
              <a:srgbClr val="172B4D"/>
            </a:solidFill>
          </a:ln>
        </p:spPr>
      </p:sp>
      <p:sp>
        <p:nvSpPr>
          <p:cNvPr id="760" name="object-760">
            <a:extLst>
              <a:ext uri="{FF2B5EF4-FFF2-40B4-BE49-F238E27FC236}">
                <a16:creationId xmlns:a16="http://schemas.microsoft.com/office/drawing/2014/main" id="{5352CB94-F574-40EB-9DED-70657ED1A70F}"/>
              </a:ext>
            </a:extLst>
          </p:cNvPr>
          <p:cNvSpPr>
            <a:spLocks noGrp="1"/>
          </p:cNvSpPr>
          <p:nvPr/>
        </p:nvSpPr>
        <p:spPr>
          <a:xfrm>
            <a:off x="8180387" y="5238750"/>
            <a:ext cx="34925" cy="547688"/>
          </a:xfrm>
          <a:prstGeom prst="rect">
            <a:avLst/>
          </a:prstGeom>
          <a:solidFill>
            <a:srgbClr val="1D4ED8"/>
          </a:solidFill>
          <a:ln w="13097">
            <a:solidFill>
              <a:srgbClr val="172B4D"/>
            </a:solidFill>
          </a:ln>
        </p:spPr>
      </p:sp>
      <p:sp>
        <p:nvSpPr>
          <p:cNvPr id="761" name="object-761">
            <a:extLst>
              <a:ext uri="{FF2B5EF4-FFF2-40B4-BE49-F238E27FC236}">
                <a16:creationId xmlns:a16="http://schemas.microsoft.com/office/drawing/2014/main" id="{7C9EE550-6EA3-4B8B-902B-CBC83C689BDE}"/>
              </a:ext>
            </a:extLst>
          </p:cNvPr>
          <p:cNvSpPr>
            <a:spLocks noGrp="1"/>
          </p:cNvSpPr>
          <p:nvPr/>
        </p:nvSpPr>
        <p:spPr>
          <a:xfrm>
            <a:off x="8215313" y="5238750"/>
            <a:ext cx="34925" cy="547688"/>
          </a:xfrm>
          <a:prstGeom prst="rect">
            <a:avLst/>
          </a:prstGeom>
          <a:solidFill>
            <a:srgbClr val="1D4ED8"/>
          </a:solidFill>
          <a:ln w="13097">
            <a:solidFill>
              <a:srgbClr val="172B4D"/>
            </a:solidFill>
          </a:ln>
        </p:spPr>
      </p:sp>
      <p:sp>
        <p:nvSpPr>
          <p:cNvPr id="762" name="object-762">
            <a:extLst>
              <a:ext uri="{FF2B5EF4-FFF2-40B4-BE49-F238E27FC236}">
                <a16:creationId xmlns:a16="http://schemas.microsoft.com/office/drawing/2014/main" id="{8A1257C5-056B-4D84-93BB-65BE6281CDF2}"/>
              </a:ext>
            </a:extLst>
          </p:cNvPr>
          <p:cNvSpPr>
            <a:spLocks noGrp="1"/>
          </p:cNvSpPr>
          <p:nvPr/>
        </p:nvSpPr>
        <p:spPr>
          <a:xfrm>
            <a:off x="8250238" y="5238750"/>
            <a:ext cx="34925" cy="547688"/>
          </a:xfrm>
          <a:prstGeom prst="rect">
            <a:avLst/>
          </a:prstGeom>
          <a:solidFill>
            <a:srgbClr val="1D4ED8"/>
          </a:solidFill>
          <a:ln w="13097">
            <a:solidFill>
              <a:srgbClr val="172B4D"/>
            </a:solidFill>
          </a:ln>
        </p:spPr>
      </p:sp>
      <p:sp>
        <p:nvSpPr>
          <p:cNvPr id="763" name="object-763">
            <a:extLst>
              <a:ext uri="{FF2B5EF4-FFF2-40B4-BE49-F238E27FC236}">
                <a16:creationId xmlns:a16="http://schemas.microsoft.com/office/drawing/2014/main" id="{B73755CD-3041-4D6A-B1EB-D8A2FAADB47E}"/>
              </a:ext>
            </a:extLst>
          </p:cNvPr>
          <p:cNvSpPr>
            <a:spLocks noGrp="1"/>
          </p:cNvSpPr>
          <p:nvPr/>
        </p:nvSpPr>
        <p:spPr>
          <a:xfrm>
            <a:off x="8285163" y="5238750"/>
            <a:ext cx="34925" cy="547688"/>
          </a:xfrm>
          <a:prstGeom prst="rect">
            <a:avLst/>
          </a:prstGeom>
          <a:solidFill>
            <a:srgbClr val="1D4ED8"/>
          </a:solidFill>
          <a:ln w="13097">
            <a:solidFill>
              <a:srgbClr val="172B4D"/>
            </a:solidFill>
          </a:ln>
        </p:spPr>
      </p:sp>
      <p:sp>
        <p:nvSpPr>
          <p:cNvPr id="764" name="object-764">
            <a:extLst>
              <a:ext uri="{FF2B5EF4-FFF2-40B4-BE49-F238E27FC236}">
                <a16:creationId xmlns:a16="http://schemas.microsoft.com/office/drawing/2014/main" id="{4B1E4865-E665-4499-8011-F66DFEE23192}"/>
              </a:ext>
            </a:extLst>
          </p:cNvPr>
          <p:cNvSpPr>
            <a:spLocks noGrp="1"/>
          </p:cNvSpPr>
          <p:nvPr/>
        </p:nvSpPr>
        <p:spPr>
          <a:xfrm>
            <a:off x="8320088" y="5238750"/>
            <a:ext cx="34925" cy="547688"/>
          </a:xfrm>
          <a:prstGeom prst="rect">
            <a:avLst/>
          </a:prstGeom>
          <a:solidFill>
            <a:srgbClr val="1D4ED8"/>
          </a:solidFill>
          <a:ln w="13097">
            <a:solidFill>
              <a:srgbClr val="172B4D"/>
            </a:solidFill>
          </a:ln>
        </p:spPr>
      </p:sp>
      <p:sp>
        <p:nvSpPr>
          <p:cNvPr id="765" name="object-765">
            <a:extLst>
              <a:ext uri="{FF2B5EF4-FFF2-40B4-BE49-F238E27FC236}">
                <a16:creationId xmlns:a16="http://schemas.microsoft.com/office/drawing/2014/main" id="{07DE90F8-49AD-4420-B1AA-63607216B7A3}"/>
              </a:ext>
            </a:extLst>
          </p:cNvPr>
          <p:cNvSpPr>
            <a:spLocks noGrp="1"/>
          </p:cNvSpPr>
          <p:nvPr/>
        </p:nvSpPr>
        <p:spPr>
          <a:xfrm>
            <a:off x="8355013" y="5238750"/>
            <a:ext cx="34925" cy="547688"/>
          </a:xfrm>
          <a:prstGeom prst="rect">
            <a:avLst/>
          </a:prstGeom>
          <a:solidFill>
            <a:srgbClr val="1D4ED8"/>
          </a:solidFill>
          <a:ln w="13097">
            <a:solidFill>
              <a:srgbClr val="172B4D"/>
            </a:solidFill>
          </a:ln>
        </p:spPr>
      </p:sp>
      <p:sp>
        <p:nvSpPr>
          <p:cNvPr id="766" name="object-766">
            <a:extLst>
              <a:ext uri="{FF2B5EF4-FFF2-40B4-BE49-F238E27FC236}">
                <a16:creationId xmlns:a16="http://schemas.microsoft.com/office/drawing/2014/main" id="{F19B04BF-A911-484E-A1E6-9C51C948BB4D}"/>
              </a:ext>
            </a:extLst>
          </p:cNvPr>
          <p:cNvSpPr>
            <a:spLocks noGrp="1"/>
          </p:cNvSpPr>
          <p:nvPr/>
        </p:nvSpPr>
        <p:spPr>
          <a:xfrm>
            <a:off x="8389938" y="5238750"/>
            <a:ext cx="34925" cy="547688"/>
          </a:xfrm>
          <a:prstGeom prst="rect">
            <a:avLst/>
          </a:prstGeom>
          <a:solidFill>
            <a:srgbClr val="1D4ED8"/>
          </a:solidFill>
          <a:ln w="13097">
            <a:solidFill>
              <a:srgbClr val="172B4D"/>
            </a:solidFill>
          </a:ln>
        </p:spPr>
      </p:sp>
      <p:sp>
        <p:nvSpPr>
          <p:cNvPr id="767" name="object-767">
            <a:extLst>
              <a:ext uri="{FF2B5EF4-FFF2-40B4-BE49-F238E27FC236}">
                <a16:creationId xmlns:a16="http://schemas.microsoft.com/office/drawing/2014/main" id="{8684C11D-AE0F-4E0B-9474-9D540F12E31E}"/>
              </a:ext>
            </a:extLst>
          </p:cNvPr>
          <p:cNvSpPr>
            <a:spLocks noGrp="1"/>
          </p:cNvSpPr>
          <p:nvPr/>
        </p:nvSpPr>
        <p:spPr>
          <a:xfrm>
            <a:off x="8424863" y="5238750"/>
            <a:ext cx="34925" cy="547688"/>
          </a:xfrm>
          <a:prstGeom prst="rect">
            <a:avLst/>
          </a:prstGeom>
          <a:solidFill>
            <a:srgbClr val="1D4ED8"/>
          </a:solidFill>
          <a:ln w="13097">
            <a:solidFill>
              <a:srgbClr val="172B4D"/>
            </a:solidFill>
          </a:ln>
        </p:spPr>
      </p:sp>
      <p:sp>
        <p:nvSpPr>
          <p:cNvPr id="768" name="object-768">
            <a:extLst>
              <a:ext uri="{FF2B5EF4-FFF2-40B4-BE49-F238E27FC236}">
                <a16:creationId xmlns:a16="http://schemas.microsoft.com/office/drawing/2014/main" id="{8FF88201-DC05-43F7-87FC-99278741E7A0}"/>
              </a:ext>
            </a:extLst>
          </p:cNvPr>
          <p:cNvSpPr>
            <a:spLocks noGrp="1"/>
          </p:cNvSpPr>
          <p:nvPr/>
        </p:nvSpPr>
        <p:spPr>
          <a:xfrm>
            <a:off x="8459788" y="5238750"/>
            <a:ext cx="34925" cy="547688"/>
          </a:xfrm>
          <a:prstGeom prst="rect">
            <a:avLst/>
          </a:prstGeom>
          <a:solidFill>
            <a:srgbClr val="1D4ED8"/>
          </a:solidFill>
          <a:ln w="13097">
            <a:solidFill>
              <a:srgbClr val="172B4D"/>
            </a:solidFill>
          </a:ln>
        </p:spPr>
      </p:sp>
      <p:sp>
        <p:nvSpPr>
          <p:cNvPr id="769" name="object-769">
            <a:extLst>
              <a:ext uri="{FF2B5EF4-FFF2-40B4-BE49-F238E27FC236}">
                <a16:creationId xmlns:a16="http://schemas.microsoft.com/office/drawing/2014/main" id="{3E721E11-6F3E-455B-A104-B7B18E2F4EBB}"/>
              </a:ext>
            </a:extLst>
          </p:cNvPr>
          <p:cNvSpPr>
            <a:spLocks noGrp="1"/>
          </p:cNvSpPr>
          <p:nvPr/>
        </p:nvSpPr>
        <p:spPr>
          <a:xfrm>
            <a:off x="8494713" y="5238750"/>
            <a:ext cx="34925" cy="547688"/>
          </a:xfrm>
          <a:prstGeom prst="rect">
            <a:avLst/>
          </a:prstGeom>
          <a:solidFill>
            <a:srgbClr val="1D4ED8"/>
          </a:solidFill>
          <a:ln w="13097">
            <a:solidFill>
              <a:srgbClr val="172B4D"/>
            </a:solidFill>
          </a:ln>
        </p:spPr>
      </p:sp>
      <p:sp>
        <p:nvSpPr>
          <p:cNvPr id="770" name="object-770">
            <a:extLst>
              <a:ext uri="{FF2B5EF4-FFF2-40B4-BE49-F238E27FC236}">
                <a16:creationId xmlns:a16="http://schemas.microsoft.com/office/drawing/2014/main" id="{34214AB3-443D-49B5-8170-C494A5F77DCD}"/>
              </a:ext>
            </a:extLst>
          </p:cNvPr>
          <p:cNvSpPr>
            <a:spLocks noGrp="1"/>
          </p:cNvSpPr>
          <p:nvPr/>
        </p:nvSpPr>
        <p:spPr>
          <a:xfrm>
            <a:off x="8529638" y="5238750"/>
            <a:ext cx="34925" cy="547688"/>
          </a:xfrm>
          <a:prstGeom prst="rect">
            <a:avLst/>
          </a:prstGeom>
          <a:solidFill>
            <a:srgbClr val="1D4ED8"/>
          </a:solidFill>
          <a:ln w="13097">
            <a:solidFill>
              <a:srgbClr val="172B4D"/>
            </a:solidFill>
          </a:ln>
        </p:spPr>
      </p:sp>
      <p:sp>
        <p:nvSpPr>
          <p:cNvPr id="771" name="object-771">
            <a:extLst>
              <a:ext uri="{FF2B5EF4-FFF2-40B4-BE49-F238E27FC236}">
                <a16:creationId xmlns:a16="http://schemas.microsoft.com/office/drawing/2014/main" id="{D75D0C49-0C4B-4E53-BB42-67F10E8FFCCD}"/>
              </a:ext>
            </a:extLst>
          </p:cNvPr>
          <p:cNvSpPr>
            <a:spLocks noGrp="1"/>
          </p:cNvSpPr>
          <p:nvPr/>
        </p:nvSpPr>
        <p:spPr>
          <a:xfrm>
            <a:off x="8564562" y="5238750"/>
            <a:ext cx="34925" cy="547688"/>
          </a:xfrm>
          <a:prstGeom prst="rect">
            <a:avLst/>
          </a:prstGeom>
          <a:solidFill>
            <a:srgbClr val="1D4ED8"/>
          </a:solidFill>
          <a:ln w="13097">
            <a:solidFill>
              <a:srgbClr val="172B4D"/>
            </a:solidFill>
          </a:ln>
        </p:spPr>
      </p:sp>
      <p:sp>
        <p:nvSpPr>
          <p:cNvPr id="772" name="object-772">
            <a:extLst>
              <a:ext uri="{FF2B5EF4-FFF2-40B4-BE49-F238E27FC236}">
                <a16:creationId xmlns:a16="http://schemas.microsoft.com/office/drawing/2014/main" id="{C989458A-44D2-437C-A071-837BEDB9ECC4}"/>
              </a:ext>
            </a:extLst>
          </p:cNvPr>
          <p:cNvSpPr>
            <a:spLocks noGrp="1"/>
          </p:cNvSpPr>
          <p:nvPr/>
        </p:nvSpPr>
        <p:spPr>
          <a:xfrm>
            <a:off x="8599488" y="5238750"/>
            <a:ext cx="34925" cy="547688"/>
          </a:xfrm>
          <a:prstGeom prst="rect">
            <a:avLst/>
          </a:prstGeom>
          <a:solidFill>
            <a:srgbClr val="1D4ED8"/>
          </a:solidFill>
          <a:ln w="13097">
            <a:solidFill>
              <a:srgbClr val="172B4D"/>
            </a:solidFill>
          </a:ln>
        </p:spPr>
      </p:sp>
      <p:sp>
        <p:nvSpPr>
          <p:cNvPr id="773" name="object-773">
            <a:extLst>
              <a:ext uri="{FF2B5EF4-FFF2-40B4-BE49-F238E27FC236}">
                <a16:creationId xmlns:a16="http://schemas.microsoft.com/office/drawing/2014/main" id="{436B4575-D0CE-4BA2-9F25-A5BC608FB222}"/>
              </a:ext>
            </a:extLst>
          </p:cNvPr>
          <p:cNvSpPr>
            <a:spLocks noGrp="1"/>
          </p:cNvSpPr>
          <p:nvPr/>
        </p:nvSpPr>
        <p:spPr>
          <a:xfrm>
            <a:off x="8634413" y="5238750"/>
            <a:ext cx="34925" cy="547688"/>
          </a:xfrm>
          <a:prstGeom prst="rect">
            <a:avLst/>
          </a:prstGeom>
          <a:solidFill>
            <a:srgbClr val="1D4ED8"/>
          </a:solidFill>
          <a:ln w="13097">
            <a:solidFill>
              <a:srgbClr val="172B4D"/>
            </a:solidFill>
          </a:ln>
        </p:spPr>
      </p:sp>
      <p:sp>
        <p:nvSpPr>
          <p:cNvPr id="774" name="object-774">
            <a:extLst>
              <a:ext uri="{FF2B5EF4-FFF2-40B4-BE49-F238E27FC236}">
                <a16:creationId xmlns:a16="http://schemas.microsoft.com/office/drawing/2014/main" id="{B0A9B269-9429-4D50-B9C5-3CD13214F2D5}"/>
              </a:ext>
            </a:extLst>
          </p:cNvPr>
          <p:cNvSpPr>
            <a:spLocks noGrp="1"/>
          </p:cNvSpPr>
          <p:nvPr/>
        </p:nvSpPr>
        <p:spPr>
          <a:xfrm>
            <a:off x="8669338" y="5238750"/>
            <a:ext cx="34925" cy="547688"/>
          </a:xfrm>
          <a:prstGeom prst="rect">
            <a:avLst/>
          </a:prstGeom>
          <a:solidFill>
            <a:srgbClr val="1D4ED8"/>
          </a:solidFill>
          <a:ln w="13097">
            <a:solidFill>
              <a:srgbClr val="172B4D"/>
            </a:solidFill>
          </a:ln>
        </p:spPr>
      </p:sp>
      <p:sp>
        <p:nvSpPr>
          <p:cNvPr id="775" name="object-775">
            <a:extLst>
              <a:ext uri="{FF2B5EF4-FFF2-40B4-BE49-F238E27FC236}">
                <a16:creationId xmlns:a16="http://schemas.microsoft.com/office/drawing/2014/main" id="{0ED08C84-0ED0-4F09-8A87-A0D4535C4A99}"/>
              </a:ext>
            </a:extLst>
          </p:cNvPr>
          <p:cNvSpPr>
            <a:spLocks noGrp="1"/>
          </p:cNvSpPr>
          <p:nvPr/>
        </p:nvSpPr>
        <p:spPr>
          <a:xfrm>
            <a:off x="8704263" y="5238750"/>
            <a:ext cx="34925" cy="547688"/>
          </a:xfrm>
          <a:prstGeom prst="rect">
            <a:avLst/>
          </a:prstGeom>
          <a:solidFill>
            <a:srgbClr val="1D4ED8"/>
          </a:solidFill>
          <a:ln w="13097">
            <a:solidFill>
              <a:srgbClr val="172B4D"/>
            </a:solidFill>
          </a:ln>
        </p:spPr>
      </p:sp>
      <p:sp>
        <p:nvSpPr>
          <p:cNvPr id="776" name="object-776">
            <a:extLst>
              <a:ext uri="{FF2B5EF4-FFF2-40B4-BE49-F238E27FC236}">
                <a16:creationId xmlns:a16="http://schemas.microsoft.com/office/drawing/2014/main" id="{CA88BCD8-1AF4-4D4A-A0B7-883D2334B380}"/>
              </a:ext>
            </a:extLst>
          </p:cNvPr>
          <p:cNvSpPr>
            <a:spLocks noGrp="1"/>
          </p:cNvSpPr>
          <p:nvPr/>
        </p:nvSpPr>
        <p:spPr>
          <a:xfrm>
            <a:off x="8739188" y="5238750"/>
            <a:ext cx="34925" cy="547688"/>
          </a:xfrm>
          <a:prstGeom prst="rect">
            <a:avLst/>
          </a:prstGeom>
          <a:solidFill>
            <a:srgbClr val="1D4ED8"/>
          </a:solidFill>
          <a:ln w="13097">
            <a:solidFill>
              <a:srgbClr val="172B4D"/>
            </a:solidFill>
          </a:ln>
        </p:spPr>
      </p:sp>
      <p:sp>
        <p:nvSpPr>
          <p:cNvPr id="777" name="object-777">
            <a:extLst>
              <a:ext uri="{FF2B5EF4-FFF2-40B4-BE49-F238E27FC236}">
                <a16:creationId xmlns:a16="http://schemas.microsoft.com/office/drawing/2014/main" id="{B5F501C6-2FCD-4ED2-9CC9-8D837ACEF728}"/>
              </a:ext>
            </a:extLst>
          </p:cNvPr>
          <p:cNvSpPr>
            <a:spLocks noGrp="1"/>
          </p:cNvSpPr>
          <p:nvPr/>
        </p:nvSpPr>
        <p:spPr>
          <a:xfrm>
            <a:off x="8774113" y="5238750"/>
            <a:ext cx="34925" cy="547688"/>
          </a:xfrm>
          <a:prstGeom prst="rect">
            <a:avLst/>
          </a:prstGeom>
          <a:solidFill>
            <a:srgbClr val="1D4ED8"/>
          </a:solidFill>
          <a:ln w="13097">
            <a:solidFill>
              <a:srgbClr val="172B4D"/>
            </a:solidFill>
          </a:ln>
        </p:spPr>
      </p:sp>
      <p:sp>
        <p:nvSpPr>
          <p:cNvPr id="778" name="object-778">
            <a:extLst>
              <a:ext uri="{FF2B5EF4-FFF2-40B4-BE49-F238E27FC236}">
                <a16:creationId xmlns:a16="http://schemas.microsoft.com/office/drawing/2014/main" id="{C26C86B3-CE88-4FFF-B122-E45E4FF603CA}"/>
              </a:ext>
            </a:extLst>
          </p:cNvPr>
          <p:cNvSpPr>
            <a:spLocks noGrp="1"/>
          </p:cNvSpPr>
          <p:nvPr/>
        </p:nvSpPr>
        <p:spPr>
          <a:xfrm>
            <a:off x="8809038" y="5238750"/>
            <a:ext cx="34925" cy="547688"/>
          </a:xfrm>
          <a:prstGeom prst="rect">
            <a:avLst/>
          </a:prstGeom>
          <a:solidFill>
            <a:srgbClr val="1D4ED8"/>
          </a:solidFill>
          <a:ln w="13097">
            <a:solidFill>
              <a:srgbClr val="172B4D"/>
            </a:solidFill>
          </a:ln>
        </p:spPr>
      </p:sp>
      <p:sp>
        <p:nvSpPr>
          <p:cNvPr id="779" name="object-779">
            <a:extLst>
              <a:ext uri="{FF2B5EF4-FFF2-40B4-BE49-F238E27FC236}">
                <a16:creationId xmlns:a16="http://schemas.microsoft.com/office/drawing/2014/main" id="{D7D2F307-3B20-401E-A0E5-254C00E87D0B}"/>
              </a:ext>
            </a:extLst>
          </p:cNvPr>
          <p:cNvSpPr>
            <a:spLocks noGrp="1"/>
          </p:cNvSpPr>
          <p:nvPr/>
        </p:nvSpPr>
        <p:spPr>
          <a:xfrm>
            <a:off x="8843963" y="5238750"/>
            <a:ext cx="34925" cy="547688"/>
          </a:xfrm>
          <a:prstGeom prst="rect">
            <a:avLst/>
          </a:prstGeom>
          <a:solidFill>
            <a:srgbClr val="1D4ED8"/>
          </a:solidFill>
          <a:ln w="13097">
            <a:solidFill>
              <a:srgbClr val="172B4D"/>
            </a:solidFill>
          </a:ln>
        </p:spPr>
      </p:sp>
      <p:sp>
        <p:nvSpPr>
          <p:cNvPr id="780" name="object-780">
            <a:extLst>
              <a:ext uri="{FF2B5EF4-FFF2-40B4-BE49-F238E27FC236}">
                <a16:creationId xmlns:a16="http://schemas.microsoft.com/office/drawing/2014/main" id="{E571CF59-3AD0-4952-A0C0-D02FE25B1469}"/>
              </a:ext>
            </a:extLst>
          </p:cNvPr>
          <p:cNvSpPr>
            <a:spLocks noGrp="1"/>
          </p:cNvSpPr>
          <p:nvPr/>
        </p:nvSpPr>
        <p:spPr>
          <a:xfrm>
            <a:off x="8878888" y="5238750"/>
            <a:ext cx="34925" cy="547688"/>
          </a:xfrm>
          <a:prstGeom prst="rect">
            <a:avLst/>
          </a:prstGeom>
          <a:solidFill>
            <a:srgbClr val="1D4ED8"/>
          </a:solidFill>
          <a:ln w="13097">
            <a:solidFill>
              <a:srgbClr val="172B4D"/>
            </a:solidFill>
          </a:ln>
        </p:spPr>
      </p:sp>
      <p:sp>
        <p:nvSpPr>
          <p:cNvPr id="781" name="object-781">
            <a:extLst>
              <a:ext uri="{FF2B5EF4-FFF2-40B4-BE49-F238E27FC236}">
                <a16:creationId xmlns:a16="http://schemas.microsoft.com/office/drawing/2014/main" id="{5E9F9E5D-0930-4641-B20A-76C9652DE588}"/>
              </a:ext>
            </a:extLst>
          </p:cNvPr>
          <p:cNvSpPr>
            <a:spLocks noGrp="1"/>
          </p:cNvSpPr>
          <p:nvPr/>
        </p:nvSpPr>
        <p:spPr>
          <a:xfrm>
            <a:off x="8913813" y="5238750"/>
            <a:ext cx="34925" cy="547688"/>
          </a:xfrm>
          <a:prstGeom prst="rect">
            <a:avLst/>
          </a:prstGeom>
          <a:solidFill>
            <a:srgbClr val="1D4ED8"/>
          </a:solidFill>
          <a:ln w="13097">
            <a:solidFill>
              <a:srgbClr val="172B4D"/>
            </a:solidFill>
          </a:ln>
        </p:spPr>
      </p:sp>
      <p:sp>
        <p:nvSpPr>
          <p:cNvPr id="782" name="object-782">
            <a:extLst>
              <a:ext uri="{FF2B5EF4-FFF2-40B4-BE49-F238E27FC236}">
                <a16:creationId xmlns:a16="http://schemas.microsoft.com/office/drawing/2014/main" id="{1C049323-115B-4EC5-865E-1CE174C7294B}"/>
              </a:ext>
            </a:extLst>
          </p:cNvPr>
          <p:cNvSpPr>
            <a:spLocks noGrp="1"/>
          </p:cNvSpPr>
          <p:nvPr/>
        </p:nvSpPr>
        <p:spPr>
          <a:xfrm>
            <a:off x="8948738" y="5238750"/>
            <a:ext cx="34925" cy="547688"/>
          </a:xfrm>
          <a:prstGeom prst="rect">
            <a:avLst/>
          </a:prstGeom>
          <a:solidFill>
            <a:srgbClr val="1D4ED8"/>
          </a:solidFill>
          <a:ln w="13097">
            <a:solidFill>
              <a:srgbClr val="172B4D"/>
            </a:solidFill>
          </a:ln>
        </p:spPr>
      </p:sp>
      <p:sp>
        <p:nvSpPr>
          <p:cNvPr id="783" name="object-783">
            <a:extLst>
              <a:ext uri="{FF2B5EF4-FFF2-40B4-BE49-F238E27FC236}">
                <a16:creationId xmlns:a16="http://schemas.microsoft.com/office/drawing/2014/main" id="{C9F3D069-1260-4038-98BE-C46F9186A00C}"/>
              </a:ext>
            </a:extLst>
          </p:cNvPr>
          <p:cNvSpPr>
            <a:spLocks noGrp="1"/>
          </p:cNvSpPr>
          <p:nvPr/>
        </p:nvSpPr>
        <p:spPr>
          <a:xfrm>
            <a:off x="8983663" y="5238750"/>
            <a:ext cx="34925" cy="547688"/>
          </a:xfrm>
          <a:prstGeom prst="rect">
            <a:avLst/>
          </a:prstGeom>
          <a:solidFill>
            <a:srgbClr val="1D4ED8"/>
          </a:solidFill>
          <a:ln w="13097">
            <a:solidFill>
              <a:srgbClr val="172B4D"/>
            </a:solidFill>
          </a:ln>
        </p:spPr>
      </p:sp>
      <p:sp>
        <p:nvSpPr>
          <p:cNvPr id="784" name="object-784">
            <a:extLst>
              <a:ext uri="{FF2B5EF4-FFF2-40B4-BE49-F238E27FC236}">
                <a16:creationId xmlns:a16="http://schemas.microsoft.com/office/drawing/2014/main" id="{00A1D9FA-B2FF-4A27-B95D-E66464148338}"/>
              </a:ext>
            </a:extLst>
          </p:cNvPr>
          <p:cNvSpPr>
            <a:spLocks noGrp="1"/>
          </p:cNvSpPr>
          <p:nvPr/>
        </p:nvSpPr>
        <p:spPr>
          <a:xfrm>
            <a:off x="9018588" y="5238750"/>
            <a:ext cx="34925" cy="547688"/>
          </a:xfrm>
          <a:prstGeom prst="rect">
            <a:avLst/>
          </a:prstGeom>
          <a:solidFill>
            <a:srgbClr val="1D4ED8"/>
          </a:solidFill>
          <a:ln w="13097">
            <a:solidFill>
              <a:srgbClr val="172B4D"/>
            </a:solidFill>
          </a:ln>
        </p:spPr>
      </p:sp>
      <p:sp>
        <p:nvSpPr>
          <p:cNvPr id="785" name="object-785">
            <a:extLst>
              <a:ext uri="{FF2B5EF4-FFF2-40B4-BE49-F238E27FC236}">
                <a16:creationId xmlns:a16="http://schemas.microsoft.com/office/drawing/2014/main" id="{BDEFF17D-583E-4A6E-B4BB-00E0E54D49C2}"/>
              </a:ext>
            </a:extLst>
          </p:cNvPr>
          <p:cNvSpPr>
            <a:spLocks noGrp="1"/>
          </p:cNvSpPr>
          <p:nvPr/>
        </p:nvSpPr>
        <p:spPr>
          <a:xfrm>
            <a:off x="9053513" y="5238750"/>
            <a:ext cx="34925" cy="547688"/>
          </a:xfrm>
          <a:prstGeom prst="rect">
            <a:avLst/>
          </a:prstGeom>
          <a:solidFill>
            <a:srgbClr val="1D4ED8"/>
          </a:solidFill>
          <a:ln w="13097">
            <a:solidFill>
              <a:srgbClr val="172B4D"/>
            </a:solidFill>
          </a:ln>
        </p:spPr>
      </p:sp>
      <p:sp>
        <p:nvSpPr>
          <p:cNvPr id="786" name="object-786">
            <a:extLst>
              <a:ext uri="{FF2B5EF4-FFF2-40B4-BE49-F238E27FC236}">
                <a16:creationId xmlns:a16="http://schemas.microsoft.com/office/drawing/2014/main" id="{CBF01A28-4D98-4691-9948-8E77A9F07DA8}"/>
              </a:ext>
            </a:extLst>
          </p:cNvPr>
          <p:cNvSpPr>
            <a:spLocks noGrp="1"/>
          </p:cNvSpPr>
          <p:nvPr/>
        </p:nvSpPr>
        <p:spPr>
          <a:xfrm>
            <a:off x="9088438" y="5238750"/>
            <a:ext cx="34925" cy="547688"/>
          </a:xfrm>
          <a:prstGeom prst="rect">
            <a:avLst/>
          </a:prstGeom>
          <a:solidFill>
            <a:srgbClr val="1D4ED8"/>
          </a:solidFill>
          <a:ln w="13097">
            <a:solidFill>
              <a:srgbClr val="172B4D"/>
            </a:solidFill>
          </a:ln>
        </p:spPr>
      </p:sp>
      <p:sp>
        <p:nvSpPr>
          <p:cNvPr id="787" name="object-787">
            <a:extLst>
              <a:ext uri="{FF2B5EF4-FFF2-40B4-BE49-F238E27FC236}">
                <a16:creationId xmlns:a16="http://schemas.microsoft.com/office/drawing/2014/main" id="{F26A1A39-5834-4565-A976-63D1D959CF08}"/>
              </a:ext>
            </a:extLst>
          </p:cNvPr>
          <p:cNvSpPr>
            <a:spLocks noGrp="1"/>
          </p:cNvSpPr>
          <p:nvPr/>
        </p:nvSpPr>
        <p:spPr>
          <a:xfrm>
            <a:off x="9123363" y="5238750"/>
            <a:ext cx="34925" cy="547688"/>
          </a:xfrm>
          <a:prstGeom prst="rect">
            <a:avLst/>
          </a:prstGeom>
          <a:solidFill>
            <a:srgbClr val="1D4ED8"/>
          </a:solidFill>
          <a:ln w="13097">
            <a:solidFill>
              <a:srgbClr val="172B4D"/>
            </a:solidFill>
          </a:ln>
        </p:spPr>
      </p:sp>
      <p:sp>
        <p:nvSpPr>
          <p:cNvPr id="788" name="object-788">
            <a:extLst>
              <a:ext uri="{FF2B5EF4-FFF2-40B4-BE49-F238E27FC236}">
                <a16:creationId xmlns:a16="http://schemas.microsoft.com/office/drawing/2014/main" id="{B70CDF72-4D7E-43FF-B175-7DAFBBBDE618}"/>
              </a:ext>
            </a:extLst>
          </p:cNvPr>
          <p:cNvSpPr>
            <a:spLocks noGrp="1"/>
          </p:cNvSpPr>
          <p:nvPr/>
        </p:nvSpPr>
        <p:spPr>
          <a:xfrm>
            <a:off x="9158288" y="5238750"/>
            <a:ext cx="34925" cy="547688"/>
          </a:xfrm>
          <a:prstGeom prst="rect">
            <a:avLst/>
          </a:prstGeom>
          <a:solidFill>
            <a:srgbClr val="1D4ED8"/>
          </a:solidFill>
          <a:ln w="13097">
            <a:solidFill>
              <a:srgbClr val="172B4D"/>
            </a:solidFill>
          </a:ln>
        </p:spPr>
      </p:sp>
      <p:sp>
        <p:nvSpPr>
          <p:cNvPr id="789" name="object-789">
            <a:extLst>
              <a:ext uri="{FF2B5EF4-FFF2-40B4-BE49-F238E27FC236}">
                <a16:creationId xmlns:a16="http://schemas.microsoft.com/office/drawing/2014/main" id="{7FCE00C1-B430-4D06-8A41-DDA36F86DD6B}"/>
              </a:ext>
            </a:extLst>
          </p:cNvPr>
          <p:cNvSpPr>
            <a:spLocks noGrp="1"/>
          </p:cNvSpPr>
          <p:nvPr/>
        </p:nvSpPr>
        <p:spPr>
          <a:xfrm>
            <a:off x="9193213" y="5238750"/>
            <a:ext cx="34925" cy="547688"/>
          </a:xfrm>
          <a:prstGeom prst="rect">
            <a:avLst/>
          </a:prstGeom>
          <a:solidFill>
            <a:srgbClr val="1D4ED8"/>
          </a:solidFill>
          <a:ln w="13097">
            <a:solidFill>
              <a:srgbClr val="172B4D"/>
            </a:solidFill>
          </a:ln>
        </p:spPr>
      </p:sp>
      <p:sp>
        <p:nvSpPr>
          <p:cNvPr id="790" name="object-790">
            <a:extLst>
              <a:ext uri="{FF2B5EF4-FFF2-40B4-BE49-F238E27FC236}">
                <a16:creationId xmlns:a16="http://schemas.microsoft.com/office/drawing/2014/main" id="{3FD57DC1-6571-4B0E-8634-A4EEEA140013}"/>
              </a:ext>
            </a:extLst>
          </p:cNvPr>
          <p:cNvSpPr>
            <a:spLocks noGrp="1"/>
          </p:cNvSpPr>
          <p:nvPr/>
        </p:nvSpPr>
        <p:spPr>
          <a:xfrm>
            <a:off x="9228138" y="5238750"/>
            <a:ext cx="34925" cy="547688"/>
          </a:xfrm>
          <a:prstGeom prst="rect">
            <a:avLst/>
          </a:prstGeom>
          <a:solidFill>
            <a:srgbClr val="1D4ED8"/>
          </a:solidFill>
          <a:ln w="13097">
            <a:solidFill>
              <a:srgbClr val="172B4D"/>
            </a:solidFill>
          </a:ln>
        </p:spPr>
      </p:sp>
      <p:sp>
        <p:nvSpPr>
          <p:cNvPr id="791" name="object-791">
            <a:extLst>
              <a:ext uri="{FF2B5EF4-FFF2-40B4-BE49-F238E27FC236}">
                <a16:creationId xmlns:a16="http://schemas.microsoft.com/office/drawing/2014/main" id="{A9DE6789-EE89-4D30-ABCC-50ECFB4A6A08}"/>
              </a:ext>
            </a:extLst>
          </p:cNvPr>
          <p:cNvSpPr>
            <a:spLocks noGrp="1"/>
          </p:cNvSpPr>
          <p:nvPr/>
        </p:nvSpPr>
        <p:spPr>
          <a:xfrm>
            <a:off x="9263063" y="5238750"/>
            <a:ext cx="34925" cy="547688"/>
          </a:xfrm>
          <a:prstGeom prst="rect">
            <a:avLst/>
          </a:prstGeom>
          <a:solidFill>
            <a:srgbClr val="1D4ED8"/>
          </a:solidFill>
          <a:ln w="13097">
            <a:solidFill>
              <a:srgbClr val="172B4D"/>
            </a:solidFill>
          </a:ln>
        </p:spPr>
      </p:sp>
      <p:sp>
        <p:nvSpPr>
          <p:cNvPr id="792" name="object-792">
            <a:extLst>
              <a:ext uri="{FF2B5EF4-FFF2-40B4-BE49-F238E27FC236}">
                <a16:creationId xmlns:a16="http://schemas.microsoft.com/office/drawing/2014/main" id="{E39EEB66-01A7-49B2-BD17-31BB20EF5C1C}"/>
              </a:ext>
            </a:extLst>
          </p:cNvPr>
          <p:cNvSpPr>
            <a:spLocks noGrp="1"/>
          </p:cNvSpPr>
          <p:nvPr/>
        </p:nvSpPr>
        <p:spPr>
          <a:xfrm>
            <a:off x="9297988" y="5238750"/>
            <a:ext cx="34925" cy="547688"/>
          </a:xfrm>
          <a:prstGeom prst="rect">
            <a:avLst/>
          </a:prstGeom>
          <a:solidFill>
            <a:srgbClr val="1D4ED8"/>
          </a:solidFill>
          <a:ln w="13097">
            <a:solidFill>
              <a:srgbClr val="172B4D"/>
            </a:solidFill>
          </a:ln>
        </p:spPr>
      </p:sp>
      <p:sp>
        <p:nvSpPr>
          <p:cNvPr id="793" name="object-793">
            <a:extLst>
              <a:ext uri="{FF2B5EF4-FFF2-40B4-BE49-F238E27FC236}">
                <a16:creationId xmlns:a16="http://schemas.microsoft.com/office/drawing/2014/main" id="{4165EB9B-1856-4082-BEE3-D2E36AC89863}"/>
              </a:ext>
            </a:extLst>
          </p:cNvPr>
          <p:cNvSpPr>
            <a:spLocks noGrp="1"/>
          </p:cNvSpPr>
          <p:nvPr/>
        </p:nvSpPr>
        <p:spPr>
          <a:xfrm>
            <a:off x="9332913" y="5238750"/>
            <a:ext cx="34925" cy="547688"/>
          </a:xfrm>
          <a:prstGeom prst="rect">
            <a:avLst/>
          </a:prstGeom>
          <a:solidFill>
            <a:srgbClr val="1D4ED8"/>
          </a:solidFill>
          <a:ln w="13097">
            <a:solidFill>
              <a:srgbClr val="172B4D"/>
            </a:solidFill>
          </a:ln>
        </p:spPr>
      </p:sp>
      <p:sp>
        <p:nvSpPr>
          <p:cNvPr id="794" name="object-794">
            <a:extLst>
              <a:ext uri="{FF2B5EF4-FFF2-40B4-BE49-F238E27FC236}">
                <a16:creationId xmlns:a16="http://schemas.microsoft.com/office/drawing/2014/main" id="{F67E5323-6340-41B5-9676-1BE3CFAFFD14}"/>
              </a:ext>
            </a:extLst>
          </p:cNvPr>
          <p:cNvSpPr>
            <a:spLocks noGrp="1"/>
          </p:cNvSpPr>
          <p:nvPr/>
        </p:nvSpPr>
        <p:spPr>
          <a:xfrm>
            <a:off x="9367838" y="5238750"/>
            <a:ext cx="34925" cy="547688"/>
          </a:xfrm>
          <a:prstGeom prst="rect">
            <a:avLst/>
          </a:prstGeom>
          <a:solidFill>
            <a:srgbClr val="1D4ED8"/>
          </a:solidFill>
          <a:ln w="13097">
            <a:solidFill>
              <a:srgbClr val="172B4D"/>
            </a:solidFill>
          </a:ln>
        </p:spPr>
      </p:sp>
      <p:sp>
        <p:nvSpPr>
          <p:cNvPr id="795" name="object-795">
            <a:extLst>
              <a:ext uri="{FF2B5EF4-FFF2-40B4-BE49-F238E27FC236}">
                <a16:creationId xmlns:a16="http://schemas.microsoft.com/office/drawing/2014/main" id="{37B75204-DFB9-4869-9012-1B435724ECEA}"/>
              </a:ext>
            </a:extLst>
          </p:cNvPr>
          <p:cNvSpPr>
            <a:spLocks noGrp="1"/>
          </p:cNvSpPr>
          <p:nvPr/>
        </p:nvSpPr>
        <p:spPr>
          <a:xfrm>
            <a:off x="9402763" y="5238750"/>
            <a:ext cx="34925" cy="547688"/>
          </a:xfrm>
          <a:prstGeom prst="rect">
            <a:avLst/>
          </a:prstGeom>
          <a:solidFill>
            <a:srgbClr val="1D4ED8"/>
          </a:solidFill>
          <a:ln w="13097">
            <a:solidFill>
              <a:srgbClr val="172B4D"/>
            </a:solidFill>
          </a:ln>
        </p:spPr>
      </p:sp>
      <p:sp>
        <p:nvSpPr>
          <p:cNvPr id="796" name="object-796">
            <a:extLst>
              <a:ext uri="{FF2B5EF4-FFF2-40B4-BE49-F238E27FC236}">
                <a16:creationId xmlns:a16="http://schemas.microsoft.com/office/drawing/2014/main" id="{B0BE198A-95E9-4F53-8EA3-611B08C40AD9}"/>
              </a:ext>
            </a:extLst>
          </p:cNvPr>
          <p:cNvSpPr>
            <a:spLocks noGrp="1"/>
          </p:cNvSpPr>
          <p:nvPr/>
        </p:nvSpPr>
        <p:spPr>
          <a:xfrm>
            <a:off x="9437688" y="5238750"/>
            <a:ext cx="34925" cy="547688"/>
          </a:xfrm>
          <a:prstGeom prst="rect">
            <a:avLst/>
          </a:prstGeom>
          <a:solidFill>
            <a:srgbClr val="1D4ED8"/>
          </a:solidFill>
          <a:ln w="13097">
            <a:solidFill>
              <a:srgbClr val="172B4D"/>
            </a:solidFill>
          </a:ln>
        </p:spPr>
      </p:sp>
      <p:sp>
        <p:nvSpPr>
          <p:cNvPr id="797" name="object-797">
            <a:extLst>
              <a:ext uri="{FF2B5EF4-FFF2-40B4-BE49-F238E27FC236}">
                <a16:creationId xmlns:a16="http://schemas.microsoft.com/office/drawing/2014/main" id="{FC5C2A14-4DE9-45E5-BD76-F2199E254525}"/>
              </a:ext>
            </a:extLst>
          </p:cNvPr>
          <p:cNvSpPr>
            <a:spLocks noGrp="1"/>
          </p:cNvSpPr>
          <p:nvPr/>
        </p:nvSpPr>
        <p:spPr>
          <a:xfrm>
            <a:off x="9472613" y="5238750"/>
            <a:ext cx="34925" cy="547688"/>
          </a:xfrm>
          <a:prstGeom prst="rect">
            <a:avLst/>
          </a:prstGeom>
          <a:solidFill>
            <a:srgbClr val="1D4ED8"/>
          </a:solidFill>
          <a:ln w="13097">
            <a:solidFill>
              <a:srgbClr val="172B4D"/>
            </a:solidFill>
          </a:ln>
        </p:spPr>
      </p:sp>
      <p:sp>
        <p:nvSpPr>
          <p:cNvPr id="798" name="object-798">
            <a:extLst>
              <a:ext uri="{FF2B5EF4-FFF2-40B4-BE49-F238E27FC236}">
                <a16:creationId xmlns:a16="http://schemas.microsoft.com/office/drawing/2014/main" id="{D84082A2-6D16-4003-87FA-9DF496F3DB7D}"/>
              </a:ext>
            </a:extLst>
          </p:cNvPr>
          <p:cNvSpPr>
            <a:spLocks noGrp="1"/>
          </p:cNvSpPr>
          <p:nvPr/>
        </p:nvSpPr>
        <p:spPr>
          <a:xfrm>
            <a:off x="9507538" y="5238750"/>
            <a:ext cx="34925" cy="547688"/>
          </a:xfrm>
          <a:prstGeom prst="rect">
            <a:avLst/>
          </a:prstGeom>
          <a:solidFill>
            <a:srgbClr val="1D4ED8"/>
          </a:solidFill>
          <a:ln w="13097">
            <a:solidFill>
              <a:srgbClr val="172B4D"/>
            </a:solidFill>
          </a:ln>
        </p:spPr>
      </p:sp>
      <p:sp>
        <p:nvSpPr>
          <p:cNvPr id="799" name="object-799">
            <a:extLst>
              <a:ext uri="{FF2B5EF4-FFF2-40B4-BE49-F238E27FC236}">
                <a16:creationId xmlns:a16="http://schemas.microsoft.com/office/drawing/2014/main" id="{01FD4473-EC82-4C44-AD8F-804162DB5B26}"/>
              </a:ext>
            </a:extLst>
          </p:cNvPr>
          <p:cNvSpPr>
            <a:spLocks noGrp="1"/>
          </p:cNvSpPr>
          <p:nvPr/>
        </p:nvSpPr>
        <p:spPr>
          <a:xfrm>
            <a:off x="9542463" y="5238750"/>
            <a:ext cx="34925" cy="547688"/>
          </a:xfrm>
          <a:prstGeom prst="rect">
            <a:avLst/>
          </a:prstGeom>
          <a:solidFill>
            <a:srgbClr val="1D4ED8"/>
          </a:solidFill>
          <a:ln w="13097">
            <a:solidFill>
              <a:srgbClr val="172B4D"/>
            </a:solidFill>
          </a:ln>
        </p:spPr>
      </p:sp>
      <p:sp>
        <p:nvSpPr>
          <p:cNvPr id="800" name="object-800">
            <a:extLst>
              <a:ext uri="{FF2B5EF4-FFF2-40B4-BE49-F238E27FC236}">
                <a16:creationId xmlns:a16="http://schemas.microsoft.com/office/drawing/2014/main" id="{1D7F9F28-D354-40E8-B86E-79FEAA5E1152}"/>
              </a:ext>
            </a:extLst>
          </p:cNvPr>
          <p:cNvSpPr>
            <a:spLocks noGrp="1"/>
          </p:cNvSpPr>
          <p:nvPr/>
        </p:nvSpPr>
        <p:spPr>
          <a:xfrm>
            <a:off x="9577388" y="5238750"/>
            <a:ext cx="34925" cy="547688"/>
          </a:xfrm>
          <a:prstGeom prst="rect">
            <a:avLst/>
          </a:prstGeom>
          <a:solidFill>
            <a:srgbClr val="1D4ED8"/>
          </a:solidFill>
          <a:ln w="13097">
            <a:solidFill>
              <a:srgbClr val="172B4D"/>
            </a:solidFill>
          </a:ln>
        </p:spPr>
      </p:sp>
      <p:sp>
        <p:nvSpPr>
          <p:cNvPr id="801" name="object-801">
            <a:extLst>
              <a:ext uri="{FF2B5EF4-FFF2-40B4-BE49-F238E27FC236}">
                <a16:creationId xmlns:a16="http://schemas.microsoft.com/office/drawing/2014/main" id="{05473543-745B-4EB1-93F2-9B4AB4829291}"/>
              </a:ext>
            </a:extLst>
          </p:cNvPr>
          <p:cNvSpPr>
            <a:spLocks noGrp="1"/>
          </p:cNvSpPr>
          <p:nvPr/>
        </p:nvSpPr>
        <p:spPr>
          <a:xfrm>
            <a:off x="9612313" y="5238750"/>
            <a:ext cx="34925" cy="547688"/>
          </a:xfrm>
          <a:prstGeom prst="rect">
            <a:avLst/>
          </a:prstGeom>
          <a:solidFill>
            <a:srgbClr val="1D4ED8"/>
          </a:solidFill>
          <a:ln w="13097">
            <a:solidFill>
              <a:srgbClr val="172B4D"/>
            </a:solidFill>
          </a:ln>
        </p:spPr>
      </p:sp>
      <p:sp>
        <p:nvSpPr>
          <p:cNvPr id="802" name="object-802">
            <a:extLst>
              <a:ext uri="{FF2B5EF4-FFF2-40B4-BE49-F238E27FC236}">
                <a16:creationId xmlns:a16="http://schemas.microsoft.com/office/drawing/2014/main" id="{36BE6433-43DA-4CC1-AB51-A0D8DA6A5BBF}"/>
              </a:ext>
            </a:extLst>
          </p:cNvPr>
          <p:cNvSpPr>
            <a:spLocks noGrp="1"/>
          </p:cNvSpPr>
          <p:nvPr/>
        </p:nvSpPr>
        <p:spPr>
          <a:xfrm>
            <a:off x="9647238" y="5238750"/>
            <a:ext cx="34925" cy="547688"/>
          </a:xfrm>
          <a:prstGeom prst="rect">
            <a:avLst/>
          </a:prstGeom>
          <a:solidFill>
            <a:srgbClr val="1D4ED8"/>
          </a:solidFill>
          <a:ln w="13097">
            <a:solidFill>
              <a:srgbClr val="172B4D"/>
            </a:solidFill>
          </a:ln>
        </p:spPr>
      </p:sp>
      <p:sp>
        <p:nvSpPr>
          <p:cNvPr id="803" name="object-803">
            <a:extLst>
              <a:ext uri="{FF2B5EF4-FFF2-40B4-BE49-F238E27FC236}">
                <a16:creationId xmlns:a16="http://schemas.microsoft.com/office/drawing/2014/main" id="{DB799A8A-D30C-4FD6-8A1F-5A862A4089C9}"/>
              </a:ext>
            </a:extLst>
          </p:cNvPr>
          <p:cNvSpPr>
            <a:spLocks noGrp="1"/>
          </p:cNvSpPr>
          <p:nvPr/>
        </p:nvSpPr>
        <p:spPr>
          <a:xfrm>
            <a:off x="9682163" y="5238750"/>
            <a:ext cx="34925" cy="547688"/>
          </a:xfrm>
          <a:prstGeom prst="rect">
            <a:avLst/>
          </a:prstGeom>
          <a:solidFill>
            <a:srgbClr val="1D4ED8"/>
          </a:solidFill>
          <a:ln w="13097">
            <a:solidFill>
              <a:srgbClr val="172B4D"/>
            </a:solidFill>
          </a:ln>
        </p:spPr>
      </p:sp>
      <p:sp>
        <p:nvSpPr>
          <p:cNvPr id="804" name="object-804">
            <a:extLst>
              <a:ext uri="{FF2B5EF4-FFF2-40B4-BE49-F238E27FC236}">
                <a16:creationId xmlns:a16="http://schemas.microsoft.com/office/drawing/2014/main" id="{2740F0CB-26ED-4388-AA80-839C3803DAC1}"/>
              </a:ext>
            </a:extLst>
          </p:cNvPr>
          <p:cNvSpPr>
            <a:spLocks noGrp="1"/>
          </p:cNvSpPr>
          <p:nvPr/>
        </p:nvSpPr>
        <p:spPr>
          <a:xfrm>
            <a:off x="9717088" y="5238750"/>
            <a:ext cx="34925" cy="547688"/>
          </a:xfrm>
          <a:prstGeom prst="rect">
            <a:avLst/>
          </a:prstGeom>
          <a:solidFill>
            <a:srgbClr val="1D4ED8"/>
          </a:solidFill>
          <a:ln w="13097">
            <a:solidFill>
              <a:srgbClr val="172B4D"/>
            </a:solidFill>
          </a:ln>
        </p:spPr>
      </p:sp>
      <p:sp>
        <p:nvSpPr>
          <p:cNvPr id="805" name="object-805">
            <a:extLst>
              <a:ext uri="{FF2B5EF4-FFF2-40B4-BE49-F238E27FC236}">
                <a16:creationId xmlns:a16="http://schemas.microsoft.com/office/drawing/2014/main" id="{6830DE69-5F13-4C84-93CE-A4CD038B5471}"/>
              </a:ext>
            </a:extLst>
          </p:cNvPr>
          <p:cNvSpPr>
            <a:spLocks noGrp="1"/>
          </p:cNvSpPr>
          <p:nvPr/>
        </p:nvSpPr>
        <p:spPr>
          <a:xfrm>
            <a:off x="9752013" y="5238750"/>
            <a:ext cx="34925" cy="547688"/>
          </a:xfrm>
          <a:prstGeom prst="rect">
            <a:avLst/>
          </a:prstGeom>
          <a:solidFill>
            <a:srgbClr val="1D4ED8"/>
          </a:solidFill>
          <a:ln w="13097">
            <a:solidFill>
              <a:srgbClr val="172B4D"/>
            </a:solidFill>
          </a:ln>
        </p:spPr>
      </p:sp>
      <p:sp>
        <p:nvSpPr>
          <p:cNvPr id="806" name="object-806">
            <a:extLst>
              <a:ext uri="{FF2B5EF4-FFF2-40B4-BE49-F238E27FC236}">
                <a16:creationId xmlns:a16="http://schemas.microsoft.com/office/drawing/2014/main" id="{12AF8159-1807-459D-B759-79FA05C6244B}"/>
              </a:ext>
            </a:extLst>
          </p:cNvPr>
          <p:cNvSpPr>
            <a:spLocks noGrp="1"/>
          </p:cNvSpPr>
          <p:nvPr/>
        </p:nvSpPr>
        <p:spPr>
          <a:xfrm>
            <a:off x="9786938" y="5238750"/>
            <a:ext cx="34925" cy="547688"/>
          </a:xfrm>
          <a:prstGeom prst="rect">
            <a:avLst/>
          </a:prstGeom>
          <a:solidFill>
            <a:srgbClr val="1D4ED8"/>
          </a:solidFill>
          <a:ln w="13097">
            <a:solidFill>
              <a:srgbClr val="172B4D"/>
            </a:solidFill>
          </a:ln>
        </p:spPr>
      </p:sp>
      <p:sp>
        <p:nvSpPr>
          <p:cNvPr id="807" name="object-807">
            <a:extLst>
              <a:ext uri="{FF2B5EF4-FFF2-40B4-BE49-F238E27FC236}">
                <a16:creationId xmlns:a16="http://schemas.microsoft.com/office/drawing/2014/main" id="{EB23F7C9-A234-48BC-BEC6-AA11554C3B05}"/>
              </a:ext>
            </a:extLst>
          </p:cNvPr>
          <p:cNvSpPr>
            <a:spLocks noGrp="1"/>
          </p:cNvSpPr>
          <p:nvPr/>
        </p:nvSpPr>
        <p:spPr>
          <a:xfrm>
            <a:off x="9821862" y="5238750"/>
            <a:ext cx="34925" cy="547688"/>
          </a:xfrm>
          <a:prstGeom prst="rect">
            <a:avLst/>
          </a:prstGeom>
          <a:solidFill>
            <a:srgbClr val="1D4ED8"/>
          </a:solidFill>
          <a:ln w="13097">
            <a:solidFill>
              <a:srgbClr val="172B4D"/>
            </a:solidFill>
          </a:ln>
        </p:spPr>
      </p:sp>
      <p:sp>
        <p:nvSpPr>
          <p:cNvPr id="808" name="object-808">
            <a:extLst>
              <a:ext uri="{FF2B5EF4-FFF2-40B4-BE49-F238E27FC236}">
                <a16:creationId xmlns:a16="http://schemas.microsoft.com/office/drawing/2014/main" id="{CA425937-2898-448E-B686-AF26D2D3AA15}"/>
              </a:ext>
            </a:extLst>
          </p:cNvPr>
          <p:cNvSpPr>
            <a:spLocks noGrp="1"/>
          </p:cNvSpPr>
          <p:nvPr/>
        </p:nvSpPr>
        <p:spPr>
          <a:xfrm>
            <a:off x="9856788" y="5238750"/>
            <a:ext cx="34925" cy="547688"/>
          </a:xfrm>
          <a:prstGeom prst="rect">
            <a:avLst/>
          </a:prstGeom>
          <a:solidFill>
            <a:srgbClr val="1D4ED8"/>
          </a:solidFill>
          <a:ln w="13097">
            <a:solidFill>
              <a:srgbClr val="172B4D"/>
            </a:solidFill>
          </a:ln>
        </p:spPr>
      </p:sp>
      <p:sp>
        <p:nvSpPr>
          <p:cNvPr id="809" name="object-809">
            <a:extLst>
              <a:ext uri="{FF2B5EF4-FFF2-40B4-BE49-F238E27FC236}">
                <a16:creationId xmlns:a16="http://schemas.microsoft.com/office/drawing/2014/main" id="{805583A8-48D4-45A4-BF7B-06773524D95F}"/>
              </a:ext>
            </a:extLst>
          </p:cNvPr>
          <p:cNvSpPr>
            <a:spLocks noGrp="1"/>
          </p:cNvSpPr>
          <p:nvPr/>
        </p:nvSpPr>
        <p:spPr>
          <a:xfrm>
            <a:off x="9891713" y="5238750"/>
            <a:ext cx="34925" cy="547688"/>
          </a:xfrm>
          <a:prstGeom prst="rect">
            <a:avLst/>
          </a:prstGeom>
          <a:solidFill>
            <a:srgbClr val="1D4ED8"/>
          </a:solidFill>
          <a:ln w="13097">
            <a:solidFill>
              <a:srgbClr val="172B4D"/>
            </a:solidFill>
          </a:ln>
        </p:spPr>
      </p:sp>
      <p:sp>
        <p:nvSpPr>
          <p:cNvPr id="810" name="object-810">
            <a:extLst>
              <a:ext uri="{FF2B5EF4-FFF2-40B4-BE49-F238E27FC236}">
                <a16:creationId xmlns:a16="http://schemas.microsoft.com/office/drawing/2014/main" id="{95B123F7-0C35-4363-9AFC-B219E560CA57}"/>
              </a:ext>
            </a:extLst>
          </p:cNvPr>
          <p:cNvSpPr>
            <a:spLocks noGrp="1"/>
          </p:cNvSpPr>
          <p:nvPr/>
        </p:nvSpPr>
        <p:spPr>
          <a:xfrm>
            <a:off x="9926638" y="5238750"/>
            <a:ext cx="34925" cy="547688"/>
          </a:xfrm>
          <a:prstGeom prst="rect">
            <a:avLst/>
          </a:prstGeom>
          <a:solidFill>
            <a:srgbClr val="1D4ED8"/>
          </a:solidFill>
          <a:ln w="13097">
            <a:solidFill>
              <a:srgbClr val="172B4D"/>
            </a:solidFill>
          </a:ln>
        </p:spPr>
      </p:sp>
      <p:sp>
        <p:nvSpPr>
          <p:cNvPr id="811" name="object-811">
            <a:extLst>
              <a:ext uri="{FF2B5EF4-FFF2-40B4-BE49-F238E27FC236}">
                <a16:creationId xmlns:a16="http://schemas.microsoft.com/office/drawing/2014/main" id="{16E9DA74-C800-4BBF-9CEB-F10033E18E87}"/>
              </a:ext>
            </a:extLst>
          </p:cNvPr>
          <p:cNvSpPr>
            <a:spLocks noGrp="1"/>
          </p:cNvSpPr>
          <p:nvPr/>
        </p:nvSpPr>
        <p:spPr>
          <a:xfrm>
            <a:off x="9961563" y="5238750"/>
            <a:ext cx="34925" cy="547688"/>
          </a:xfrm>
          <a:prstGeom prst="rect">
            <a:avLst/>
          </a:prstGeom>
          <a:solidFill>
            <a:srgbClr val="1D4ED8"/>
          </a:solidFill>
          <a:ln w="13097">
            <a:solidFill>
              <a:srgbClr val="172B4D"/>
            </a:solidFill>
          </a:ln>
        </p:spPr>
      </p:sp>
      <p:sp>
        <p:nvSpPr>
          <p:cNvPr id="812" name="object-812">
            <a:extLst>
              <a:ext uri="{FF2B5EF4-FFF2-40B4-BE49-F238E27FC236}">
                <a16:creationId xmlns:a16="http://schemas.microsoft.com/office/drawing/2014/main" id="{55848072-E70D-4448-929D-0C2F23B3DD57}"/>
              </a:ext>
            </a:extLst>
          </p:cNvPr>
          <p:cNvSpPr>
            <a:spLocks noGrp="1"/>
          </p:cNvSpPr>
          <p:nvPr/>
        </p:nvSpPr>
        <p:spPr>
          <a:xfrm>
            <a:off x="9996488" y="5238750"/>
            <a:ext cx="34925" cy="547688"/>
          </a:xfrm>
          <a:prstGeom prst="rect">
            <a:avLst/>
          </a:prstGeom>
          <a:solidFill>
            <a:srgbClr val="1D4ED8"/>
          </a:solidFill>
          <a:ln w="13097">
            <a:solidFill>
              <a:srgbClr val="172B4D"/>
            </a:solidFill>
          </a:ln>
        </p:spPr>
      </p:sp>
      <p:sp>
        <p:nvSpPr>
          <p:cNvPr id="813" name="object-813">
            <a:extLst>
              <a:ext uri="{FF2B5EF4-FFF2-40B4-BE49-F238E27FC236}">
                <a16:creationId xmlns:a16="http://schemas.microsoft.com/office/drawing/2014/main" id="{28B6D7C4-D308-42F5-9ED5-A1FE9AE64A38}"/>
              </a:ext>
            </a:extLst>
          </p:cNvPr>
          <p:cNvSpPr>
            <a:spLocks noGrp="1"/>
          </p:cNvSpPr>
          <p:nvPr/>
        </p:nvSpPr>
        <p:spPr>
          <a:xfrm>
            <a:off x="10031412" y="5238750"/>
            <a:ext cx="34925" cy="547688"/>
          </a:xfrm>
          <a:prstGeom prst="rect">
            <a:avLst/>
          </a:prstGeom>
          <a:solidFill>
            <a:srgbClr val="1D4ED8"/>
          </a:solidFill>
          <a:ln w="13097">
            <a:solidFill>
              <a:srgbClr val="172B4D"/>
            </a:solidFill>
          </a:ln>
        </p:spPr>
      </p:sp>
      <p:sp>
        <p:nvSpPr>
          <p:cNvPr id="814" name="object-814">
            <a:extLst>
              <a:ext uri="{FF2B5EF4-FFF2-40B4-BE49-F238E27FC236}">
                <a16:creationId xmlns:a16="http://schemas.microsoft.com/office/drawing/2014/main" id="{07E70EAF-25B4-4EA9-BC07-B175086C039E}"/>
              </a:ext>
            </a:extLst>
          </p:cNvPr>
          <p:cNvSpPr>
            <a:spLocks noGrp="1"/>
          </p:cNvSpPr>
          <p:nvPr/>
        </p:nvSpPr>
        <p:spPr>
          <a:xfrm>
            <a:off x="10066338" y="5238750"/>
            <a:ext cx="34925" cy="547688"/>
          </a:xfrm>
          <a:prstGeom prst="rect">
            <a:avLst/>
          </a:prstGeom>
          <a:solidFill>
            <a:srgbClr val="1D4ED8"/>
          </a:solidFill>
          <a:ln w="13097">
            <a:solidFill>
              <a:srgbClr val="172B4D"/>
            </a:solidFill>
          </a:ln>
        </p:spPr>
      </p:sp>
      <p:sp>
        <p:nvSpPr>
          <p:cNvPr id="815" name="object-815">
            <a:extLst>
              <a:ext uri="{FF2B5EF4-FFF2-40B4-BE49-F238E27FC236}">
                <a16:creationId xmlns:a16="http://schemas.microsoft.com/office/drawing/2014/main" id="{A545A5BF-A498-4662-8FB6-E0482C1F53D2}"/>
              </a:ext>
            </a:extLst>
          </p:cNvPr>
          <p:cNvSpPr>
            <a:spLocks noGrp="1"/>
          </p:cNvSpPr>
          <p:nvPr/>
        </p:nvSpPr>
        <p:spPr>
          <a:xfrm>
            <a:off x="10101263" y="5238750"/>
            <a:ext cx="34925" cy="547688"/>
          </a:xfrm>
          <a:prstGeom prst="rect">
            <a:avLst/>
          </a:prstGeom>
          <a:solidFill>
            <a:srgbClr val="1D4ED8"/>
          </a:solidFill>
          <a:ln w="13097">
            <a:solidFill>
              <a:srgbClr val="172B4D"/>
            </a:solidFill>
          </a:ln>
        </p:spPr>
      </p:sp>
      <p:sp>
        <p:nvSpPr>
          <p:cNvPr id="816" name="object-816">
            <a:extLst>
              <a:ext uri="{FF2B5EF4-FFF2-40B4-BE49-F238E27FC236}">
                <a16:creationId xmlns:a16="http://schemas.microsoft.com/office/drawing/2014/main" id="{45A4AFA5-0903-4738-BDA8-0C98CC4FBA3A}"/>
              </a:ext>
            </a:extLst>
          </p:cNvPr>
          <p:cNvSpPr>
            <a:spLocks noGrp="1"/>
          </p:cNvSpPr>
          <p:nvPr/>
        </p:nvSpPr>
        <p:spPr>
          <a:xfrm>
            <a:off x="10136188" y="5238750"/>
            <a:ext cx="34925" cy="547688"/>
          </a:xfrm>
          <a:prstGeom prst="rect">
            <a:avLst/>
          </a:prstGeom>
          <a:solidFill>
            <a:srgbClr val="1D4ED8"/>
          </a:solidFill>
          <a:ln w="13097">
            <a:solidFill>
              <a:srgbClr val="172B4D"/>
            </a:solidFill>
          </a:ln>
        </p:spPr>
      </p:sp>
      <p:sp>
        <p:nvSpPr>
          <p:cNvPr id="817" name="object-817">
            <a:extLst>
              <a:ext uri="{FF2B5EF4-FFF2-40B4-BE49-F238E27FC236}">
                <a16:creationId xmlns:a16="http://schemas.microsoft.com/office/drawing/2014/main" id="{156A337C-02DB-4663-A361-191E22F6A9E2}"/>
              </a:ext>
            </a:extLst>
          </p:cNvPr>
          <p:cNvSpPr>
            <a:spLocks noGrp="1"/>
          </p:cNvSpPr>
          <p:nvPr/>
        </p:nvSpPr>
        <p:spPr>
          <a:xfrm>
            <a:off x="10171113" y="5238750"/>
            <a:ext cx="34925" cy="547688"/>
          </a:xfrm>
          <a:prstGeom prst="rect">
            <a:avLst/>
          </a:prstGeom>
          <a:solidFill>
            <a:srgbClr val="1D4ED8"/>
          </a:solidFill>
          <a:ln w="13097">
            <a:solidFill>
              <a:srgbClr val="172B4D"/>
            </a:solidFill>
          </a:ln>
        </p:spPr>
      </p:sp>
      <p:sp>
        <p:nvSpPr>
          <p:cNvPr id="818" name="object-818">
            <a:extLst>
              <a:ext uri="{FF2B5EF4-FFF2-40B4-BE49-F238E27FC236}">
                <a16:creationId xmlns:a16="http://schemas.microsoft.com/office/drawing/2014/main" id="{8767EF58-7CB6-4CF3-98FF-14A942CB5EB1}"/>
              </a:ext>
            </a:extLst>
          </p:cNvPr>
          <p:cNvSpPr>
            <a:spLocks noGrp="1"/>
          </p:cNvSpPr>
          <p:nvPr/>
        </p:nvSpPr>
        <p:spPr>
          <a:xfrm>
            <a:off x="10206038" y="5238750"/>
            <a:ext cx="34925" cy="547688"/>
          </a:xfrm>
          <a:prstGeom prst="rect">
            <a:avLst/>
          </a:prstGeom>
          <a:solidFill>
            <a:srgbClr val="1D4ED8"/>
          </a:solidFill>
          <a:ln w="13097">
            <a:solidFill>
              <a:srgbClr val="172B4D"/>
            </a:solidFill>
          </a:ln>
        </p:spPr>
      </p:sp>
      <p:sp>
        <p:nvSpPr>
          <p:cNvPr id="819" name="object-819">
            <a:extLst>
              <a:ext uri="{FF2B5EF4-FFF2-40B4-BE49-F238E27FC236}">
                <a16:creationId xmlns:a16="http://schemas.microsoft.com/office/drawing/2014/main" id="{5ABB4D99-5B31-4723-B6DC-40355048936A}"/>
              </a:ext>
            </a:extLst>
          </p:cNvPr>
          <p:cNvSpPr>
            <a:spLocks noGrp="1"/>
          </p:cNvSpPr>
          <p:nvPr/>
        </p:nvSpPr>
        <p:spPr>
          <a:xfrm>
            <a:off x="10240963" y="5238750"/>
            <a:ext cx="34925" cy="547688"/>
          </a:xfrm>
          <a:prstGeom prst="rect">
            <a:avLst/>
          </a:prstGeom>
          <a:solidFill>
            <a:srgbClr val="1D4ED8"/>
          </a:solidFill>
          <a:ln w="13097">
            <a:solidFill>
              <a:srgbClr val="172B4D"/>
            </a:solidFill>
          </a:ln>
        </p:spPr>
      </p:sp>
      <p:sp>
        <p:nvSpPr>
          <p:cNvPr id="820" name="object-820">
            <a:extLst>
              <a:ext uri="{FF2B5EF4-FFF2-40B4-BE49-F238E27FC236}">
                <a16:creationId xmlns:a16="http://schemas.microsoft.com/office/drawing/2014/main" id="{29E17DDB-7E6A-4812-B70A-49411B72DF5B}"/>
              </a:ext>
            </a:extLst>
          </p:cNvPr>
          <p:cNvSpPr>
            <a:spLocks noGrp="1"/>
          </p:cNvSpPr>
          <p:nvPr/>
        </p:nvSpPr>
        <p:spPr>
          <a:xfrm>
            <a:off x="10275888" y="5238750"/>
            <a:ext cx="34925" cy="547688"/>
          </a:xfrm>
          <a:prstGeom prst="rect">
            <a:avLst/>
          </a:prstGeom>
          <a:solidFill>
            <a:srgbClr val="1D4ED8"/>
          </a:solidFill>
          <a:ln w="13097">
            <a:solidFill>
              <a:srgbClr val="172B4D"/>
            </a:solidFill>
          </a:ln>
        </p:spPr>
      </p:sp>
      <p:sp>
        <p:nvSpPr>
          <p:cNvPr id="821" name="object-821">
            <a:extLst>
              <a:ext uri="{FF2B5EF4-FFF2-40B4-BE49-F238E27FC236}">
                <a16:creationId xmlns:a16="http://schemas.microsoft.com/office/drawing/2014/main" id="{0498F149-63F8-46E3-B44A-361C71843776}"/>
              </a:ext>
            </a:extLst>
          </p:cNvPr>
          <p:cNvSpPr>
            <a:spLocks noGrp="1"/>
          </p:cNvSpPr>
          <p:nvPr/>
        </p:nvSpPr>
        <p:spPr>
          <a:xfrm>
            <a:off x="10310813" y="5238750"/>
            <a:ext cx="34925" cy="547688"/>
          </a:xfrm>
          <a:prstGeom prst="rect">
            <a:avLst/>
          </a:prstGeom>
          <a:solidFill>
            <a:srgbClr val="1D4ED8"/>
          </a:solidFill>
          <a:ln w="13097">
            <a:solidFill>
              <a:srgbClr val="172B4D"/>
            </a:solidFill>
          </a:ln>
        </p:spPr>
      </p:sp>
      <p:sp>
        <p:nvSpPr>
          <p:cNvPr id="822" name="object-822">
            <a:extLst>
              <a:ext uri="{FF2B5EF4-FFF2-40B4-BE49-F238E27FC236}">
                <a16:creationId xmlns:a16="http://schemas.microsoft.com/office/drawing/2014/main" id="{9DEF2353-C635-44C2-BE45-5805396F8F58}"/>
              </a:ext>
            </a:extLst>
          </p:cNvPr>
          <p:cNvSpPr>
            <a:spLocks noGrp="1"/>
          </p:cNvSpPr>
          <p:nvPr/>
        </p:nvSpPr>
        <p:spPr>
          <a:xfrm>
            <a:off x="10345737" y="5238750"/>
            <a:ext cx="34925" cy="547688"/>
          </a:xfrm>
          <a:prstGeom prst="rect">
            <a:avLst/>
          </a:prstGeom>
          <a:solidFill>
            <a:srgbClr val="1D4ED8"/>
          </a:solidFill>
          <a:ln w="13097">
            <a:solidFill>
              <a:srgbClr val="172B4D"/>
            </a:solidFill>
          </a:ln>
        </p:spPr>
      </p:sp>
      <p:sp>
        <p:nvSpPr>
          <p:cNvPr id="823" name="object-823">
            <a:extLst>
              <a:ext uri="{FF2B5EF4-FFF2-40B4-BE49-F238E27FC236}">
                <a16:creationId xmlns:a16="http://schemas.microsoft.com/office/drawing/2014/main" id="{EA4257DD-7D17-4109-9B52-4D4EDE042DE9}"/>
              </a:ext>
            </a:extLst>
          </p:cNvPr>
          <p:cNvSpPr>
            <a:spLocks noGrp="1"/>
          </p:cNvSpPr>
          <p:nvPr/>
        </p:nvSpPr>
        <p:spPr>
          <a:xfrm>
            <a:off x="10380663" y="5238750"/>
            <a:ext cx="34925" cy="547688"/>
          </a:xfrm>
          <a:prstGeom prst="rect">
            <a:avLst/>
          </a:prstGeom>
          <a:solidFill>
            <a:srgbClr val="1D4ED8"/>
          </a:solidFill>
          <a:ln w="13097">
            <a:solidFill>
              <a:srgbClr val="172B4D"/>
            </a:solidFill>
          </a:ln>
        </p:spPr>
      </p:sp>
      <p:sp>
        <p:nvSpPr>
          <p:cNvPr id="824" name="object-824">
            <a:extLst>
              <a:ext uri="{FF2B5EF4-FFF2-40B4-BE49-F238E27FC236}">
                <a16:creationId xmlns:a16="http://schemas.microsoft.com/office/drawing/2014/main" id="{3E4B7089-2FC8-4850-B861-43561CF1B4E3}"/>
              </a:ext>
            </a:extLst>
          </p:cNvPr>
          <p:cNvSpPr>
            <a:spLocks noGrp="1"/>
          </p:cNvSpPr>
          <p:nvPr/>
        </p:nvSpPr>
        <p:spPr>
          <a:xfrm>
            <a:off x="10415588" y="5238750"/>
            <a:ext cx="34925" cy="547688"/>
          </a:xfrm>
          <a:prstGeom prst="rect">
            <a:avLst/>
          </a:prstGeom>
          <a:solidFill>
            <a:srgbClr val="1D4ED8"/>
          </a:solidFill>
          <a:ln w="13097">
            <a:solidFill>
              <a:srgbClr val="172B4D"/>
            </a:solidFill>
          </a:ln>
        </p:spPr>
      </p:sp>
      <p:sp>
        <p:nvSpPr>
          <p:cNvPr id="825" name="object-825">
            <a:extLst>
              <a:ext uri="{FF2B5EF4-FFF2-40B4-BE49-F238E27FC236}">
                <a16:creationId xmlns:a16="http://schemas.microsoft.com/office/drawing/2014/main" id="{2929FA29-2DAB-4728-ABB5-CE679C8042E7}"/>
              </a:ext>
            </a:extLst>
          </p:cNvPr>
          <p:cNvSpPr>
            <a:spLocks noGrp="1"/>
          </p:cNvSpPr>
          <p:nvPr/>
        </p:nvSpPr>
        <p:spPr>
          <a:xfrm>
            <a:off x="10450513" y="5238750"/>
            <a:ext cx="34925" cy="547688"/>
          </a:xfrm>
          <a:prstGeom prst="rect">
            <a:avLst/>
          </a:prstGeom>
          <a:solidFill>
            <a:srgbClr val="1D4ED8"/>
          </a:solidFill>
          <a:ln w="13097">
            <a:solidFill>
              <a:srgbClr val="172B4D"/>
            </a:solidFill>
          </a:ln>
        </p:spPr>
      </p:sp>
      <p:sp>
        <p:nvSpPr>
          <p:cNvPr id="826" name="object-826">
            <a:extLst>
              <a:ext uri="{FF2B5EF4-FFF2-40B4-BE49-F238E27FC236}">
                <a16:creationId xmlns:a16="http://schemas.microsoft.com/office/drawing/2014/main" id="{8143C016-C7E9-409A-AB9A-DB2CBBB88FBF}"/>
              </a:ext>
            </a:extLst>
          </p:cNvPr>
          <p:cNvSpPr>
            <a:spLocks noGrp="1"/>
          </p:cNvSpPr>
          <p:nvPr/>
        </p:nvSpPr>
        <p:spPr>
          <a:xfrm>
            <a:off x="10485438" y="5238750"/>
            <a:ext cx="34925" cy="547688"/>
          </a:xfrm>
          <a:prstGeom prst="rect">
            <a:avLst/>
          </a:prstGeom>
          <a:solidFill>
            <a:srgbClr val="1D4ED8"/>
          </a:solidFill>
          <a:ln w="13097">
            <a:solidFill>
              <a:srgbClr val="172B4D"/>
            </a:solidFill>
          </a:ln>
        </p:spPr>
      </p:sp>
      <p:sp>
        <p:nvSpPr>
          <p:cNvPr id="827" name="object-827">
            <a:extLst>
              <a:ext uri="{FF2B5EF4-FFF2-40B4-BE49-F238E27FC236}">
                <a16:creationId xmlns:a16="http://schemas.microsoft.com/office/drawing/2014/main" id="{5A368738-6F61-4249-A0F3-2D44B8EBE4E0}"/>
              </a:ext>
            </a:extLst>
          </p:cNvPr>
          <p:cNvSpPr>
            <a:spLocks noGrp="1"/>
          </p:cNvSpPr>
          <p:nvPr/>
        </p:nvSpPr>
        <p:spPr>
          <a:xfrm>
            <a:off x="10520363" y="5238750"/>
            <a:ext cx="34925" cy="547688"/>
          </a:xfrm>
          <a:prstGeom prst="rect">
            <a:avLst/>
          </a:prstGeom>
          <a:solidFill>
            <a:srgbClr val="1D4ED8"/>
          </a:solidFill>
          <a:ln w="13097">
            <a:solidFill>
              <a:srgbClr val="172B4D"/>
            </a:solidFill>
          </a:ln>
        </p:spPr>
      </p:sp>
      <p:sp>
        <p:nvSpPr>
          <p:cNvPr id="828" name="object-828">
            <a:extLst>
              <a:ext uri="{FF2B5EF4-FFF2-40B4-BE49-F238E27FC236}">
                <a16:creationId xmlns:a16="http://schemas.microsoft.com/office/drawing/2014/main" id="{B54CD17A-107D-41A3-BB8F-D8A688741B11}"/>
              </a:ext>
            </a:extLst>
          </p:cNvPr>
          <p:cNvSpPr>
            <a:spLocks noGrp="1"/>
          </p:cNvSpPr>
          <p:nvPr/>
        </p:nvSpPr>
        <p:spPr>
          <a:xfrm>
            <a:off x="10555287" y="5238750"/>
            <a:ext cx="34925" cy="547688"/>
          </a:xfrm>
          <a:prstGeom prst="rect">
            <a:avLst/>
          </a:prstGeom>
          <a:solidFill>
            <a:srgbClr val="1D4ED8"/>
          </a:solidFill>
          <a:ln w="13097">
            <a:solidFill>
              <a:srgbClr val="172B4D"/>
            </a:solidFill>
          </a:ln>
        </p:spPr>
      </p:sp>
      <p:sp>
        <p:nvSpPr>
          <p:cNvPr id="829" name="object-829">
            <a:extLst>
              <a:ext uri="{FF2B5EF4-FFF2-40B4-BE49-F238E27FC236}">
                <a16:creationId xmlns:a16="http://schemas.microsoft.com/office/drawing/2014/main" id="{74958817-F768-4547-BA8D-167C28286971}"/>
              </a:ext>
            </a:extLst>
          </p:cNvPr>
          <p:cNvSpPr>
            <a:spLocks noGrp="1"/>
          </p:cNvSpPr>
          <p:nvPr/>
        </p:nvSpPr>
        <p:spPr>
          <a:xfrm>
            <a:off x="10590213" y="5238750"/>
            <a:ext cx="34925" cy="547688"/>
          </a:xfrm>
          <a:prstGeom prst="rect">
            <a:avLst/>
          </a:prstGeom>
          <a:solidFill>
            <a:srgbClr val="1D4ED8"/>
          </a:solidFill>
          <a:ln w="13097">
            <a:solidFill>
              <a:srgbClr val="172B4D"/>
            </a:solidFill>
          </a:ln>
        </p:spPr>
      </p:sp>
      <p:sp>
        <p:nvSpPr>
          <p:cNvPr id="830" name="object-830">
            <a:extLst>
              <a:ext uri="{FF2B5EF4-FFF2-40B4-BE49-F238E27FC236}">
                <a16:creationId xmlns:a16="http://schemas.microsoft.com/office/drawing/2014/main" id="{18269198-922B-4B2F-933E-26977385F8DC}"/>
              </a:ext>
            </a:extLst>
          </p:cNvPr>
          <p:cNvSpPr>
            <a:spLocks noGrp="1"/>
          </p:cNvSpPr>
          <p:nvPr/>
        </p:nvSpPr>
        <p:spPr>
          <a:xfrm>
            <a:off x="10625138" y="5238750"/>
            <a:ext cx="34925" cy="547688"/>
          </a:xfrm>
          <a:prstGeom prst="rect">
            <a:avLst/>
          </a:prstGeom>
          <a:solidFill>
            <a:srgbClr val="1D4ED8"/>
          </a:solidFill>
          <a:ln w="13097">
            <a:solidFill>
              <a:srgbClr val="172B4D"/>
            </a:solidFill>
          </a:ln>
        </p:spPr>
      </p:sp>
      <p:sp>
        <p:nvSpPr>
          <p:cNvPr id="831" name="object-831">
            <a:extLst>
              <a:ext uri="{FF2B5EF4-FFF2-40B4-BE49-F238E27FC236}">
                <a16:creationId xmlns:a16="http://schemas.microsoft.com/office/drawing/2014/main" id="{9773CCC5-7DF7-4BCE-AD54-F7400CD9BCA7}"/>
              </a:ext>
            </a:extLst>
          </p:cNvPr>
          <p:cNvSpPr>
            <a:spLocks noGrp="1"/>
          </p:cNvSpPr>
          <p:nvPr/>
        </p:nvSpPr>
        <p:spPr>
          <a:xfrm>
            <a:off x="10660063" y="5238750"/>
            <a:ext cx="34925" cy="547688"/>
          </a:xfrm>
          <a:prstGeom prst="rect">
            <a:avLst/>
          </a:prstGeom>
          <a:solidFill>
            <a:srgbClr val="1D4ED8"/>
          </a:solidFill>
          <a:ln w="13097">
            <a:solidFill>
              <a:srgbClr val="172B4D"/>
            </a:solidFill>
          </a:ln>
        </p:spPr>
      </p:sp>
      <p:sp>
        <p:nvSpPr>
          <p:cNvPr id="832" name="object-832">
            <a:extLst>
              <a:ext uri="{FF2B5EF4-FFF2-40B4-BE49-F238E27FC236}">
                <a16:creationId xmlns:a16="http://schemas.microsoft.com/office/drawing/2014/main" id="{E880A060-10EC-49F8-ADBC-F2366DE38D35}"/>
              </a:ext>
            </a:extLst>
          </p:cNvPr>
          <p:cNvSpPr>
            <a:spLocks noGrp="1"/>
          </p:cNvSpPr>
          <p:nvPr/>
        </p:nvSpPr>
        <p:spPr>
          <a:xfrm>
            <a:off x="10694988" y="5238750"/>
            <a:ext cx="34925" cy="547688"/>
          </a:xfrm>
          <a:prstGeom prst="rect">
            <a:avLst/>
          </a:prstGeom>
          <a:solidFill>
            <a:srgbClr val="1D4ED8"/>
          </a:solidFill>
          <a:ln w="13097">
            <a:solidFill>
              <a:srgbClr val="172B4D"/>
            </a:solidFill>
          </a:ln>
        </p:spPr>
      </p:sp>
      <p:sp>
        <p:nvSpPr>
          <p:cNvPr id="833" name="object-833">
            <a:extLst>
              <a:ext uri="{FF2B5EF4-FFF2-40B4-BE49-F238E27FC236}">
                <a16:creationId xmlns:a16="http://schemas.microsoft.com/office/drawing/2014/main" id="{F69D0E57-0C17-4034-B516-A75EDDB29D1B}"/>
              </a:ext>
            </a:extLst>
          </p:cNvPr>
          <p:cNvSpPr>
            <a:spLocks noGrp="1"/>
          </p:cNvSpPr>
          <p:nvPr/>
        </p:nvSpPr>
        <p:spPr>
          <a:xfrm>
            <a:off x="10729913" y="5238750"/>
            <a:ext cx="34925" cy="547688"/>
          </a:xfrm>
          <a:prstGeom prst="rect">
            <a:avLst/>
          </a:prstGeom>
          <a:solidFill>
            <a:srgbClr val="1D4ED8"/>
          </a:solidFill>
          <a:ln w="13097">
            <a:solidFill>
              <a:srgbClr val="172B4D"/>
            </a:solidFill>
          </a:ln>
        </p:spPr>
      </p:sp>
      <p:sp>
        <p:nvSpPr>
          <p:cNvPr id="834" name="object-834">
            <a:extLst>
              <a:ext uri="{FF2B5EF4-FFF2-40B4-BE49-F238E27FC236}">
                <a16:creationId xmlns:a16="http://schemas.microsoft.com/office/drawing/2014/main" id="{88FFE86E-6AED-4DED-9036-863CBFD615F0}"/>
              </a:ext>
            </a:extLst>
          </p:cNvPr>
          <p:cNvSpPr>
            <a:spLocks noGrp="1"/>
          </p:cNvSpPr>
          <p:nvPr/>
        </p:nvSpPr>
        <p:spPr>
          <a:xfrm>
            <a:off x="10764838" y="5238750"/>
            <a:ext cx="34925" cy="547688"/>
          </a:xfrm>
          <a:prstGeom prst="rect">
            <a:avLst/>
          </a:prstGeom>
          <a:solidFill>
            <a:srgbClr val="1D4ED8"/>
          </a:solidFill>
          <a:ln w="13097">
            <a:solidFill>
              <a:srgbClr val="172B4D"/>
            </a:solidFill>
          </a:ln>
        </p:spPr>
      </p:sp>
      <p:sp>
        <p:nvSpPr>
          <p:cNvPr id="835" name="object-835">
            <a:extLst>
              <a:ext uri="{FF2B5EF4-FFF2-40B4-BE49-F238E27FC236}">
                <a16:creationId xmlns:a16="http://schemas.microsoft.com/office/drawing/2014/main" id="{FBB60E7B-E493-4F26-AAF5-8F17EEFDDFDE}"/>
              </a:ext>
            </a:extLst>
          </p:cNvPr>
          <p:cNvSpPr>
            <a:spLocks noGrp="1"/>
          </p:cNvSpPr>
          <p:nvPr/>
        </p:nvSpPr>
        <p:spPr>
          <a:xfrm>
            <a:off x="10799763" y="5238750"/>
            <a:ext cx="34925" cy="547688"/>
          </a:xfrm>
          <a:prstGeom prst="rect">
            <a:avLst/>
          </a:prstGeom>
          <a:solidFill>
            <a:srgbClr val="1D4ED8"/>
          </a:solidFill>
          <a:ln w="13097">
            <a:solidFill>
              <a:srgbClr val="172B4D"/>
            </a:solidFill>
          </a:ln>
        </p:spPr>
      </p:sp>
      <p:sp>
        <p:nvSpPr>
          <p:cNvPr id="836" name="object-836">
            <a:extLst>
              <a:ext uri="{FF2B5EF4-FFF2-40B4-BE49-F238E27FC236}">
                <a16:creationId xmlns:a16="http://schemas.microsoft.com/office/drawing/2014/main" id="{89537A9E-C3F7-46F6-9C50-17BA556A1F8F}"/>
              </a:ext>
            </a:extLst>
          </p:cNvPr>
          <p:cNvSpPr>
            <a:spLocks noGrp="1"/>
          </p:cNvSpPr>
          <p:nvPr/>
        </p:nvSpPr>
        <p:spPr>
          <a:xfrm>
            <a:off x="10834688" y="5238750"/>
            <a:ext cx="34925" cy="547688"/>
          </a:xfrm>
          <a:prstGeom prst="rect">
            <a:avLst/>
          </a:prstGeom>
          <a:solidFill>
            <a:srgbClr val="1D4ED8"/>
          </a:solidFill>
          <a:ln w="13097">
            <a:solidFill>
              <a:srgbClr val="172B4D"/>
            </a:solidFill>
          </a:ln>
        </p:spPr>
      </p:sp>
      <p:sp>
        <p:nvSpPr>
          <p:cNvPr id="837" name="object-837">
            <a:extLst>
              <a:ext uri="{FF2B5EF4-FFF2-40B4-BE49-F238E27FC236}">
                <a16:creationId xmlns:a16="http://schemas.microsoft.com/office/drawing/2014/main" id="{A4C2511D-1545-4436-91CB-D3A6099F918B}"/>
              </a:ext>
            </a:extLst>
          </p:cNvPr>
          <p:cNvSpPr>
            <a:spLocks noGrp="1"/>
          </p:cNvSpPr>
          <p:nvPr/>
        </p:nvSpPr>
        <p:spPr>
          <a:xfrm>
            <a:off x="10869612" y="5238750"/>
            <a:ext cx="34925" cy="547688"/>
          </a:xfrm>
          <a:prstGeom prst="rect">
            <a:avLst/>
          </a:prstGeom>
          <a:solidFill>
            <a:srgbClr val="1D4ED8"/>
          </a:solidFill>
          <a:ln w="13097">
            <a:solidFill>
              <a:srgbClr val="172B4D"/>
            </a:solidFill>
          </a:ln>
        </p:spPr>
      </p:sp>
      <p:sp>
        <p:nvSpPr>
          <p:cNvPr id="838" name="object-838">
            <a:extLst>
              <a:ext uri="{FF2B5EF4-FFF2-40B4-BE49-F238E27FC236}">
                <a16:creationId xmlns:a16="http://schemas.microsoft.com/office/drawing/2014/main" id="{DD839F44-2D62-4E81-9F52-8FA3E110FBFC}"/>
              </a:ext>
            </a:extLst>
          </p:cNvPr>
          <p:cNvSpPr>
            <a:spLocks noGrp="1"/>
          </p:cNvSpPr>
          <p:nvPr/>
        </p:nvSpPr>
        <p:spPr>
          <a:xfrm>
            <a:off x="10904538" y="5238750"/>
            <a:ext cx="34925" cy="547688"/>
          </a:xfrm>
          <a:prstGeom prst="rect">
            <a:avLst/>
          </a:prstGeom>
          <a:solidFill>
            <a:srgbClr val="1D4ED8"/>
          </a:solidFill>
          <a:ln w="13097">
            <a:solidFill>
              <a:srgbClr val="172B4D"/>
            </a:solidFill>
          </a:ln>
        </p:spPr>
      </p:sp>
      <p:sp>
        <p:nvSpPr>
          <p:cNvPr id="839" name="object-839">
            <a:extLst>
              <a:ext uri="{FF2B5EF4-FFF2-40B4-BE49-F238E27FC236}">
                <a16:creationId xmlns:a16="http://schemas.microsoft.com/office/drawing/2014/main" id="{099DC833-CEBE-47CD-9283-DA692126FFA6}"/>
              </a:ext>
            </a:extLst>
          </p:cNvPr>
          <p:cNvSpPr>
            <a:spLocks noGrp="1"/>
          </p:cNvSpPr>
          <p:nvPr/>
        </p:nvSpPr>
        <p:spPr>
          <a:xfrm>
            <a:off x="10939463" y="5238750"/>
            <a:ext cx="34925" cy="547688"/>
          </a:xfrm>
          <a:prstGeom prst="rect">
            <a:avLst/>
          </a:prstGeom>
          <a:solidFill>
            <a:srgbClr val="1D4ED8"/>
          </a:solidFill>
          <a:ln w="13097">
            <a:solidFill>
              <a:srgbClr val="172B4D"/>
            </a:solidFill>
          </a:ln>
        </p:spPr>
      </p:sp>
      <p:sp>
        <p:nvSpPr>
          <p:cNvPr id="840" name="object-840">
            <a:extLst>
              <a:ext uri="{FF2B5EF4-FFF2-40B4-BE49-F238E27FC236}">
                <a16:creationId xmlns:a16="http://schemas.microsoft.com/office/drawing/2014/main" id="{17009C4B-C4CD-4368-B0F9-31608B663557}"/>
              </a:ext>
            </a:extLst>
          </p:cNvPr>
          <p:cNvSpPr>
            <a:spLocks noGrp="1"/>
          </p:cNvSpPr>
          <p:nvPr/>
        </p:nvSpPr>
        <p:spPr>
          <a:xfrm>
            <a:off x="10974388" y="5238750"/>
            <a:ext cx="34925" cy="547688"/>
          </a:xfrm>
          <a:prstGeom prst="rect">
            <a:avLst/>
          </a:prstGeom>
          <a:solidFill>
            <a:srgbClr val="1D4ED8"/>
          </a:solidFill>
          <a:ln w="13097">
            <a:solidFill>
              <a:srgbClr val="172B4D"/>
            </a:solidFill>
          </a:ln>
        </p:spPr>
      </p:sp>
      <p:sp>
        <p:nvSpPr>
          <p:cNvPr id="841" name="object-841">
            <a:extLst>
              <a:ext uri="{FF2B5EF4-FFF2-40B4-BE49-F238E27FC236}">
                <a16:creationId xmlns:a16="http://schemas.microsoft.com/office/drawing/2014/main" id="{FE1024CA-0D35-4C98-86EA-6A16F16F282C}"/>
              </a:ext>
            </a:extLst>
          </p:cNvPr>
          <p:cNvSpPr>
            <a:spLocks noGrp="1"/>
          </p:cNvSpPr>
          <p:nvPr/>
        </p:nvSpPr>
        <p:spPr>
          <a:xfrm>
            <a:off x="11009313" y="5238750"/>
            <a:ext cx="34925" cy="547688"/>
          </a:xfrm>
          <a:prstGeom prst="rect">
            <a:avLst/>
          </a:prstGeom>
          <a:solidFill>
            <a:srgbClr val="1D4ED8"/>
          </a:solidFill>
          <a:ln w="13097">
            <a:solidFill>
              <a:srgbClr val="172B4D"/>
            </a:solidFill>
          </a:ln>
        </p:spPr>
      </p:sp>
      <p:sp>
        <p:nvSpPr>
          <p:cNvPr id="842" name="object-842">
            <a:extLst>
              <a:ext uri="{FF2B5EF4-FFF2-40B4-BE49-F238E27FC236}">
                <a16:creationId xmlns:a16="http://schemas.microsoft.com/office/drawing/2014/main" id="{61F8ABF8-8649-47EE-AEEA-AF236EEF6485}"/>
              </a:ext>
            </a:extLst>
          </p:cNvPr>
          <p:cNvSpPr>
            <a:spLocks noGrp="1"/>
          </p:cNvSpPr>
          <p:nvPr/>
        </p:nvSpPr>
        <p:spPr>
          <a:xfrm>
            <a:off x="11044238" y="5238750"/>
            <a:ext cx="34925" cy="547688"/>
          </a:xfrm>
          <a:prstGeom prst="rect">
            <a:avLst/>
          </a:prstGeom>
          <a:solidFill>
            <a:srgbClr val="1D4ED8"/>
          </a:solidFill>
          <a:ln w="13097">
            <a:solidFill>
              <a:srgbClr val="172B4D"/>
            </a:solidFill>
          </a:ln>
        </p:spPr>
      </p:sp>
      <p:sp>
        <p:nvSpPr>
          <p:cNvPr id="843" name="object-843">
            <a:extLst>
              <a:ext uri="{FF2B5EF4-FFF2-40B4-BE49-F238E27FC236}">
                <a16:creationId xmlns:a16="http://schemas.microsoft.com/office/drawing/2014/main" id="{5B5A5CE5-7BB3-4BCD-9876-D3FF9FC49731}"/>
              </a:ext>
            </a:extLst>
          </p:cNvPr>
          <p:cNvSpPr>
            <a:spLocks noGrp="1"/>
          </p:cNvSpPr>
          <p:nvPr/>
        </p:nvSpPr>
        <p:spPr>
          <a:xfrm>
            <a:off x="11079162" y="5238750"/>
            <a:ext cx="34925" cy="547688"/>
          </a:xfrm>
          <a:prstGeom prst="rect">
            <a:avLst/>
          </a:prstGeom>
          <a:solidFill>
            <a:srgbClr val="1D4ED8"/>
          </a:solidFill>
          <a:ln w="13097">
            <a:solidFill>
              <a:srgbClr val="172B4D"/>
            </a:solidFill>
          </a:ln>
        </p:spPr>
      </p:sp>
      <p:sp>
        <p:nvSpPr>
          <p:cNvPr id="844" name="object-844">
            <a:extLst>
              <a:ext uri="{FF2B5EF4-FFF2-40B4-BE49-F238E27FC236}">
                <a16:creationId xmlns:a16="http://schemas.microsoft.com/office/drawing/2014/main" id="{E19254A7-AA72-4794-91C2-CDCD56DC017E}"/>
              </a:ext>
            </a:extLst>
          </p:cNvPr>
          <p:cNvSpPr>
            <a:spLocks noGrp="1"/>
          </p:cNvSpPr>
          <p:nvPr/>
        </p:nvSpPr>
        <p:spPr>
          <a:xfrm>
            <a:off x="11114088" y="5238750"/>
            <a:ext cx="34925" cy="547688"/>
          </a:xfrm>
          <a:prstGeom prst="rect">
            <a:avLst/>
          </a:prstGeom>
          <a:solidFill>
            <a:srgbClr val="1D4ED8"/>
          </a:solidFill>
          <a:ln w="13097">
            <a:solidFill>
              <a:srgbClr val="172B4D"/>
            </a:solidFill>
          </a:ln>
        </p:spPr>
      </p:sp>
      <p:sp>
        <p:nvSpPr>
          <p:cNvPr id="845" name="object-845">
            <a:extLst>
              <a:ext uri="{FF2B5EF4-FFF2-40B4-BE49-F238E27FC236}">
                <a16:creationId xmlns:a16="http://schemas.microsoft.com/office/drawing/2014/main" id="{6FFC61AB-B22F-4C9D-9BE5-C4C67B088EB6}"/>
              </a:ext>
            </a:extLst>
          </p:cNvPr>
          <p:cNvSpPr>
            <a:spLocks noGrp="1"/>
          </p:cNvSpPr>
          <p:nvPr/>
        </p:nvSpPr>
        <p:spPr>
          <a:xfrm>
            <a:off x="11149013" y="5238750"/>
            <a:ext cx="34925" cy="547688"/>
          </a:xfrm>
          <a:prstGeom prst="rect">
            <a:avLst/>
          </a:prstGeom>
          <a:solidFill>
            <a:srgbClr val="1D4ED8"/>
          </a:solidFill>
          <a:ln w="13097">
            <a:solidFill>
              <a:srgbClr val="172B4D"/>
            </a:solidFill>
          </a:ln>
        </p:spPr>
      </p:sp>
      <p:sp>
        <p:nvSpPr>
          <p:cNvPr id="846" name="object-846">
            <a:extLst>
              <a:ext uri="{FF2B5EF4-FFF2-40B4-BE49-F238E27FC236}">
                <a16:creationId xmlns:a16="http://schemas.microsoft.com/office/drawing/2014/main" id="{77CF13C4-7ACF-4407-A288-2005B5C1A511}"/>
              </a:ext>
            </a:extLst>
          </p:cNvPr>
          <p:cNvSpPr>
            <a:spLocks noGrp="1"/>
          </p:cNvSpPr>
          <p:nvPr/>
        </p:nvSpPr>
        <p:spPr>
          <a:xfrm>
            <a:off x="11183938" y="5238750"/>
            <a:ext cx="34925" cy="547688"/>
          </a:xfrm>
          <a:prstGeom prst="rect">
            <a:avLst/>
          </a:prstGeom>
          <a:solidFill>
            <a:srgbClr val="1D4ED8"/>
          </a:solidFill>
          <a:ln w="13097">
            <a:solidFill>
              <a:srgbClr val="172B4D"/>
            </a:solidFill>
          </a:ln>
        </p:spPr>
      </p:sp>
      <p:sp>
        <p:nvSpPr>
          <p:cNvPr id="847" name="object-847">
            <a:extLst>
              <a:ext uri="{FF2B5EF4-FFF2-40B4-BE49-F238E27FC236}">
                <a16:creationId xmlns:a16="http://schemas.microsoft.com/office/drawing/2014/main" id="{CF933817-3E3E-4BD0-B02F-95D75286407D}"/>
              </a:ext>
            </a:extLst>
          </p:cNvPr>
          <p:cNvSpPr>
            <a:spLocks noGrp="1"/>
          </p:cNvSpPr>
          <p:nvPr/>
        </p:nvSpPr>
        <p:spPr>
          <a:xfrm>
            <a:off x="11218863" y="5238750"/>
            <a:ext cx="34925" cy="547688"/>
          </a:xfrm>
          <a:prstGeom prst="rect">
            <a:avLst/>
          </a:prstGeom>
          <a:solidFill>
            <a:srgbClr val="1D4ED8"/>
          </a:solidFill>
          <a:ln w="13097">
            <a:solidFill>
              <a:srgbClr val="172B4D"/>
            </a:solidFill>
          </a:ln>
        </p:spPr>
      </p:sp>
      <p:sp>
        <p:nvSpPr>
          <p:cNvPr id="848" name="object-848">
            <a:extLst>
              <a:ext uri="{FF2B5EF4-FFF2-40B4-BE49-F238E27FC236}">
                <a16:creationId xmlns:a16="http://schemas.microsoft.com/office/drawing/2014/main" id="{F4AC5460-8266-4DD6-90F3-78BC5C4FA6DA}"/>
              </a:ext>
            </a:extLst>
          </p:cNvPr>
          <p:cNvSpPr>
            <a:spLocks noGrp="1"/>
          </p:cNvSpPr>
          <p:nvPr/>
        </p:nvSpPr>
        <p:spPr>
          <a:xfrm>
            <a:off x="11253788" y="5238750"/>
            <a:ext cx="34925" cy="547688"/>
          </a:xfrm>
          <a:prstGeom prst="rect">
            <a:avLst/>
          </a:prstGeom>
          <a:solidFill>
            <a:srgbClr val="1D4ED8"/>
          </a:solidFill>
          <a:ln w="13097">
            <a:solidFill>
              <a:srgbClr val="172B4D"/>
            </a:solidFill>
          </a:ln>
        </p:spPr>
      </p:sp>
      <p:sp>
        <p:nvSpPr>
          <p:cNvPr id="849" name="object-849">
            <a:extLst>
              <a:ext uri="{FF2B5EF4-FFF2-40B4-BE49-F238E27FC236}">
                <a16:creationId xmlns:a16="http://schemas.microsoft.com/office/drawing/2014/main" id="{43FC7DC3-72EA-41B4-B137-CFDA483C3780}"/>
              </a:ext>
            </a:extLst>
          </p:cNvPr>
          <p:cNvSpPr>
            <a:spLocks noGrp="1"/>
          </p:cNvSpPr>
          <p:nvPr/>
        </p:nvSpPr>
        <p:spPr>
          <a:xfrm>
            <a:off x="11288713" y="5238750"/>
            <a:ext cx="34925" cy="547688"/>
          </a:xfrm>
          <a:prstGeom prst="rect">
            <a:avLst/>
          </a:prstGeom>
          <a:solidFill>
            <a:srgbClr val="1D4ED8"/>
          </a:solidFill>
          <a:ln w="13097">
            <a:solidFill>
              <a:srgbClr val="172B4D"/>
            </a:solidFill>
          </a:ln>
        </p:spPr>
      </p:sp>
      <p:sp>
        <p:nvSpPr>
          <p:cNvPr id="850" name="object-850">
            <a:extLst>
              <a:ext uri="{FF2B5EF4-FFF2-40B4-BE49-F238E27FC236}">
                <a16:creationId xmlns:a16="http://schemas.microsoft.com/office/drawing/2014/main" id="{3643E345-A67B-4CBC-B2C2-150AE7095B9D}"/>
              </a:ext>
            </a:extLst>
          </p:cNvPr>
          <p:cNvSpPr>
            <a:spLocks noGrp="1"/>
          </p:cNvSpPr>
          <p:nvPr/>
        </p:nvSpPr>
        <p:spPr>
          <a:xfrm>
            <a:off x="11323638" y="5238750"/>
            <a:ext cx="34925" cy="547688"/>
          </a:xfrm>
          <a:prstGeom prst="rect">
            <a:avLst/>
          </a:prstGeom>
          <a:solidFill>
            <a:srgbClr val="1D4ED8"/>
          </a:solidFill>
          <a:ln w="13097">
            <a:solidFill>
              <a:srgbClr val="172B4D"/>
            </a:solidFill>
          </a:ln>
        </p:spPr>
      </p:sp>
      <p:sp>
        <p:nvSpPr>
          <p:cNvPr id="851" name="object-851">
            <a:extLst>
              <a:ext uri="{FF2B5EF4-FFF2-40B4-BE49-F238E27FC236}">
                <a16:creationId xmlns:a16="http://schemas.microsoft.com/office/drawing/2014/main" id="{A5EAC408-E885-407F-BC0F-08ED7A6670E3}"/>
              </a:ext>
            </a:extLst>
          </p:cNvPr>
          <p:cNvSpPr>
            <a:spLocks noGrp="1"/>
          </p:cNvSpPr>
          <p:nvPr/>
        </p:nvSpPr>
        <p:spPr>
          <a:xfrm>
            <a:off x="11358563" y="5238750"/>
            <a:ext cx="34925" cy="547688"/>
          </a:xfrm>
          <a:prstGeom prst="rect">
            <a:avLst/>
          </a:prstGeom>
          <a:solidFill>
            <a:srgbClr val="1D4ED8"/>
          </a:solidFill>
          <a:ln w="13097">
            <a:solidFill>
              <a:srgbClr val="172B4D"/>
            </a:solidFill>
          </a:ln>
        </p:spPr>
      </p:sp>
      <p:sp>
        <p:nvSpPr>
          <p:cNvPr id="852" name="object-852">
            <a:extLst>
              <a:ext uri="{FF2B5EF4-FFF2-40B4-BE49-F238E27FC236}">
                <a16:creationId xmlns:a16="http://schemas.microsoft.com/office/drawing/2014/main" id="{BFDBACA1-5F20-45E3-AD6A-BF5F98868B7E}"/>
              </a:ext>
            </a:extLst>
          </p:cNvPr>
          <p:cNvSpPr>
            <a:spLocks noGrp="1"/>
          </p:cNvSpPr>
          <p:nvPr/>
        </p:nvSpPr>
        <p:spPr>
          <a:xfrm>
            <a:off x="11393487" y="5238750"/>
            <a:ext cx="34925" cy="547688"/>
          </a:xfrm>
          <a:prstGeom prst="rect">
            <a:avLst/>
          </a:prstGeom>
          <a:solidFill>
            <a:srgbClr val="1D4ED8"/>
          </a:solidFill>
          <a:ln w="13097">
            <a:solidFill>
              <a:srgbClr val="172B4D"/>
            </a:solidFill>
          </a:ln>
        </p:spPr>
      </p:sp>
      <p:sp>
        <p:nvSpPr>
          <p:cNvPr id="853" name="object-853">
            <a:extLst>
              <a:ext uri="{FF2B5EF4-FFF2-40B4-BE49-F238E27FC236}">
                <a16:creationId xmlns:a16="http://schemas.microsoft.com/office/drawing/2014/main" id="{511E2DAD-20A5-40C6-8C02-FCD59969C993}"/>
              </a:ext>
            </a:extLst>
          </p:cNvPr>
          <p:cNvSpPr>
            <a:spLocks noGrp="1"/>
          </p:cNvSpPr>
          <p:nvPr/>
        </p:nvSpPr>
        <p:spPr>
          <a:xfrm>
            <a:off x="11428413" y="5238750"/>
            <a:ext cx="34925" cy="547688"/>
          </a:xfrm>
          <a:prstGeom prst="rect">
            <a:avLst/>
          </a:prstGeom>
          <a:solidFill>
            <a:srgbClr val="1D4ED8"/>
          </a:solidFill>
          <a:ln w="13097">
            <a:solidFill>
              <a:srgbClr val="172B4D"/>
            </a:solidFill>
          </a:ln>
        </p:spPr>
      </p:sp>
      <p:sp>
        <p:nvSpPr>
          <p:cNvPr id="854" name="object-854">
            <a:extLst>
              <a:ext uri="{FF2B5EF4-FFF2-40B4-BE49-F238E27FC236}">
                <a16:creationId xmlns:a16="http://schemas.microsoft.com/office/drawing/2014/main" id="{EF5B917F-A5B6-468E-BE2E-8EBA4DA1B82B}"/>
              </a:ext>
            </a:extLst>
          </p:cNvPr>
          <p:cNvSpPr>
            <a:spLocks noGrp="1"/>
          </p:cNvSpPr>
          <p:nvPr/>
        </p:nvSpPr>
        <p:spPr>
          <a:xfrm>
            <a:off x="11463338" y="5238750"/>
            <a:ext cx="34925" cy="547688"/>
          </a:xfrm>
          <a:prstGeom prst="rect">
            <a:avLst/>
          </a:prstGeom>
          <a:solidFill>
            <a:srgbClr val="1D4ED8"/>
          </a:solidFill>
          <a:ln w="13097">
            <a:solidFill>
              <a:srgbClr val="172B4D"/>
            </a:solidFill>
          </a:ln>
        </p:spPr>
      </p:sp>
      <p:sp>
        <p:nvSpPr>
          <p:cNvPr id="855" name="object-855">
            <a:extLst>
              <a:ext uri="{FF2B5EF4-FFF2-40B4-BE49-F238E27FC236}">
                <a16:creationId xmlns:a16="http://schemas.microsoft.com/office/drawing/2014/main" id="{F80F0B57-6BD5-4086-BE70-D2B5EE4308CC}"/>
              </a:ext>
            </a:extLst>
          </p:cNvPr>
          <p:cNvSpPr>
            <a:spLocks noGrp="1"/>
          </p:cNvSpPr>
          <p:nvPr/>
        </p:nvSpPr>
        <p:spPr>
          <a:xfrm>
            <a:off x="11498263" y="5238750"/>
            <a:ext cx="34925" cy="547688"/>
          </a:xfrm>
          <a:prstGeom prst="rect">
            <a:avLst/>
          </a:prstGeom>
          <a:solidFill>
            <a:srgbClr val="1D4ED8"/>
          </a:solidFill>
          <a:ln w="13097">
            <a:solidFill>
              <a:srgbClr val="172B4D"/>
            </a:solidFill>
          </a:ln>
        </p:spPr>
      </p:sp>
      <p:sp>
        <p:nvSpPr>
          <p:cNvPr id="856" name="object-856">
            <a:extLst>
              <a:ext uri="{FF2B5EF4-FFF2-40B4-BE49-F238E27FC236}">
                <a16:creationId xmlns:a16="http://schemas.microsoft.com/office/drawing/2014/main" id="{B5FCBCE3-8070-42BD-89AA-541F4588C932}"/>
              </a:ext>
            </a:extLst>
          </p:cNvPr>
          <p:cNvSpPr>
            <a:spLocks noGrp="1"/>
          </p:cNvSpPr>
          <p:nvPr/>
        </p:nvSpPr>
        <p:spPr>
          <a:xfrm>
            <a:off x="11533188" y="5238750"/>
            <a:ext cx="34925" cy="547688"/>
          </a:xfrm>
          <a:prstGeom prst="rect">
            <a:avLst/>
          </a:prstGeom>
          <a:solidFill>
            <a:srgbClr val="1D4ED8"/>
          </a:solidFill>
          <a:ln w="13097">
            <a:solidFill>
              <a:srgbClr val="172B4D"/>
            </a:solidFill>
          </a:ln>
        </p:spPr>
      </p:sp>
      <p:sp>
        <p:nvSpPr>
          <p:cNvPr id="857" name="object-857">
            <a:extLst>
              <a:ext uri="{FF2B5EF4-FFF2-40B4-BE49-F238E27FC236}">
                <a16:creationId xmlns:a16="http://schemas.microsoft.com/office/drawing/2014/main" id="{A10AC889-8938-4238-9991-598F1BD349FD}"/>
              </a:ext>
            </a:extLst>
          </p:cNvPr>
          <p:cNvSpPr>
            <a:spLocks noGrp="1"/>
          </p:cNvSpPr>
          <p:nvPr/>
        </p:nvSpPr>
        <p:spPr>
          <a:xfrm>
            <a:off x="11568113" y="5238750"/>
            <a:ext cx="34925" cy="547688"/>
          </a:xfrm>
          <a:prstGeom prst="rect">
            <a:avLst/>
          </a:prstGeom>
          <a:solidFill>
            <a:srgbClr val="1D4ED8"/>
          </a:solidFill>
          <a:ln w="13097">
            <a:solidFill>
              <a:srgbClr val="172B4D"/>
            </a:solidFill>
          </a:ln>
        </p:spPr>
      </p:sp>
      <p:sp>
        <p:nvSpPr>
          <p:cNvPr id="858" name="object-858">
            <a:extLst>
              <a:ext uri="{FF2B5EF4-FFF2-40B4-BE49-F238E27FC236}">
                <a16:creationId xmlns:a16="http://schemas.microsoft.com/office/drawing/2014/main" id="{E3C87339-11BA-496D-9A00-7AA15DB96EAD}"/>
              </a:ext>
            </a:extLst>
          </p:cNvPr>
          <p:cNvSpPr>
            <a:spLocks noGrp="1"/>
          </p:cNvSpPr>
          <p:nvPr/>
        </p:nvSpPr>
        <p:spPr>
          <a:xfrm>
            <a:off x="11603037" y="5238750"/>
            <a:ext cx="34925" cy="547688"/>
          </a:xfrm>
          <a:prstGeom prst="rect">
            <a:avLst/>
          </a:prstGeom>
          <a:solidFill>
            <a:srgbClr val="1D4ED8"/>
          </a:solidFill>
          <a:ln w="13097">
            <a:solidFill>
              <a:srgbClr val="172B4D"/>
            </a:solidFill>
          </a:ln>
        </p:spPr>
      </p:sp>
      <p:sp>
        <p:nvSpPr>
          <p:cNvPr id="859" name="object-859">
            <a:extLst>
              <a:ext uri="{FF2B5EF4-FFF2-40B4-BE49-F238E27FC236}">
                <a16:creationId xmlns:a16="http://schemas.microsoft.com/office/drawing/2014/main" id="{45DE9BA2-2EB2-4AC7-9FF6-ACBB4C6CA67A}"/>
              </a:ext>
            </a:extLst>
          </p:cNvPr>
          <p:cNvSpPr>
            <a:spLocks noGrp="1"/>
          </p:cNvSpPr>
          <p:nvPr/>
        </p:nvSpPr>
        <p:spPr>
          <a:xfrm>
            <a:off x="11637963" y="5238750"/>
            <a:ext cx="34925" cy="547688"/>
          </a:xfrm>
          <a:prstGeom prst="rect">
            <a:avLst/>
          </a:prstGeom>
          <a:solidFill>
            <a:srgbClr val="1D4ED8"/>
          </a:solidFill>
          <a:ln w="13097">
            <a:solidFill>
              <a:srgbClr val="172B4D"/>
            </a:solidFill>
          </a:ln>
        </p:spPr>
      </p:sp>
      <p:sp>
        <p:nvSpPr>
          <p:cNvPr id="860" name="object-860">
            <a:extLst>
              <a:ext uri="{FF2B5EF4-FFF2-40B4-BE49-F238E27FC236}">
                <a16:creationId xmlns:a16="http://schemas.microsoft.com/office/drawing/2014/main" id="{130F52BB-8994-42D3-87C0-0F2B260F952E}"/>
              </a:ext>
            </a:extLst>
          </p:cNvPr>
          <p:cNvSpPr>
            <a:spLocks noGrp="1"/>
          </p:cNvSpPr>
          <p:nvPr/>
        </p:nvSpPr>
        <p:spPr>
          <a:xfrm>
            <a:off x="11672888" y="5238750"/>
            <a:ext cx="34925" cy="547688"/>
          </a:xfrm>
          <a:prstGeom prst="rect">
            <a:avLst/>
          </a:prstGeom>
          <a:solidFill>
            <a:srgbClr val="1D4ED8"/>
          </a:solidFill>
          <a:ln w="13097">
            <a:solidFill>
              <a:srgbClr val="172B4D"/>
            </a:solidFill>
          </a:ln>
        </p:spPr>
      </p:sp>
      <p:sp>
        <p:nvSpPr>
          <p:cNvPr id="861" name="object-861">
            <a:extLst>
              <a:ext uri="{FF2B5EF4-FFF2-40B4-BE49-F238E27FC236}">
                <a16:creationId xmlns:a16="http://schemas.microsoft.com/office/drawing/2014/main" id="{F5373283-089B-4A8E-9A0A-DD14F0665837}"/>
              </a:ext>
            </a:extLst>
          </p:cNvPr>
          <p:cNvSpPr>
            <a:spLocks noGrp="1"/>
          </p:cNvSpPr>
          <p:nvPr/>
        </p:nvSpPr>
        <p:spPr>
          <a:xfrm>
            <a:off x="11707813" y="5238750"/>
            <a:ext cx="34925" cy="547688"/>
          </a:xfrm>
          <a:prstGeom prst="rect">
            <a:avLst/>
          </a:prstGeom>
          <a:solidFill>
            <a:srgbClr val="1D4ED8"/>
          </a:solidFill>
          <a:ln w="13097">
            <a:solidFill>
              <a:srgbClr val="172B4D"/>
            </a:solidFill>
          </a:ln>
        </p:spPr>
      </p:sp>
      <p:sp>
        <p:nvSpPr>
          <p:cNvPr id="862" name="object-862">
            <a:extLst>
              <a:ext uri="{FF2B5EF4-FFF2-40B4-BE49-F238E27FC236}">
                <a16:creationId xmlns:a16="http://schemas.microsoft.com/office/drawing/2014/main" id="{D7D192FE-AFE0-4161-8FE8-73811C4C3935}"/>
              </a:ext>
            </a:extLst>
          </p:cNvPr>
          <p:cNvSpPr>
            <a:spLocks noGrp="1"/>
          </p:cNvSpPr>
          <p:nvPr/>
        </p:nvSpPr>
        <p:spPr>
          <a:xfrm>
            <a:off x="11742738" y="5238750"/>
            <a:ext cx="34925" cy="547688"/>
          </a:xfrm>
          <a:prstGeom prst="rect">
            <a:avLst/>
          </a:prstGeom>
          <a:solidFill>
            <a:srgbClr val="1D4ED8"/>
          </a:solidFill>
          <a:ln w="13097">
            <a:solidFill>
              <a:srgbClr val="172B4D"/>
            </a:solidFill>
          </a:ln>
        </p:spPr>
      </p:sp>
      <p:sp>
        <p:nvSpPr>
          <p:cNvPr id="863" name="object-863">
            <a:extLst>
              <a:ext uri="{FF2B5EF4-FFF2-40B4-BE49-F238E27FC236}">
                <a16:creationId xmlns:a16="http://schemas.microsoft.com/office/drawing/2014/main" id="{4ADF4473-185B-4E69-9273-A15DB738345C}"/>
              </a:ext>
            </a:extLst>
          </p:cNvPr>
          <p:cNvSpPr>
            <a:spLocks noGrp="1"/>
          </p:cNvSpPr>
          <p:nvPr/>
        </p:nvSpPr>
        <p:spPr>
          <a:xfrm>
            <a:off x="11777663" y="5238750"/>
            <a:ext cx="34925" cy="547688"/>
          </a:xfrm>
          <a:prstGeom prst="rect">
            <a:avLst/>
          </a:prstGeom>
          <a:solidFill>
            <a:srgbClr val="1D4ED8"/>
          </a:solidFill>
          <a:ln w="13097">
            <a:solidFill>
              <a:srgbClr val="172B4D"/>
            </a:solidFill>
          </a:ln>
        </p:spPr>
      </p:sp>
      <p:sp>
        <p:nvSpPr>
          <p:cNvPr id="864" name="object-864">
            <a:extLst>
              <a:ext uri="{FF2B5EF4-FFF2-40B4-BE49-F238E27FC236}">
                <a16:creationId xmlns:a16="http://schemas.microsoft.com/office/drawing/2014/main" id="{99B94033-ABA7-494F-98BC-C20AD939F736}"/>
              </a:ext>
            </a:extLst>
          </p:cNvPr>
          <p:cNvSpPr>
            <a:spLocks noGrp="1"/>
          </p:cNvSpPr>
          <p:nvPr/>
        </p:nvSpPr>
        <p:spPr>
          <a:xfrm>
            <a:off x="11812588" y="5238750"/>
            <a:ext cx="34925" cy="547688"/>
          </a:xfrm>
          <a:prstGeom prst="rect">
            <a:avLst/>
          </a:prstGeom>
          <a:solidFill>
            <a:srgbClr val="1D4ED8"/>
          </a:solidFill>
          <a:ln w="13097">
            <a:solidFill>
              <a:srgbClr val="172B4D"/>
            </a:solidFill>
          </a:ln>
        </p:spPr>
      </p:sp>
      <p:sp>
        <p:nvSpPr>
          <p:cNvPr id="865" name="object-865">
            <a:extLst>
              <a:ext uri="{FF2B5EF4-FFF2-40B4-BE49-F238E27FC236}">
                <a16:creationId xmlns:a16="http://schemas.microsoft.com/office/drawing/2014/main" id="{3FB3B499-408C-4B14-BE82-4C382F3F9DA3}"/>
              </a:ext>
            </a:extLst>
          </p:cNvPr>
          <p:cNvSpPr>
            <a:spLocks noGrp="1"/>
          </p:cNvSpPr>
          <p:nvPr/>
        </p:nvSpPr>
        <p:spPr>
          <a:xfrm>
            <a:off x="11847513" y="5238750"/>
            <a:ext cx="34925" cy="547688"/>
          </a:xfrm>
          <a:prstGeom prst="rect">
            <a:avLst/>
          </a:prstGeom>
          <a:solidFill>
            <a:srgbClr val="1D4ED8"/>
          </a:solidFill>
          <a:ln w="13097">
            <a:solidFill>
              <a:srgbClr val="172B4D"/>
            </a:solidFill>
          </a:ln>
        </p:spPr>
      </p:sp>
      <p:sp>
        <p:nvSpPr>
          <p:cNvPr id="866" name="object-866">
            <a:extLst>
              <a:ext uri="{FF2B5EF4-FFF2-40B4-BE49-F238E27FC236}">
                <a16:creationId xmlns:a16="http://schemas.microsoft.com/office/drawing/2014/main" id="{201EDB4E-258C-494C-800D-43AADDBA4626}"/>
              </a:ext>
            </a:extLst>
          </p:cNvPr>
          <p:cNvSpPr>
            <a:spLocks noGrp="1"/>
          </p:cNvSpPr>
          <p:nvPr/>
        </p:nvSpPr>
        <p:spPr>
          <a:xfrm>
            <a:off x="11882438" y="5238750"/>
            <a:ext cx="34925" cy="547688"/>
          </a:xfrm>
          <a:prstGeom prst="rect">
            <a:avLst/>
          </a:prstGeom>
          <a:solidFill>
            <a:srgbClr val="1D4ED8"/>
          </a:solidFill>
          <a:ln w="13097">
            <a:solidFill>
              <a:srgbClr val="172B4D"/>
            </a:solidFill>
          </a:ln>
        </p:spPr>
      </p:sp>
      <p:sp>
        <p:nvSpPr>
          <p:cNvPr id="867" name="object-867">
            <a:extLst>
              <a:ext uri="{FF2B5EF4-FFF2-40B4-BE49-F238E27FC236}">
                <a16:creationId xmlns:a16="http://schemas.microsoft.com/office/drawing/2014/main" id="{7E737EFD-8D39-46CE-808F-EB9FD25970C3}"/>
              </a:ext>
            </a:extLst>
          </p:cNvPr>
          <p:cNvSpPr>
            <a:spLocks noGrp="1"/>
          </p:cNvSpPr>
          <p:nvPr/>
        </p:nvSpPr>
        <p:spPr>
          <a:xfrm>
            <a:off x="11917362" y="5238750"/>
            <a:ext cx="34925" cy="547688"/>
          </a:xfrm>
          <a:prstGeom prst="rect">
            <a:avLst/>
          </a:prstGeom>
          <a:solidFill>
            <a:srgbClr val="1D4ED8"/>
          </a:solidFill>
          <a:ln w="13097">
            <a:solidFill>
              <a:srgbClr val="172B4D"/>
            </a:solidFill>
          </a:ln>
        </p:spPr>
      </p:sp>
      <p:sp>
        <p:nvSpPr>
          <p:cNvPr id="868" name="object-868">
            <a:extLst>
              <a:ext uri="{FF2B5EF4-FFF2-40B4-BE49-F238E27FC236}">
                <a16:creationId xmlns:a16="http://schemas.microsoft.com/office/drawing/2014/main" id="{F732CDB1-538E-4F57-91C7-002EEA979C1C}"/>
              </a:ext>
            </a:extLst>
          </p:cNvPr>
          <p:cNvSpPr>
            <a:spLocks noGrp="1"/>
          </p:cNvSpPr>
          <p:nvPr/>
        </p:nvSpPr>
        <p:spPr>
          <a:xfrm>
            <a:off x="11952288" y="5238750"/>
            <a:ext cx="34925" cy="547688"/>
          </a:xfrm>
          <a:prstGeom prst="rect">
            <a:avLst/>
          </a:prstGeom>
          <a:solidFill>
            <a:srgbClr val="1D4ED8"/>
          </a:solidFill>
          <a:ln w="13097">
            <a:solidFill>
              <a:srgbClr val="172B4D"/>
            </a:solidFill>
          </a:ln>
        </p:spPr>
      </p:sp>
      <p:sp>
        <p:nvSpPr>
          <p:cNvPr id="869" name="object-869">
            <a:extLst>
              <a:ext uri="{FF2B5EF4-FFF2-40B4-BE49-F238E27FC236}">
                <a16:creationId xmlns:a16="http://schemas.microsoft.com/office/drawing/2014/main" id="{F1BA7A49-3F16-42B2-9E80-38E9158E126F}"/>
              </a:ext>
            </a:extLst>
          </p:cNvPr>
          <p:cNvSpPr>
            <a:spLocks noGrp="1"/>
          </p:cNvSpPr>
          <p:nvPr/>
        </p:nvSpPr>
        <p:spPr>
          <a:xfrm>
            <a:off x="11987213" y="5238750"/>
            <a:ext cx="34925" cy="547688"/>
          </a:xfrm>
          <a:prstGeom prst="rect">
            <a:avLst/>
          </a:prstGeom>
          <a:solidFill>
            <a:srgbClr val="1D4ED8"/>
          </a:solidFill>
          <a:ln w="13097">
            <a:solidFill>
              <a:srgbClr val="172B4D"/>
            </a:solidFill>
          </a:ln>
        </p:spPr>
      </p:sp>
      <p:sp>
        <p:nvSpPr>
          <p:cNvPr id="870" name="object-870">
            <a:extLst>
              <a:ext uri="{FF2B5EF4-FFF2-40B4-BE49-F238E27FC236}">
                <a16:creationId xmlns:a16="http://schemas.microsoft.com/office/drawing/2014/main" id="{C0291DCA-CBD3-42AC-9612-320466A9A63A}"/>
              </a:ext>
            </a:extLst>
          </p:cNvPr>
          <p:cNvSpPr>
            <a:spLocks noGrp="1"/>
          </p:cNvSpPr>
          <p:nvPr/>
        </p:nvSpPr>
        <p:spPr>
          <a:xfrm>
            <a:off x="12022138" y="5238750"/>
            <a:ext cx="34925" cy="547688"/>
          </a:xfrm>
          <a:prstGeom prst="rect">
            <a:avLst/>
          </a:prstGeom>
          <a:solidFill>
            <a:srgbClr val="1D4ED8"/>
          </a:solidFill>
          <a:ln w="13097">
            <a:solidFill>
              <a:srgbClr val="172B4D"/>
            </a:solidFill>
          </a:ln>
        </p:spPr>
      </p:sp>
      <p:sp>
        <p:nvSpPr>
          <p:cNvPr id="871" name="object-871">
            <a:extLst>
              <a:ext uri="{FF2B5EF4-FFF2-40B4-BE49-F238E27FC236}">
                <a16:creationId xmlns:a16="http://schemas.microsoft.com/office/drawing/2014/main" id="{6C2ECDD1-5FB5-40B1-B42A-37FBAF24A4AF}"/>
              </a:ext>
            </a:extLst>
          </p:cNvPr>
          <p:cNvSpPr>
            <a:spLocks noGrp="1"/>
          </p:cNvSpPr>
          <p:nvPr/>
        </p:nvSpPr>
        <p:spPr>
          <a:xfrm>
            <a:off x="12057063" y="5238750"/>
            <a:ext cx="34925" cy="547688"/>
          </a:xfrm>
          <a:prstGeom prst="rect">
            <a:avLst/>
          </a:prstGeom>
          <a:solidFill>
            <a:srgbClr val="1D4ED8"/>
          </a:solidFill>
          <a:ln w="13097">
            <a:solidFill>
              <a:srgbClr val="172B4D"/>
            </a:solidFill>
          </a:ln>
        </p:spPr>
      </p:sp>
      <p:sp>
        <p:nvSpPr>
          <p:cNvPr id="872" name="object-872">
            <a:extLst>
              <a:ext uri="{FF2B5EF4-FFF2-40B4-BE49-F238E27FC236}">
                <a16:creationId xmlns:a16="http://schemas.microsoft.com/office/drawing/2014/main" id="{EA86DEB9-E5A2-4467-8C9F-A3182F4F119B}"/>
              </a:ext>
            </a:extLst>
          </p:cNvPr>
          <p:cNvSpPr>
            <a:spLocks noGrp="1"/>
          </p:cNvSpPr>
          <p:nvPr/>
        </p:nvSpPr>
        <p:spPr>
          <a:xfrm>
            <a:off x="12091988" y="5238750"/>
            <a:ext cx="34925" cy="547688"/>
          </a:xfrm>
          <a:prstGeom prst="rect">
            <a:avLst/>
          </a:prstGeom>
          <a:solidFill>
            <a:srgbClr val="1D4ED8"/>
          </a:solidFill>
          <a:ln w="13097">
            <a:solidFill>
              <a:srgbClr val="172B4D"/>
            </a:solidFill>
          </a:ln>
        </p:spPr>
      </p:sp>
      <p:sp>
        <p:nvSpPr>
          <p:cNvPr id="873" name="object-873">
            <a:extLst>
              <a:ext uri="{FF2B5EF4-FFF2-40B4-BE49-F238E27FC236}">
                <a16:creationId xmlns:a16="http://schemas.microsoft.com/office/drawing/2014/main" id="{83494D3D-B19D-4D76-AAAF-B6CBF57437D5}"/>
              </a:ext>
            </a:extLst>
          </p:cNvPr>
          <p:cNvSpPr>
            <a:spLocks noGrp="1"/>
          </p:cNvSpPr>
          <p:nvPr/>
        </p:nvSpPr>
        <p:spPr>
          <a:xfrm>
            <a:off x="12126912" y="5238750"/>
            <a:ext cx="34925" cy="547688"/>
          </a:xfrm>
          <a:prstGeom prst="rect">
            <a:avLst/>
          </a:prstGeom>
          <a:solidFill>
            <a:srgbClr val="FFFFFF"/>
          </a:solidFill>
          <a:ln w="13097">
            <a:solidFill>
              <a:srgbClr val="172B4D"/>
            </a:solidFill>
          </a:ln>
        </p:spPr>
      </p:sp>
      <p:sp>
        <p:nvSpPr>
          <p:cNvPr id="874" name="object-874">
            <a:extLst>
              <a:ext uri="{FF2B5EF4-FFF2-40B4-BE49-F238E27FC236}">
                <a16:creationId xmlns:a16="http://schemas.microsoft.com/office/drawing/2014/main" id="{19ECBE09-19B9-492F-AA68-017CAB43FB0B}"/>
              </a:ext>
            </a:extLst>
          </p:cNvPr>
          <p:cNvSpPr>
            <a:spLocks noGrp="1"/>
          </p:cNvSpPr>
          <p:nvPr/>
        </p:nvSpPr>
        <p:spPr>
          <a:xfrm>
            <a:off x="12161838" y="5238750"/>
            <a:ext cx="34925" cy="547688"/>
          </a:xfrm>
          <a:prstGeom prst="rect">
            <a:avLst/>
          </a:prstGeom>
          <a:solidFill>
            <a:srgbClr val="FFFFFF"/>
          </a:solidFill>
          <a:ln w="13097">
            <a:solidFill>
              <a:srgbClr val="172B4D"/>
            </a:solidFill>
          </a:ln>
        </p:spPr>
      </p:sp>
      <p:sp>
        <p:nvSpPr>
          <p:cNvPr id="875" name="object-875">
            <a:extLst>
              <a:ext uri="{FF2B5EF4-FFF2-40B4-BE49-F238E27FC236}">
                <a16:creationId xmlns:a16="http://schemas.microsoft.com/office/drawing/2014/main" id="{BFA0C791-1761-4C0B-AED8-0E689ACA2A05}"/>
              </a:ext>
            </a:extLst>
          </p:cNvPr>
          <p:cNvSpPr>
            <a:spLocks noGrp="1"/>
          </p:cNvSpPr>
          <p:nvPr/>
        </p:nvSpPr>
        <p:spPr>
          <a:xfrm>
            <a:off x="12196763" y="5238750"/>
            <a:ext cx="34925" cy="547688"/>
          </a:xfrm>
          <a:prstGeom prst="rect">
            <a:avLst/>
          </a:prstGeom>
          <a:solidFill>
            <a:srgbClr val="FFFFFF"/>
          </a:solidFill>
          <a:ln w="13097">
            <a:solidFill>
              <a:srgbClr val="172B4D"/>
            </a:solidFill>
          </a:ln>
        </p:spPr>
      </p:sp>
      <p:sp>
        <p:nvSpPr>
          <p:cNvPr id="876" name="object-876">
            <a:extLst>
              <a:ext uri="{FF2B5EF4-FFF2-40B4-BE49-F238E27FC236}">
                <a16:creationId xmlns:a16="http://schemas.microsoft.com/office/drawing/2014/main" id="{A647DA16-750A-47D3-A745-D8213F56F22A}"/>
              </a:ext>
            </a:extLst>
          </p:cNvPr>
          <p:cNvSpPr>
            <a:spLocks noGrp="1"/>
          </p:cNvSpPr>
          <p:nvPr/>
        </p:nvSpPr>
        <p:spPr>
          <a:xfrm>
            <a:off x="12231688" y="5238750"/>
            <a:ext cx="34925" cy="547688"/>
          </a:xfrm>
          <a:prstGeom prst="rect">
            <a:avLst/>
          </a:prstGeom>
          <a:solidFill>
            <a:srgbClr val="FFFFFF"/>
          </a:solidFill>
          <a:ln w="13097">
            <a:solidFill>
              <a:srgbClr val="172B4D"/>
            </a:solidFill>
          </a:ln>
        </p:spPr>
      </p:sp>
      <p:sp>
        <p:nvSpPr>
          <p:cNvPr id="877" name="object-877">
            <a:extLst>
              <a:ext uri="{FF2B5EF4-FFF2-40B4-BE49-F238E27FC236}">
                <a16:creationId xmlns:a16="http://schemas.microsoft.com/office/drawing/2014/main" id="{1067F305-5948-4DED-8539-BAE01A458927}"/>
              </a:ext>
            </a:extLst>
          </p:cNvPr>
          <p:cNvSpPr>
            <a:spLocks noGrp="1"/>
          </p:cNvSpPr>
          <p:nvPr/>
        </p:nvSpPr>
        <p:spPr>
          <a:xfrm>
            <a:off x="12266613" y="5238750"/>
            <a:ext cx="34925" cy="547688"/>
          </a:xfrm>
          <a:prstGeom prst="rect">
            <a:avLst/>
          </a:prstGeom>
          <a:solidFill>
            <a:srgbClr val="FFFFFF"/>
          </a:solidFill>
          <a:ln w="13097">
            <a:solidFill>
              <a:srgbClr val="172B4D"/>
            </a:solidFill>
          </a:ln>
        </p:spPr>
      </p:sp>
      <p:sp>
        <p:nvSpPr>
          <p:cNvPr id="878" name="object-878">
            <a:extLst>
              <a:ext uri="{FF2B5EF4-FFF2-40B4-BE49-F238E27FC236}">
                <a16:creationId xmlns:a16="http://schemas.microsoft.com/office/drawing/2014/main" id="{DD7B3C5D-6421-424E-860F-2349FFB21AD3}"/>
              </a:ext>
            </a:extLst>
          </p:cNvPr>
          <p:cNvSpPr>
            <a:spLocks noGrp="1"/>
          </p:cNvSpPr>
          <p:nvPr/>
        </p:nvSpPr>
        <p:spPr>
          <a:xfrm>
            <a:off x="12301538" y="5238750"/>
            <a:ext cx="34925" cy="547688"/>
          </a:xfrm>
          <a:prstGeom prst="rect">
            <a:avLst/>
          </a:prstGeom>
          <a:solidFill>
            <a:srgbClr val="FFFFFF"/>
          </a:solidFill>
          <a:ln w="13097">
            <a:solidFill>
              <a:srgbClr val="172B4D"/>
            </a:solidFill>
          </a:ln>
        </p:spPr>
      </p:sp>
      <p:sp>
        <p:nvSpPr>
          <p:cNvPr id="879" name="object-879">
            <a:extLst>
              <a:ext uri="{FF2B5EF4-FFF2-40B4-BE49-F238E27FC236}">
                <a16:creationId xmlns:a16="http://schemas.microsoft.com/office/drawing/2014/main" id="{0E9172EA-6FB4-4552-B0FB-AF1FFBE48627}"/>
              </a:ext>
            </a:extLst>
          </p:cNvPr>
          <p:cNvSpPr>
            <a:spLocks noGrp="1"/>
          </p:cNvSpPr>
          <p:nvPr/>
        </p:nvSpPr>
        <p:spPr>
          <a:xfrm>
            <a:off x="12336462" y="5238750"/>
            <a:ext cx="34925" cy="547688"/>
          </a:xfrm>
          <a:prstGeom prst="rect">
            <a:avLst/>
          </a:prstGeom>
          <a:solidFill>
            <a:srgbClr val="FFFFFF"/>
          </a:solidFill>
          <a:ln w="13097">
            <a:solidFill>
              <a:srgbClr val="172B4D"/>
            </a:solidFill>
          </a:ln>
        </p:spPr>
      </p:sp>
      <p:sp>
        <p:nvSpPr>
          <p:cNvPr id="880" name="object-880">
            <a:extLst>
              <a:ext uri="{FF2B5EF4-FFF2-40B4-BE49-F238E27FC236}">
                <a16:creationId xmlns:a16="http://schemas.microsoft.com/office/drawing/2014/main" id="{6BF98029-1778-4861-96CA-F827675587F0}"/>
              </a:ext>
            </a:extLst>
          </p:cNvPr>
          <p:cNvSpPr>
            <a:spLocks noGrp="1"/>
          </p:cNvSpPr>
          <p:nvPr/>
        </p:nvSpPr>
        <p:spPr>
          <a:xfrm>
            <a:off x="12371388" y="5238750"/>
            <a:ext cx="34925" cy="547688"/>
          </a:xfrm>
          <a:prstGeom prst="rect">
            <a:avLst/>
          </a:prstGeom>
          <a:solidFill>
            <a:srgbClr val="FFFFFF"/>
          </a:solidFill>
          <a:ln w="13097">
            <a:solidFill>
              <a:srgbClr val="172B4D"/>
            </a:solidFill>
          </a:ln>
        </p:spPr>
      </p:sp>
      <p:sp>
        <p:nvSpPr>
          <p:cNvPr id="881" name="object-881">
            <a:extLst>
              <a:ext uri="{FF2B5EF4-FFF2-40B4-BE49-F238E27FC236}">
                <a16:creationId xmlns:a16="http://schemas.microsoft.com/office/drawing/2014/main" id="{5B55BFD5-5484-4E7F-82B3-BCC38C88B7AA}"/>
              </a:ext>
            </a:extLst>
          </p:cNvPr>
          <p:cNvSpPr>
            <a:spLocks noGrp="1"/>
          </p:cNvSpPr>
          <p:nvPr/>
        </p:nvSpPr>
        <p:spPr>
          <a:xfrm>
            <a:off x="12406313" y="5238750"/>
            <a:ext cx="34925" cy="547688"/>
          </a:xfrm>
          <a:prstGeom prst="rect">
            <a:avLst/>
          </a:prstGeom>
          <a:solidFill>
            <a:srgbClr val="FFFFFF"/>
          </a:solidFill>
          <a:ln w="13097">
            <a:solidFill>
              <a:srgbClr val="172B4D"/>
            </a:solidFill>
          </a:ln>
        </p:spPr>
      </p:sp>
      <p:sp>
        <p:nvSpPr>
          <p:cNvPr id="882" name="object-882">
            <a:extLst>
              <a:ext uri="{FF2B5EF4-FFF2-40B4-BE49-F238E27FC236}">
                <a16:creationId xmlns:a16="http://schemas.microsoft.com/office/drawing/2014/main" id="{ACB3C63D-77E8-48AE-AAA4-918EB40F301B}"/>
              </a:ext>
            </a:extLst>
          </p:cNvPr>
          <p:cNvSpPr>
            <a:spLocks noGrp="1"/>
          </p:cNvSpPr>
          <p:nvPr/>
        </p:nvSpPr>
        <p:spPr>
          <a:xfrm>
            <a:off x="12441238" y="5238750"/>
            <a:ext cx="34925" cy="547688"/>
          </a:xfrm>
          <a:prstGeom prst="rect">
            <a:avLst/>
          </a:prstGeom>
          <a:solidFill>
            <a:srgbClr val="FFFFFF"/>
          </a:solidFill>
          <a:ln w="13097">
            <a:solidFill>
              <a:srgbClr val="172B4D"/>
            </a:solidFill>
          </a:ln>
        </p:spPr>
      </p:sp>
      <p:sp>
        <p:nvSpPr>
          <p:cNvPr id="883" name="object-883">
            <a:extLst>
              <a:ext uri="{FF2B5EF4-FFF2-40B4-BE49-F238E27FC236}">
                <a16:creationId xmlns:a16="http://schemas.microsoft.com/office/drawing/2014/main" id="{E9856A67-703F-4F8A-A983-18D63EB49B6F}"/>
              </a:ext>
            </a:extLst>
          </p:cNvPr>
          <p:cNvSpPr>
            <a:spLocks noGrp="1"/>
          </p:cNvSpPr>
          <p:nvPr/>
        </p:nvSpPr>
        <p:spPr>
          <a:xfrm>
            <a:off x="12476163" y="5238750"/>
            <a:ext cx="34925" cy="547688"/>
          </a:xfrm>
          <a:prstGeom prst="rect">
            <a:avLst/>
          </a:prstGeom>
          <a:solidFill>
            <a:srgbClr val="FFFFFF"/>
          </a:solidFill>
          <a:ln w="13097">
            <a:solidFill>
              <a:srgbClr val="172B4D"/>
            </a:solidFill>
          </a:ln>
        </p:spPr>
      </p:sp>
      <p:sp>
        <p:nvSpPr>
          <p:cNvPr id="884" name="object-884">
            <a:extLst>
              <a:ext uri="{FF2B5EF4-FFF2-40B4-BE49-F238E27FC236}">
                <a16:creationId xmlns:a16="http://schemas.microsoft.com/office/drawing/2014/main" id="{9F75F53C-F057-4584-9ACC-25F5E39A4F0D}"/>
              </a:ext>
            </a:extLst>
          </p:cNvPr>
          <p:cNvSpPr>
            <a:spLocks noGrp="1"/>
          </p:cNvSpPr>
          <p:nvPr/>
        </p:nvSpPr>
        <p:spPr>
          <a:xfrm>
            <a:off x="12511088" y="5238750"/>
            <a:ext cx="34925" cy="547688"/>
          </a:xfrm>
          <a:prstGeom prst="rect">
            <a:avLst/>
          </a:prstGeom>
          <a:solidFill>
            <a:srgbClr val="FFFFFF"/>
          </a:solidFill>
          <a:ln w="13097">
            <a:solidFill>
              <a:srgbClr val="172B4D"/>
            </a:solidFill>
          </a:ln>
        </p:spPr>
      </p:sp>
      <p:sp>
        <p:nvSpPr>
          <p:cNvPr id="885" name="object-885">
            <a:extLst>
              <a:ext uri="{FF2B5EF4-FFF2-40B4-BE49-F238E27FC236}">
                <a16:creationId xmlns:a16="http://schemas.microsoft.com/office/drawing/2014/main" id="{7CFCA867-CFB1-43A4-AA3A-B42174903BBB}"/>
              </a:ext>
            </a:extLst>
          </p:cNvPr>
          <p:cNvSpPr>
            <a:spLocks noGrp="1"/>
          </p:cNvSpPr>
          <p:nvPr/>
        </p:nvSpPr>
        <p:spPr>
          <a:xfrm>
            <a:off x="12546013" y="5238750"/>
            <a:ext cx="34925" cy="547688"/>
          </a:xfrm>
          <a:prstGeom prst="rect">
            <a:avLst/>
          </a:prstGeom>
          <a:solidFill>
            <a:srgbClr val="FFFFFF"/>
          </a:solidFill>
          <a:ln w="13097">
            <a:solidFill>
              <a:srgbClr val="172B4D"/>
            </a:solidFill>
          </a:ln>
        </p:spPr>
      </p:sp>
      <p:sp>
        <p:nvSpPr>
          <p:cNvPr id="886" name="object-886">
            <a:extLst>
              <a:ext uri="{FF2B5EF4-FFF2-40B4-BE49-F238E27FC236}">
                <a16:creationId xmlns:a16="http://schemas.microsoft.com/office/drawing/2014/main" id="{6BCC21A1-79E4-4250-818E-A73685B02022}"/>
              </a:ext>
            </a:extLst>
          </p:cNvPr>
          <p:cNvSpPr>
            <a:spLocks noGrp="1"/>
          </p:cNvSpPr>
          <p:nvPr/>
        </p:nvSpPr>
        <p:spPr>
          <a:xfrm>
            <a:off x="12580937" y="5238750"/>
            <a:ext cx="34925" cy="547688"/>
          </a:xfrm>
          <a:prstGeom prst="rect">
            <a:avLst/>
          </a:prstGeom>
          <a:solidFill>
            <a:srgbClr val="FFFFFF"/>
          </a:solidFill>
          <a:ln w="13097">
            <a:solidFill>
              <a:srgbClr val="172B4D"/>
            </a:solidFill>
          </a:ln>
        </p:spPr>
      </p:sp>
      <p:sp>
        <p:nvSpPr>
          <p:cNvPr id="887" name="object-887">
            <a:extLst>
              <a:ext uri="{FF2B5EF4-FFF2-40B4-BE49-F238E27FC236}">
                <a16:creationId xmlns:a16="http://schemas.microsoft.com/office/drawing/2014/main" id="{93036A66-673F-41BB-B543-83EEB996F89A}"/>
              </a:ext>
            </a:extLst>
          </p:cNvPr>
          <p:cNvSpPr>
            <a:spLocks noGrp="1"/>
          </p:cNvSpPr>
          <p:nvPr/>
        </p:nvSpPr>
        <p:spPr>
          <a:xfrm>
            <a:off x="12615863" y="5238750"/>
            <a:ext cx="34925" cy="547688"/>
          </a:xfrm>
          <a:prstGeom prst="rect">
            <a:avLst/>
          </a:prstGeom>
          <a:solidFill>
            <a:srgbClr val="FFFFFF"/>
          </a:solidFill>
          <a:ln w="13097">
            <a:solidFill>
              <a:srgbClr val="172B4D"/>
            </a:solidFill>
          </a:ln>
        </p:spPr>
      </p:sp>
      <p:sp>
        <p:nvSpPr>
          <p:cNvPr id="888" name="object-888">
            <a:extLst>
              <a:ext uri="{FF2B5EF4-FFF2-40B4-BE49-F238E27FC236}">
                <a16:creationId xmlns:a16="http://schemas.microsoft.com/office/drawing/2014/main" id="{05605B9B-AED0-4B5E-BE01-B3DE0F0CF0B0}"/>
              </a:ext>
            </a:extLst>
          </p:cNvPr>
          <p:cNvSpPr>
            <a:spLocks noGrp="1"/>
          </p:cNvSpPr>
          <p:nvPr/>
        </p:nvSpPr>
        <p:spPr>
          <a:xfrm>
            <a:off x="12650787" y="5238750"/>
            <a:ext cx="34925" cy="547688"/>
          </a:xfrm>
          <a:prstGeom prst="rect">
            <a:avLst/>
          </a:prstGeom>
          <a:solidFill>
            <a:srgbClr val="FFFFFF"/>
          </a:solidFill>
          <a:ln w="13097">
            <a:solidFill>
              <a:srgbClr val="172B4D"/>
            </a:solidFill>
          </a:ln>
        </p:spPr>
      </p:sp>
      <p:sp>
        <p:nvSpPr>
          <p:cNvPr id="889" name="object-889">
            <a:extLst>
              <a:ext uri="{FF2B5EF4-FFF2-40B4-BE49-F238E27FC236}">
                <a16:creationId xmlns:a16="http://schemas.microsoft.com/office/drawing/2014/main" id="{BCA585DE-5041-43E1-89BE-222EE7004245}"/>
              </a:ext>
            </a:extLst>
          </p:cNvPr>
          <p:cNvSpPr>
            <a:spLocks noGrp="1"/>
          </p:cNvSpPr>
          <p:nvPr/>
        </p:nvSpPr>
        <p:spPr>
          <a:xfrm>
            <a:off x="12685713" y="5238750"/>
            <a:ext cx="34925" cy="547688"/>
          </a:xfrm>
          <a:prstGeom prst="rect">
            <a:avLst/>
          </a:prstGeom>
          <a:solidFill>
            <a:srgbClr val="FFFFFF"/>
          </a:solidFill>
          <a:ln w="13097">
            <a:solidFill>
              <a:srgbClr val="172B4D"/>
            </a:solidFill>
          </a:ln>
        </p:spPr>
      </p:sp>
      <p:sp>
        <p:nvSpPr>
          <p:cNvPr id="890" name="object-890">
            <a:extLst>
              <a:ext uri="{FF2B5EF4-FFF2-40B4-BE49-F238E27FC236}">
                <a16:creationId xmlns:a16="http://schemas.microsoft.com/office/drawing/2014/main" id="{C0511DC8-538A-437A-9C45-35DB3F15DAC0}"/>
              </a:ext>
            </a:extLst>
          </p:cNvPr>
          <p:cNvSpPr>
            <a:spLocks noGrp="1"/>
          </p:cNvSpPr>
          <p:nvPr/>
        </p:nvSpPr>
        <p:spPr>
          <a:xfrm>
            <a:off x="12720638" y="5238750"/>
            <a:ext cx="34925" cy="547688"/>
          </a:xfrm>
          <a:prstGeom prst="rect">
            <a:avLst/>
          </a:prstGeom>
          <a:solidFill>
            <a:srgbClr val="FFFFFF"/>
          </a:solidFill>
          <a:ln w="13097">
            <a:solidFill>
              <a:srgbClr val="172B4D"/>
            </a:solidFill>
          </a:ln>
        </p:spPr>
      </p:sp>
      <p:sp>
        <p:nvSpPr>
          <p:cNvPr id="891" name="object-891">
            <a:extLst>
              <a:ext uri="{FF2B5EF4-FFF2-40B4-BE49-F238E27FC236}">
                <a16:creationId xmlns:a16="http://schemas.microsoft.com/office/drawing/2014/main" id="{8B659C3C-D168-47D0-B2D5-E4FB95429EE0}"/>
              </a:ext>
            </a:extLst>
          </p:cNvPr>
          <p:cNvSpPr>
            <a:spLocks noGrp="1"/>
          </p:cNvSpPr>
          <p:nvPr/>
        </p:nvSpPr>
        <p:spPr>
          <a:xfrm>
            <a:off x="12755563" y="5238750"/>
            <a:ext cx="34925" cy="547688"/>
          </a:xfrm>
          <a:prstGeom prst="rect">
            <a:avLst/>
          </a:prstGeom>
          <a:solidFill>
            <a:srgbClr val="FFFFFF"/>
          </a:solidFill>
          <a:ln w="13097">
            <a:solidFill>
              <a:srgbClr val="172B4D"/>
            </a:solidFill>
          </a:ln>
        </p:spPr>
      </p:sp>
      <p:sp>
        <p:nvSpPr>
          <p:cNvPr id="892" name="object-892">
            <a:extLst>
              <a:ext uri="{FF2B5EF4-FFF2-40B4-BE49-F238E27FC236}">
                <a16:creationId xmlns:a16="http://schemas.microsoft.com/office/drawing/2014/main" id="{7420DAAE-74BE-49BB-BAF0-75B3E9AFA4D2}"/>
              </a:ext>
            </a:extLst>
          </p:cNvPr>
          <p:cNvSpPr>
            <a:spLocks noGrp="1"/>
          </p:cNvSpPr>
          <p:nvPr/>
        </p:nvSpPr>
        <p:spPr>
          <a:xfrm>
            <a:off x="12790488" y="5238750"/>
            <a:ext cx="34925" cy="547688"/>
          </a:xfrm>
          <a:prstGeom prst="rect">
            <a:avLst/>
          </a:prstGeom>
          <a:solidFill>
            <a:srgbClr val="FFFFFF"/>
          </a:solidFill>
          <a:ln w="13097">
            <a:solidFill>
              <a:srgbClr val="172B4D"/>
            </a:solidFill>
          </a:ln>
        </p:spPr>
      </p:sp>
      <p:sp>
        <p:nvSpPr>
          <p:cNvPr id="893" name="object-893">
            <a:extLst>
              <a:ext uri="{FF2B5EF4-FFF2-40B4-BE49-F238E27FC236}">
                <a16:creationId xmlns:a16="http://schemas.microsoft.com/office/drawing/2014/main" id="{E1865C29-8088-43E2-8EA4-17D7D178792A}"/>
              </a:ext>
            </a:extLst>
          </p:cNvPr>
          <p:cNvSpPr>
            <a:spLocks noGrp="1"/>
          </p:cNvSpPr>
          <p:nvPr/>
        </p:nvSpPr>
        <p:spPr>
          <a:xfrm>
            <a:off x="12825413" y="5238750"/>
            <a:ext cx="34925" cy="547688"/>
          </a:xfrm>
          <a:prstGeom prst="rect">
            <a:avLst/>
          </a:prstGeom>
          <a:solidFill>
            <a:srgbClr val="FFFFFF"/>
          </a:solidFill>
          <a:ln w="13097">
            <a:solidFill>
              <a:srgbClr val="172B4D"/>
            </a:solidFill>
          </a:ln>
        </p:spPr>
      </p:sp>
      <p:sp>
        <p:nvSpPr>
          <p:cNvPr id="894" name="object-894">
            <a:extLst>
              <a:ext uri="{FF2B5EF4-FFF2-40B4-BE49-F238E27FC236}">
                <a16:creationId xmlns:a16="http://schemas.microsoft.com/office/drawing/2014/main" id="{7DBADA36-382C-4115-BFCA-EDAB1FF2A109}"/>
              </a:ext>
            </a:extLst>
          </p:cNvPr>
          <p:cNvSpPr>
            <a:spLocks noGrp="1"/>
          </p:cNvSpPr>
          <p:nvPr/>
        </p:nvSpPr>
        <p:spPr>
          <a:xfrm>
            <a:off x="12860337" y="5238750"/>
            <a:ext cx="34925" cy="547688"/>
          </a:xfrm>
          <a:prstGeom prst="rect">
            <a:avLst/>
          </a:prstGeom>
          <a:solidFill>
            <a:srgbClr val="FFFFFF"/>
          </a:solidFill>
          <a:ln w="13097">
            <a:solidFill>
              <a:srgbClr val="172B4D"/>
            </a:solidFill>
          </a:ln>
        </p:spPr>
      </p:sp>
      <p:sp>
        <p:nvSpPr>
          <p:cNvPr id="895" name="object-895">
            <a:extLst>
              <a:ext uri="{FF2B5EF4-FFF2-40B4-BE49-F238E27FC236}">
                <a16:creationId xmlns:a16="http://schemas.microsoft.com/office/drawing/2014/main" id="{1027ED03-0A06-423D-ABD9-85DF39F958CD}"/>
              </a:ext>
            </a:extLst>
          </p:cNvPr>
          <p:cNvSpPr>
            <a:spLocks noGrp="1"/>
          </p:cNvSpPr>
          <p:nvPr/>
        </p:nvSpPr>
        <p:spPr>
          <a:xfrm>
            <a:off x="12895263" y="5238750"/>
            <a:ext cx="34925" cy="547688"/>
          </a:xfrm>
          <a:prstGeom prst="rect">
            <a:avLst/>
          </a:prstGeom>
          <a:solidFill>
            <a:srgbClr val="FFFFFF"/>
          </a:solidFill>
          <a:ln w="13097">
            <a:solidFill>
              <a:srgbClr val="172B4D"/>
            </a:solidFill>
          </a:ln>
        </p:spPr>
      </p:sp>
      <p:sp>
        <p:nvSpPr>
          <p:cNvPr id="896" name="object-896">
            <a:extLst>
              <a:ext uri="{FF2B5EF4-FFF2-40B4-BE49-F238E27FC236}">
                <a16:creationId xmlns:a16="http://schemas.microsoft.com/office/drawing/2014/main" id="{6073385D-5058-4D72-8A1D-6BB0767469EB}"/>
              </a:ext>
            </a:extLst>
          </p:cNvPr>
          <p:cNvSpPr>
            <a:spLocks noGrp="1"/>
          </p:cNvSpPr>
          <p:nvPr/>
        </p:nvSpPr>
        <p:spPr>
          <a:xfrm>
            <a:off x="12930188" y="5238750"/>
            <a:ext cx="34925" cy="547688"/>
          </a:xfrm>
          <a:prstGeom prst="rect">
            <a:avLst/>
          </a:prstGeom>
          <a:solidFill>
            <a:srgbClr val="FFFFFF"/>
          </a:solidFill>
          <a:ln w="13097">
            <a:solidFill>
              <a:srgbClr val="172B4D"/>
            </a:solidFill>
          </a:ln>
        </p:spPr>
      </p:sp>
      <p:sp>
        <p:nvSpPr>
          <p:cNvPr id="897" name="object-897">
            <a:extLst>
              <a:ext uri="{FF2B5EF4-FFF2-40B4-BE49-F238E27FC236}">
                <a16:creationId xmlns:a16="http://schemas.microsoft.com/office/drawing/2014/main" id="{3A7CDF21-9E5B-4A14-B473-B2F5FBCB499B}"/>
              </a:ext>
            </a:extLst>
          </p:cNvPr>
          <p:cNvSpPr>
            <a:spLocks noGrp="1"/>
          </p:cNvSpPr>
          <p:nvPr/>
        </p:nvSpPr>
        <p:spPr>
          <a:xfrm>
            <a:off x="12965113" y="5238750"/>
            <a:ext cx="34925" cy="547688"/>
          </a:xfrm>
          <a:prstGeom prst="rect">
            <a:avLst/>
          </a:prstGeom>
          <a:solidFill>
            <a:srgbClr val="FFFFFF"/>
          </a:solidFill>
          <a:ln w="13097">
            <a:solidFill>
              <a:srgbClr val="172B4D"/>
            </a:solidFill>
          </a:ln>
        </p:spPr>
      </p:sp>
      <p:sp>
        <p:nvSpPr>
          <p:cNvPr id="898" name="object-898">
            <a:extLst>
              <a:ext uri="{FF2B5EF4-FFF2-40B4-BE49-F238E27FC236}">
                <a16:creationId xmlns:a16="http://schemas.microsoft.com/office/drawing/2014/main" id="{87D0E431-06EF-4FF4-9143-D9DE0FB955EB}"/>
              </a:ext>
            </a:extLst>
          </p:cNvPr>
          <p:cNvSpPr>
            <a:spLocks noGrp="1"/>
          </p:cNvSpPr>
          <p:nvPr/>
        </p:nvSpPr>
        <p:spPr>
          <a:xfrm>
            <a:off x="13000038" y="5238750"/>
            <a:ext cx="34925" cy="547688"/>
          </a:xfrm>
          <a:prstGeom prst="rect">
            <a:avLst/>
          </a:prstGeom>
          <a:solidFill>
            <a:srgbClr val="FFFFFF"/>
          </a:solidFill>
          <a:ln w="13097">
            <a:solidFill>
              <a:srgbClr val="172B4D"/>
            </a:solidFill>
          </a:ln>
        </p:spPr>
      </p:sp>
      <p:sp>
        <p:nvSpPr>
          <p:cNvPr id="899" name="object-899">
            <a:extLst>
              <a:ext uri="{FF2B5EF4-FFF2-40B4-BE49-F238E27FC236}">
                <a16:creationId xmlns:a16="http://schemas.microsoft.com/office/drawing/2014/main" id="{0C5563EC-36CE-4031-902C-F86F817D9074}"/>
              </a:ext>
            </a:extLst>
          </p:cNvPr>
          <p:cNvSpPr>
            <a:spLocks noGrp="1"/>
          </p:cNvSpPr>
          <p:nvPr/>
        </p:nvSpPr>
        <p:spPr>
          <a:xfrm>
            <a:off x="13034963" y="5238750"/>
            <a:ext cx="34925" cy="547688"/>
          </a:xfrm>
          <a:prstGeom prst="rect">
            <a:avLst/>
          </a:prstGeom>
          <a:solidFill>
            <a:srgbClr val="FFFFFF"/>
          </a:solidFill>
          <a:ln w="13097">
            <a:solidFill>
              <a:srgbClr val="172B4D"/>
            </a:solidFill>
          </a:ln>
        </p:spPr>
      </p:sp>
      <p:sp>
        <p:nvSpPr>
          <p:cNvPr id="900" name="object-900">
            <a:extLst>
              <a:ext uri="{FF2B5EF4-FFF2-40B4-BE49-F238E27FC236}">
                <a16:creationId xmlns:a16="http://schemas.microsoft.com/office/drawing/2014/main" id="{4C13435A-4802-49C8-AF0D-639EFF00E586}"/>
              </a:ext>
            </a:extLst>
          </p:cNvPr>
          <p:cNvSpPr>
            <a:spLocks noGrp="1"/>
          </p:cNvSpPr>
          <p:nvPr/>
        </p:nvSpPr>
        <p:spPr>
          <a:xfrm>
            <a:off x="13069888" y="5238750"/>
            <a:ext cx="34925" cy="547688"/>
          </a:xfrm>
          <a:prstGeom prst="rect">
            <a:avLst/>
          </a:prstGeom>
          <a:solidFill>
            <a:srgbClr val="FFFFFF"/>
          </a:solidFill>
          <a:ln w="13097">
            <a:solidFill>
              <a:srgbClr val="172B4D"/>
            </a:solidFill>
          </a:ln>
        </p:spPr>
      </p:sp>
      <p:sp>
        <p:nvSpPr>
          <p:cNvPr id="901" name="object-901">
            <a:extLst>
              <a:ext uri="{FF2B5EF4-FFF2-40B4-BE49-F238E27FC236}">
                <a16:creationId xmlns:a16="http://schemas.microsoft.com/office/drawing/2014/main" id="{BF49EAC7-8EFB-4BA2-8337-80056AB590DD}"/>
              </a:ext>
            </a:extLst>
          </p:cNvPr>
          <p:cNvSpPr>
            <a:spLocks noGrp="1"/>
          </p:cNvSpPr>
          <p:nvPr/>
        </p:nvSpPr>
        <p:spPr>
          <a:xfrm>
            <a:off x="13104812" y="5238750"/>
            <a:ext cx="34925" cy="547688"/>
          </a:xfrm>
          <a:prstGeom prst="rect">
            <a:avLst/>
          </a:prstGeom>
          <a:solidFill>
            <a:srgbClr val="FFFFFF"/>
          </a:solidFill>
          <a:ln w="13097">
            <a:solidFill>
              <a:srgbClr val="172B4D"/>
            </a:solidFill>
          </a:ln>
        </p:spPr>
      </p:sp>
      <p:sp>
        <p:nvSpPr>
          <p:cNvPr id="902" name="object-902">
            <a:extLst>
              <a:ext uri="{FF2B5EF4-FFF2-40B4-BE49-F238E27FC236}">
                <a16:creationId xmlns:a16="http://schemas.microsoft.com/office/drawing/2014/main" id="{6E7AEC92-C5CD-4DF4-B7E4-5CBEEA171004}"/>
              </a:ext>
            </a:extLst>
          </p:cNvPr>
          <p:cNvSpPr>
            <a:spLocks noGrp="1"/>
          </p:cNvSpPr>
          <p:nvPr/>
        </p:nvSpPr>
        <p:spPr>
          <a:xfrm>
            <a:off x="13139738" y="5238750"/>
            <a:ext cx="34925" cy="547688"/>
          </a:xfrm>
          <a:prstGeom prst="rect">
            <a:avLst/>
          </a:prstGeom>
          <a:solidFill>
            <a:srgbClr val="FFFFFF"/>
          </a:solidFill>
          <a:ln w="13097">
            <a:solidFill>
              <a:srgbClr val="172B4D"/>
            </a:solidFill>
          </a:ln>
        </p:spPr>
      </p:sp>
      <p:sp>
        <p:nvSpPr>
          <p:cNvPr id="903" name="object-903">
            <a:extLst>
              <a:ext uri="{FF2B5EF4-FFF2-40B4-BE49-F238E27FC236}">
                <a16:creationId xmlns:a16="http://schemas.microsoft.com/office/drawing/2014/main" id="{5F953324-6E33-41CF-AB12-D4C09DADE4A4}"/>
              </a:ext>
            </a:extLst>
          </p:cNvPr>
          <p:cNvSpPr>
            <a:spLocks noGrp="1"/>
          </p:cNvSpPr>
          <p:nvPr/>
        </p:nvSpPr>
        <p:spPr>
          <a:xfrm>
            <a:off x="13174662" y="5238750"/>
            <a:ext cx="34925" cy="547688"/>
          </a:xfrm>
          <a:prstGeom prst="rect">
            <a:avLst/>
          </a:prstGeom>
          <a:solidFill>
            <a:srgbClr val="FFFFFF"/>
          </a:solidFill>
          <a:ln w="13097">
            <a:solidFill>
              <a:srgbClr val="172B4D"/>
            </a:solidFill>
          </a:ln>
        </p:spPr>
      </p:sp>
      <p:sp>
        <p:nvSpPr>
          <p:cNvPr id="904" name="object-904">
            <a:extLst>
              <a:ext uri="{FF2B5EF4-FFF2-40B4-BE49-F238E27FC236}">
                <a16:creationId xmlns:a16="http://schemas.microsoft.com/office/drawing/2014/main" id="{5E29A69F-724E-4430-8ACA-48A809E0929D}"/>
              </a:ext>
            </a:extLst>
          </p:cNvPr>
          <p:cNvSpPr>
            <a:spLocks noGrp="1"/>
          </p:cNvSpPr>
          <p:nvPr/>
        </p:nvSpPr>
        <p:spPr>
          <a:xfrm>
            <a:off x="13209588" y="5238750"/>
            <a:ext cx="34925" cy="547688"/>
          </a:xfrm>
          <a:prstGeom prst="rect">
            <a:avLst/>
          </a:prstGeom>
          <a:solidFill>
            <a:srgbClr val="FFFFFF"/>
          </a:solidFill>
          <a:ln w="13097">
            <a:solidFill>
              <a:srgbClr val="172B4D"/>
            </a:solidFill>
          </a:ln>
        </p:spPr>
      </p:sp>
      <p:sp>
        <p:nvSpPr>
          <p:cNvPr id="905" name="object-905">
            <a:extLst>
              <a:ext uri="{FF2B5EF4-FFF2-40B4-BE49-F238E27FC236}">
                <a16:creationId xmlns:a16="http://schemas.microsoft.com/office/drawing/2014/main" id="{7EF5FEBF-7044-42F6-87EE-D0DB045201B8}"/>
              </a:ext>
            </a:extLst>
          </p:cNvPr>
          <p:cNvSpPr>
            <a:spLocks noGrp="1"/>
          </p:cNvSpPr>
          <p:nvPr/>
        </p:nvSpPr>
        <p:spPr>
          <a:xfrm>
            <a:off x="13244513" y="5238750"/>
            <a:ext cx="34925" cy="547688"/>
          </a:xfrm>
          <a:prstGeom prst="rect">
            <a:avLst/>
          </a:prstGeom>
          <a:solidFill>
            <a:srgbClr val="FFFFFF"/>
          </a:solidFill>
          <a:ln w="13097">
            <a:solidFill>
              <a:srgbClr val="172B4D"/>
            </a:solidFill>
          </a:ln>
        </p:spPr>
      </p:sp>
      <p:sp>
        <p:nvSpPr>
          <p:cNvPr id="906" name="object-906">
            <a:extLst>
              <a:ext uri="{FF2B5EF4-FFF2-40B4-BE49-F238E27FC236}">
                <a16:creationId xmlns:a16="http://schemas.microsoft.com/office/drawing/2014/main" id="{1E47DA35-9BA8-4C97-8285-9C392DDC3735}"/>
              </a:ext>
            </a:extLst>
          </p:cNvPr>
          <p:cNvSpPr>
            <a:spLocks noGrp="1"/>
          </p:cNvSpPr>
          <p:nvPr/>
        </p:nvSpPr>
        <p:spPr>
          <a:xfrm>
            <a:off x="13279438" y="5238750"/>
            <a:ext cx="34925" cy="547688"/>
          </a:xfrm>
          <a:prstGeom prst="rect">
            <a:avLst/>
          </a:prstGeom>
          <a:solidFill>
            <a:srgbClr val="FFFFFF"/>
          </a:solidFill>
          <a:ln w="13097">
            <a:solidFill>
              <a:srgbClr val="172B4D"/>
            </a:solidFill>
          </a:ln>
        </p:spPr>
      </p:sp>
      <p:sp>
        <p:nvSpPr>
          <p:cNvPr id="907" name="object-907">
            <a:extLst>
              <a:ext uri="{FF2B5EF4-FFF2-40B4-BE49-F238E27FC236}">
                <a16:creationId xmlns:a16="http://schemas.microsoft.com/office/drawing/2014/main" id="{CF02D866-1C27-47AF-BB21-94E85340F196}"/>
              </a:ext>
            </a:extLst>
          </p:cNvPr>
          <p:cNvSpPr>
            <a:spLocks noGrp="1"/>
          </p:cNvSpPr>
          <p:nvPr/>
        </p:nvSpPr>
        <p:spPr>
          <a:xfrm>
            <a:off x="13314363" y="5238750"/>
            <a:ext cx="34925" cy="547688"/>
          </a:xfrm>
          <a:prstGeom prst="rect">
            <a:avLst/>
          </a:prstGeom>
          <a:solidFill>
            <a:srgbClr val="FFFFFF"/>
          </a:solidFill>
          <a:ln w="13097">
            <a:solidFill>
              <a:srgbClr val="172B4D"/>
            </a:solidFill>
          </a:ln>
        </p:spPr>
      </p:sp>
      <p:sp>
        <p:nvSpPr>
          <p:cNvPr id="908" name="object-908">
            <a:extLst>
              <a:ext uri="{FF2B5EF4-FFF2-40B4-BE49-F238E27FC236}">
                <a16:creationId xmlns:a16="http://schemas.microsoft.com/office/drawing/2014/main" id="{079B7A5A-5304-4E8F-BA18-7F6E2C0B7036}"/>
              </a:ext>
            </a:extLst>
          </p:cNvPr>
          <p:cNvSpPr>
            <a:spLocks noGrp="1"/>
          </p:cNvSpPr>
          <p:nvPr/>
        </p:nvSpPr>
        <p:spPr>
          <a:xfrm>
            <a:off x="13349288" y="5238750"/>
            <a:ext cx="34925" cy="547688"/>
          </a:xfrm>
          <a:prstGeom prst="rect">
            <a:avLst/>
          </a:prstGeom>
          <a:solidFill>
            <a:srgbClr val="FFFFFF"/>
          </a:solidFill>
          <a:ln w="13097">
            <a:solidFill>
              <a:srgbClr val="172B4D"/>
            </a:solidFill>
          </a:ln>
        </p:spPr>
      </p:sp>
      <p:sp>
        <p:nvSpPr>
          <p:cNvPr id="909" name="object-909">
            <a:extLst>
              <a:ext uri="{FF2B5EF4-FFF2-40B4-BE49-F238E27FC236}">
                <a16:creationId xmlns:a16="http://schemas.microsoft.com/office/drawing/2014/main" id="{FAABF0A0-9A8D-4F1A-8A32-AB8B16404F7E}"/>
              </a:ext>
            </a:extLst>
          </p:cNvPr>
          <p:cNvSpPr>
            <a:spLocks noGrp="1"/>
          </p:cNvSpPr>
          <p:nvPr/>
        </p:nvSpPr>
        <p:spPr>
          <a:xfrm>
            <a:off x="13384212" y="5238750"/>
            <a:ext cx="34925" cy="547688"/>
          </a:xfrm>
          <a:prstGeom prst="rect">
            <a:avLst/>
          </a:prstGeom>
          <a:solidFill>
            <a:srgbClr val="FFFFFF"/>
          </a:solidFill>
          <a:ln w="13097">
            <a:solidFill>
              <a:srgbClr val="172B4D"/>
            </a:solidFill>
          </a:ln>
        </p:spPr>
      </p:sp>
      <p:sp>
        <p:nvSpPr>
          <p:cNvPr id="910" name="object-910">
            <a:extLst>
              <a:ext uri="{FF2B5EF4-FFF2-40B4-BE49-F238E27FC236}">
                <a16:creationId xmlns:a16="http://schemas.microsoft.com/office/drawing/2014/main" id="{D39E8A85-D1A8-4DA8-823E-BDBD8EDE37E6}"/>
              </a:ext>
            </a:extLst>
          </p:cNvPr>
          <p:cNvSpPr>
            <a:spLocks noGrp="1"/>
          </p:cNvSpPr>
          <p:nvPr/>
        </p:nvSpPr>
        <p:spPr>
          <a:xfrm>
            <a:off x="13419138" y="5238750"/>
            <a:ext cx="34925" cy="547688"/>
          </a:xfrm>
          <a:prstGeom prst="rect">
            <a:avLst/>
          </a:prstGeom>
          <a:solidFill>
            <a:srgbClr val="FFFFFF"/>
          </a:solidFill>
          <a:ln w="13097">
            <a:solidFill>
              <a:srgbClr val="172B4D"/>
            </a:solidFill>
          </a:ln>
        </p:spPr>
      </p:sp>
      <p:sp>
        <p:nvSpPr>
          <p:cNvPr id="911" name="object-911">
            <a:extLst>
              <a:ext uri="{FF2B5EF4-FFF2-40B4-BE49-F238E27FC236}">
                <a16:creationId xmlns:a16="http://schemas.microsoft.com/office/drawing/2014/main" id="{4302C3CD-D5C3-4028-9678-64D407898EA1}"/>
              </a:ext>
            </a:extLst>
          </p:cNvPr>
          <p:cNvSpPr>
            <a:spLocks noGrp="1"/>
          </p:cNvSpPr>
          <p:nvPr/>
        </p:nvSpPr>
        <p:spPr>
          <a:xfrm>
            <a:off x="12263438" y="5798344"/>
            <a:ext cx="1905000" cy="476250"/>
          </a:xfrm>
          <a:prstGeom prst="rect">
            <a:avLst/>
          </a:prstGeom>
          <a:noFill/>
          <a:ln w="0">
            <a:noFill/>
          </a:ln>
        </p:spPr>
        <p:txBody>
          <a:bodyPr anchor="ctr">
            <a:noAutofit/>
          </a:bodyPr>
          <a:lstStyle/>
          <a:p>
            <a:pPr algn="l">
              <a:defRPr sz="2250" b="1">
                <a:solidFill>
                  <a:srgbClr val="9A5800"/>
                </a:solidFill>
                <a:latin typeface="Arial"/>
                <a:ea typeface="Arial"/>
                <a:cs typeface="Arial"/>
              </a:defRPr>
            </a:pPr>
            <a:r>
              <a:rPr sz="2250" b="1">
                <a:solidFill>
                  <a:srgbClr val="9A5800"/>
                </a:solidFill>
                <a:latin typeface="Arial"/>
                <a:ea typeface="Arial"/>
                <a:cs typeface="Arial"/>
              </a:rPr>
              <a:t>262/100</a:t>
            </a:r>
          </a:p>
        </p:txBody>
      </p:sp>
      <p:sp>
        <p:nvSpPr>
          <p:cNvPr id="912" name="object-912">
            <a:extLst>
              <a:ext uri="{FF2B5EF4-FFF2-40B4-BE49-F238E27FC236}">
                <a16:creationId xmlns:a16="http://schemas.microsoft.com/office/drawing/2014/main" id="{57FAA442-9AE9-45E2-ADAF-0080527EF9B3}"/>
              </a:ext>
            </a:extLst>
          </p:cNvPr>
          <p:cNvSpPr>
            <a:spLocks noGrp="1"/>
          </p:cNvSpPr>
          <p:nvPr/>
        </p:nvSpPr>
        <p:spPr>
          <a:xfrm>
            <a:off x="892969" y="6965156"/>
            <a:ext cx="13454063" cy="738188"/>
          </a:xfrm>
          <a:prstGeom prst="rect">
            <a:avLst/>
          </a:prstGeom>
          <a:noFill/>
          <a:ln w="0">
            <a:noFill/>
          </a:ln>
        </p:spPr>
        <p:txBody>
          <a:bodyPr anchor="ctr">
            <a:noAutofit/>
          </a:bodyPr>
          <a:lstStyle/>
          <a:p>
            <a:pPr algn="ctr">
              <a:defRPr sz="2813" b="1">
                <a:solidFill>
                  <a:srgbClr val="11745A"/>
                </a:solidFill>
                <a:latin typeface="Arial"/>
                <a:ea typeface="Arial"/>
                <a:cs typeface="Arial"/>
              </a:defRPr>
            </a:pPr>
            <a:r>
              <a:rPr sz="2813" b="1">
                <a:solidFill>
                  <a:srgbClr val="11745A"/>
                </a:solidFill>
                <a:latin typeface="Arial"/>
                <a:ea typeface="Arial"/>
                <a:cs typeface="Arial"/>
              </a:rPr>
              <a:t>258/100 &lt; 2.6 &lt; 262%</a:t>
            </a:r>
          </a:p>
        </p:txBody>
      </p:sp>
    </p:spTree>
    <p:extLst>
      <p:ext uri="{BB962C8B-B14F-4D97-AF65-F5344CB8AC3E}">
        <p14:creationId xmlns:p14="http://schemas.microsoft.com/office/powerpoint/2010/main" val="4159203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8"/>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0"/>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1"/>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2"/>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3"/>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4"/>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5"/>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26"/>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27"/>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28"/>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29"/>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30"/>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31"/>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32"/>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33"/>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34"/>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35"/>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36"/>
                                        </p:tgtEl>
                                        <p:attrNameLst>
                                          <p:attrName>style.visibility</p:attrName>
                                        </p:attrNameLst>
                                      </p:cBhvr>
                                      <p:to>
                                        <p:strVal val="visible"/>
                                      </p:to>
                                    </p:set>
                                  </p:childTnLst>
                                </p:cTn>
                              </p:par>
                              <p:par>
                                <p:cTn id="65" presetID="1" presetClass="entr" presetSubtype="0" fill="hold" nodeType="withEffect">
                                  <p:stCondLst>
                                    <p:cond delay="0"/>
                                  </p:stCondLst>
                                  <p:childTnLst>
                                    <p:set>
                                      <p:cBhvr>
                                        <p:cTn id="66" dur="1" fill="hold">
                                          <p:stCondLst>
                                            <p:cond delay="0"/>
                                          </p:stCondLst>
                                        </p:cTn>
                                        <p:tgtEl>
                                          <p:spTgt spid="37"/>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38"/>
                                        </p:tgtEl>
                                        <p:attrNameLst>
                                          <p:attrName>style.visibility</p:attrName>
                                        </p:attrNameLst>
                                      </p:cBhvr>
                                      <p:to>
                                        <p:strVal val="visible"/>
                                      </p:to>
                                    </p:set>
                                  </p:childTnLst>
                                </p:cTn>
                              </p:par>
                              <p:par>
                                <p:cTn id="69" presetID="1" presetClass="entr" presetSubtype="0" fill="hold" nodeType="withEffect">
                                  <p:stCondLst>
                                    <p:cond delay="0"/>
                                  </p:stCondLst>
                                  <p:childTnLst>
                                    <p:set>
                                      <p:cBhvr>
                                        <p:cTn id="70" dur="1" fill="hold">
                                          <p:stCondLst>
                                            <p:cond delay="0"/>
                                          </p:stCondLst>
                                        </p:cTn>
                                        <p:tgtEl>
                                          <p:spTgt spid="39"/>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40"/>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41"/>
                                        </p:tgtEl>
                                        <p:attrNameLst>
                                          <p:attrName>style.visibility</p:attrName>
                                        </p:attrNameLst>
                                      </p:cBhvr>
                                      <p:to>
                                        <p:strVal val="visible"/>
                                      </p:to>
                                    </p:set>
                                  </p:childTnLst>
                                </p:cTn>
                              </p:par>
                              <p:par>
                                <p:cTn id="75" presetID="1" presetClass="entr" presetSubtype="0" fill="hold" nodeType="withEffect">
                                  <p:stCondLst>
                                    <p:cond delay="0"/>
                                  </p:stCondLst>
                                  <p:childTnLst>
                                    <p:set>
                                      <p:cBhvr>
                                        <p:cTn id="76" dur="1" fill="hold">
                                          <p:stCondLst>
                                            <p:cond delay="0"/>
                                          </p:stCondLst>
                                        </p:cTn>
                                        <p:tgtEl>
                                          <p:spTgt spid="42"/>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43"/>
                                        </p:tgtEl>
                                        <p:attrNameLst>
                                          <p:attrName>style.visibility</p:attrName>
                                        </p:attrNameLst>
                                      </p:cBhvr>
                                      <p:to>
                                        <p:strVal val="visible"/>
                                      </p:to>
                                    </p:set>
                                  </p:childTnLst>
                                </p:cTn>
                              </p:par>
                              <p:par>
                                <p:cTn id="79" presetID="1" presetClass="entr" presetSubtype="0" fill="hold" nodeType="withEffect">
                                  <p:stCondLst>
                                    <p:cond delay="0"/>
                                  </p:stCondLst>
                                  <p:childTnLst>
                                    <p:set>
                                      <p:cBhvr>
                                        <p:cTn id="80" dur="1" fill="hold">
                                          <p:stCondLst>
                                            <p:cond delay="0"/>
                                          </p:stCondLst>
                                        </p:cTn>
                                        <p:tgtEl>
                                          <p:spTgt spid="44"/>
                                        </p:tgtEl>
                                        <p:attrNameLst>
                                          <p:attrName>style.visibility</p:attrName>
                                        </p:attrNameLst>
                                      </p:cBhvr>
                                      <p:to>
                                        <p:strVal val="visible"/>
                                      </p:to>
                                    </p:set>
                                  </p:childTnLst>
                                </p:cTn>
                              </p:par>
                              <p:par>
                                <p:cTn id="81" presetID="1" presetClass="entr" presetSubtype="0" fill="hold" nodeType="withEffect">
                                  <p:stCondLst>
                                    <p:cond delay="0"/>
                                  </p:stCondLst>
                                  <p:childTnLst>
                                    <p:set>
                                      <p:cBhvr>
                                        <p:cTn id="82" dur="1" fill="hold">
                                          <p:stCondLst>
                                            <p:cond delay="0"/>
                                          </p:stCondLst>
                                        </p:cTn>
                                        <p:tgtEl>
                                          <p:spTgt spid="45"/>
                                        </p:tgtEl>
                                        <p:attrNameLst>
                                          <p:attrName>style.visibility</p:attrName>
                                        </p:attrNameLst>
                                      </p:cBhvr>
                                      <p:to>
                                        <p:strVal val="visible"/>
                                      </p:to>
                                    </p:set>
                                  </p:childTnLst>
                                </p:cTn>
                              </p:par>
                              <p:par>
                                <p:cTn id="83" presetID="1" presetClass="entr" presetSubtype="0" fill="hold" nodeType="withEffect">
                                  <p:stCondLst>
                                    <p:cond delay="0"/>
                                  </p:stCondLst>
                                  <p:childTnLst>
                                    <p:set>
                                      <p:cBhvr>
                                        <p:cTn id="84" dur="1" fill="hold">
                                          <p:stCondLst>
                                            <p:cond delay="0"/>
                                          </p:stCondLst>
                                        </p:cTn>
                                        <p:tgtEl>
                                          <p:spTgt spid="46"/>
                                        </p:tgtEl>
                                        <p:attrNameLst>
                                          <p:attrName>style.visibility</p:attrName>
                                        </p:attrNameLst>
                                      </p:cBhvr>
                                      <p:to>
                                        <p:strVal val="visible"/>
                                      </p:to>
                                    </p:set>
                                  </p:childTnLst>
                                </p:cTn>
                              </p:par>
                              <p:par>
                                <p:cTn id="85" presetID="1" presetClass="entr" presetSubtype="0" fill="hold" nodeType="withEffect">
                                  <p:stCondLst>
                                    <p:cond delay="0"/>
                                  </p:stCondLst>
                                  <p:childTnLst>
                                    <p:set>
                                      <p:cBhvr>
                                        <p:cTn id="86" dur="1" fill="hold">
                                          <p:stCondLst>
                                            <p:cond delay="0"/>
                                          </p:stCondLst>
                                        </p:cTn>
                                        <p:tgtEl>
                                          <p:spTgt spid="47"/>
                                        </p:tgtEl>
                                        <p:attrNameLst>
                                          <p:attrName>style.visibility</p:attrName>
                                        </p:attrNameLst>
                                      </p:cBhvr>
                                      <p:to>
                                        <p:strVal val="visible"/>
                                      </p:to>
                                    </p:set>
                                  </p:childTnLst>
                                </p:cTn>
                              </p:par>
                              <p:par>
                                <p:cTn id="87" presetID="1" presetClass="entr" presetSubtype="0" fill="hold" nodeType="withEffect">
                                  <p:stCondLst>
                                    <p:cond delay="0"/>
                                  </p:stCondLst>
                                  <p:childTnLst>
                                    <p:set>
                                      <p:cBhvr>
                                        <p:cTn id="88" dur="1" fill="hold">
                                          <p:stCondLst>
                                            <p:cond delay="0"/>
                                          </p:stCondLst>
                                        </p:cTn>
                                        <p:tgtEl>
                                          <p:spTgt spid="48"/>
                                        </p:tgtEl>
                                        <p:attrNameLst>
                                          <p:attrName>style.visibility</p:attrName>
                                        </p:attrNameLst>
                                      </p:cBhvr>
                                      <p:to>
                                        <p:strVal val="visible"/>
                                      </p:to>
                                    </p:set>
                                  </p:childTnLst>
                                </p:cTn>
                              </p:par>
                              <p:par>
                                <p:cTn id="89" presetID="1" presetClass="entr" presetSubtype="0" fill="hold" nodeType="withEffect">
                                  <p:stCondLst>
                                    <p:cond delay="0"/>
                                  </p:stCondLst>
                                  <p:childTnLst>
                                    <p:set>
                                      <p:cBhvr>
                                        <p:cTn id="90" dur="1" fill="hold">
                                          <p:stCondLst>
                                            <p:cond delay="0"/>
                                          </p:stCondLst>
                                        </p:cTn>
                                        <p:tgtEl>
                                          <p:spTgt spid="49"/>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50"/>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51"/>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52"/>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53"/>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54"/>
                                        </p:tgtEl>
                                        <p:attrNameLst>
                                          <p:attrName>style.visibility</p:attrName>
                                        </p:attrNameLst>
                                      </p:cBhvr>
                                      <p:to>
                                        <p:strVal val="visible"/>
                                      </p:to>
                                    </p:set>
                                  </p:childTnLst>
                                </p:cTn>
                              </p:par>
                              <p:par>
                                <p:cTn id="101" presetID="1" presetClass="entr" presetSubtype="0" fill="hold" nodeType="withEffect">
                                  <p:stCondLst>
                                    <p:cond delay="0"/>
                                  </p:stCondLst>
                                  <p:childTnLst>
                                    <p:set>
                                      <p:cBhvr>
                                        <p:cTn id="102" dur="1" fill="hold">
                                          <p:stCondLst>
                                            <p:cond delay="0"/>
                                          </p:stCondLst>
                                        </p:cTn>
                                        <p:tgtEl>
                                          <p:spTgt spid="55"/>
                                        </p:tgtEl>
                                        <p:attrNameLst>
                                          <p:attrName>style.visibility</p:attrName>
                                        </p:attrNameLst>
                                      </p:cBhvr>
                                      <p:to>
                                        <p:strVal val="visible"/>
                                      </p:to>
                                    </p:set>
                                  </p:childTnLst>
                                </p:cTn>
                              </p:par>
                              <p:par>
                                <p:cTn id="103" presetID="1" presetClass="entr" presetSubtype="0" fill="hold" nodeType="withEffect">
                                  <p:stCondLst>
                                    <p:cond delay="0"/>
                                  </p:stCondLst>
                                  <p:childTnLst>
                                    <p:set>
                                      <p:cBhvr>
                                        <p:cTn id="104" dur="1" fill="hold">
                                          <p:stCondLst>
                                            <p:cond delay="0"/>
                                          </p:stCondLst>
                                        </p:cTn>
                                        <p:tgtEl>
                                          <p:spTgt spid="56"/>
                                        </p:tgtEl>
                                        <p:attrNameLst>
                                          <p:attrName>style.visibility</p:attrName>
                                        </p:attrNameLst>
                                      </p:cBhvr>
                                      <p:to>
                                        <p:strVal val="visible"/>
                                      </p:to>
                                    </p:set>
                                  </p:childTnLst>
                                </p:cTn>
                              </p:par>
                              <p:par>
                                <p:cTn id="105" presetID="1" presetClass="entr" presetSubtype="0" fill="hold" nodeType="withEffect">
                                  <p:stCondLst>
                                    <p:cond delay="0"/>
                                  </p:stCondLst>
                                  <p:childTnLst>
                                    <p:set>
                                      <p:cBhvr>
                                        <p:cTn id="106" dur="1" fill="hold">
                                          <p:stCondLst>
                                            <p:cond delay="0"/>
                                          </p:stCondLst>
                                        </p:cTn>
                                        <p:tgtEl>
                                          <p:spTgt spid="57"/>
                                        </p:tgtEl>
                                        <p:attrNameLst>
                                          <p:attrName>style.visibility</p:attrName>
                                        </p:attrNameLst>
                                      </p:cBhvr>
                                      <p:to>
                                        <p:strVal val="visible"/>
                                      </p:to>
                                    </p:set>
                                  </p:childTnLst>
                                </p:cTn>
                              </p:par>
                              <p:par>
                                <p:cTn id="107" presetID="1" presetClass="entr" presetSubtype="0" fill="hold" nodeType="withEffect">
                                  <p:stCondLst>
                                    <p:cond delay="0"/>
                                  </p:stCondLst>
                                  <p:childTnLst>
                                    <p:set>
                                      <p:cBhvr>
                                        <p:cTn id="108" dur="1" fill="hold">
                                          <p:stCondLst>
                                            <p:cond delay="0"/>
                                          </p:stCondLst>
                                        </p:cTn>
                                        <p:tgtEl>
                                          <p:spTgt spid="58"/>
                                        </p:tgtEl>
                                        <p:attrNameLst>
                                          <p:attrName>style.visibility</p:attrName>
                                        </p:attrNameLst>
                                      </p:cBhvr>
                                      <p:to>
                                        <p:strVal val="visible"/>
                                      </p:to>
                                    </p:set>
                                  </p:childTnLst>
                                </p:cTn>
                              </p:par>
                              <p:par>
                                <p:cTn id="109" presetID="1" presetClass="entr" presetSubtype="0" fill="hold" nodeType="withEffect">
                                  <p:stCondLst>
                                    <p:cond delay="0"/>
                                  </p:stCondLst>
                                  <p:childTnLst>
                                    <p:set>
                                      <p:cBhvr>
                                        <p:cTn id="110" dur="1" fill="hold">
                                          <p:stCondLst>
                                            <p:cond delay="0"/>
                                          </p:stCondLst>
                                        </p:cTn>
                                        <p:tgtEl>
                                          <p:spTgt spid="59"/>
                                        </p:tgtEl>
                                        <p:attrNameLst>
                                          <p:attrName>style.visibility</p:attrName>
                                        </p:attrNameLst>
                                      </p:cBhvr>
                                      <p:to>
                                        <p:strVal val="visible"/>
                                      </p:to>
                                    </p:set>
                                  </p:childTnLst>
                                </p:cTn>
                              </p:par>
                              <p:par>
                                <p:cTn id="111" presetID="1" presetClass="entr" presetSubtype="0" fill="hold" nodeType="withEffect">
                                  <p:stCondLst>
                                    <p:cond delay="0"/>
                                  </p:stCondLst>
                                  <p:childTnLst>
                                    <p:set>
                                      <p:cBhvr>
                                        <p:cTn id="112" dur="1" fill="hold">
                                          <p:stCondLst>
                                            <p:cond delay="0"/>
                                          </p:stCondLst>
                                        </p:cTn>
                                        <p:tgtEl>
                                          <p:spTgt spid="60"/>
                                        </p:tgtEl>
                                        <p:attrNameLst>
                                          <p:attrName>style.visibility</p:attrName>
                                        </p:attrNameLst>
                                      </p:cBhvr>
                                      <p:to>
                                        <p:strVal val="visible"/>
                                      </p:to>
                                    </p:set>
                                  </p:childTnLst>
                                </p:cTn>
                              </p:par>
                              <p:par>
                                <p:cTn id="113" presetID="1" presetClass="entr" presetSubtype="0" fill="hold" nodeType="withEffect">
                                  <p:stCondLst>
                                    <p:cond delay="0"/>
                                  </p:stCondLst>
                                  <p:childTnLst>
                                    <p:set>
                                      <p:cBhvr>
                                        <p:cTn id="114" dur="1" fill="hold">
                                          <p:stCondLst>
                                            <p:cond delay="0"/>
                                          </p:stCondLst>
                                        </p:cTn>
                                        <p:tgtEl>
                                          <p:spTgt spid="61"/>
                                        </p:tgtEl>
                                        <p:attrNameLst>
                                          <p:attrName>style.visibility</p:attrName>
                                        </p:attrNameLst>
                                      </p:cBhvr>
                                      <p:to>
                                        <p:strVal val="visible"/>
                                      </p:to>
                                    </p:set>
                                  </p:childTnLst>
                                </p:cTn>
                              </p:par>
                              <p:par>
                                <p:cTn id="115" presetID="1" presetClass="entr" presetSubtype="0" fill="hold" nodeType="withEffect">
                                  <p:stCondLst>
                                    <p:cond delay="0"/>
                                  </p:stCondLst>
                                  <p:childTnLst>
                                    <p:set>
                                      <p:cBhvr>
                                        <p:cTn id="116" dur="1" fill="hold">
                                          <p:stCondLst>
                                            <p:cond delay="0"/>
                                          </p:stCondLst>
                                        </p:cTn>
                                        <p:tgtEl>
                                          <p:spTgt spid="62"/>
                                        </p:tgtEl>
                                        <p:attrNameLst>
                                          <p:attrName>style.visibility</p:attrName>
                                        </p:attrNameLst>
                                      </p:cBhvr>
                                      <p:to>
                                        <p:strVal val="visible"/>
                                      </p:to>
                                    </p:set>
                                  </p:childTnLst>
                                </p:cTn>
                              </p:par>
                              <p:par>
                                <p:cTn id="117" presetID="1" presetClass="entr" presetSubtype="0" fill="hold" nodeType="withEffect">
                                  <p:stCondLst>
                                    <p:cond delay="0"/>
                                  </p:stCondLst>
                                  <p:childTnLst>
                                    <p:set>
                                      <p:cBhvr>
                                        <p:cTn id="118" dur="1" fill="hold">
                                          <p:stCondLst>
                                            <p:cond delay="0"/>
                                          </p:stCondLst>
                                        </p:cTn>
                                        <p:tgtEl>
                                          <p:spTgt spid="63"/>
                                        </p:tgtEl>
                                        <p:attrNameLst>
                                          <p:attrName>style.visibility</p:attrName>
                                        </p:attrNameLst>
                                      </p:cBhvr>
                                      <p:to>
                                        <p:strVal val="visible"/>
                                      </p:to>
                                    </p:set>
                                  </p:childTnLst>
                                </p:cTn>
                              </p:par>
                              <p:par>
                                <p:cTn id="119" presetID="1" presetClass="entr" presetSubtype="0" fill="hold" nodeType="withEffect">
                                  <p:stCondLst>
                                    <p:cond delay="0"/>
                                  </p:stCondLst>
                                  <p:childTnLst>
                                    <p:set>
                                      <p:cBhvr>
                                        <p:cTn id="120" dur="1" fill="hold">
                                          <p:stCondLst>
                                            <p:cond delay="0"/>
                                          </p:stCondLst>
                                        </p:cTn>
                                        <p:tgtEl>
                                          <p:spTgt spid="64"/>
                                        </p:tgtEl>
                                        <p:attrNameLst>
                                          <p:attrName>style.visibility</p:attrName>
                                        </p:attrNameLst>
                                      </p:cBhvr>
                                      <p:to>
                                        <p:strVal val="visible"/>
                                      </p:to>
                                    </p:set>
                                  </p:childTnLst>
                                </p:cTn>
                              </p:par>
                              <p:par>
                                <p:cTn id="121" presetID="1" presetClass="entr" presetSubtype="0" fill="hold" nodeType="withEffect">
                                  <p:stCondLst>
                                    <p:cond delay="0"/>
                                  </p:stCondLst>
                                  <p:childTnLst>
                                    <p:set>
                                      <p:cBhvr>
                                        <p:cTn id="122" dur="1" fill="hold">
                                          <p:stCondLst>
                                            <p:cond delay="0"/>
                                          </p:stCondLst>
                                        </p:cTn>
                                        <p:tgtEl>
                                          <p:spTgt spid="65"/>
                                        </p:tgtEl>
                                        <p:attrNameLst>
                                          <p:attrName>style.visibility</p:attrName>
                                        </p:attrNameLst>
                                      </p:cBhvr>
                                      <p:to>
                                        <p:strVal val="visible"/>
                                      </p:to>
                                    </p:set>
                                  </p:childTnLst>
                                </p:cTn>
                              </p:par>
                              <p:par>
                                <p:cTn id="123" presetID="1" presetClass="entr" presetSubtype="0" fill="hold" nodeType="withEffect">
                                  <p:stCondLst>
                                    <p:cond delay="0"/>
                                  </p:stCondLst>
                                  <p:childTnLst>
                                    <p:set>
                                      <p:cBhvr>
                                        <p:cTn id="124" dur="1" fill="hold">
                                          <p:stCondLst>
                                            <p:cond delay="0"/>
                                          </p:stCondLst>
                                        </p:cTn>
                                        <p:tgtEl>
                                          <p:spTgt spid="66"/>
                                        </p:tgtEl>
                                        <p:attrNameLst>
                                          <p:attrName>style.visibility</p:attrName>
                                        </p:attrNameLst>
                                      </p:cBhvr>
                                      <p:to>
                                        <p:strVal val="visible"/>
                                      </p:to>
                                    </p:set>
                                  </p:childTnLst>
                                </p:cTn>
                              </p:par>
                              <p:par>
                                <p:cTn id="125" presetID="1" presetClass="entr" presetSubtype="0" fill="hold" nodeType="withEffect">
                                  <p:stCondLst>
                                    <p:cond delay="0"/>
                                  </p:stCondLst>
                                  <p:childTnLst>
                                    <p:set>
                                      <p:cBhvr>
                                        <p:cTn id="126" dur="1" fill="hold">
                                          <p:stCondLst>
                                            <p:cond delay="0"/>
                                          </p:stCondLst>
                                        </p:cTn>
                                        <p:tgtEl>
                                          <p:spTgt spid="67"/>
                                        </p:tgtEl>
                                        <p:attrNameLst>
                                          <p:attrName>style.visibility</p:attrName>
                                        </p:attrNameLst>
                                      </p:cBhvr>
                                      <p:to>
                                        <p:strVal val="visible"/>
                                      </p:to>
                                    </p:set>
                                  </p:childTnLst>
                                </p:cTn>
                              </p:par>
                              <p:par>
                                <p:cTn id="127" presetID="1" presetClass="entr" presetSubtype="0" fill="hold" nodeType="withEffect">
                                  <p:stCondLst>
                                    <p:cond delay="0"/>
                                  </p:stCondLst>
                                  <p:childTnLst>
                                    <p:set>
                                      <p:cBhvr>
                                        <p:cTn id="128" dur="1" fill="hold">
                                          <p:stCondLst>
                                            <p:cond delay="0"/>
                                          </p:stCondLst>
                                        </p:cTn>
                                        <p:tgtEl>
                                          <p:spTgt spid="68"/>
                                        </p:tgtEl>
                                        <p:attrNameLst>
                                          <p:attrName>style.visibility</p:attrName>
                                        </p:attrNameLst>
                                      </p:cBhvr>
                                      <p:to>
                                        <p:strVal val="visible"/>
                                      </p:to>
                                    </p:set>
                                  </p:childTnLst>
                                </p:cTn>
                              </p:par>
                              <p:par>
                                <p:cTn id="129" presetID="1" presetClass="entr" presetSubtype="0" fill="hold" nodeType="withEffect">
                                  <p:stCondLst>
                                    <p:cond delay="0"/>
                                  </p:stCondLst>
                                  <p:childTnLst>
                                    <p:set>
                                      <p:cBhvr>
                                        <p:cTn id="130" dur="1" fill="hold">
                                          <p:stCondLst>
                                            <p:cond delay="0"/>
                                          </p:stCondLst>
                                        </p:cTn>
                                        <p:tgtEl>
                                          <p:spTgt spid="69"/>
                                        </p:tgtEl>
                                        <p:attrNameLst>
                                          <p:attrName>style.visibility</p:attrName>
                                        </p:attrNameLst>
                                      </p:cBhvr>
                                      <p:to>
                                        <p:strVal val="visible"/>
                                      </p:to>
                                    </p:set>
                                  </p:childTnLst>
                                </p:cTn>
                              </p:par>
                              <p:par>
                                <p:cTn id="131" presetID="1" presetClass="entr" presetSubtype="0" fill="hold" nodeType="withEffect">
                                  <p:stCondLst>
                                    <p:cond delay="0"/>
                                  </p:stCondLst>
                                  <p:childTnLst>
                                    <p:set>
                                      <p:cBhvr>
                                        <p:cTn id="132" dur="1" fill="hold">
                                          <p:stCondLst>
                                            <p:cond delay="0"/>
                                          </p:stCondLst>
                                        </p:cTn>
                                        <p:tgtEl>
                                          <p:spTgt spid="70"/>
                                        </p:tgtEl>
                                        <p:attrNameLst>
                                          <p:attrName>style.visibility</p:attrName>
                                        </p:attrNameLst>
                                      </p:cBhvr>
                                      <p:to>
                                        <p:strVal val="visible"/>
                                      </p:to>
                                    </p:set>
                                  </p:childTnLst>
                                </p:cTn>
                              </p:par>
                              <p:par>
                                <p:cTn id="133" presetID="1" presetClass="entr" presetSubtype="0" fill="hold" nodeType="withEffect">
                                  <p:stCondLst>
                                    <p:cond delay="0"/>
                                  </p:stCondLst>
                                  <p:childTnLst>
                                    <p:set>
                                      <p:cBhvr>
                                        <p:cTn id="134" dur="1" fill="hold">
                                          <p:stCondLst>
                                            <p:cond delay="0"/>
                                          </p:stCondLst>
                                        </p:cTn>
                                        <p:tgtEl>
                                          <p:spTgt spid="71"/>
                                        </p:tgtEl>
                                        <p:attrNameLst>
                                          <p:attrName>style.visibility</p:attrName>
                                        </p:attrNameLst>
                                      </p:cBhvr>
                                      <p:to>
                                        <p:strVal val="visible"/>
                                      </p:to>
                                    </p:set>
                                  </p:childTnLst>
                                </p:cTn>
                              </p:par>
                              <p:par>
                                <p:cTn id="135" presetID="1" presetClass="entr" presetSubtype="0" fill="hold" nodeType="withEffect">
                                  <p:stCondLst>
                                    <p:cond delay="0"/>
                                  </p:stCondLst>
                                  <p:childTnLst>
                                    <p:set>
                                      <p:cBhvr>
                                        <p:cTn id="136" dur="1" fill="hold">
                                          <p:stCondLst>
                                            <p:cond delay="0"/>
                                          </p:stCondLst>
                                        </p:cTn>
                                        <p:tgtEl>
                                          <p:spTgt spid="72"/>
                                        </p:tgtEl>
                                        <p:attrNameLst>
                                          <p:attrName>style.visibility</p:attrName>
                                        </p:attrNameLst>
                                      </p:cBhvr>
                                      <p:to>
                                        <p:strVal val="visible"/>
                                      </p:to>
                                    </p:set>
                                  </p:childTnLst>
                                </p:cTn>
                              </p:par>
                              <p:par>
                                <p:cTn id="137" presetID="1" presetClass="entr" presetSubtype="0" fill="hold" nodeType="withEffect">
                                  <p:stCondLst>
                                    <p:cond delay="0"/>
                                  </p:stCondLst>
                                  <p:childTnLst>
                                    <p:set>
                                      <p:cBhvr>
                                        <p:cTn id="138" dur="1" fill="hold">
                                          <p:stCondLst>
                                            <p:cond delay="0"/>
                                          </p:stCondLst>
                                        </p:cTn>
                                        <p:tgtEl>
                                          <p:spTgt spid="73"/>
                                        </p:tgtEl>
                                        <p:attrNameLst>
                                          <p:attrName>style.visibility</p:attrName>
                                        </p:attrNameLst>
                                      </p:cBhvr>
                                      <p:to>
                                        <p:strVal val="visible"/>
                                      </p:to>
                                    </p:set>
                                  </p:childTnLst>
                                </p:cTn>
                              </p:par>
                              <p:par>
                                <p:cTn id="139" presetID="1" presetClass="entr" presetSubtype="0" fill="hold" nodeType="withEffect">
                                  <p:stCondLst>
                                    <p:cond delay="0"/>
                                  </p:stCondLst>
                                  <p:childTnLst>
                                    <p:set>
                                      <p:cBhvr>
                                        <p:cTn id="140" dur="1" fill="hold">
                                          <p:stCondLst>
                                            <p:cond delay="0"/>
                                          </p:stCondLst>
                                        </p:cTn>
                                        <p:tgtEl>
                                          <p:spTgt spid="74"/>
                                        </p:tgtEl>
                                        <p:attrNameLst>
                                          <p:attrName>style.visibility</p:attrName>
                                        </p:attrNameLst>
                                      </p:cBhvr>
                                      <p:to>
                                        <p:strVal val="visible"/>
                                      </p:to>
                                    </p:set>
                                  </p:childTnLst>
                                </p:cTn>
                              </p:par>
                              <p:par>
                                <p:cTn id="141" presetID="1" presetClass="entr" presetSubtype="0" fill="hold" nodeType="withEffect">
                                  <p:stCondLst>
                                    <p:cond delay="0"/>
                                  </p:stCondLst>
                                  <p:childTnLst>
                                    <p:set>
                                      <p:cBhvr>
                                        <p:cTn id="142" dur="1" fill="hold">
                                          <p:stCondLst>
                                            <p:cond delay="0"/>
                                          </p:stCondLst>
                                        </p:cTn>
                                        <p:tgtEl>
                                          <p:spTgt spid="75"/>
                                        </p:tgtEl>
                                        <p:attrNameLst>
                                          <p:attrName>style.visibility</p:attrName>
                                        </p:attrNameLst>
                                      </p:cBhvr>
                                      <p:to>
                                        <p:strVal val="visible"/>
                                      </p:to>
                                    </p:set>
                                  </p:childTnLst>
                                </p:cTn>
                              </p:par>
                              <p:par>
                                <p:cTn id="143" presetID="1" presetClass="entr" presetSubtype="0" fill="hold" nodeType="withEffect">
                                  <p:stCondLst>
                                    <p:cond delay="0"/>
                                  </p:stCondLst>
                                  <p:childTnLst>
                                    <p:set>
                                      <p:cBhvr>
                                        <p:cTn id="144" dur="1" fill="hold">
                                          <p:stCondLst>
                                            <p:cond delay="0"/>
                                          </p:stCondLst>
                                        </p:cTn>
                                        <p:tgtEl>
                                          <p:spTgt spid="76"/>
                                        </p:tgtEl>
                                        <p:attrNameLst>
                                          <p:attrName>style.visibility</p:attrName>
                                        </p:attrNameLst>
                                      </p:cBhvr>
                                      <p:to>
                                        <p:strVal val="visible"/>
                                      </p:to>
                                    </p:set>
                                  </p:childTnLst>
                                </p:cTn>
                              </p:par>
                              <p:par>
                                <p:cTn id="145" presetID="1" presetClass="entr" presetSubtype="0" fill="hold" nodeType="withEffect">
                                  <p:stCondLst>
                                    <p:cond delay="0"/>
                                  </p:stCondLst>
                                  <p:childTnLst>
                                    <p:set>
                                      <p:cBhvr>
                                        <p:cTn id="146" dur="1" fill="hold">
                                          <p:stCondLst>
                                            <p:cond delay="0"/>
                                          </p:stCondLst>
                                        </p:cTn>
                                        <p:tgtEl>
                                          <p:spTgt spid="77"/>
                                        </p:tgtEl>
                                        <p:attrNameLst>
                                          <p:attrName>style.visibility</p:attrName>
                                        </p:attrNameLst>
                                      </p:cBhvr>
                                      <p:to>
                                        <p:strVal val="visible"/>
                                      </p:to>
                                    </p:set>
                                  </p:childTnLst>
                                </p:cTn>
                              </p:par>
                              <p:par>
                                <p:cTn id="147" presetID="1" presetClass="entr" presetSubtype="0" fill="hold" nodeType="withEffect">
                                  <p:stCondLst>
                                    <p:cond delay="0"/>
                                  </p:stCondLst>
                                  <p:childTnLst>
                                    <p:set>
                                      <p:cBhvr>
                                        <p:cTn id="148" dur="1" fill="hold">
                                          <p:stCondLst>
                                            <p:cond delay="0"/>
                                          </p:stCondLst>
                                        </p:cTn>
                                        <p:tgtEl>
                                          <p:spTgt spid="78"/>
                                        </p:tgtEl>
                                        <p:attrNameLst>
                                          <p:attrName>style.visibility</p:attrName>
                                        </p:attrNameLst>
                                      </p:cBhvr>
                                      <p:to>
                                        <p:strVal val="visible"/>
                                      </p:to>
                                    </p:set>
                                  </p:childTnLst>
                                </p:cTn>
                              </p:par>
                              <p:par>
                                <p:cTn id="149" presetID="1" presetClass="entr" presetSubtype="0" fill="hold" nodeType="withEffect">
                                  <p:stCondLst>
                                    <p:cond delay="0"/>
                                  </p:stCondLst>
                                  <p:childTnLst>
                                    <p:set>
                                      <p:cBhvr>
                                        <p:cTn id="150" dur="1" fill="hold">
                                          <p:stCondLst>
                                            <p:cond delay="0"/>
                                          </p:stCondLst>
                                        </p:cTn>
                                        <p:tgtEl>
                                          <p:spTgt spid="79"/>
                                        </p:tgtEl>
                                        <p:attrNameLst>
                                          <p:attrName>style.visibility</p:attrName>
                                        </p:attrNameLst>
                                      </p:cBhvr>
                                      <p:to>
                                        <p:strVal val="visible"/>
                                      </p:to>
                                    </p:set>
                                  </p:childTnLst>
                                </p:cTn>
                              </p:par>
                              <p:par>
                                <p:cTn id="151" presetID="1" presetClass="entr" presetSubtype="0" fill="hold" nodeType="withEffect">
                                  <p:stCondLst>
                                    <p:cond delay="0"/>
                                  </p:stCondLst>
                                  <p:childTnLst>
                                    <p:set>
                                      <p:cBhvr>
                                        <p:cTn id="152" dur="1" fill="hold">
                                          <p:stCondLst>
                                            <p:cond delay="0"/>
                                          </p:stCondLst>
                                        </p:cTn>
                                        <p:tgtEl>
                                          <p:spTgt spid="80"/>
                                        </p:tgtEl>
                                        <p:attrNameLst>
                                          <p:attrName>style.visibility</p:attrName>
                                        </p:attrNameLst>
                                      </p:cBhvr>
                                      <p:to>
                                        <p:strVal val="visible"/>
                                      </p:to>
                                    </p:set>
                                  </p:childTnLst>
                                </p:cTn>
                              </p:par>
                              <p:par>
                                <p:cTn id="153" presetID="1" presetClass="entr" presetSubtype="0" fill="hold" nodeType="withEffect">
                                  <p:stCondLst>
                                    <p:cond delay="0"/>
                                  </p:stCondLst>
                                  <p:childTnLst>
                                    <p:set>
                                      <p:cBhvr>
                                        <p:cTn id="154" dur="1" fill="hold">
                                          <p:stCondLst>
                                            <p:cond delay="0"/>
                                          </p:stCondLst>
                                        </p:cTn>
                                        <p:tgtEl>
                                          <p:spTgt spid="81"/>
                                        </p:tgtEl>
                                        <p:attrNameLst>
                                          <p:attrName>style.visibility</p:attrName>
                                        </p:attrNameLst>
                                      </p:cBhvr>
                                      <p:to>
                                        <p:strVal val="visible"/>
                                      </p:to>
                                    </p:set>
                                  </p:childTnLst>
                                </p:cTn>
                              </p:par>
                              <p:par>
                                <p:cTn id="155" presetID="1" presetClass="entr" presetSubtype="0" fill="hold" nodeType="withEffect">
                                  <p:stCondLst>
                                    <p:cond delay="0"/>
                                  </p:stCondLst>
                                  <p:childTnLst>
                                    <p:set>
                                      <p:cBhvr>
                                        <p:cTn id="156" dur="1" fill="hold">
                                          <p:stCondLst>
                                            <p:cond delay="0"/>
                                          </p:stCondLst>
                                        </p:cTn>
                                        <p:tgtEl>
                                          <p:spTgt spid="82"/>
                                        </p:tgtEl>
                                        <p:attrNameLst>
                                          <p:attrName>style.visibility</p:attrName>
                                        </p:attrNameLst>
                                      </p:cBhvr>
                                      <p:to>
                                        <p:strVal val="visible"/>
                                      </p:to>
                                    </p:set>
                                  </p:childTnLst>
                                </p:cTn>
                              </p:par>
                              <p:par>
                                <p:cTn id="157" presetID="1" presetClass="entr" presetSubtype="0" fill="hold" nodeType="withEffect">
                                  <p:stCondLst>
                                    <p:cond delay="0"/>
                                  </p:stCondLst>
                                  <p:childTnLst>
                                    <p:set>
                                      <p:cBhvr>
                                        <p:cTn id="158" dur="1" fill="hold">
                                          <p:stCondLst>
                                            <p:cond delay="0"/>
                                          </p:stCondLst>
                                        </p:cTn>
                                        <p:tgtEl>
                                          <p:spTgt spid="83"/>
                                        </p:tgtEl>
                                        <p:attrNameLst>
                                          <p:attrName>style.visibility</p:attrName>
                                        </p:attrNameLst>
                                      </p:cBhvr>
                                      <p:to>
                                        <p:strVal val="visible"/>
                                      </p:to>
                                    </p:set>
                                  </p:childTnLst>
                                </p:cTn>
                              </p:par>
                              <p:par>
                                <p:cTn id="159" presetID="1" presetClass="entr" presetSubtype="0" fill="hold" nodeType="withEffect">
                                  <p:stCondLst>
                                    <p:cond delay="0"/>
                                  </p:stCondLst>
                                  <p:childTnLst>
                                    <p:set>
                                      <p:cBhvr>
                                        <p:cTn id="160" dur="1" fill="hold">
                                          <p:stCondLst>
                                            <p:cond delay="0"/>
                                          </p:stCondLst>
                                        </p:cTn>
                                        <p:tgtEl>
                                          <p:spTgt spid="84"/>
                                        </p:tgtEl>
                                        <p:attrNameLst>
                                          <p:attrName>style.visibility</p:attrName>
                                        </p:attrNameLst>
                                      </p:cBhvr>
                                      <p:to>
                                        <p:strVal val="visible"/>
                                      </p:to>
                                    </p:set>
                                  </p:childTnLst>
                                </p:cTn>
                              </p:par>
                              <p:par>
                                <p:cTn id="161" presetID="1" presetClass="entr" presetSubtype="0" fill="hold" nodeType="withEffect">
                                  <p:stCondLst>
                                    <p:cond delay="0"/>
                                  </p:stCondLst>
                                  <p:childTnLst>
                                    <p:set>
                                      <p:cBhvr>
                                        <p:cTn id="162" dur="1" fill="hold">
                                          <p:stCondLst>
                                            <p:cond delay="0"/>
                                          </p:stCondLst>
                                        </p:cTn>
                                        <p:tgtEl>
                                          <p:spTgt spid="85"/>
                                        </p:tgtEl>
                                        <p:attrNameLst>
                                          <p:attrName>style.visibility</p:attrName>
                                        </p:attrNameLst>
                                      </p:cBhvr>
                                      <p:to>
                                        <p:strVal val="visible"/>
                                      </p:to>
                                    </p:set>
                                  </p:childTnLst>
                                </p:cTn>
                              </p:par>
                              <p:par>
                                <p:cTn id="163" presetID="1" presetClass="entr" presetSubtype="0" fill="hold" nodeType="withEffect">
                                  <p:stCondLst>
                                    <p:cond delay="0"/>
                                  </p:stCondLst>
                                  <p:childTnLst>
                                    <p:set>
                                      <p:cBhvr>
                                        <p:cTn id="164" dur="1" fill="hold">
                                          <p:stCondLst>
                                            <p:cond delay="0"/>
                                          </p:stCondLst>
                                        </p:cTn>
                                        <p:tgtEl>
                                          <p:spTgt spid="86"/>
                                        </p:tgtEl>
                                        <p:attrNameLst>
                                          <p:attrName>style.visibility</p:attrName>
                                        </p:attrNameLst>
                                      </p:cBhvr>
                                      <p:to>
                                        <p:strVal val="visible"/>
                                      </p:to>
                                    </p:set>
                                  </p:childTnLst>
                                </p:cTn>
                              </p:par>
                              <p:par>
                                <p:cTn id="165" presetID="1" presetClass="entr" presetSubtype="0" fill="hold" nodeType="withEffect">
                                  <p:stCondLst>
                                    <p:cond delay="0"/>
                                  </p:stCondLst>
                                  <p:childTnLst>
                                    <p:set>
                                      <p:cBhvr>
                                        <p:cTn id="166" dur="1" fill="hold">
                                          <p:stCondLst>
                                            <p:cond delay="0"/>
                                          </p:stCondLst>
                                        </p:cTn>
                                        <p:tgtEl>
                                          <p:spTgt spid="87"/>
                                        </p:tgtEl>
                                        <p:attrNameLst>
                                          <p:attrName>style.visibility</p:attrName>
                                        </p:attrNameLst>
                                      </p:cBhvr>
                                      <p:to>
                                        <p:strVal val="visible"/>
                                      </p:to>
                                    </p:set>
                                  </p:childTnLst>
                                </p:cTn>
                              </p:par>
                              <p:par>
                                <p:cTn id="167" presetID="1" presetClass="entr" presetSubtype="0" fill="hold" nodeType="withEffect">
                                  <p:stCondLst>
                                    <p:cond delay="0"/>
                                  </p:stCondLst>
                                  <p:childTnLst>
                                    <p:set>
                                      <p:cBhvr>
                                        <p:cTn id="168" dur="1" fill="hold">
                                          <p:stCondLst>
                                            <p:cond delay="0"/>
                                          </p:stCondLst>
                                        </p:cTn>
                                        <p:tgtEl>
                                          <p:spTgt spid="88"/>
                                        </p:tgtEl>
                                        <p:attrNameLst>
                                          <p:attrName>style.visibility</p:attrName>
                                        </p:attrNameLst>
                                      </p:cBhvr>
                                      <p:to>
                                        <p:strVal val="visible"/>
                                      </p:to>
                                    </p:set>
                                  </p:childTnLst>
                                </p:cTn>
                              </p:par>
                              <p:par>
                                <p:cTn id="169" presetID="1" presetClass="entr" presetSubtype="0" fill="hold" nodeType="withEffect">
                                  <p:stCondLst>
                                    <p:cond delay="0"/>
                                  </p:stCondLst>
                                  <p:childTnLst>
                                    <p:set>
                                      <p:cBhvr>
                                        <p:cTn id="170" dur="1" fill="hold">
                                          <p:stCondLst>
                                            <p:cond delay="0"/>
                                          </p:stCondLst>
                                        </p:cTn>
                                        <p:tgtEl>
                                          <p:spTgt spid="89"/>
                                        </p:tgtEl>
                                        <p:attrNameLst>
                                          <p:attrName>style.visibility</p:attrName>
                                        </p:attrNameLst>
                                      </p:cBhvr>
                                      <p:to>
                                        <p:strVal val="visible"/>
                                      </p:to>
                                    </p:set>
                                  </p:childTnLst>
                                </p:cTn>
                              </p:par>
                              <p:par>
                                <p:cTn id="171" presetID="1" presetClass="entr" presetSubtype="0" fill="hold" nodeType="withEffect">
                                  <p:stCondLst>
                                    <p:cond delay="0"/>
                                  </p:stCondLst>
                                  <p:childTnLst>
                                    <p:set>
                                      <p:cBhvr>
                                        <p:cTn id="172" dur="1" fill="hold">
                                          <p:stCondLst>
                                            <p:cond delay="0"/>
                                          </p:stCondLst>
                                        </p:cTn>
                                        <p:tgtEl>
                                          <p:spTgt spid="90"/>
                                        </p:tgtEl>
                                        <p:attrNameLst>
                                          <p:attrName>style.visibility</p:attrName>
                                        </p:attrNameLst>
                                      </p:cBhvr>
                                      <p:to>
                                        <p:strVal val="visible"/>
                                      </p:to>
                                    </p:set>
                                  </p:childTnLst>
                                </p:cTn>
                              </p:par>
                              <p:par>
                                <p:cTn id="173" presetID="1" presetClass="entr" presetSubtype="0" fill="hold" nodeType="withEffect">
                                  <p:stCondLst>
                                    <p:cond delay="0"/>
                                  </p:stCondLst>
                                  <p:childTnLst>
                                    <p:set>
                                      <p:cBhvr>
                                        <p:cTn id="174" dur="1" fill="hold">
                                          <p:stCondLst>
                                            <p:cond delay="0"/>
                                          </p:stCondLst>
                                        </p:cTn>
                                        <p:tgtEl>
                                          <p:spTgt spid="91"/>
                                        </p:tgtEl>
                                        <p:attrNameLst>
                                          <p:attrName>style.visibility</p:attrName>
                                        </p:attrNameLst>
                                      </p:cBhvr>
                                      <p:to>
                                        <p:strVal val="visible"/>
                                      </p:to>
                                    </p:set>
                                  </p:childTnLst>
                                </p:cTn>
                              </p:par>
                              <p:par>
                                <p:cTn id="175" presetID="1" presetClass="entr" presetSubtype="0" fill="hold" nodeType="withEffect">
                                  <p:stCondLst>
                                    <p:cond delay="0"/>
                                  </p:stCondLst>
                                  <p:childTnLst>
                                    <p:set>
                                      <p:cBhvr>
                                        <p:cTn id="176" dur="1" fill="hold">
                                          <p:stCondLst>
                                            <p:cond delay="0"/>
                                          </p:stCondLst>
                                        </p:cTn>
                                        <p:tgtEl>
                                          <p:spTgt spid="92"/>
                                        </p:tgtEl>
                                        <p:attrNameLst>
                                          <p:attrName>style.visibility</p:attrName>
                                        </p:attrNameLst>
                                      </p:cBhvr>
                                      <p:to>
                                        <p:strVal val="visible"/>
                                      </p:to>
                                    </p:set>
                                  </p:childTnLst>
                                </p:cTn>
                              </p:par>
                              <p:par>
                                <p:cTn id="177" presetID="1" presetClass="entr" presetSubtype="0" fill="hold" nodeType="withEffect">
                                  <p:stCondLst>
                                    <p:cond delay="0"/>
                                  </p:stCondLst>
                                  <p:childTnLst>
                                    <p:set>
                                      <p:cBhvr>
                                        <p:cTn id="178" dur="1" fill="hold">
                                          <p:stCondLst>
                                            <p:cond delay="0"/>
                                          </p:stCondLst>
                                        </p:cTn>
                                        <p:tgtEl>
                                          <p:spTgt spid="93"/>
                                        </p:tgtEl>
                                        <p:attrNameLst>
                                          <p:attrName>style.visibility</p:attrName>
                                        </p:attrNameLst>
                                      </p:cBhvr>
                                      <p:to>
                                        <p:strVal val="visible"/>
                                      </p:to>
                                    </p:set>
                                  </p:childTnLst>
                                </p:cTn>
                              </p:par>
                              <p:par>
                                <p:cTn id="179" presetID="1" presetClass="entr" presetSubtype="0" fill="hold" nodeType="withEffect">
                                  <p:stCondLst>
                                    <p:cond delay="0"/>
                                  </p:stCondLst>
                                  <p:childTnLst>
                                    <p:set>
                                      <p:cBhvr>
                                        <p:cTn id="180" dur="1" fill="hold">
                                          <p:stCondLst>
                                            <p:cond delay="0"/>
                                          </p:stCondLst>
                                        </p:cTn>
                                        <p:tgtEl>
                                          <p:spTgt spid="94"/>
                                        </p:tgtEl>
                                        <p:attrNameLst>
                                          <p:attrName>style.visibility</p:attrName>
                                        </p:attrNameLst>
                                      </p:cBhvr>
                                      <p:to>
                                        <p:strVal val="visible"/>
                                      </p:to>
                                    </p:set>
                                  </p:childTnLst>
                                </p:cTn>
                              </p:par>
                              <p:par>
                                <p:cTn id="181" presetID="1" presetClass="entr" presetSubtype="0" fill="hold" nodeType="withEffect">
                                  <p:stCondLst>
                                    <p:cond delay="0"/>
                                  </p:stCondLst>
                                  <p:childTnLst>
                                    <p:set>
                                      <p:cBhvr>
                                        <p:cTn id="182" dur="1" fill="hold">
                                          <p:stCondLst>
                                            <p:cond delay="0"/>
                                          </p:stCondLst>
                                        </p:cTn>
                                        <p:tgtEl>
                                          <p:spTgt spid="95"/>
                                        </p:tgtEl>
                                        <p:attrNameLst>
                                          <p:attrName>style.visibility</p:attrName>
                                        </p:attrNameLst>
                                      </p:cBhvr>
                                      <p:to>
                                        <p:strVal val="visible"/>
                                      </p:to>
                                    </p:set>
                                  </p:childTnLst>
                                </p:cTn>
                              </p:par>
                              <p:par>
                                <p:cTn id="183" presetID="1" presetClass="entr" presetSubtype="0" fill="hold" nodeType="withEffect">
                                  <p:stCondLst>
                                    <p:cond delay="0"/>
                                  </p:stCondLst>
                                  <p:childTnLst>
                                    <p:set>
                                      <p:cBhvr>
                                        <p:cTn id="184" dur="1" fill="hold">
                                          <p:stCondLst>
                                            <p:cond delay="0"/>
                                          </p:stCondLst>
                                        </p:cTn>
                                        <p:tgtEl>
                                          <p:spTgt spid="96"/>
                                        </p:tgtEl>
                                        <p:attrNameLst>
                                          <p:attrName>style.visibility</p:attrName>
                                        </p:attrNameLst>
                                      </p:cBhvr>
                                      <p:to>
                                        <p:strVal val="visible"/>
                                      </p:to>
                                    </p:set>
                                  </p:childTnLst>
                                </p:cTn>
                              </p:par>
                              <p:par>
                                <p:cTn id="185" presetID="1" presetClass="entr" presetSubtype="0" fill="hold" nodeType="withEffect">
                                  <p:stCondLst>
                                    <p:cond delay="0"/>
                                  </p:stCondLst>
                                  <p:childTnLst>
                                    <p:set>
                                      <p:cBhvr>
                                        <p:cTn id="186" dur="1" fill="hold">
                                          <p:stCondLst>
                                            <p:cond delay="0"/>
                                          </p:stCondLst>
                                        </p:cTn>
                                        <p:tgtEl>
                                          <p:spTgt spid="97"/>
                                        </p:tgtEl>
                                        <p:attrNameLst>
                                          <p:attrName>style.visibility</p:attrName>
                                        </p:attrNameLst>
                                      </p:cBhvr>
                                      <p:to>
                                        <p:strVal val="visible"/>
                                      </p:to>
                                    </p:set>
                                  </p:childTnLst>
                                </p:cTn>
                              </p:par>
                              <p:par>
                                <p:cTn id="187" presetID="1" presetClass="entr" presetSubtype="0" fill="hold" nodeType="withEffect">
                                  <p:stCondLst>
                                    <p:cond delay="0"/>
                                  </p:stCondLst>
                                  <p:childTnLst>
                                    <p:set>
                                      <p:cBhvr>
                                        <p:cTn id="188" dur="1" fill="hold">
                                          <p:stCondLst>
                                            <p:cond delay="0"/>
                                          </p:stCondLst>
                                        </p:cTn>
                                        <p:tgtEl>
                                          <p:spTgt spid="98"/>
                                        </p:tgtEl>
                                        <p:attrNameLst>
                                          <p:attrName>style.visibility</p:attrName>
                                        </p:attrNameLst>
                                      </p:cBhvr>
                                      <p:to>
                                        <p:strVal val="visible"/>
                                      </p:to>
                                    </p:set>
                                  </p:childTnLst>
                                </p:cTn>
                              </p:par>
                              <p:par>
                                <p:cTn id="189" presetID="1" presetClass="entr" presetSubtype="0" fill="hold" nodeType="withEffect">
                                  <p:stCondLst>
                                    <p:cond delay="0"/>
                                  </p:stCondLst>
                                  <p:childTnLst>
                                    <p:set>
                                      <p:cBhvr>
                                        <p:cTn id="190" dur="1" fill="hold">
                                          <p:stCondLst>
                                            <p:cond delay="0"/>
                                          </p:stCondLst>
                                        </p:cTn>
                                        <p:tgtEl>
                                          <p:spTgt spid="99"/>
                                        </p:tgtEl>
                                        <p:attrNameLst>
                                          <p:attrName>style.visibility</p:attrName>
                                        </p:attrNameLst>
                                      </p:cBhvr>
                                      <p:to>
                                        <p:strVal val="visible"/>
                                      </p:to>
                                    </p:set>
                                  </p:childTnLst>
                                </p:cTn>
                              </p:par>
                              <p:par>
                                <p:cTn id="191" presetID="1" presetClass="entr" presetSubtype="0" fill="hold" nodeType="withEffect">
                                  <p:stCondLst>
                                    <p:cond delay="0"/>
                                  </p:stCondLst>
                                  <p:childTnLst>
                                    <p:set>
                                      <p:cBhvr>
                                        <p:cTn id="192" dur="1" fill="hold">
                                          <p:stCondLst>
                                            <p:cond delay="0"/>
                                          </p:stCondLst>
                                        </p:cTn>
                                        <p:tgtEl>
                                          <p:spTgt spid="100"/>
                                        </p:tgtEl>
                                        <p:attrNameLst>
                                          <p:attrName>style.visibility</p:attrName>
                                        </p:attrNameLst>
                                      </p:cBhvr>
                                      <p:to>
                                        <p:strVal val="visible"/>
                                      </p:to>
                                    </p:set>
                                  </p:childTnLst>
                                </p:cTn>
                              </p:par>
                              <p:par>
                                <p:cTn id="193" presetID="1" presetClass="entr" presetSubtype="0" fill="hold" nodeType="withEffect">
                                  <p:stCondLst>
                                    <p:cond delay="0"/>
                                  </p:stCondLst>
                                  <p:childTnLst>
                                    <p:set>
                                      <p:cBhvr>
                                        <p:cTn id="194" dur="1" fill="hold">
                                          <p:stCondLst>
                                            <p:cond delay="0"/>
                                          </p:stCondLst>
                                        </p:cTn>
                                        <p:tgtEl>
                                          <p:spTgt spid="101"/>
                                        </p:tgtEl>
                                        <p:attrNameLst>
                                          <p:attrName>style.visibility</p:attrName>
                                        </p:attrNameLst>
                                      </p:cBhvr>
                                      <p:to>
                                        <p:strVal val="visible"/>
                                      </p:to>
                                    </p:set>
                                  </p:childTnLst>
                                </p:cTn>
                              </p:par>
                              <p:par>
                                <p:cTn id="195" presetID="1" presetClass="entr" presetSubtype="0" fill="hold" nodeType="withEffect">
                                  <p:stCondLst>
                                    <p:cond delay="0"/>
                                  </p:stCondLst>
                                  <p:childTnLst>
                                    <p:set>
                                      <p:cBhvr>
                                        <p:cTn id="196" dur="1" fill="hold">
                                          <p:stCondLst>
                                            <p:cond delay="0"/>
                                          </p:stCondLst>
                                        </p:cTn>
                                        <p:tgtEl>
                                          <p:spTgt spid="102"/>
                                        </p:tgtEl>
                                        <p:attrNameLst>
                                          <p:attrName>style.visibility</p:attrName>
                                        </p:attrNameLst>
                                      </p:cBhvr>
                                      <p:to>
                                        <p:strVal val="visible"/>
                                      </p:to>
                                    </p:set>
                                  </p:childTnLst>
                                </p:cTn>
                              </p:par>
                              <p:par>
                                <p:cTn id="197" presetID="1" presetClass="entr" presetSubtype="0" fill="hold" nodeType="withEffect">
                                  <p:stCondLst>
                                    <p:cond delay="0"/>
                                  </p:stCondLst>
                                  <p:childTnLst>
                                    <p:set>
                                      <p:cBhvr>
                                        <p:cTn id="198" dur="1" fill="hold">
                                          <p:stCondLst>
                                            <p:cond delay="0"/>
                                          </p:stCondLst>
                                        </p:cTn>
                                        <p:tgtEl>
                                          <p:spTgt spid="103"/>
                                        </p:tgtEl>
                                        <p:attrNameLst>
                                          <p:attrName>style.visibility</p:attrName>
                                        </p:attrNameLst>
                                      </p:cBhvr>
                                      <p:to>
                                        <p:strVal val="visible"/>
                                      </p:to>
                                    </p:set>
                                  </p:childTnLst>
                                </p:cTn>
                              </p:par>
                              <p:par>
                                <p:cTn id="199" presetID="1" presetClass="entr" presetSubtype="0" fill="hold" nodeType="withEffect">
                                  <p:stCondLst>
                                    <p:cond delay="0"/>
                                  </p:stCondLst>
                                  <p:childTnLst>
                                    <p:set>
                                      <p:cBhvr>
                                        <p:cTn id="200" dur="1" fill="hold">
                                          <p:stCondLst>
                                            <p:cond delay="0"/>
                                          </p:stCondLst>
                                        </p:cTn>
                                        <p:tgtEl>
                                          <p:spTgt spid="104"/>
                                        </p:tgtEl>
                                        <p:attrNameLst>
                                          <p:attrName>style.visibility</p:attrName>
                                        </p:attrNameLst>
                                      </p:cBhvr>
                                      <p:to>
                                        <p:strVal val="visible"/>
                                      </p:to>
                                    </p:set>
                                  </p:childTnLst>
                                </p:cTn>
                              </p:par>
                              <p:par>
                                <p:cTn id="201" presetID="1" presetClass="entr" presetSubtype="0" fill="hold" nodeType="withEffect">
                                  <p:stCondLst>
                                    <p:cond delay="0"/>
                                  </p:stCondLst>
                                  <p:childTnLst>
                                    <p:set>
                                      <p:cBhvr>
                                        <p:cTn id="202" dur="1" fill="hold">
                                          <p:stCondLst>
                                            <p:cond delay="0"/>
                                          </p:stCondLst>
                                        </p:cTn>
                                        <p:tgtEl>
                                          <p:spTgt spid="105"/>
                                        </p:tgtEl>
                                        <p:attrNameLst>
                                          <p:attrName>style.visibility</p:attrName>
                                        </p:attrNameLst>
                                      </p:cBhvr>
                                      <p:to>
                                        <p:strVal val="visible"/>
                                      </p:to>
                                    </p:set>
                                  </p:childTnLst>
                                </p:cTn>
                              </p:par>
                              <p:par>
                                <p:cTn id="203" presetID="1" presetClass="entr" presetSubtype="0" fill="hold" nodeType="withEffect">
                                  <p:stCondLst>
                                    <p:cond delay="0"/>
                                  </p:stCondLst>
                                  <p:childTnLst>
                                    <p:set>
                                      <p:cBhvr>
                                        <p:cTn id="204" dur="1" fill="hold">
                                          <p:stCondLst>
                                            <p:cond delay="0"/>
                                          </p:stCondLst>
                                        </p:cTn>
                                        <p:tgtEl>
                                          <p:spTgt spid="106"/>
                                        </p:tgtEl>
                                        <p:attrNameLst>
                                          <p:attrName>style.visibility</p:attrName>
                                        </p:attrNameLst>
                                      </p:cBhvr>
                                      <p:to>
                                        <p:strVal val="visible"/>
                                      </p:to>
                                    </p:set>
                                  </p:childTnLst>
                                </p:cTn>
                              </p:par>
                              <p:par>
                                <p:cTn id="205" presetID="1" presetClass="entr" presetSubtype="0" fill="hold" nodeType="withEffect">
                                  <p:stCondLst>
                                    <p:cond delay="0"/>
                                  </p:stCondLst>
                                  <p:childTnLst>
                                    <p:set>
                                      <p:cBhvr>
                                        <p:cTn id="206" dur="1" fill="hold">
                                          <p:stCondLst>
                                            <p:cond delay="0"/>
                                          </p:stCondLst>
                                        </p:cTn>
                                        <p:tgtEl>
                                          <p:spTgt spid="107"/>
                                        </p:tgtEl>
                                        <p:attrNameLst>
                                          <p:attrName>style.visibility</p:attrName>
                                        </p:attrNameLst>
                                      </p:cBhvr>
                                      <p:to>
                                        <p:strVal val="visible"/>
                                      </p:to>
                                    </p:set>
                                  </p:childTnLst>
                                </p:cTn>
                              </p:par>
                              <p:par>
                                <p:cTn id="207" presetID="1" presetClass="entr" presetSubtype="0" fill="hold" nodeType="withEffect">
                                  <p:stCondLst>
                                    <p:cond delay="0"/>
                                  </p:stCondLst>
                                  <p:childTnLst>
                                    <p:set>
                                      <p:cBhvr>
                                        <p:cTn id="208" dur="1" fill="hold">
                                          <p:stCondLst>
                                            <p:cond delay="0"/>
                                          </p:stCondLst>
                                        </p:cTn>
                                        <p:tgtEl>
                                          <p:spTgt spid="108"/>
                                        </p:tgtEl>
                                        <p:attrNameLst>
                                          <p:attrName>style.visibility</p:attrName>
                                        </p:attrNameLst>
                                      </p:cBhvr>
                                      <p:to>
                                        <p:strVal val="visible"/>
                                      </p:to>
                                    </p:set>
                                  </p:childTnLst>
                                </p:cTn>
                              </p:par>
                              <p:par>
                                <p:cTn id="209" presetID="1" presetClass="entr" presetSubtype="0" fill="hold" nodeType="withEffect">
                                  <p:stCondLst>
                                    <p:cond delay="0"/>
                                  </p:stCondLst>
                                  <p:childTnLst>
                                    <p:set>
                                      <p:cBhvr>
                                        <p:cTn id="210" dur="1" fill="hold">
                                          <p:stCondLst>
                                            <p:cond delay="0"/>
                                          </p:stCondLst>
                                        </p:cTn>
                                        <p:tgtEl>
                                          <p:spTgt spid="109"/>
                                        </p:tgtEl>
                                        <p:attrNameLst>
                                          <p:attrName>style.visibility</p:attrName>
                                        </p:attrNameLst>
                                      </p:cBhvr>
                                      <p:to>
                                        <p:strVal val="visible"/>
                                      </p:to>
                                    </p:set>
                                  </p:childTnLst>
                                </p:cTn>
                              </p:par>
                              <p:par>
                                <p:cTn id="211" presetID="1" presetClass="entr" presetSubtype="0" fill="hold" nodeType="withEffect">
                                  <p:stCondLst>
                                    <p:cond delay="0"/>
                                  </p:stCondLst>
                                  <p:childTnLst>
                                    <p:set>
                                      <p:cBhvr>
                                        <p:cTn id="212" dur="1" fill="hold">
                                          <p:stCondLst>
                                            <p:cond delay="0"/>
                                          </p:stCondLst>
                                        </p:cTn>
                                        <p:tgtEl>
                                          <p:spTgt spid="110"/>
                                        </p:tgtEl>
                                        <p:attrNameLst>
                                          <p:attrName>style.visibility</p:attrName>
                                        </p:attrNameLst>
                                      </p:cBhvr>
                                      <p:to>
                                        <p:strVal val="visible"/>
                                      </p:to>
                                    </p:set>
                                  </p:childTnLst>
                                </p:cTn>
                              </p:par>
                              <p:par>
                                <p:cTn id="213" presetID="1" presetClass="entr" presetSubtype="0" fill="hold" nodeType="withEffect">
                                  <p:stCondLst>
                                    <p:cond delay="0"/>
                                  </p:stCondLst>
                                  <p:childTnLst>
                                    <p:set>
                                      <p:cBhvr>
                                        <p:cTn id="214" dur="1" fill="hold">
                                          <p:stCondLst>
                                            <p:cond delay="0"/>
                                          </p:stCondLst>
                                        </p:cTn>
                                        <p:tgtEl>
                                          <p:spTgt spid="111"/>
                                        </p:tgtEl>
                                        <p:attrNameLst>
                                          <p:attrName>style.visibility</p:attrName>
                                        </p:attrNameLst>
                                      </p:cBhvr>
                                      <p:to>
                                        <p:strVal val="visible"/>
                                      </p:to>
                                    </p:set>
                                  </p:childTnLst>
                                </p:cTn>
                              </p:par>
                              <p:par>
                                <p:cTn id="215" presetID="1" presetClass="entr" presetSubtype="0" fill="hold" nodeType="withEffect">
                                  <p:stCondLst>
                                    <p:cond delay="0"/>
                                  </p:stCondLst>
                                  <p:childTnLst>
                                    <p:set>
                                      <p:cBhvr>
                                        <p:cTn id="216" dur="1" fill="hold">
                                          <p:stCondLst>
                                            <p:cond delay="0"/>
                                          </p:stCondLst>
                                        </p:cTn>
                                        <p:tgtEl>
                                          <p:spTgt spid="112"/>
                                        </p:tgtEl>
                                        <p:attrNameLst>
                                          <p:attrName>style.visibility</p:attrName>
                                        </p:attrNameLst>
                                      </p:cBhvr>
                                      <p:to>
                                        <p:strVal val="visible"/>
                                      </p:to>
                                    </p:set>
                                  </p:childTnLst>
                                </p:cTn>
                              </p:par>
                              <p:par>
                                <p:cTn id="217" presetID="1" presetClass="entr" presetSubtype="0" fill="hold" nodeType="withEffect">
                                  <p:stCondLst>
                                    <p:cond delay="0"/>
                                  </p:stCondLst>
                                  <p:childTnLst>
                                    <p:set>
                                      <p:cBhvr>
                                        <p:cTn id="218" dur="1" fill="hold">
                                          <p:stCondLst>
                                            <p:cond delay="0"/>
                                          </p:stCondLst>
                                        </p:cTn>
                                        <p:tgtEl>
                                          <p:spTgt spid="113"/>
                                        </p:tgtEl>
                                        <p:attrNameLst>
                                          <p:attrName>style.visibility</p:attrName>
                                        </p:attrNameLst>
                                      </p:cBhvr>
                                      <p:to>
                                        <p:strVal val="visible"/>
                                      </p:to>
                                    </p:set>
                                  </p:childTnLst>
                                </p:cTn>
                              </p:par>
                              <p:par>
                                <p:cTn id="219" presetID="1" presetClass="entr" presetSubtype="0" fill="hold" nodeType="withEffect">
                                  <p:stCondLst>
                                    <p:cond delay="0"/>
                                  </p:stCondLst>
                                  <p:childTnLst>
                                    <p:set>
                                      <p:cBhvr>
                                        <p:cTn id="220" dur="1" fill="hold">
                                          <p:stCondLst>
                                            <p:cond delay="0"/>
                                          </p:stCondLst>
                                        </p:cTn>
                                        <p:tgtEl>
                                          <p:spTgt spid="114"/>
                                        </p:tgtEl>
                                        <p:attrNameLst>
                                          <p:attrName>style.visibility</p:attrName>
                                        </p:attrNameLst>
                                      </p:cBhvr>
                                      <p:to>
                                        <p:strVal val="visible"/>
                                      </p:to>
                                    </p:set>
                                  </p:childTnLst>
                                </p:cTn>
                              </p:par>
                              <p:par>
                                <p:cTn id="221" presetID="1" presetClass="entr" presetSubtype="0" fill="hold" nodeType="withEffect">
                                  <p:stCondLst>
                                    <p:cond delay="0"/>
                                  </p:stCondLst>
                                  <p:childTnLst>
                                    <p:set>
                                      <p:cBhvr>
                                        <p:cTn id="222" dur="1" fill="hold">
                                          <p:stCondLst>
                                            <p:cond delay="0"/>
                                          </p:stCondLst>
                                        </p:cTn>
                                        <p:tgtEl>
                                          <p:spTgt spid="115"/>
                                        </p:tgtEl>
                                        <p:attrNameLst>
                                          <p:attrName>style.visibility</p:attrName>
                                        </p:attrNameLst>
                                      </p:cBhvr>
                                      <p:to>
                                        <p:strVal val="visible"/>
                                      </p:to>
                                    </p:set>
                                  </p:childTnLst>
                                </p:cTn>
                              </p:par>
                              <p:par>
                                <p:cTn id="223" presetID="1" presetClass="entr" presetSubtype="0" fill="hold" nodeType="withEffect">
                                  <p:stCondLst>
                                    <p:cond delay="0"/>
                                  </p:stCondLst>
                                  <p:childTnLst>
                                    <p:set>
                                      <p:cBhvr>
                                        <p:cTn id="224" dur="1" fill="hold">
                                          <p:stCondLst>
                                            <p:cond delay="0"/>
                                          </p:stCondLst>
                                        </p:cTn>
                                        <p:tgtEl>
                                          <p:spTgt spid="116"/>
                                        </p:tgtEl>
                                        <p:attrNameLst>
                                          <p:attrName>style.visibility</p:attrName>
                                        </p:attrNameLst>
                                      </p:cBhvr>
                                      <p:to>
                                        <p:strVal val="visible"/>
                                      </p:to>
                                    </p:set>
                                  </p:childTnLst>
                                </p:cTn>
                              </p:par>
                              <p:par>
                                <p:cTn id="225" presetID="1" presetClass="entr" presetSubtype="0" fill="hold" nodeType="withEffect">
                                  <p:stCondLst>
                                    <p:cond delay="0"/>
                                  </p:stCondLst>
                                  <p:childTnLst>
                                    <p:set>
                                      <p:cBhvr>
                                        <p:cTn id="226" dur="1" fill="hold">
                                          <p:stCondLst>
                                            <p:cond delay="0"/>
                                          </p:stCondLst>
                                        </p:cTn>
                                        <p:tgtEl>
                                          <p:spTgt spid="117"/>
                                        </p:tgtEl>
                                        <p:attrNameLst>
                                          <p:attrName>style.visibility</p:attrName>
                                        </p:attrNameLst>
                                      </p:cBhvr>
                                      <p:to>
                                        <p:strVal val="visible"/>
                                      </p:to>
                                    </p:set>
                                  </p:childTnLst>
                                </p:cTn>
                              </p:par>
                              <p:par>
                                <p:cTn id="227" presetID="1" presetClass="entr" presetSubtype="0" fill="hold" nodeType="withEffect">
                                  <p:stCondLst>
                                    <p:cond delay="0"/>
                                  </p:stCondLst>
                                  <p:childTnLst>
                                    <p:set>
                                      <p:cBhvr>
                                        <p:cTn id="228" dur="1" fill="hold">
                                          <p:stCondLst>
                                            <p:cond delay="0"/>
                                          </p:stCondLst>
                                        </p:cTn>
                                        <p:tgtEl>
                                          <p:spTgt spid="118"/>
                                        </p:tgtEl>
                                        <p:attrNameLst>
                                          <p:attrName>style.visibility</p:attrName>
                                        </p:attrNameLst>
                                      </p:cBhvr>
                                      <p:to>
                                        <p:strVal val="visible"/>
                                      </p:to>
                                    </p:set>
                                  </p:childTnLst>
                                </p:cTn>
                              </p:par>
                              <p:par>
                                <p:cTn id="229" presetID="1" presetClass="entr" presetSubtype="0" fill="hold" nodeType="withEffect">
                                  <p:stCondLst>
                                    <p:cond delay="0"/>
                                  </p:stCondLst>
                                  <p:childTnLst>
                                    <p:set>
                                      <p:cBhvr>
                                        <p:cTn id="230" dur="1" fill="hold">
                                          <p:stCondLst>
                                            <p:cond delay="0"/>
                                          </p:stCondLst>
                                        </p:cTn>
                                        <p:tgtEl>
                                          <p:spTgt spid="119"/>
                                        </p:tgtEl>
                                        <p:attrNameLst>
                                          <p:attrName>style.visibility</p:attrName>
                                        </p:attrNameLst>
                                      </p:cBhvr>
                                      <p:to>
                                        <p:strVal val="visible"/>
                                      </p:to>
                                    </p:set>
                                  </p:childTnLst>
                                </p:cTn>
                              </p:par>
                              <p:par>
                                <p:cTn id="231" presetID="1" presetClass="entr" presetSubtype="0" fill="hold" nodeType="withEffect">
                                  <p:stCondLst>
                                    <p:cond delay="0"/>
                                  </p:stCondLst>
                                  <p:childTnLst>
                                    <p:set>
                                      <p:cBhvr>
                                        <p:cTn id="232" dur="1" fill="hold">
                                          <p:stCondLst>
                                            <p:cond delay="0"/>
                                          </p:stCondLst>
                                        </p:cTn>
                                        <p:tgtEl>
                                          <p:spTgt spid="120"/>
                                        </p:tgtEl>
                                        <p:attrNameLst>
                                          <p:attrName>style.visibility</p:attrName>
                                        </p:attrNameLst>
                                      </p:cBhvr>
                                      <p:to>
                                        <p:strVal val="visible"/>
                                      </p:to>
                                    </p:set>
                                  </p:childTnLst>
                                </p:cTn>
                              </p:par>
                              <p:par>
                                <p:cTn id="233" presetID="1" presetClass="entr" presetSubtype="0" fill="hold" nodeType="withEffect">
                                  <p:stCondLst>
                                    <p:cond delay="0"/>
                                  </p:stCondLst>
                                  <p:childTnLst>
                                    <p:set>
                                      <p:cBhvr>
                                        <p:cTn id="234" dur="1" fill="hold">
                                          <p:stCondLst>
                                            <p:cond delay="0"/>
                                          </p:stCondLst>
                                        </p:cTn>
                                        <p:tgtEl>
                                          <p:spTgt spid="121"/>
                                        </p:tgtEl>
                                        <p:attrNameLst>
                                          <p:attrName>style.visibility</p:attrName>
                                        </p:attrNameLst>
                                      </p:cBhvr>
                                      <p:to>
                                        <p:strVal val="visible"/>
                                      </p:to>
                                    </p:set>
                                  </p:childTnLst>
                                </p:cTn>
                              </p:par>
                              <p:par>
                                <p:cTn id="235" presetID="1" presetClass="entr" presetSubtype="0" fill="hold" nodeType="withEffect">
                                  <p:stCondLst>
                                    <p:cond delay="0"/>
                                  </p:stCondLst>
                                  <p:childTnLst>
                                    <p:set>
                                      <p:cBhvr>
                                        <p:cTn id="236" dur="1" fill="hold">
                                          <p:stCondLst>
                                            <p:cond delay="0"/>
                                          </p:stCondLst>
                                        </p:cTn>
                                        <p:tgtEl>
                                          <p:spTgt spid="122"/>
                                        </p:tgtEl>
                                        <p:attrNameLst>
                                          <p:attrName>style.visibility</p:attrName>
                                        </p:attrNameLst>
                                      </p:cBhvr>
                                      <p:to>
                                        <p:strVal val="visible"/>
                                      </p:to>
                                    </p:set>
                                  </p:childTnLst>
                                </p:cTn>
                              </p:par>
                              <p:par>
                                <p:cTn id="237" presetID="1" presetClass="entr" presetSubtype="0" fill="hold" nodeType="withEffect">
                                  <p:stCondLst>
                                    <p:cond delay="0"/>
                                  </p:stCondLst>
                                  <p:childTnLst>
                                    <p:set>
                                      <p:cBhvr>
                                        <p:cTn id="238" dur="1" fill="hold">
                                          <p:stCondLst>
                                            <p:cond delay="0"/>
                                          </p:stCondLst>
                                        </p:cTn>
                                        <p:tgtEl>
                                          <p:spTgt spid="123"/>
                                        </p:tgtEl>
                                        <p:attrNameLst>
                                          <p:attrName>style.visibility</p:attrName>
                                        </p:attrNameLst>
                                      </p:cBhvr>
                                      <p:to>
                                        <p:strVal val="visible"/>
                                      </p:to>
                                    </p:set>
                                  </p:childTnLst>
                                </p:cTn>
                              </p:par>
                              <p:par>
                                <p:cTn id="239" presetID="1" presetClass="entr" presetSubtype="0" fill="hold" nodeType="withEffect">
                                  <p:stCondLst>
                                    <p:cond delay="0"/>
                                  </p:stCondLst>
                                  <p:childTnLst>
                                    <p:set>
                                      <p:cBhvr>
                                        <p:cTn id="240" dur="1" fill="hold">
                                          <p:stCondLst>
                                            <p:cond delay="0"/>
                                          </p:stCondLst>
                                        </p:cTn>
                                        <p:tgtEl>
                                          <p:spTgt spid="124"/>
                                        </p:tgtEl>
                                        <p:attrNameLst>
                                          <p:attrName>style.visibility</p:attrName>
                                        </p:attrNameLst>
                                      </p:cBhvr>
                                      <p:to>
                                        <p:strVal val="visible"/>
                                      </p:to>
                                    </p:set>
                                  </p:childTnLst>
                                </p:cTn>
                              </p:par>
                              <p:par>
                                <p:cTn id="241" presetID="1" presetClass="entr" presetSubtype="0" fill="hold" nodeType="withEffect">
                                  <p:stCondLst>
                                    <p:cond delay="0"/>
                                  </p:stCondLst>
                                  <p:childTnLst>
                                    <p:set>
                                      <p:cBhvr>
                                        <p:cTn id="242" dur="1" fill="hold">
                                          <p:stCondLst>
                                            <p:cond delay="0"/>
                                          </p:stCondLst>
                                        </p:cTn>
                                        <p:tgtEl>
                                          <p:spTgt spid="125"/>
                                        </p:tgtEl>
                                        <p:attrNameLst>
                                          <p:attrName>style.visibility</p:attrName>
                                        </p:attrNameLst>
                                      </p:cBhvr>
                                      <p:to>
                                        <p:strVal val="visible"/>
                                      </p:to>
                                    </p:set>
                                  </p:childTnLst>
                                </p:cTn>
                              </p:par>
                              <p:par>
                                <p:cTn id="243" presetID="1" presetClass="entr" presetSubtype="0" fill="hold" nodeType="withEffect">
                                  <p:stCondLst>
                                    <p:cond delay="0"/>
                                  </p:stCondLst>
                                  <p:childTnLst>
                                    <p:set>
                                      <p:cBhvr>
                                        <p:cTn id="244" dur="1" fill="hold">
                                          <p:stCondLst>
                                            <p:cond delay="0"/>
                                          </p:stCondLst>
                                        </p:cTn>
                                        <p:tgtEl>
                                          <p:spTgt spid="126"/>
                                        </p:tgtEl>
                                        <p:attrNameLst>
                                          <p:attrName>style.visibility</p:attrName>
                                        </p:attrNameLst>
                                      </p:cBhvr>
                                      <p:to>
                                        <p:strVal val="visible"/>
                                      </p:to>
                                    </p:set>
                                  </p:childTnLst>
                                </p:cTn>
                              </p:par>
                              <p:par>
                                <p:cTn id="245" presetID="1" presetClass="entr" presetSubtype="0" fill="hold" nodeType="withEffect">
                                  <p:stCondLst>
                                    <p:cond delay="0"/>
                                  </p:stCondLst>
                                  <p:childTnLst>
                                    <p:set>
                                      <p:cBhvr>
                                        <p:cTn id="246" dur="1" fill="hold">
                                          <p:stCondLst>
                                            <p:cond delay="0"/>
                                          </p:stCondLst>
                                        </p:cTn>
                                        <p:tgtEl>
                                          <p:spTgt spid="127"/>
                                        </p:tgtEl>
                                        <p:attrNameLst>
                                          <p:attrName>style.visibility</p:attrName>
                                        </p:attrNameLst>
                                      </p:cBhvr>
                                      <p:to>
                                        <p:strVal val="visible"/>
                                      </p:to>
                                    </p:set>
                                  </p:childTnLst>
                                </p:cTn>
                              </p:par>
                              <p:par>
                                <p:cTn id="247" presetID="1" presetClass="entr" presetSubtype="0" fill="hold" nodeType="withEffect">
                                  <p:stCondLst>
                                    <p:cond delay="0"/>
                                  </p:stCondLst>
                                  <p:childTnLst>
                                    <p:set>
                                      <p:cBhvr>
                                        <p:cTn id="248" dur="1" fill="hold">
                                          <p:stCondLst>
                                            <p:cond delay="0"/>
                                          </p:stCondLst>
                                        </p:cTn>
                                        <p:tgtEl>
                                          <p:spTgt spid="128"/>
                                        </p:tgtEl>
                                        <p:attrNameLst>
                                          <p:attrName>style.visibility</p:attrName>
                                        </p:attrNameLst>
                                      </p:cBhvr>
                                      <p:to>
                                        <p:strVal val="visible"/>
                                      </p:to>
                                    </p:set>
                                  </p:childTnLst>
                                </p:cTn>
                              </p:par>
                              <p:par>
                                <p:cTn id="249" presetID="1" presetClass="entr" presetSubtype="0" fill="hold" nodeType="withEffect">
                                  <p:stCondLst>
                                    <p:cond delay="0"/>
                                  </p:stCondLst>
                                  <p:childTnLst>
                                    <p:set>
                                      <p:cBhvr>
                                        <p:cTn id="250" dur="1" fill="hold">
                                          <p:stCondLst>
                                            <p:cond delay="0"/>
                                          </p:stCondLst>
                                        </p:cTn>
                                        <p:tgtEl>
                                          <p:spTgt spid="129"/>
                                        </p:tgtEl>
                                        <p:attrNameLst>
                                          <p:attrName>style.visibility</p:attrName>
                                        </p:attrNameLst>
                                      </p:cBhvr>
                                      <p:to>
                                        <p:strVal val="visible"/>
                                      </p:to>
                                    </p:set>
                                  </p:childTnLst>
                                </p:cTn>
                              </p:par>
                              <p:par>
                                <p:cTn id="251" presetID="1" presetClass="entr" presetSubtype="0" fill="hold" nodeType="withEffect">
                                  <p:stCondLst>
                                    <p:cond delay="0"/>
                                  </p:stCondLst>
                                  <p:childTnLst>
                                    <p:set>
                                      <p:cBhvr>
                                        <p:cTn id="252" dur="1" fill="hold">
                                          <p:stCondLst>
                                            <p:cond delay="0"/>
                                          </p:stCondLst>
                                        </p:cTn>
                                        <p:tgtEl>
                                          <p:spTgt spid="130"/>
                                        </p:tgtEl>
                                        <p:attrNameLst>
                                          <p:attrName>style.visibility</p:attrName>
                                        </p:attrNameLst>
                                      </p:cBhvr>
                                      <p:to>
                                        <p:strVal val="visible"/>
                                      </p:to>
                                    </p:set>
                                  </p:childTnLst>
                                </p:cTn>
                              </p:par>
                              <p:par>
                                <p:cTn id="253" presetID="1" presetClass="entr" presetSubtype="0" fill="hold" nodeType="withEffect">
                                  <p:stCondLst>
                                    <p:cond delay="0"/>
                                  </p:stCondLst>
                                  <p:childTnLst>
                                    <p:set>
                                      <p:cBhvr>
                                        <p:cTn id="254" dur="1" fill="hold">
                                          <p:stCondLst>
                                            <p:cond delay="0"/>
                                          </p:stCondLst>
                                        </p:cTn>
                                        <p:tgtEl>
                                          <p:spTgt spid="131"/>
                                        </p:tgtEl>
                                        <p:attrNameLst>
                                          <p:attrName>style.visibility</p:attrName>
                                        </p:attrNameLst>
                                      </p:cBhvr>
                                      <p:to>
                                        <p:strVal val="visible"/>
                                      </p:to>
                                    </p:set>
                                  </p:childTnLst>
                                </p:cTn>
                              </p:par>
                              <p:par>
                                <p:cTn id="255" presetID="1" presetClass="entr" presetSubtype="0" fill="hold" nodeType="withEffect">
                                  <p:stCondLst>
                                    <p:cond delay="0"/>
                                  </p:stCondLst>
                                  <p:childTnLst>
                                    <p:set>
                                      <p:cBhvr>
                                        <p:cTn id="256" dur="1" fill="hold">
                                          <p:stCondLst>
                                            <p:cond delay="0"/>
                                          </p:stCondLst>
                                        </p:cTn>
                                        <p:tgtEl>
                                          <p:spTgt spid="132"/>
                                        </p:tgtEl>
                                        <p:attrNameLst>
                                          <p:attrName>style.visibility</p:attrName>
                                        </p:attrNameLst>
                                      </p:cBhvr>
                                      <p:to>
                                        <p:strVal val="visible"/>
                                      </p:to>
                                    </p:set>
                                  </p:childTnLst>
                                </p:cTn>
                              </p:par>
                              <p:par>
                                <p:cTn id="257" presetID="1" presetClass="entr" presetSubtype="0" fill="hold" nodeType="withEffect">
                                  <p:stCondLst>
                                    <p:cond delay="0"/>
                                  </p:stCondLst>
                                  <p:childTnLst>
                                    <p:set>
                                      <p:cBhvr>
                                        <p:cTn id="258" dur="1" fill="hold">
                                          <p:stCondLst>
                                            <p:cond delay="0"/>
                                          </p:stCondLst>
                                        </p:cTn>
                                        <p:tgtEl>
                                          <p:spTgt spid="133"/>
                                        </p:tgtEl>
                                        <p:attrNameLst>
                                          <p:attrName>style.visibility</p:attrName>
                                        </p:attrNameLst>
                                      </p:cBhvr>
                                      <p:to>
                                        <p:strVal val="visible"/>
                                      </p:to>
                                    </p:set>
                                  </p:childTnLst>
                                </p:cTn>
                              </p:par>
                              <p:par>
                                <p:cTn id="259" presetID="1" presetClass="entr" presetSubtype="0" fill="hold" nodeType="withEffect">
                                  <p:stCondLst>
                                    <p:cond delay="0"/>
                                  </p:stCondLst>
                                  <p:childTnLst>
                                    <p:set>
                                      <p:cBhvr>
                                        <p:cTn id="260" dur="1" fill="hold">
                                          <p:stCondLst>
                                            <p:cond delay="0"/>
                                          </p:stCondLst>
                                        </p:cTn>
                                        <p:tgtEl>
                                          <p:spTgt spid="134"/>
                                        </p:tgtEl>
                                        <p:attrNameLst>
                                          <p:attrName>style.visibility</p:attrName>
                                        </p:attrNameLst>
                                      </p:cBhvr>
                                      <p:to>
                                        <p:strVal val="visible"/>
                                      </p:to>
                                    </p:set>
                                  </p:childTnLst>
                                </p:cTn>
                              </p:par>
                              <p:par>
                                <p:cTn id="261" presetID="1" presetClass="entr" presetSubtype="0" fill="hold" nodeType="withEffect">
                                  <p:stCondLst>
                                    <p:cond delay="0"/>
                                  </p:stCondLst>
                                  <p:childTnLst>
                                    <p:set>
                                      <p:cBhvr>
                                        <p:cTn id="262" dur="1" fill="hold">
                                          <p:stCondLst>
                                            <p:cond delay="0"/>
                                          </p:stCondLst>
                                        </p:cTn>
                                        <p:tgtEl>
                                          <p:spTgt spid="135"/>
                                        </p:tgtEl>
                                        <p:attrNameLst>
                                          <p:attrName>style.visibility</p:attrName>
                                        </p:attrNameLst>
                                      </p:cBhvr>
                                      <p:to>
                                        <p:strVal val="visible"/>
                                      </p:to>
                                    </p:set>
                                  </p:childTnLst>
                                </p:cTn>
                              </p:par>
                              <p:par>
                                <p:cTn id="263" presetID="1" presetClass="entr" presetSubtype="0" fill="hold" nodeType="withEffect">
                                  <p:stCondLst>
                                    <p:cond delay="0"/>
                                  </p:stCondLst>
                                  <p:childTnLst>
                                    <p:set>
                                      <p:cBhvr>
                                        <p:cTn id="264" dur="1" fill="hold">
                                          <p:stCondLst>
                                            <p:cond delay="0"/>
                                          </p:stCondLst>
                                        </p:cTn>
                                        <p:tgtEl>
                                          <p:spTgt spid="136"/>
                                        </p:tgtEl>
                                        <p:attrNameLst>
                                          <p:attrName>style.visibility</p:attrName>
                                        </p:attrNameLst>
                                      </p:cBhvr>
                                      <p:to>
                                        <p:strVal val="visible"/>
                                      </p:to>
                                    </p:set>
                                  </p:childTnLst>
                                </p:cTn>
                              </p:par>
                              <p:par>
                                <p:cTn id="265" presetID="1" presetClass="entr" presetSubtype="0" fill="hold" nodeType="withEffect">
                                  <p:stCondLst>
                                    <p:cond delay="0"/>
                                  </p:stCondLst>
                                  <p:childTnLst>
                                    <p:set>
                                      <p:cBhvr>
                                        <p:cTn id="266" dur="1" fill="hold">
                                          <p:stCondLst>
                                            <p:cond delay="0"/>
                                          </p:stCondLst>
                                        </p:cTn>
                                        <p:tgtEl>
                                          <p:spTgt spid="137"/>
                                        </p:tgtEl>
                                        <p:attrNameLst>
                                          <p:attrName>style.visibility</p:attrName>
                                        </p:attrNameLst>
                                      </p:cBhvr>
                                      <p:to>
                                        <p:strVal val="visible"/>
                                      </p:to>
                                    </p:set>
                                  </p:childTnLst>
                                </p:cTn>
                              </p:par>
                              <p:par>
                                <p:cTn id="267" presetID="1" presetClass="entr" presetSubtype="0" fill="hold" nodeType="withEffect">
                                  <p:stCondLst>
                                    <p:cond delay="0"/>
                                  </p:stCondLst>
                                  <p:childTnLst>
                                    <p:set>
                                      <p:cBhvr>
                                        <p:cTn id="268" dur="1" fill="hold">
                                          <p:stCondLst>
                                            <p:cond delay="0"/>
                                          </p:stCondLst>
                                        </p:cTn>
                                        <p:tgtEl>
                                          <p:spTgt spid="138"/>
                                        </p:tgtEl>
                                        <p:attrNameLst>
                                          <p:attrName>style.visibility</p:attrName>
                                        </p:attrNameLst>
                                      </p:cBhvr>
                                      <p:to>
                                        <p:strVal val="visible"/>
                                      </p:to>
                                    </p:set>
                                  </p:childTnLst>
                                </p:cTn>
                              </p:par>
                              <p:par>
                                <p:cTn id="269" presetID="1" presetClass="entr" presetSubtype="0" fill="hold" nodeType="withEffect">
                                  <p:stCondLst>
                                    <p:cond delay="0"/>
                                  </p:stCondLst>
                                  <p:childTnLst>
                                    <p:set>
                                      <p:cBhvr>
                                        <p:cTn id="270" dur="1" fill="hold">
                                          <p:stCondLst>
                                            <p:cond delay="0"/>
                                          </p:stCondLst>
                                        </p:cTn>
                                        <p:tgtEl>
                                          <p:spTgt spid="139"/>
                                        </p:tgtEl>
                                        <p:attrNameLst>
                                          <p:attrName>style.visibility</p:attrName>
                                        </p:attrNameLst>
                                      </p:cBhvr>
                                      <p:to>
                                        <p:strVal val="visible"/>
                                      </p:to>
                                    </p:set>
                                  </p:childTnLst>
                                </p:cTn>
                              </p:par>
                              <p:par>
                                <p:cTn id="271" presetID="1" presetClass="entr" presetSubtype="0" fill="hold" nodeType="withEffect">
                                  <p:stCondLst>
                                    <p:cond delay="0"/>
                                  </p:stCondLst>
                                  <p:childTnLst>
                                    <p:set>
                                      <p:cBhvr>
                                        <p:cTn id="272" dur="1" fill="hold">
                                          <p:stCondLst>
                                            <p:cond delay="0"/>
                                          </p:stCondLst>
                                        </p:cTn>
                                        <p:tgtEl>
                                          <p:spTgt spid="140"/>
                                        </p:tgtEl>
                                        <p:attrNameLst>
                                          <p:attrName>style.visibility</p:attrName>
                                        </p:attrNameLst>
                                      </p:cBhvr>
                                      <p:to>
                                        <p:strVal val="visible"/>
                                      </p:to>
                                    </p:set>
                                  </p:childTnLst>
                                </p:cTn>
                              </p:par>
                              <p:par>
                                <p:cTn id="273" presetID="1" presetClass="entr" presetSubtype="0" fill="hold" nodeType="withEffect">
                                  <p:stCondLst>
                                    <p:cond delay="0"/>
                                  </p:stCondLst>
                                  <p:childTnLst>
                                    <p:set>
                                      <p:cBhvr>
                                        <p:cTn id="274" dur="1" fill="hold">
                                          <p:stCondLst>
                                            <p:cond delay="0"/>
                                          </p:stCondLst>
                                        </p:cTn>
                                        <p:tgtEl>
                                          <p:spTgt spid="141"/>
                                        </p:tgtEl>
                                        <p:attrNameLst>
                                          <p:attrName>style.visibility</p:attrName>
                                        </p:attrNameLst>
                                      </p:cBhvr>
                                      <p:to>
                                        <p:strVal val="visible"/>
                                      </p:to>
                                    </p:set>
                                  </p:childTnLst>
                                </p:cTn>
                              </p:par>
                              <p:par>
                                <p:cTn id="275" presetID="1" presetClass="entr" presetSubtype="0" fill="hold" nodeType="withEffect">
                                  <p:stCondLst>
                                    <p:cond delay="0"/>
                                  </p:stCondLst>
                                  <p:childTnLst>
                                    <p:set>
                                      <p:cBhvr>
                                        <p:cTn id="276" dur="1" fill="hold">
                                          <p:stCondLst>
                                            <p:cond delay="0"/>
                                          </p:stCondLst>
                                        </p:cTn>
                                        <p:tgtEl>
                                          <p:spTgt spid="142"/>
                                        </p:tgtEl>
                                        <p:attrNameLst>
                                          <p:attrName>style.visibility</p:attrName>
                                        </p:attrNameLst>
                                      </p:cBhvr>
                                      <p:to>
                                        <p:strVal val="visible"/>
                                      </p:to>
                                    </p:set>
                                  </p:childTnLst>
                                </p:cTn>
                              </p:par>
                              <p:par>
                                <p:cTn id="277" presetID="1" presetClass="entr" presetSubtype="0" fill="hold" nodeType="withEffect">
                                  <p:stCondLst>
                                    <p:cond delay="0"/>
                                  </p:stCondLst>
                                  <p:childTnLst>
                                    <p:set>
                                      <p:cBhvr>
                                        <p:cTn id="278" dur="1" fill="hold">
                                          <p:stCondLst>
                                            <p:cond delay="0"/>
                                          </p:stCondLst>
                                        </p:cTn>
                                        <p:tgtEl>
                                          <p:spTgt spid="143"/>
                                        </p:tgtEl>
                                        <p:attrNameLst>
                                          <p:attrName>style.visibility</p:attrName>
                                        </p:attrNameLst>
                                      </p:cBhvr>
                                      <p:to>
                                        <p:strVal val="visible"/>
                                      </p:to>
                                    </p:set>
                                  </p:childTnLst>
                                </p:cTn>
                              </p:par>
                              <p:par>
                                <p:cTn id="279" presetID="1" presetClass="entr" presetSubtype="0" fill="hold" nodeType="withEffect">
                                  <p:stCondLst>
                                    <p:cond delay="0"/>
                                  </p:stCondLst>
                                  <p:childTnLst>
                                    <p:set>
                                      <p:cBhvr>
                                        <p:cTn id="280" dur="1" fill="hold">
                                          <p:stCondLst>
                                            <p:cond delay="0"/>
                                          </p:stCondLst>
                                        </p:cTn>
                                        <p:tgtEl>
                                          <p:spTgt spid="144"/>
                                        </p:tgtEl>
                                        <p:attrNameLst>
                                          <p:attrName>style.visibility</p:attrName>
                                        </p:attrNameLst>
                                      </p:cBhvr>
                                      <p:to>
                                        <p:strVal val="visible"/>
                                      </p:to>
                                    </p:set>
                                  </p:childTnLst>
                                </p:cTn>
                              </p:par>
                              <p:par>
                                <p:cTn id="281" presetID="1" presetClass="entr" presetSubtype="0" fill="hold" nodeType="withEffect">
                                  <p:stCondLst>
                                    <p:cond delay="0"/>
                                  </p:stCondLst>
                                  <p:childTnLst>
                                    <p:set>
                                      <p:cBhvr>
                                        <p:cTn id="282" dur="1" fill="hold">
                                          <p:stCondLst>
                                            <p:cond delay="0"/>
                                          </p:stCondLst>
                                        </p:cTn>
                                        <p:tgtEl>
                                          <p:spTgt spid="145"/>
                                        </p:tgtEl>
                                        <p:attrNameLst>
                                          <p:attrName>style.visibility</p:attrName>
                                        </p:attrNameLst>
                                      </p:cBhvr>
                                      <p:to>
                                        <p:strVal val="visible"/>
                                      </p:to>
                                    </p:set>
                                  </p:childTnLst>
                                </p:cTn>
                              </p:par>
                              <p:par>
                                <p:cTn id="283" presetID="1" presetClass="entr" presetSubtype="0" fill="hold" nodeType="withEffect">
                                  <p:stCondLst>
                                    <p:cond delay="0"/>
                                  </p:stCondLst>
                                  <p:childTnLst>
                                    <p:set>
                                      <p:cBhvr>
                                        <p:cTn id="284" dur="1" fill="hold">
                                          <p:stCondLst>
                                            <p:cond delay="0"/>
                                          </p:stCondLst>
                                        </p:cTn>
                                        <p:tgtEl>
                                          <p:spTgt spid="146"/>
                                        </p:tgtEl>
                                        <p:attrNameLst>
                                          <p:attrName>style.visibility</p:attrName>
                                        </p:attrNameLst>
                                      </p:cBhvr>
                                      <p:to>
                                        <p:strVal val="visible"/>
                                      </p:to>
                                    </p:set>
                                  </p:childTnLst>
                                </p:cTn>
                              </p:par>
                              <p:par>
                                <p:cTn id="285" presetID="1" presetClass="entr" presetSubtype="0" fill="hold" nodeType="withEffect">
                                  <p:stCondLst>
                                    <p:cond delay="0"/>
                                  </p:stCondLst>
                                  <p:childTnLst>
                                    <p:set>
                                      <p:cBhvr>
                                        <p:cTn id="286" dur="1" fill="hold">
                                          <p:stCondLst>
                                            <p:cond delay="0"/>
                                          </p:stCondLst>
                                        </p:cTn>
                                        <p:tgtEl>
                                          <p:spTgt spid="147"/>
                                        </p:tgtEl>
                                        <p:attrNameLst>
                                          <p:attrName>style.visibility</p:attrName>
                                        </p:attrNameLst>
                                      </p:cBhvr>
                                      <p:to>
                                        <p:strVal val="visible"/>
                                      </p:to>
                                    </p:set>
                                  </p:childTnLst>
                                </p:cTn>
                              </p:par>
                              <p:par>
                                <p:cTn id="287" presetID="1" presetClass="entr" presetSubtype="0" fill="hold" nodeType="withEffect">
                                  <p:stCondLst>
                                    <p:cond delay="0"/>
                                  </p:stCondLst>
                                  <p:childTnLst>
                                    <p:set>
                                      <p:cBhvr>
                                        <p:cTn id="288" dur="1" fill="hold">
                                          <p:stCondLst>
                                            <p:cond delay="0"/>
                                          </p:stCondLst>
                                        </p:cTn>
                                        <p:tgtEl>
                                          <p:spTgt spid="148"/>
                                        </p:tgtEl>
                                        <p:attrNameLst>
                                          <p:attrName>style.visibility</p:attrName>
                                        </p:attrNameLst>
                                      </p:cBhvr>
                                      <p:to>
                                        <p:strVal val="visible"/>
                                      </p:to>
                                    </p:set>
                                  </p:childTnLst>
                                </p:cTn>
                              </p:par>
                              <p:par>
                                <p:cTn id="289" presetID="1" presetClass="entr" presetSubtype="0" fill="hold" nodeType="withEffect">
                                  <p:stCondLst>
                                    <p:cond delay="0"/>
                                  </p:stCondLst>
                                  <p:childTnLst>
                                    <p:set>
                                      <p:cBhvr>
                                        <p:cTn id="290" dur="1" fill="hold">
                                          <p:stCondLst>
                                            <p:cond delay="0"/>
                                          </p:stCondLst>
                                        </p:cTn>
                                        <p:tgtEl>
                                          <p:spTgt spid="149"/>
                                        </p:tgtEl>
                                        <p:attrNameLst>
                                          <p:attrName>style.visibility</p:attrName>
                                        </p:attrNameLst>
                                      </p:cBhvr>
                                      <p:to>
                                        <p:strVal val="visible"/>
                                      </p:to>
                                    </p:set>
                                  </p:childTnLst>
                                </p:cTn>
                              </p:par>
                              <p:par>
                                <p:cTn id="291" presetID="1" presetClass="entr" presetSubtype="0" fill="hold" nodeType="withEffect">
                                  <p:stCondLst>
                                    <p:cond delay="0"/>
                                  </p:stCondLst>
                                  <p:childTnLst>
                                    <p:set>
                                      <p:cBhvr>
                                        <p:cTn id="292" dur="1" fill="hold">
                                          <p:stCondLst>
                                            <p:cond delay="0"/>
                                          </p:stCondLst>
                                        </p:cTn>
                                        <p:tgtEl>
                                          <p:spTgt spid="150"/>
                                        </p:tgtEl>
                                        <p:attrNameLst>
                                          <p:attrName>style.visibility</p:attrName>
                                        </p:attrNameLst>
                                      </p:cBhvr>
                                      <p:to>
                                        <p:strVal val="visible"/>
                                      </p:to>
                                    </p:set>
                                  </p:childTnLst>
                                </p:cTn>
                              </p:par>
                              <p:par>
                                <p:cTn id="293" presetID="1" presetClass="entr" presetSubtype="0" fill="hold" nodeType="withEffect">
                                  <p:stCondLst>
                                    <p:cond delay="0"/>
                                  </p:stCondLst>
                                  <p:childTnLst>
                                    <p:set>
                                      <p:cBhvr>
                                        <p:cTn id="294" dur="1" fill="hold">
                                          <p:stCondLst>
                                            <p:cond delay="0"/>
                                          </p:stCondLst>
                                        </p:cTn>
                                        <p:tgtEl>
                                          <p:spTgt spid="151"/>
                                        </p:tgtEl>
                                        <p:attrNameLst>
                                          <p:attrName>style.visibility</p:attrName>
                                        </p:attrNameLst>
                                      </p:cBhvr>
                                      <p:to>
                                        <p:strVal val="visible"/>
                                      </p:to>
                                    </p:set>
                                  </p:childTnLst>
                                </p:cTn>
                              </p:par>
                              <p:par>
                                <p:cTn id="295" presetID="1" presetClass="entr" presetSubtype="0" fill="hold" nodeType="withEffect">
                                  <p:stCondLst>
                                    <p:cond delay="0"/>
                                  </p:stCondLst>
                                  <p:childTnLst>
                                    <p:set>
                                      <p:cBhvr>
                                        <p:cTn id="296" dur="1" fill="hold">
                                          <p:stCondLst>
                                            <p:cond delay="0"/>
                                          </p:stCondLst>
                                        </p:cTn>
                                        <p:tgtEl>
                                          <p:spTgt spid="152"/>
                                        </p:tgtEl>
                                        <p:attrNameLst>
                                          <p:attrName>style.visibility</p:attrName>
                                        </p:attrNameLst>
                                      </p:cBhvr>
                                      <p:to>
                                        <p:strVal val="visible"/>
                                      </p:to>
                                    </p:set>
                                  </p:childTnLst>
                                </p:cTn>
                              </p:par>
                              <p:par>
                                <p:cTn id="297" presetID="1" presetClass="entr" presetSubtype="0" fill="hold" nodeType="withEffect">
                                  <p:stCondLst>
                                    <p:cond delay="0"/>
                                  </p:stCondLst>
                                  <p:childTnLst>
                                    <p:set>
                                      <p:cBhvr>
                                        <p:cTn id="298" dur="1" fill="hold">
                                          <p:stCondLst>
                                            <p:cond delay="0"/>
                                          </p:stCondLst>
                                        </p:cTn>
                                        <p:tgtEl>
                                          <p:spTgt spid="153"/>
                                        </p:tgtEl>
                                        <p:attrNameLst>
                                          <p:attrName>style.visibility</p:attrName>
                                        </p:attrNameLst>
                                      </p:cBhvr>
                                      <p:to>
                                        <p:strVal val="visible"/>
                                      </p:to>
                                    </p:set>
                                  </p:childTnLst>
                                </p:cTn>
                              </p:par>
                              <p:par>
                                <p:cTn id="299" presetID="1" presetClass="entr" presetSubtype="0" fill="hold" nodeType="withEffect">
                                  <p:stCondLst>
                                    <p:cond delay="0"/>
                                  </p:stCondLst>
                                  <p:childTnLst>
                                    <p:set>
                                      <p:cBhvr>
                                        <p:cTn id="300" dur="1" fill="hold">
                                          <p:stCondLst>
                                            <p:cond delay="0"/>
                                          </p:stCondLst>
                                        </p:cTn>
                                        <p:tgtEl>
                                          <p:spTgt spid="154"/>
                                        </p:tgtEl>
                                        <p:attrNameLst>
                                          <p:attrName>style.visibility</p:attrName>
                                        </p:attrNameLst>
                                      </p:cBhvr>
                                      <p:to>
                                        <p:strVal val="visible"/>
                                      </p:to>
                                    </p:set>
                                  </p:childTnLst>
                                </p:cTn>
                              </p:par>
                              <p:par>
                                <p:cTn id="301" presetID="1" presetClass="entr" presetSubtype="0" fill="hold" nodeType="withEffect">
                                  <p:stCondLst>
                                    <p:cond delay="0"/>
                                  </p:stCondLst>
                                  <p:childTnLst>
                                    <p:set>
                                      <p:cBhvr>
                                        <p:cTn id="302" dur="1" fill="hold">
                                          <p:stCondLst>
                                            <p:cond delay="0"/>
                                          </p:stCondLst>
                                        </p:cTn>
                                        <p:tgtEl>
                                          <p:spTgt spid="155"/>
                                        </p:tgtEl>
                                        <p:attrNameLst>
                                          <p:attrName>style.visibility</p:attrName>
                                        </p:attrNameLst>
                                      </p:cBhvr>
                                      <p:to>
                                        <p:strVal val="visible"/>
                                      </p:to>
                                    </p:set>
                                  </p:childTnLst>
                                </p:cTn>
                              </p:par>
                              <p:par>
                                <p:cTn id="303" presetID="1" presetClass="entr" presetSubtype="0" fill="hold" nodeType="withEffect">
                                  <p:stCondLst>
                                    <p:cond delay="0"/>
                                  </p:stCondLst>
                                  <p:childTnLst>
                                    <p:set>
                                      <p:cBhvr>
                                        <p:cTn id="304" dur="1" fill="hold">
                                          <p:stCondLst>
                                            <p:cond delay="0"/>
                                          </p:stCondLst>
                                        </p:cTn>
                                        <p:tgtEl>
                                          <p:spTgt spid="156"/>
                                        </p:tgtEl>
                                        <p:attrNameLst>
                                          <p:attrName>style.visibility</p:attrName>
                                        </p:attrNameLst>
                                      </p:cBhvr>
                                      <p:to>
                                        <p:strVal val="visible"/>
                                      </p:to>
                                    </p:set>
                                  </p:childTnLst>
                                </p:cTn>
                              </p:par>
                              <p:par>
                                <p:cTn id="305" presetID="1" presetClass="entr" presetSubtype="0" fill="hold" nodeType="withEffect">
                                  <p:stCondLst>
                                    <p:cond delay="0"/>
                                  </p:stCondLst>
                                  <p:childTnLst>
                                    <p:set>
                                      <p:cBhvr>
                                        <p:cTn id="306" dur="1" fill="hold">
                                          <p:stCondLst>
                                            <p:cond delay="0"/>
                                          </p:stCondLst>
                                        </p:cTn>
                                        <p:tgtEl>
                                          <p:spTgt spid="157"/>
                                        </p:tgtEl>
                                        <p:attrNameLst>
                                          <p:attrName>style.visibility</p:attrName>
                                        </p:attrNameLst>
                                      </p:cBhvr>
                                      <p:to>
                                        <p:strVal val="visible"/>
                                      </p:to>
                                    </p:set>
                                  </p:childTnLst>
                                </p:cTn>
                              </p:par>
                              <p:par>
                                <p:cTn id="307" presetID="1" presetClass="entr" presetSubtype="0" fill="hold" nodeType="withEffect">
                                  <p:stCondLst>
                                    <p:cond delay="0"/>
                                  </p:stCondLst>
                                  <p:childTnLst>
                                    <p:set>
                                      <p:cBhvr>
                                        <p:cTn id="308" dur="1" fill="hold">
                                          <p:stCondLst>
                                            <p:cond delay="0"/>
                                          </p:stCondLst>
                                        </p:cTn>
                                        <p:tgtEl>
                                          <p:spTgt spid="158"/>
                                        </p:tgtEl>
                                        <p:attrNameLst>
                                          <p:attrName>style.visibility</p:attrName>
                                        </p:attrNameLst>
                                      </p:cBhvr>
                                      <p:to>
                                        <p:strVal val="visible"/>
                                      </p:to>
                                    </p:set>
                                  </p:childTnLst>
                                </p:cTn>
                              </p:par>
                              <p:par>
                                <p:cTn id="309" presetID="1" presetClass="entr" presetSubtype="0" fill="hold" nodeType="withEffect">
                                  <p:stCondLst>
                                    <p:cond delay="0"/>
                                  </p:stCondLst>
                                  <p:childTnLst>
                                    <p:set>
                                      <p:cBhvr>
                                        <p:cTn id="310" dur="1" fill="hold">
                                          <p:stCondLst>
                                            <p:cond delay="0"/>
                                          </p:stCondLst>
                                        </p:cTn>
                                        <p:tgtEl>
                                          <p:spTgt spid="159"/>
                                        </p:tgtEl>
                                        <p:attrNameLst>
                                          <p:attrName>style.visibility</p:attrName>
                                        </p:attrNameLst>
                                      </p:cBhvr>
                                      <p:to>
                                        <p:strVal val="visible"/>
                                      </p:to>
                                    </p:set>
                                  </p:childTnLst>
                                </p:cTn>
                              </p:par>
                              <p:par>
                                <p:cTn id="311" presetID="1" presetClass="entr" presetSubtype="0" fill="hold" nodeType="withEffect">
                                  <p:stCondLst>
                                    <p:cond delay="0"/>
                                  </p:stCondLst>
                                  <p:childTnLst>
                                    <p:set>
                                      <p:cBhvr>
                                        <p:cTn id="312" dur="1" fill="hold">
                                          <p:stCondLst>
                                            <p:cond delay="0"/>
                                          </p:stCondLst>
                                        </p:cTn>
                                        <p:tgtEl>
                                          <p:spTgt spid="160"/>
                                        </p:tgtEl>
                                        <p:attrNameLst>
                                          <p:attrName>style.visibility</p:attrName>
                                        </p:attrNameLst>
                                      </p:cBhvr>
                                      <p:to>
                                        <p:strVal val="visible"/>
                                      </p:to>
                                    </p:set>
                                  </p:childTnLst>
                                </p:cTn>
                              </p:par>
                              <p:par>
                                <p:cTn id="313" presetID="1" presetClass="entr" presetSubtype="0" fill="hold" nodeType="withEffect">
                                  <p:stCondLst>
                                    <p:cond delay="0"/>
                                  </p:stCondLst>
                                  <p:childTnLst>
                                    <p:set>
                                      <p:cBhvr>
                                        <p:cTn id="314" dur="1" fill="hold">
                                          <p:stCondLst>
                                            <p:cond delay="0"/>
                                          </p:stCondLst>
                                        </p:cTn>
                                        <p:tgtEl>
                                          <p:spTgt spid="161"/>
                                        </p:tgtEl>
                                        <p:attrNameLst>
                                          <p:attrName>style.visibility</p:attrName>
                                        </p:attrNameLst>
                                      </p:cBhvr>
                                      <p:to>
                                        <p:strVal val="visible"/>
                                      </p:to>
                                    </p:set>
                                  </p:childTnLst>
                                </p:cTn>
                              </p:par>
                              <p:par>
                                <p:cTn id="315" presetID="1" presetClass="entr" presetSubtype="0" fill="hold" nodeType="withEffect">
                                  <p:stCondLst>
                                    <p:cond delay="0"/>
                                  </p:stCondLst>
                                  <p:childTnLst>
                                    <p:set>
                                      <p:cBhvr>
                                        <p:cTn id="316" dur="1" fill="hold">
                                          <p:stCondLst>
                                            <p:cond delay="0"/>
                                          </p:stCondLst>
                                        </p:cTn>
                                        <p:tgtEl>
                                          <p:spTgt spid="162"/>
                                        </p:tgtEl>
                                        <p:attrNameLst>
                                          <p:attrName>style.visibility</p:attrName>
                                        </p:attrNameLst>
                                      </p:cBhvr>
                                      <p:to>
                                        <p:strVal val="visible"/>
                                      </p:to>
                                    </p:set>
                                  </p:childTnLst>
                                </p:cTn>
                              </p:par>
                              <p:par>
                                <p:cTn id="317" presetID="1" presetClass="entr" presetSubtype="0" fill="hold" nodeType="withEffect">
                                  <p:stCondLst>
                                    <p:cond delay="0"/>
                                  </p:stCondLst>
                                  <p:childTnLst>
                                    <p:set>
                                      <p:cBhvr>
                                        <p:cTn id="318" dur="1" fill="hold">
                                          <p:stCondLst>
                                            <p:cond delay="0"/>
                                          </p:stCondLst>
                                        </p:cTn>
                                        <p:tgtEl>
                                          <p:spTgt spid="163"/>
                                        </p:tgtEl>
                                        <p:attrNameLst>
                                          <p:attrName>style.visibility</p:attrName>
                                        </p:attrNameLst>
                                      </p:cBhvr>
                                      <p:to>
                                        <p:strVal val="visible"/>
                                      </p:to>
                                    </p:set>
                                  </p:childTnLst>
                                </p:cTn>
                              </p:par>
                              <p:par>
                                <p:cTn id="319" presetID="1" presetClass="entr" presetSubtype="0" fill="hold" nodeType="withEffect">
                                  <p:stCondLst>
                                    <p:cond delay="0"/>
                                  </p:stCondLst>
                                  <p:childTnLst>
                                    <p:set>
                                      <p:cBhvr>
                                        <p:cTn id="320" dur="1" fill="hold">
                                          <p:stCondLst>
                                            <p:cond delay="0"/>
                                          </p:stCondLst>
                                        </p:cTn>
                                        <p:tgtEl>
                                          <p:spTgt spid="164"/>
                                        </p:tgtEl>
                                        <p:attrNameLst>
                                          <p:attrName>style.visibility</p:attrName>
                                        </p:attrNameLst>
                                      </p:cBhvr>
                                      <p:to>
                                        <p:strVal val="visible"/>
                                      </p:to>
                                    </p:set>
                                  </p:childTnLst>
                                </p:cTn>
                              </p:par>
                              <p:par>
                                <p:cTn id="321" presetID="1" presetClass="entr" presetSubtype="0" fill="hold" nodeType="withEffect">
                                  <p:stCondLst>
                                    <p:cond delay="0"/>
                                  </p:stCondLst>
                                  <p:childTnLst>
                                    <p:set>
                                      <p:cBhvr>
                                        <p:cTn id="322" dur="1" fill="hold">
                                          <p:stCondLst>
                                            <p:cond delay="0"/>
                                          </p:stCondLst>
                                        </p:cTn>
                                        <p:tgtEl>
                                          <p:spTgt spid="165"/>
                                        </p:tgtEl>
                                        <p:attrNameLst>
                                          <p:attrName>style.visibility</p:attrName>
                                        </p:attrNameLst>
                                      </p:cBhvr>
                                      <p:to>
                                        <p:strVal val="visible"/>
                                      </p:to>
                                    </p:set>
                                  </p:childTnLst>
                                </p:cTn>
                              </p:par>
                              <p:par>
                                <p:cTn id="323" presetID="1" presetClass="entr" presetSubtype="0" fill="hold" nodeType="withEffect">
                                  <p:stCondLst>
                                    <p:cond delay="0"/>
                                  </p:stCondLst>
                                  <p:childTnLst>
                                    <p:set>
                                      <p:cBhvr>
                                        <p:cTn id="324" dur="1" fill="hold">
                                          <p:stCondLst>
                                            <p:cond delay="0"/>
                                          </p:stCondLst>
                                        </p:cTn>
                                        <p:tgtEl>
                                          <p:spTgt spid="166"/>
                                        </p:tgtEl>
                                        <p:attrNameLst>
                                          <p:attrName>style.visibility</p:attrName>
                                        </p:attrNameLst>
                                      </p:cBhvr>
                                      <p:to>
                                        <p:strVal val="visible"/>
                                      </p:to>
                                    </p:set>
                                  </p:childTnLst>
                                </p:cTn>
                              </p:par>
                              <p:par>
                                <p:cTn id="325" presetID="1" presetClass="entr" presetSubtype="0" fill="hold" nodeType="withEffect">
                                  <p:stCondLst>
                                    <p:cond delay="0"/>
                                  </p:stCondLst>
                                  <p:childTnLst>
                                    <p:set>
                                      <p:cBhvr>
                                        <p:cTn id="326" dur="1" fill="hold">
                                          <p:stCondLst>
                                            <p:cond delay="0"/>
                                          </p:stCondLst>
                                        </p:cTn>
                                        <p:tgtEl>
                                          <p:spTgt spid="167"/>
                                        </p:tgtEl>
                                        <p:attrNameLst>
                                          <p:attrName>style.visibility</p:attrName>
                                        </p:attrNameLst>
                                      </p:cBhvr>
                                      <p:to>
                                        <p:strVal val="visible"/>
                                      </p:to>
                                    </p:set>
                                  </p:childTnLst>
                                </p:cTn>
                              </p:par>
                              <p:par>
                                <p:cTn id="327" presetID="1" presetClass="entr" presetSubtype="0" fill="hold" nodeType="withEffect">
                                  <p:stCondLst>
                                    <p:cond delay="0"/>
                                  </p:stCondLst>
                                  <p:childTnLst>
                                    <p:set>
                                      <p:cBhvr>
                                        <p:cTn id="328" dur="1" fill="hold">
                                          <p:stCondLst>
                                            <p:cond delay="0"/>
                                          </p:stCondLst>
                                        </p:cTn>
                                        <p:tgtEl>
                                          <p:spTgt spid="168"/>
                                        </p:tgtEl>
                                        <p:attrNameLst>
                                          <p:attrName>style.visibility</p:attrName>
                                        </p:attrNameLst>
                                      </p:cBhvr>
                                      <p:to>
                                        <p:strVal val="visible"/>
                                      </p:to>
                                    </p:set>
                                  </p:childTnLst>
                                </p:cTn>
                              </p:par>
                              <p:par>
                                <p:cTn id="329" presetID="1" presetClass="entr" presetSubtype="0" fill="hold" nodeType="withEffect">
                                  <p:stCondLst>
                                    <p:cond delay="0"/>
                                  </p:stCondLst>
                                  <p:childTnLst>
                                    <p:set>
                                      <p:cBhvr>
                                        <p:cTn id="330" dur="1" fill="hold">
                                          <p:stCondLst>
                                            <p:cond delay="0"/>
                                          </p:stCondLst>
                                        </p:cTn>
                                        <p:tgtEl>
                                          <p:spTgt spid="169"/>
                                        </p:tgtEl>
                                        <p:attrNameLst>
                                          <p:attrName>style.visibility</p:attrName>
                                        </p:attrNameLst>
                                      </p:cBhvr>
                                      <p:to>
                                        <p:strVal val="visible"/>
                                      </p:to>
                                    </p:set>
                                  </p:childTnLst>
                                </p:cTn>
                              </p:par>
                              <p:par>
                                <p:cTn id="331" presetID="1" presetClass="entr" presetSubtype="0" fill="hold" nodeType="withEffect">
                                  <p:stCondLst>
                                    <p:cond delay="0"/>
                                  </p:stCondLst>
                                  <p:childTnLst>
                                    <p:set>
                                      <p:cBhvr>
                                        <p:cTn id="332" dur="1" fill="hold">
                                          <p:stCondLst>
                                            <p:cond delay="0"/>
                                          </p:stCondLst>
                                        </p:cTn>
                                        <p:tgtEl>
                                          <p:spTgt spid="170"/>
                                        </p:tgtEl>
                                        <p:attrNameLst>
                                          <p:attrName>style.visibility</p:attrName>
                                        </p:attrNameLst>
                                      </p:cBhvr>
                                      <p:to>
                                        <p:strVal val="visible"/>
                                      </p:to>
                                    </p:set>
                                  </p:childTnLst>
                                </p:cTn>
                              </p:par>
                              <p:par>
                                <p:cTn id="333" presetID="1" presetClass="entr" presetSubtype="0" fill="hold" nodeType="withEffect">
                                  <p:stCondLst>
                                    <p:cond delay="0"/>
                                  </p:stCondLst>
                                  <p:childTnLst>
                                    <p:set>
                                      <p:cBhvr>
                                        <p:cTn id="334" dur="1" fill="hold">
                                          <p:stCondLst>
                                            <p:cond delay="0"/>
                                          </p:stCondLst>
                                        </p:cTn>
                                        <p:tgtEl>
                                          <p:spTgt spid="171"/>
                                        </p:tgtEl>
                                        <p:attrNameLst>
                                          <p:attrName>style.visibility</p:attrName>
                                        </p:attrNameLst>
                                      </p:cBhvr>
                                      <p:to>
                                        <p:strVal val="visible"/>
                                      </p:to>
                                    </p:set>
                                  </p:childTnLst>
                                </p:cTn>
                              </p:par>
                              <p:par>
                                <p:cTn id="335" presetID="1" presetClass="entr" presetSubtype="0" fill="hold" nodeType="withEffect">
                                  <p:stCondLst>
                                    <p:cond delay="0"/>
                                  </p:stCondLst>
                                  <p:childTnLst>
                                    <p:set>
                                      <p:cBhvr>
                                        <p:cTn id="336" dur="1" fill="hold">
                                          <p:stCondLst>
                                            <p:cond delay="0"/>
                                          </p:stCondLst>
                                        </p:cTn>
                                        <p:tgtEl>
                                          <p:spTgt spid="172"/>
                                        </p:tgtEl>
                                        <p:attrNameLst>
                                          <p:attrName>style.visibility</p:attrName>
                                        </p:attrNameLst>
                                      </p:cBhvr>
                                      <p:to>
                                        <p:strVal val="visible"/>
                                      </p:to>
                                    </p:set>
                                  </p:childTnLst>
                                </p:cTn>
                              </p:par>
                              <p:par>
                                <p:cTn id="337" presetID="1" presetClass="entr" presetSubtype="0" fill="hold" nodeType="withEffect">
                                  <p:stCondLst>
                                    <p:cond delay="0"/>
                                  </p:stCondLst>
                                  <p:childTnLst>
                                    <p:set>
                                      <p:cBhvr>
                                        <p:cTn id="338" dur="1" fill="hold">
                                          <p:stCondLst>
                                            <p:cond delay="0"/>
                                          </p:stCondLst>
                                        </p:cTn>
                                        <p:tgtEl>
                                          <p:spTgt spid="173"/>
                                        </p:tgtEl>
                                        <p:attrNameLst>
                                          <p:attrName>style.visibility</p:attrName>
                                        </p:attrNameLst>
                                      </p:cBhvr>
                                      <p:to>
                                        <p:strVal val="visible"/>
                                      </p:to>
                                    </p:set>
                                  </p:childTnLst>
                                </p:cTn>
                              </p:par>
                              <p:par>
                                <p:cTn id="339" presetID="1" presetClass="entr" presetSubtype="0" fill="hold" nodeType="withEffect">
                                  <p:stCondLst>
                                    <p:cond delay="0"/>
                                  </p:stCondLst>
                                  <p:childTnLst>
                                    <p:set>
                                      <p:cBhvr>
                                        <p:cTn id="340" dur="1" fill="hold">
                                          <p:stCondLst>
                                            <p:cond delay="0"/>
                                          </p:stCondLst>
                                        </p:cTn>
                                        <p:tgtEl>
                                          <p:spTgt spid="174"/>
                                        </p:tgtEl>
                                        <p:attrNameLst>
                                          <p:attrName>style.visibility</p:attrName>
                                        </p:attrNameLst>
                                      </p:cBhvr>
                                      <p:to>
                                        <p:strVal val="visible"/>
                                      </p:to>
                                    </p:set>
                                  </p:childTnLst>
                                </p:cTn>
                              </p:par>
                              <p:par>
                                <p:cTn id="341" presetID="1" presetClass="entr" presetSubtype="0" fill="hold" nodeType="withEffect">
                                  <p:stCondLst>
                                    <p:cond delay="0"/>
                                  </p:stCondLst>
                                  <p:childTnLst>
                                    <p:set>
                                      <p:cBhvr>
                                        <p:cTn id="342" dur="1" fill="hold">
                                          <p:stCondLst>
                                            <p:cond delay="0"/>
                                          </p:stCondLst>
                                        </p:cTn>
                                        <p:tgtEl>
                                          <p:spTgt spid="175"/>
                                        </p:tgtEl>
                                        <p:attrNameLst>
                                          <p:attrName>style.visibility</p:attrName>
                                        </p:attrNameLst>
                                      </p:cBhvr>
                                      <p:to>
                                        <p:strVal val="visible"/>
                                      </p:to>
                                    </p:set>
                                  </p:childTnLst>
                                </p:cTn>
                              </p:par>
                              <p:par>
                                <p:cTn id="343" presetID="1" presetClass="entr" presetSubtype="0" fill="hold" nodeType="withEffect">
                                  <p:stCondLst>
                                    <p:cond delay="0"/>
                                  </p:stCondLst>
                                  <p:childTnLst>
                                    <p:set>
                                      <p:cBhvr>
                                        <p:cTn id="344" dur="1" fill="hold">
                                          <p:stCondLst>
                                            <p:cond delay="0"/>
                                          </p:stCondLst>
                                        </p:cTn>
                                        <p:tgtEl>
                                          <p:spTgt spid="176"/>
                                        </p:tgtEl>
                                        <p:attrNameLst>
                                          <p:attrName>style.visibility</p:attrName>
                                        </p:attrNameLst>
                                      </p:cBhvr>
                                      <p:to>
                                        <p:strVal val="visible"/>
                                      </p:to>
                                    </p:set>
                                  </p:childTnLst>
                                </p:cTn>
                              </p:par>
                              <p:par>
                                <p:cTn id="345" presetID="1" presetClass="entr" presetSubtype="0" fill="hold" nodeType="withEffect">
                                  <p:stCondLst>
                                    <p:cond delay="0"/>
                                  </p:stCondLst>
                                  <p:childTnLst>
                                    <p:set>
                                      <p:cBhvr>
                                        <p:cTn id="346" dur="1" fill="hold">
                                          <p:stCondLst>
                                            <p:cond delay="0"/>
                                          </p:stCondLst>
                                        </p:cTn>
                                        <p:tgtEl>
                                          <p:spTgt spid="177"/>
                                        </p:tgtEl>
                                        <p:attrNameLst>
                                          <p:attrName>style.visibility</p:attrName>
                                        </p:attrNameLst>
                                      </p:cBhvr>
                                      <p:to>
                                        <p:strVal val="visible"/>
                                      </p:to>
                                    </p:set>
                                  </p:childTnLst>
                                </p:cTn>
                              </p:par>
                              <p:par>
                                <p:cTn id="347" presetID="1" presetClass="entr" presetSubtype="0" fill="hold" nodeType="withEffect">
                                  <p:stCondLst>
                                    <p:cond delay="0"/>
                                  </p:stCondLst>
                                  <p:childTnLst>
                                    <p:set>
                                      <p:cBhvr>
                                        <p:cTn id="348" dur="1" fill="hold">
                                          <p:stCondLst>
                                            <p:cond delay="0"/>
                                          </p:stCondLst>
                                        </p:cTn>
                                        <p:tgtEl>
                                          <p:spTgt spid="178"/>
                                        </p:tgtEl>
                                        <p:attrNameLst>
                                          <p:attrName>style.visibility</p:attrName>
                                        </p:attrNameLst>
                                      </p:cBhvr>
                                      <p:to>
                                        <p:strVal val="visible"/>
                                      </p:to>
                                    </p:set>
                                  </p:childTnLst>
                                </p:cTn>
                              </p:par>
                              <p:par>
                                <p:cTn id="349" presetID="1" presetClass="entr" presetSubtype="0" fill="hold" nodeType="withEffect">
                                  <p:stCondLst>
                                    <p:cond delay="0"/>
                                  </p:stCondLst>
                                  <p:childTnLst>
                                    <p:set>
                                      <p:cBhvr>
                                        <p:cTn id="350" dur="1" fill="hold">
                                          <p:stCondLst>
                                            <p:cond delay="0"/>
                                          </p:stCondLst>
                                        </p:cTn>
                                        <p:tgtEl>
                                          <p:spTgt spid="179"/>
                                        </p:tgtEl>
                                        <p:attrNameLst>
                                          <p:attrName>style.visibility</p:attrName>
                                        </p:attrNameLst>
                                      </p:cBhvr>
                                      <p:to>
                                        <p:strVal val="visible"/>
                                      </p:to>
                                    </p:set>
                                  </p:childTnLst>
                                </p:cTn>
                              </p:par>
                              <p:par>
                                <p:cTn id="351" presetID="1" presetClass="entr" presetSubtype="0" fill="hold" nodeType="withEffect">
                                  <p:stCondLst>
                                    <p:cond delay="0"/>
                                  </p:stCondLst>
                                  <p:childTnLst>
                                    <p:set>
                                      <p:cBhvr>
                                        <p:cTn id="352" dur="1" fill="hold">
                                          <p:stCondLst>
                                            <p:cond delay="0"/>
                                          </p:stCondLst>
                                        </p:cTn>
                                        <p:tgtEl>
                                          <p:spTgt spid="180"/>
                                        </p:tgtEl>
                                        <p:attrNameLst>
                                          <p:attrName>style.visibility</p:attrName>
                                        </p:attrNameLst>
                                      </p:cBhvr>
                                      <p:to>
                                        <p:strVal val="visible"/>
                                      </p:to>
                                    </p:set>
                                  </p:childTnLst>
                                </p:cTn>
                              </p:par>
                              <p:par>
                                <p:cTn id="353" presetID="1" presetClass="entr" presetSubtype="0" fill="hold" nodeType="withEffect">
                                  <p:stCondLst>
                                    <p:cond delay="0"/>
                                  </p:stCondLst>
                                  <p:childTnLst>
                                    <p:set>
                                      <p:cBhvr>
                                        <p:cTn id="354" dur="1" fill="hold">
                                          <p:stCondLst>
                                            <p:cond delay="0"/>
                                          </p:stCondLst>
                                        </p:cTn>
                                        <p:tgtEl>
                                          <p:spTgt spid="181"/>
                                        </p:tgtEl>
                                        <p:attrNameLst>
                                          <p:attrName>style.visibility</p:attrName>
                                        </p:attrNameLst>
                                      </p:cBhvr>
                                      <p:to>
                                        <p:strVal val="visible"/>
                                      </p:to>
                                    </p:set>
                                  </p:childTnLst>
                                </p:cTn>
                              </p:par>
                              <p:par>
                                <p:cTn id="355" presetID="1" presetClass="entr" presetSubtype="0" fill="hold" nodeType="withEffect">
                                  <p:stCondLst>
                                    <p:cond delay="0"/>
                                  </p:stCondLst>
                                  <p:childTnLst>
                                    <p:set>
                                      <p:cBhvr>
                                        <p:cTn id="356" dur="1" fill="hold">
                                          <p:stCondLst>
                                            <p:cond delay="0"/>
                                          </p:stCondLst>
                                        </p:cTn>
                                        <p:tgtEl>
                                          <p:spTgt spid="182"/>
                                        </p:tgtEl>
                                        <p:attrNameLst>
                                          <p:attrName>style.visibility</p:attrName>
                                        </p:attrNameLst>
                                      </p:cBhvr>
                                      <p:to>
                                        <p:strVal val="visible"/>
                                      </p:to>
                                    </p:set>
                                  </p:childTnLst>
                                </p:cTn>
                              </p:par>
                              <p:par>
                                <p:cTn id="357" presetID="1" presetClass="entr" presetSubtype="0" fill="hold" nodeType="withEffect">
                                  <p:stCondLst>
                                    <p:cond delay="0"/>
                                  </p:stCondLst>
                                  <p:childTnLst>
                                    <p:set>
                                      <p:cBhvr>
                                        <p:cTn id="358" dur="1" fill="hold">
                                          <p:stCondLst>
                                            <p:cond delay="0"/>
                                          </p:stCondLst>
                                        </p:cTn>
                                        <p:tgtEl>
                                          <p:spTgt spid="183"/>
                                        </p:tgtEl>
                                        <p:attrNameLst>
                                          <p:attrName>style.visibility</p:attrName>
                                        </p:attrNameLst>
                                      </p:cBhvr>
                                      <p:to>
                                        <p:strVal val="visible"/>
                                      </p:to>
                                    </p:set>
                                  </p:childTnLst>
                                </p:cTn>
                              </p:par>
                              <p:par>
                                <p:cTn id="359" presetID="1" presetClass="entr" presetSubtype="0" fill="hold" nodeType="withEffect">
                                  <p:stCondLst>
                                    <p:cond delay="0"/>
                                  </p:stCondLst>
                                  <p:childTnLst>
                                    <p:set>
                                      <p:cBhvr>
                                        <p:cTn id="360" dur="1" fill="hold">
                                          <p:stCondLst>
                                            <p:cond delay="0"/>
                                          </p:stCondLst>
                                        </p:cTn>
                                        <p:tgtEl>
                                          <p:spTgt spid="184"/>
                                        </p:tgtEl>
                                        <p:attrNameLst>
                                          <p:attrName>style.visibility</p:attrName>
                                        </p:attrNameLst>
                                      </p:cBhvr>
                                      <p:to>
                                        <p:strVal val="visible"/>
                                      </p:to>
                                    </p:set>
                                  </p:childTnLst>
                                </p:cTn>
                              </p:par>
                              <p:par>
                                <p:cTn id="361" presetID="1" presetClass="entr" presetSubtype="0" fill="hold" nodeType="withEffect">
                                  <p:stCondLst>
                                    <p:cond delay="0"/>
                                  </p:stCondLst>
                                  <p:childTnLst>
                                    <p:set>
                                      <p:cBhvr>
                                        <p:cTn id="362" dur="1" fill="hold">
                                          <p:stCondLst>
                                            <p:cond delay="0"/>
                                          </p:stCondLst>
                                        </p:cTn>
                                        <p:tgtEl>
                                          <p:spTgt spid="185"/>
                                        </p:tgtEl>
                                        <p:attrNameLst>
                                          <p:attrName>style.visibility</p:attrName>
                                        </p:attrNameLst>
                                      </p:cBhvr>
                                      <p:to>
                                        <p:strVal val="visible"/>
                                      </p:to>
                                    </p:set>
                                  </p:childTnLst>
                                </p:cTn>
                              </p:par>
                              <p:par>
                                <p:cTn id="363" presetID="1" presetClass="entr" presetSubtype="0" fill="hold" nodeType="withEffect">
                                  <p:stCondLst>
                                    <p:cond delay="0"/>
                                  </p:stCondLst>
                                  <p:childTnLst>
                                    <p:set>
                                      <p:cBhvr>
                                        <p:cTn id="364" dur="1" fill="hold">
                                          <p:stCondLst>
                                            <p:cond delay="0"/>
                                          </p:stCondLst>
                                        </p:cTn>
                                        <p:tgtEl>
                                          <p:spTgt spid="186"/>
                                        </p:tgtEl>
                                        <p:attrNameLst>
                                          <p:attrName>style.visibility</p:attrName>
                                        </p:attrNameLst>
                                      </p:cBhvr>
                                      <p:to>
                                        <p:strVal val="visible"/>
                                      </p:to>
                                    </p:set>
                                  </p:childTnLst>
                                </p:cTn>
                              </p:par>
                              <p:par>
                                <p:cTn id="365" presetID="1" presetClass="entr" presetSubtype="0" fill="hold" nodeType="withEffect">
                                  <p:stCondLst>
                                    <p:cond delay="0"/>
                                  </p:stCondLst>
                                  <p:childTnLst>
                                    <p:set>
                                      <p:cBhvr>
                                        <p:cTn id="366" dur="1" fill="hold">
                                          <p:stCondLst>
                                            <p:cond delay="0"/>
                                          </p:stCondLst>
                                        </p:cTn>
                                        <p:tgtEl>
                                          <p:spTgt spid="187"/>
                                        </p:tgtEl>
                                        <p:attrNameLst>
                                          <p:attrName>style.visibility</p:attrName>
                                        </p:attrNameLst>
                                      </p:cBhvr>
                                      <p:to>
                                        <p:strVal val="visible"/>
                                      </p:to>
                                    </p:set>
                                  </p:childTnLst>
                                </p:cTn>
                              </p:par>
                              <p:par>
                                <p:cTn id="367" presetID="1" presetClass="entr" presetSubtype="0" fill="hold" nodeType="withEffect">
                                  <p:stCondLst>
                                    <p:cond delay="0"/>
                                  </p:stCondLst>
                                  <p:childTnLst>
                                    <p:set>
                                      <p:cBhvr>
                                        <p:cTn id="368" dur="1" fill="hold">
                                          <p:stCondLst>
                                            <p:cond delay="0"/>
                                          </p:stCondLst>
                                        </p:cTn>
                                        <p:tgtEl>
                                          <p:spTgt spid="188"/>
                                        </p:tgtEl>
                                        <p:attrNameLst>
                                          <p:attrName>style.visibility</p:attrName>
                                        </p:attrNameLst>
                                      </p:cBhvr>
                                      <p:to>
                                        <p:strVal val="visible"/>
                                      </p:to>
                                    </p:set>
                                  </p:childTnLst>
                                </p:cTn>
                              </p:par>
                              <p:par>
                                <p:cTn id="369" presetID="1" presetClass="entr" presetSubtype="0" fill="hold" nodeType="withEffect">
                                  <p:stCondLst>
                                    <p:cond delay="0"/>
                                  </p:stCondLst>
                                  <p:childTnLst>
                                    <p:set>
                                      <p:cBhvr>
                                        <p:cTn id="370" dur="1" fill="hold">
                                          <p:stCondLst>
                                            <p:cond delay="0"/>
                                          </p:stCondLst>
                                        </p:cTn>
                                        <p:tgtEl>
                                          <p:spTgt spid="189"/>
                                        </p:tgtEl>
                                        <p:attrNameLst>
                                          <p:attrName>style.visibility</p:attrName>
                                        </p:attrNameLst>
                                      </p:cBhvr>
                                      <p:to>
                                        <p:strVal val="visible"/>
                                      </p:to>
                                    </p:set>
                                  </p:childTnLst>
                                </p:cTn>
                              </p:par>
                              <p:par>
                                <p:cTn id="371" presetID="1" presetClass="entr" presetSubtype="0" fill="hold" nodeType="withEffect">
                                  <p:stCondLst>
                                    <p:cond delay="0"/>
                                  </p:stCondLst>
                                  <p:childTnLst>
                                    <p:set>
                                      <p:cBhvr>
                                        <p:cTn id="372" dur="1" fill="hold">
                                          <p:stCondLst>
                                            <p:cond delay="0"/>
                                          </p:stCondLst>
                                        </p:cTn>
                                        <p:tgtEl>
                                          <p:spTgt spid="190"/>
                                        </p:tgtEl>
                                        <p:attrNameLst>
                                          <p:attrName>style.visibility</p:attrName>
                                        </p:attrNameLst>
                                      </p:cBhvr>
                                      <p:to>
                                        <p:strVal val="visible"/>
                                      </p:to>
                                    </p:set>
                                  </p:childTnLst>
                                </p:cTn>
                              </p:par>
                              <p:par>
                                <p:cTn id="373" presetID="1" presetClass="entr" presetSubtype="0" fill="hold" nodeType="withEffect">
                                  <p:stCondLst>
                                    <p:cond delay="0"/>
                                  </p:stCondLst>
                                  <p:childTnLst>
                                    <p:set>
                                      <p:cBhvr>
                                        <p:cTn id="374" dur="1" fill="hold">
                                          <p:stCondLst>
                                            <p:cond delay="0"/>
                                          </p:stCondLst>
                                        </p:cTn>
                                        <p:tgtEl>
                                          <p:spTgt spid="191"/>
                                        </p:tgtEl>
                                        <p:attrNameLst>
                                          <p:attrName>style.visibility</p:attrName>
                                        </p:attrNameLst>
                                      </p:cBhvr>
                                      <p:to>
                                        <p:strVal val="visible"/>
                                      </p:to>
                                    </p:set>
                                  </p:childTnLst>
                                </p:cTn>
                              </p:par>
                              <p:par>
                                <p:cTn id="375" presetID="1" presetClass="entr" presetSubtype="0" fill="hold" nodeType="withEffect">
                                  <p:stCondLst>
                                    <p:cond delay="0"/>
                                  </p:stCondLst>
                                  <p:childTnLst>
                                    <p:set>
                                      <p:cBhvr>
                                        <p:cTn id="376" dur="1" fill="hold">
                                          <p:stCondLst>
                                            <p:cond delay="0"/>
                                          </p:stCondLst>
                                        </p:cTn>
                                        <p:tgtEl>
                                          <p:spTgt spid="192"/>
                                        </p:tgtEl>
                                        <p:attrNameLst>
                                          <p:attrName>style.visibility</p:attrName>
                                        </p:attrNameLst>
                                      </p:cBhvr>
                                      <p:to>
                                        <p:strVal val="visible"/>
                                      </p:to>
                                    </p:set>
                                  </p:childTnLst>
                                </p:cTn>
                              </p:par>
                              <p:par>
                                <p:cTn id="377" presetID="1" presetClass="entr" presetSubtype="0" fill="hold" nodeType="withEffect">
                                  <p:stCondLst>
                                    <p:cond delay="0"/>
                                  </p:stCondLst>
                                  <p:childTnLst>
                                    <p:set>
                                      <p:cBhvr>
                                        <p:cTn id="378" dur="1" fill="hold">
                                          <p:stCondLst>
                                            <p:cond delay="0"/>
                                          </p:stCondLst>
                                        </p:cTn>
                                        <p:tgtEl>
                                          <p:spTgt spid="193"/>
                                        </p:tgtEl>
                                        <p:attrNameLst>
                                          <p:attrName>style.visibility</p:attrName>
                                        </p:attrNameLst>
                                      </p:cBhvr>
                                      <p:to>
                                        <p:strVal val="visible"/>
                                      </p:to>
                                    </p:set>
                                  </p:childTnLst>
                                </p:cTn>
                              </p:par>
                              <p:par>
                                <p:cTn id="379" presetID="1" presetClass="entr" presetSubtype="0" fill="hold" nodeType="withEffect">
                                  <p:stCondLst>
                                    <p:cond delay="0"/>
                                  </p:stCondLst>
                                  <p:childTnLst>
                                    <p:set>
                                      <p:cBhvr>
                                        <p:cTn id="380" dur="1" fill="hold">
                                          <p:stCondLst>
                                            <p:cond delay="0"/>
                                          </p:stCondLst>
                                        </p:cTn>
                                        <p:tgtEl>
                                          <p:spTgt spid="194"/>
                                        </p:tgtEl>
                                        <p:attrNameLst>
                                          <p:attrName>style.visibility</p:attrName>
                                        </p:attrNameLst>
                                      </p:cBhvr>
                                      <p:to>
                                        <p:strVal val="visible"/>
                                      </p:to>
                                    </p:set>
                                  </p:childTnLst>
                                </p:cTn>
                              </p:par>
                              <p:par>
                                <p:cTn id="381" presetID="1" presetClass="entr" presetSubtype="0" fill="hold" nodeType="withEffect">
                                  <p:stCondLst>
                                    <p:cond delay="0"/>
                                  </p:stCondLst>
                                  <p:childTnLst>
                                    <p:set>
                                      <p:cBhvr>
                                        <p:cTn id="382" dur="1" fill="hold">
                                          <p:stCondLst>
                                            <p:cond delay="0"/>
                                          </p:stCondLst>
                                        </p:cTn>
                                        <p:tgtEl>
                                          <p:spTgt spid="195"/>
                                        </p:tgtEl>
                                        <p:attrNameLst>
                                          <p:attrName>style.visibility</p:attrName>
                                        </p:attrNameLst>
                                      </p:cBhvr>
                                      <p:to>
                                        <p:strVal val="visible"/>
                                      </p:to>
                                    </p:set>
                                  </p:childTnLst>
                                </p:cTn>
                              </p:par>
                              <p:par>
                                <p:cTn id="383" presetID="1" presetClass="entr" presetSubtype="0" fill="hold" nodeType="withEffect">
                                  <p:stCondLst>
                                    <p:cond delay="0"/>
                                  </p:stCondLst>
                                  <p:childTnLst>
                                    <p:set>
                                      <p:cBhvr>
                                        <p:cTn id="384" dur="1" fill="hold">
                                          <p:stCondLst>
                                            <p:cond delay="0"/>
                                          </p:stCondLst>
                                        </p:cTn>
                                        <p:tgtEl>
                                          <p:spTgt spid="196"/>
                                        </p:tgtEl>
                                        <p:attrNameLst>
                                          <p:attrName>style.visibility</p:attrName>
                                        </p:attrNameLst>
                                      </p:cBhvr>
                                      <p:to>
                                        <p:strVal val="visible"/>
                                      </p:to>
                                    </p:set>
                                  </p:childTnLst>
                                </p:cTn>
                              </p:par>
                              <p:par>
                                <p:cTn id="385" presetID="1" presetClass="entr" presetSubtype="0" fill="hold" nodeType="withEffect">
                                  <p:stCondLst>
                                    <p:cond delay="0"/>
                                  </p:stCondLst>
                                  <p:childTnLst>
                                    <p:set>
                                      <p:cBhvr>
                                        <p:cTn id="386" dur="1" fill="hold">
                                          <p:stCondLst>
                                            <p:cond delay="0"/>
                                          </p:stCondLst>
                                        </p:cTn>
                                        <p:tgtEl>
                                          <p:spTgt spid="197"/>
                                        </p:tgtEl>
                                        <p:attrNameLst>
                                          <p:attrName>style.visibility</p:attrName>
                                        </p:attrNameLst>
                                      </p:cBhvr>
                                      <p:to>
                                        <p:strVal val="visible"/>
                                      </p:to>
                                    </p:set>
                                  </p:childTnLst>
                                </p:cTn>
                              </p:par>
                              <p:par>
                                <p:cTn id="387" presetID="1" presetClass="entr" presetSubtype="0" fill="hold" nodeType="withEffect">
                                  <p:stCondLst>
                                    <p:cond delay="0"/>
                                  </p:stCondLst>
                                  <p:childTnLst>
                                    <p:set>
                                      <p:cBhvr>
                                        <p:cTn id="388" dur="1" fill="hold">
                                          <p:stCondLst>
                                            <p:cond delay="0"/>
                                          </p:stCondLst>
                                        </p:cTn>
                                        <p:tgtEl>
                                          <p:spTgt spid="198"/>
                                        </p:tgtEl>
                                        <p:attrNameLst>
                                          <p:attrName>style.visibility</p:attrName>
                                        </p:attrNameLst>
                                      </p:cBhvr>
                                      <p:to>
                                        <p:strVal val="visible"/>
                                      </p:to>
                                    </p:set>
                                  </p:childTnLst>
                                </p:cTn>
                              </p:par>
                              <p:par>
                                <p:cTn id="389" presetID="1" presetClass="entr" presetSubtype="0" fill="hold" nodeType="withEffect">
                                  <p:stCondLst>
                                    <p:cond delay="0"/>
                                  </p:stCondLst>
                                  <p:childTnLst>
                                    <p:set>
                                      <p:cBhvr>
                                        <p:cTn id="390" dur="1" fill="hold">
                                          <p:stCondLst>
                                            <p:cond delay="0"/>
                                          </p:stCondLst>
                                        </p:cTn>
                                        <p:tgtEl>
                                          <p:spTgt spid="199"/>
                                        </p:tgtEl>
                                        <p:attrNameLst>
                                          <p:attrName>style.visibility</p:attrName>
                                        </p:attrNameLst>
                                      </p:cBhvr>
                                      <p:to>
                                        <p:strVal val="visible"/>
                                      </p:to>
                                    </p:set>
                                  </p:childTnLst>
                                </p:cTn>
                              </p:par>
                              <p:par>
                                <p:cTn id="391" presetID="1" presetClass="entr" presetSubtype="0" fill="hold" nodeType="withEffect">
                                  <p:stCondLst>
                                    <p:cond delay="0"/>
                                  </p:stCondLst>
                                  <p:childTnLst>
                                    <p:set>
                                      <p:cBhvr>
                                        <p:cTn id="392" dur="1" fill="hold">
                                          <p:stCondLst>
                                            <p:cond delay="0"/>
                                          </p:stCondLst>
                                        </p:cTn>
                                        <p:tgtEl>
                                          <p:spTgt spid="200"/>
                                        </p:tgtEl>
                                        <p:attrNameLst>
                                          <p:attrName>style.visibility</p:attrName>
                                        </p:attrNameLst>
                                      </p:cBhvr>
                                      <p:to>
                                        <p:strVal val="visible"/>
                                      </p:to>
                                    </p:set>
                                  </p:childTnLst>
                                </p:cTn>
                              </p:par>
                              <p:par>
                                <p:cTn id="393" presetID="1" presetClass="entr" presetSubtype="0" fill="hold" nodeType="withEffect">
                                  <p:stCondLst>
                                    <p:cond delay="0"/>
                                  </p:stCondLst>
                                  <p:childTnLst>
                                    <p:set>
                                      <p:cBhvr>
                                        <p:cTn id="394" dur="1" fill="hold">
                                          <p:stCondLst>
                                            <p:cond delay="0"/>
                                          </p:stCondLst>
                                        </p:cTn>
                                        <p:tgtEl>
                                          <p:spTgt spid="201"/>
                                        </p:tgtEl>
                                        <p:attrNameLst>
                                          <p:attrName>style.visibility</p:attrName>
                                        </p:attrNameLst>
                                      </p:cBhvr>
                                      <p:to>
                                        <p:strVal val="visible"/>
                                      </p:to>
                                    </p:set>
                                  </p:childTnLst>
                                </p:cTn>
                              </p:par>
                              <p:par>
                                <p:cTn id="395" presetID="1" presetClass="entr" presetSubtype="0" fill="hold" nodeType="withEffect">
                                  <p:stCondLst>
                                    <p:cond delay="0"/>
                                  </p:stCondLst>
                                  <p:childTnLst>
                                    <p:set>
                                      <p:cBhvr>
                                        <p:cTn id="396" dur="1" fill="hold">
                                          <p:stCondLst>
                                            <p:cond delay="0"/>
                                          </p:stCondLst>
                                        </p:cTn>
                                        <p:tgtEl>
                                          <p:spTgt spid="202"/>
                                        </p:tgtEl>
                                        <p:attrNameLst>
                                          <p:attrName>style.visibility</p:attrName>
                                        </p:attrNameLst>
                                      </p:cBhvr>
                                      <p:to>
                                        <p:strVal val="visible"/>
                                      </p:to>
                                    </p:set>
                                  </p:childTnLst>
                                </p:cTn>
                              </p:par>
                              <p:par>
                                <p:cTn id="397" presetID="1" presetClass="entr" presetSubtype="0" fill="hold" nodeType="withEffect">
                                  <p:stCondLst>
                                    <p:cond delay="0"/>
                                  </p:stCondLst>
                                  <p:childTnLst>
                                    <p:set>
                                      <p:cBhvr>
                                        <p:cTn id="398" dur="1" fill="hold">
                                          <p:stCondLst>
                                            <p:cond delay="0"/>
                                          </p:stCondLst>
                                        </p:cTn>
                                        <p:tgtEl>
                                          <p:spTgt spid="203"/>
                                        </p:tgtEl>
                                        <p:attrNameLst>
                                          <p:attrName>style.visibility</p:attrName>
                                        </p:attrNameLst>
                                      </p:cBhvr>
                                      <p:to>
                                        <p:strVal val="visible"/>
                                      </p:to>
                                    </p:set>
                                  </p:childTnLst>
                                </p:cTn>
                              </p:par>
                              <p:par>
                                <p:cTn id="399" presetID="1" presetClass="entr" presetSubtype="0" fill="hold" nodeType="withEffect">
                                  <p:stCondLst>
                                    <p:cond delay="0"/>
                                  </p:stCondLst>
                                  <p:childTnLst>
                                    <p:set>
                                      <p:cBhvr>
                                        <p:cTn id="400" dur="1" fill="hold">
                                          <p:stCondLst>
                                            <p:cond delay="0"/>
                                          </p:stCondLst>
                                        </p:cTn>
                                        <p:tgtEl>
                                          <p:spTgt spid="204"/>
                                        </p:tgtEl>
                                        <p:attrNameLst>
                                          <p:attrName>style.visibility</p:attrName>
                                        </p:attrNameLst>
                                      </p:cBhvr>
                                      <p:to>
                                        <p:strVal val="visible"/>
                                      </p:to>
                                    </p:set>
                                  </p:childTnLst>
                                </p:cTn>
                              </p:par>
                              <p:par>
                                <p:cTn id="401" presetID="1" presetClass="entr" presetSubtype="0" fill="hold" nodeType="withEffect">
                                  <p:stCondLst>
                                    <p:cond delay="0"/>
                                  </p:stCondLst>
                                  <p:childTnLst>
                                    <p:set>
                                      <p:cBhvr>
                                        <p:cTn id="402" dur="1" fill="hold">
                                          <p:stCondLst>
                                            <p:cond delay="0"/>
                                          </p:stCondLst>
                                        </p:cTn>
                                        <p:tgtEl>
                                          <p:spTgt spid="205"/>
                                        </p:tgtEl>
                                        <p:attrNameLst>
                                          <p:attrName>style.visibility</p:attrName>
                                        </p:attrNameLst>
                                      </p:cBhvr>
                                      <p:to>
                                        <p:strVal val="visible"/>
                                      </p:to>
                                    </p:set>
                                  </p:childTnLst>
                                </p:cTn>
                              </p:par>
                              <p:par>
                                <p:cTn id="403" presetID="1" presetClass="entr" presetSubtype="0" fill="hold" nodeType="withEffect">
                                  <p:stCondLst>
                                    <p:cond delay="0"/>
                                  </p:stCondLst>
                                  <p:childTnLst>
                                    <p:set>
                                      <p:cBhvr>
                                        <p:cTn id="404" dur="1" fill="hold">
                                          <p:stCondLst>
                                            <p:cond delay="0"/>
                                          </p:stCondLst>
                                        </p:cTn>
                                        <p:tgtEl>
                                          <p:spTgt spid="206"/>
                                        </p:tgtEl>
                                        <p:attrNameLst>
                                          <p:attrName>style.visibility</p:attrName>
                                        </p:attrNameLst>
                                      </p:cBhvr>
                                      <p:to>
                                        <p:strVal val="visible"/>
                                      </p:to>
                                    </p:set>
                                  </p:childTnLst>
                                </p:cTn>
                              </p:par>
                              <p:par>
                                <p:cTn id="405" presetID="1" presetClass="entr" presetSubtype="0" fill="hold" nodeType="withEffect">
                                  <p:stCondLst>
                                    <p:cond delay="0"/>
                                  </p:stCondLst>
                                  <p:childTnLst>
                                    <p:set>
                                      <p:cBhvr>
                                        <p:cTn id="406" dur="1" fill="hold">
                                          <p:stCondLst>
                                            <p:cond delay="0"/>
                                          </p:stCondLst>
                                        </p:cTn>
                                        <p:tgtEl>
                                          <p:spTgt spid="207"/>
                                        </p:tgtEl>
                                        <p:attrNameLst>
                                          <p:attrName>style.visibility</p:attrName>
                                        </p:attrNameLst>
                                      </p:cBhvr>
                                      <p:to>
                                        <p:strVal val="visible"/>
                                      </p:to>
                                    </p:set>
                                  </p:childTnLst>
                                </p:cTn>
                              </p:par>
                              <p:par>
                                <p:cTn id="407" presetID="1" presetClass="entr" presetSubtype="0" fill="hold" nodeType="withEffect">
                                  <p:stCondLst>
                                    <p:cond delay="0"/>
                                  </p:stCondLst>
                                  <p:childTnLst>
                                    <p:set>
                                      <p:cBhvr>
                                        <p:cTn id="408" dur="1" fill="hold">
                                          <p:stCondLst>
                                            <p:cond delay="0"/>
                                          </p:stCondLst>
                                        </p:cTn>
                                        <p:tgtEl>
                                          <p:spTgt spid="208"/>
                                        </p:tgtEl>
                                        <p:attrNameLst>
                                          <p:attrName>style.visibility</p:attrName>
                                        </p:attrNameLst>
                                      </p:cBhvr>
                                      <p:to>
                                        <p:strVal val="visible"/>
                                      </p:to>
                                    </p:set>
                                  </p:childTnLst>
                                </p:cTn>
                              </p:par>
                              <p:par>
                                <p:cTn id="409" presetID="1" presetClass="entr" presetSubtype="0" fill="hold" nodeType="withEffect">
                                  <p:stCondLst>
                                    <p:cond delay="0"/>
                                  </p:stCondLst>
                                  <p:childTnLst>
                                    <p:set>
                                      <p:cBhvr>
                                        <p:cTn id="410" dur="1" fill="hold">
                                          <p:stCondLst>
                                            <p:cond delay="0"/>
                                          </p:stCondLst>
                                        </p:cTn>
                                        <p:tgtEl>
                                          <p:spTgt spid="209"/>
                                        </p:tgtEl>
                                        <p:attrNameLst>
                                          <p:attrName>style.visibility</p:attrName>
                                        </p:attrNameLst>
                                      </p:cBhvr>
                                      <p:to>
                                        <p:strVal val="visible"/>
                                      </p:to>
                                    </p:set>
                                  </p:childTnLst>
                                </p:cTn>
                              </p:par>
                              <p:par>
                                <p:cTn id="411" presetID="1" presetClass="entr" presetSubtype="0" fill="hold" nodeType="withEffect">
                                  <p:stCondLst>
                                    <p:cond delay="0"/>
                                  </p:stCondLst>
                                  <p:childTnLst>
                                    <p:set>
                                      <p:cBhvr>
                                        <p:cTn id="412" dur="1" fill="hold">
                                          <p:stCondLst>
                                            <p:cond delay="0"/>
                                          </p:stCondLst>
                                        </p:cTn>
                                        <p:tgtEl>
                                          <p:spTgt spid="210"/>
                                        </p:tgtEl>
                                        <p:attrNameLst>
                                          <p:attrName>style.visibility</p:attrName>
                                        </p:attrNameLst>
                                      </p:cBhvr>
                                      <p:to>
                                        <p:strVal val="visible"/>
                                      </p:to>
                                    </p:set>
                                  </p:childTnLst>
                                </p:cTn>
                              </p:par>
                              <p:par>
                                <p:cTn id="413" presetID="1" presetClass="entr" presetSubtype="0" fill="hold" nodeType="withEffect">
                                  <p:stCondLst>
                                    <p:cond delay="0"/>
                                  </p:stCondLst>
                                  <p:childTnLst>
                                    <p:set>
                                      <p:cBhvr>
                                        <p:cTn id="414" dur="1" fill="hold">
                                          <p:stCondLst>
                                            <p:cond delay="0"/>
                                          </p:stCondLst>
                                        </p:cTn>
                                        <p:tgtEl>
                                          <p:spTgt spid="211"/>
                                        </p:tgtEl>
                                        <p:attrNameLst>
                                          <p:attrName>style.visibility</p:attrName>
                                        </p:attrNameLst>
                                      </p:cBhvr>
                                      <p:to>
                                        <p:strVal val="visible"/>
                                      </p:to>
                                    </p:set>
                                  </p:childTnLst>
                                </p:cTn>
                              </p:par>
                              <p:par>
                                <p:cTn id="415" presetID="1" presetClass="entr" presetSubtype="0" fill="hold" nodeType="withEffect">
                                  <p:stCondLst>
                                    <p:cond delay="0"/>
                                  </p:stCondLst>
                                  <p:childTnLst>
                                    <p:set>
                                      <p:cBhvr>
                                        <p:cTn id="416" dur="1" fill="hold">
                                          <p:stCondLst>
                                            <p:cond delay="0"/>
                                          </p:stCondLst>
                                        </p:cTn>
                                        <p:tgtEl>
                                          <p:spTgt spid="212"/>
                                        </p:tgtEl>
                                        <p:attrNameLst>
                                          <p:attrName>style.visibility</p:attrName>
                                        </p:attrNameLst>
                                      </p:cBhvr>
                                      <p:to>
                                        <p:strVal val="visible"/>
                                      </p:to>
                                    </p:set>
                                  </p:childTnLst>
                                </p:cTn>
                              </p:par>
                              <p:par>
                                <p:cTn id="417" presetID="1" presetClass="entr" presetSubtype="0" fill="hold" nodeType="withEffect">
                                  <p:stCondLst>
                                    <p:cond delay="0"/>
                                  </p:stCondLst>
                                  <p:childTnLst>
                                    <p:set>
                                      <p:cBhvr>
                                        <p:cTn id="418" dur="1" fill="hold">
                                          <p:stCondLst>
                                            <p:cond delay="0"/>
                                          </p:stCondLst>
                                        </p:cTn>
                                        <p:tgtEl>
                                          <p:spTgt spid="213"/>
                                        </p:tgtEl>
                                        <p:attrNameLst>
                                          <p:attrName>style.visibility</p:attrName>
                                        </p:attrNameLst>
                                      </p:cBhvr>
                                      <p:to>
                                        <p:strVal val="visible"/>
                                      </p:to>
                                    </p:set>
                                  </p:childTnLst>
                                </p:cTn>
                              </p:par>
                              <p:par>
                                <p:cTn id="419" presetID="1" presetClass="entr" presetSubtype="0" fill="hold" nodeType="withEffect">
                                  <p:stCondLst>
                                    <p:cond delay="0"/>
                                  </p:stCondLst>
                                  <p:childTnLst>
                                    <p:set>
                                      <p:cBhvr>
                                        <p:cTn id="420" dur="1" fill="hold">
                                          <p:stCondLst>
                                            <p:cond delay="0"/>
                                          </p:stCondLst>
                                        </p:cTn>
                                        <p:tgtEl>
                                          <p:spTgt spid="214"/>
                                        </p:tgtEl>
                                        <p:attrNameLst>
                                          <p:attrName>style.visibility</p:attrName>
                                        </p:attrNameLst>
                                      </p:cBhvr>
                                      <p:to>
                                        <p:strVal val="visible"/>
                                      </p:to>
                                    </p:set>
                                  </p:childTnLst>
                                </p:cTn>
                              </p:par>
                              <p:par>
                                <p:cTn id="421" presetID="1" presetClass="entr" presetSubtype="0" fill="hold" nodeType="withEffect">
                                  <p:stCondLst>
                                    <p:cond delay="0"/>
                                  </p:stCondLst>
                                  <p:childTnLst>
                                    <p:set>
                                      <p:cBhvr>
                                        <p:cTn id="422" dur="1" fill="hold">
                                          <p:stCondLst>
                                            <p:cond delay="0"/>
                                          </p:stCondLst>
                                        </p:cTn>
                                        <p:tgtEl>
                                          <p:spTgt spid="215"/>
                                        </p:tgtEl>
                                        <p:attrNameLst>
                                          <p:attrName>style.visibility</p:attrName>
                                        </p:attrNameLst>
                                      </p:cBhvr>
                                      <p:to>
                                        <p:strVal val="visible"/>
                                      </p:to>
                                    </p:set>
                                  </p:childTnLst>
                                </p:cTn>
                              </p:par>
                              <p:par>
                                <p:cTn id="423" presetID="1" presetClass="entr" presetSubtype="0" fill="hold" nodeType="withEffect">
                                  <p:stCondLst>
                                    <p:cond delay="0"/>
                                  </p:stCondLst>
                                  <p:childTnLst>
                                    <p:set>
                                      <p:cBhvr>
                                        <p:cTn id="424" dur="1" fill="hold">
                                          <p:stCondLst>
                                            <p:cond delay="0"/>
                                          </p:stCondLst>
                                        </p:cTn>
                                        <p:tgtEl>
                                          <p:spTgt spid="216"/>
                                        </p:tgtEl>
                                        <p:attrNameLst>
                                          <p:attrName>style.visibility</p:attrName>
                                        </p:attrNameLst>
                                      </p:cBhvr>
                                      <p:to>
                                        <p:strVal val="visible"/>
                                      </p:to>
                                    </p:set>
                                  </p:childTnLst>
                                </p:cTn>
                              </p:par>
                              <p:par>
                                <p:cTn id="425" presetID="1" presetClass="entr" presetSubtype="0" fill="hold" nodeType="withEffect">
                                  <p:stCondLst>
                                    <p:cond delay="0"/>
                                  </p:stCondLst>
                                  <p:childTnLst>
                                    <p:set>
                                      <p:cBhvr>
                                        <p:cTn id="426" dur="1" fill="hold">
                                          <p:stCondLst>
                                            <p:cond delay="0"/>
                                          </p:stCondLst>
                                        </p:cTn>
                                        <p:tgtEl>
                                          <p:spTgt spid="217"/>
                                        </p:tgtEl>
                                        <p:attrNameLst>
                                          <p:attrName>style.visibility</p:attrName>
                                        </p:attrNameLst>
                                      </p:cBhvr>
                                      <p:to>
                                        <p:strVal val="visible"/>
                                      </p:to>
                                    </p:set>
                                  </p:childTnLst>
                                </p:cTn>
                              </p:par>
                              <p:par>
                                <p:cTn id="427" presetID="1" presetClass="entr" presetSubtype="0" fill="hold" nodeType="withEffect">
                                  <p:stCondLst>
                                    <p:cond delay="0"/>
                                  </p:stCondLst>
                                  <p:childTnLst>
                                    <p:set>
                                      <p:cBhvr>
                                        <p:cTn id="428" dur="1" fill="hold">
                                          <p:stCondLst>
                                            <p:cond delay="0"/>
                                          </p:stCondLst>
                                        </p:cTn>
                                        <p:tgtEl>
                                          <p:spTgt spid="218"/>
                                        </p:tgtEl>
                                        <p:attrNameLst>
                                          <p:attrName>style.visibility</p:attrName>
                                        </p:attrNameLst>
                                      </p:cBhvr>
                                      <p:to>
                                        <p:strVal val="visible"/>
                                      </p:to>
                                    </p:set>
                                  </p:childTnLst>
                                </p:cTn>
                              </p:par>
                              <p:par>
                                <p:cTn id="429" presetID="1" presetClass="entr" presetSubtype="0" fill="hold" nodeType="withEffect">
                                  <p:stCondLst>
                                    <p:cond delay="0"/>
                                  </p:stCondLst>
                                  <p:childTnLst>
                                    <p:set>
                                      <p:cBhvr>
                                        <p:cTn id="430" dur="1" fill="hold">
                                          <p:stCondLst>
                                            <p:cond delay="0"/>
                                          </p:stCondLst>
                                        </p:cTn>
                                        <p:tgtEl>
                                          <p:spTgt spid="219"/>
                                        </p:tgtEl>
                                        <p:attrNameLst>
                                          <p:attrName>style.visibility</p:attrName>
                                        </p:attrNameLst>
                                      </p:cBhvr>
                                      <p:to>
                                        <p:strVal val="visible"/>
                                      </p:to>
                                    </p:set>
                                  </p:childTnLst>
                                </p:cTn>
                              </p:par>
                              <p:par>
                                <p:cTn id="431" presetID="1" presetClass="entr" presetSubtype="0" fill="hold" nodeType="withEffect">
                                  <p:stCondLst>
                                    <p:cond delay="0"/>
                                  </p:stCondLst>
                                  <p:childTnLst>
                                    <p:set>
                                      <p:cBhvr>
                                        <p:cTn id="432" dur="1" fill="hold">
                                          <p:stCondLst>
                                            <p:cond delay="0"/>
                                          </p:stCondLst>
                                        </p:cTn>
                                        <p:tgtEl>
                                          <p:spTgt spid="220"/>
                                        </p:tgtEl>
                                        <p:attrNameLst>
                                          <p:attrName>style.visibility</p:attrName>
                                        </p:attrNameLst>
                                      </p:cBhvr>
                                      <p:to>
                                        <p:strVal val="visible"/>
                                      </p:to>
                                    </p:set>
                                  </p:childTnLst>
                                </p:cTn>
                              </p:par>
                              <p:par>
                                <p:cTn id="433" presetID="1" presetClass="entr" presetSubtype="0" fill="hold" nodeType="withEffect">
                                  <p:stCondLst>
                                    <p:cond delay="0"/>
                                  </p:stCondLst>
                                  <p:childTnLst>
                                    <p:set>
                                      <p:cBhvr>
                                        <p:cTn id="434" dur="1" fill="hold">
                                          <p:stCondLst>
                                            <p:cond delay="0"/>
                                          </p:stCondLst>
                                        </p:cTn>
                                        <p:tgtEl>
                                          <p:spTgt spid="221"/>
                                        </p:tgtEl>
                                        <p:attrNameLst>
                                          <p:attrName>style.visibility</p:attrName>
                                        </p:attrNameLst>
                                      </p:cBhvr>
                                      <p:to>
                                        <p:strVal val="visible"/>
                                      </p:to>
                                    </p:set>
                                  </p:childTnLst>
                                </p:cTn>
                              </p:par>
                              <p:par>
                                <p:cTn id="435" presetID="1" presetClass="entr" presetSubtype="0" fill="hold" nodeType="withEffect">
                                  <p:stCondLst>
                                    <p:cond delay="0"/>
                                  </p:stCondLst>
                                  <p:childTnLst>
                                    <p:set>
                                      <p:cBhvr>
                                        <p:cTn id="436" dur="1" fill="hold">
                                          <p:stCondLst>
                                            <p:cond delay="0"/>
                                          </p:stCondLst>
                                        </p:cTn>
                                        <p:tgtEl>
                                          <p:spTgt spid="222"/>
                                        </p:tgtEl>
                                        <p:attrNameLst>
                                          <p:attrName>style.visibility</p:attrName>
                                        </p:attrNameLst>
                                      </p:cBhvr>
                                      <p:to>
                                        <p:strVal val="visible"/>
                                      </p:to>
                                    </p:set>
                                  </p:childTnLst>
                                </p:cTn>
                              </p:par>
                              <p:par>
                                <p:cTn id="437" presetID="1" presetClass="entr" presetSubtype="0" fill="hold" nodeType="withEffect">
                                  <p:stCondLst>
                                    <p:cond delay="0"/>
                                  </p:stCondLst>
                                  <p:childTnLst>
                                    <p:set>
                                      <p:cBhvr>
                                        <p:cTn id="438" dur="1" fill="hold">
                                          <p:stCondLst>
                                            <p:cond delay="0"/>
                                          </p:stCondLst>
                                        </p:cTn>
                                        <p:tgtEl>
                                          <p:spTgt spid="223"/>
                                        </p:tgtEl>
                                        <p:attrNameLst>
                                          <p:attrName>style.visibility</p:attrName>
                                        </p:attrNameLst>
                                      </p:cBhvr>
                                      <p:to>
                                        <p:strVal val="visible"/>
                                      </p:to>
                                    </p:set>
                                  </p:childTnLst>
                                </p:cTn>
                              </p:par>
                              <p:par>
                                <p:cTn id="439" presetID="1" presetClass="entr" presetSubtype="0" fill="hold" nodeType="withEffect">
                                  <p:stCondLst>
                                    <p:cond delay="0"/>
                                  </p:stCondLst>
                                  <p:childTnLst>
                                    <p:set>
                                      <p:cBhvr>
                                        <p:cTn id="440" dur="1" fill="hold">
                                          <p:stCondLst>
                                            <p:cond delay="0"/>
                                          </p:stCondLst>
                                        </p:cTn>
                                        <p:tgtEl>
                                          <p:spTgt spid="224"/>
                                        </p:tgtEl>
                                        <p:attrNameLst>
                                          <p:attrName>style.visibility</p:attrName>
                                        </p:attrNameLst>
                                      </p:cBhvr>
                                      <p:to>
                                        <p:strVal val="visible"/>
                                      </p:to>
                                    </p:set>
                                  </p:childTnLst>
                                </p:cTn>
                              </p:par>
                              <p:par>
                                <p:cTn id="441" presetID="1" presetClass="entr" presetSubtype="0" fill="hold" nodeType="withEffect">
                                  <p:stCondLst>
                                    <p:cond delay="0"/>
                                  </p:stCondLst>
                                  <p:childTnLst>
                                    <p:set>
                                      <p:cBhvr>
                                        <p:cTn id="442" dur="1" fill="hold">
                                          <p:stCondLst>
                                            <p:cond delay="0"/>
                                          </p:stCondLst>
                                        </p:cTn>
                                        <p:tgtEl>
                                          <p:spTgt spid="225"/>
                                        </p:tgtEl>
                                        <p:attrNameLst>
                                          <p:attrName>style.visibility</p:attrName>
                                        </p:attrNameLst>
                                      </p:cBhvr>
                                      <p:to>
                                        <p:strVal val="visible"/>
                                      </p:to>
                                    </p:set>
                                  </p:childTnLst>
                                </p:cTn>
                              </p:par>
                              <p:par>
                                <p:cTn id="443" presetID="1" presetClass="entr" presetSubtype="0" fill="hold" nodeType="withEffect">
                                  <p:stCondLst>
                                    <p:cond delay="0"/>
                                  </p:stCondLst>
                                  <p:childTnLst>
                                    <p:set>
                                      <p:cBhvr>
                                        <p:cTn id="444" dur="1" fill="hold">
                                          <p:stCondLst>
                                            <p:cond delay="0"/>
                                          </p:stCondLst>
                                        </p:cTn>
                                        <p:tgtEl>
                                          <p:spTgt spid="226"/>
                                        </p:tgtEl>
                                        <p:attrNameLst>
                                          <p:attrName>style.visibility</p:attrName>
                                        </p:attrNameLst>
                                      </p:cBhvr>
                                      <p:to>
                                        <p:strVal val="visible"/>
                                      </p:to>
                                    </p:set>
                                  </p:childTnLst>
                                </p:cTn>
                              </p:par>
                              <p:par>
                                <p:cTn id="445" presetID="1" presetClass="entr" presetSubtype="0" fill="hold" nodeType="withEffect">
                                  <p:stCondLst>
                                    <p:cond delay="0"/>
                                  </p:stCondLst>
                                  <p:childTnLst>
                                    <p:set>
                                      <p:cBhvr>
                                        <p:cTn id="446" dur="1" fill="hold">
                                          <p:stCondLst>
                                            <p:cond delay="0"/>
                                          </p:stCondLst>
                                        </p:cTn>
                                        <p:tgtEl>
                                          <p:spTgt spid="227"/>
                                        </p:tgtEl>
                                        <p:attrNameLst>
                                          <p:attrName>style.visibility</p:attrName>
                                        </p:attrNameLst>
                                      </p:cBhvr>
                                      <p:to>
                                        <p:strVal val="visible"/>
                                      </p:to>
                                    </p:set>
                                  </p:childTnLst>
                                </p:cTn>
                              </p:par>
                              <p:par>
                                <p:cTn id="447" presetID="1" presetClass="entr" presetSubtype="0" fill="hold" nodeType="withEffect">
                                  <p:stCondLst>
                                    <p:cond delay="0"/>
                                  </p:stCondLst>
                                  <p:childTnLst>
                                    <p:set>
                                      <p:cBhvr>
                                        <p:cTn id="448" dur="1" fill="hold">
                                          <p:stCondLst>
                                            <p:cond delay="0"/>
                                          </p:stCondLst>
                                        </p:cTn>
                                        <p:tgtEl>
                                          <p:spTgt spid="228"/>
                                        </p:tgtEl>
                                        <p:attrNameLst>
                                          <p:attrName>style.visibility</p:attrName>
                                        </p:attrNameLst>
                                      </p:cBhvr>
                                      <p:to>
                                        <p:strVal val="visible"/>
                                      </p:to>
                                    </p:set>
                                  </p:childTnLst>
                                </p:cTn>
                              </p:par>
                              <p:par>
                                <p:cTn id="449" presetID="1" presetClass="entr" presetSubtype="0" fill="hold" nodeType="withEffect">
                                  <p:stCondLst>
                                    <p:cond delay="0"/>
                                  </p:stCondLst>
                                  <p:childTnLst>
                                    <p:set>
                                      <p:cBhvr>
                                        <p:cTn id="450" dur="1" fill="hold">
                                          <p:stCondLst>
                                            <p:cond delay="0"/>
                                          </p:stCondLst>
                                        </p:cTn>
                                        <p:tgtEl>
                                          <p:spTgt spid="229"/>
                                        </p:tgtEl>
                                        <p:attrNameLst>
                                          <p:attrName>style.visibility</p:attrName>
                                        </p:attrNameLst>
                                      </p:cBhvr>
                                      <p:to>
                                        <p:strVal val="visible"/>
                                      </p:to>
                                    </p:set>
                                  </p:childTnLst>
                                </p:cTn>
                              </p:par>
                              <p:par>
                                <p:cTn id="451" presetID="1" presetClass="entr" presetSubtype="0" fill="hold" nodeType="withEffect">
                                  <p:stCondLst>
                                    <p:cond delay="0"/>
                                  </p:stCondLst>
                                  <p:childTnLst>
                                    <p:set>
                                      <p:cBhvr>
                                        <p:cTn id="452" dur="1" fill="hold">
                                          <p:stCondLst>
                                            <p:cond delay="0"/>
                                          </p:stCondLst>
                                        </p:cTn>
                                        <p:tgtEl>
                                          <p:spTgt spid="230"/>
                                        </p:tgtEl>
                                        <p:attrNameLst>
                                          <p:attrName>style.visibility</p:attrName>
                                        </p:attrNameLst>
                                      </p:cBhvr>
                                      <p:to>
                                        <p:strVal val="visible"/>
                                      </p:to>
                                    </p:set>
                                  </p:childTnLst>
                                </p:cTn>
                              </p:par>
                              <p:par>
                                <p:cTn id="453" presetID="1" presetClass="entr" presetSubtype="0" fill="hold" nodeType="withEffect">
                                  <p:stCondLst>
                                    <p:cond delay="0"/>
                                  </p:stCondLst>
                                  <p:childTnLst>
                                    <p:set>
                                      <p:cBhvr>
                                        <p:cTn id="454" dur="1" fill="hold">
                                          <p:stCondLst>
                                            <p:cond delay="0"/>
                                          </p:stCondLst>
                                        </p:cTn>
                                        <p:tgtEl>
                                          <p:spTgt spid="231"/>
                                        </p:tgtEl>
                                        <p:attrNameLst>
                                          <p:attrName>style.visibility</p:attrName>
                                        </p:attrNameLst>
                                      </p:cBhvr>
                                      <p:to>
                                        <p:strVal val="visible"/>
                                      </p:to>
                                    </p:set>
                                  </p:childTnLst>
                                </p:cTn>
                              </p:par>
                              <p:par>
                                <p:cTn id="455" presetID="1" presetClass="entr" presetSubtype="0" fill="hold" nodeType="withEffect">
                                  <p:stCondLst>
                                    <p:cond delay="0"/>
                                  </p:stCondLst>
                                  <p:childTnLst>
                                    <p:set>
                                      <p:cBhvr>
                                        <p:cTn id="456" dur="1" fill="hold">
                                          <p:stCondLst>
                                            <p:cond delay="0"/>
                                          </p:stCondLst>
                                        </p:cTn>
                                        <p:tgtEl>
                                          <p:spTgt spid="232"/>
                                        </p:tgtEl>
                                        <p:attrNameLst>
                                          <p:attrName>style.visibility</p:attrName>
                                        </p:attrNameLst>
                                      </p:cBhvr>
                                      <p:to>
                                        <p:strVal val="visible"/>
                                      </p:to>
                                    </p:set>
                                  </p:childTnLst>
                                </p:cTn>
                              </p:par>
                              <p:par>
                                <p:cTn id="457" presetID="1" presetClass="entr" presetSubtype="0" fill="hold" nodeType="withEffect">
                                  <p:stCondLst>
                                    <p:cond delay="0"/>
                                  </p:stCondLst>
                                  <p:childTnLst>
                                    <p:set>
                                      <p:cBhvr>
                                        <p:cTn id="458" dur="1" fill="hold">
                                          <p:stCondLst>
                                            <p:cond delay="0"/>
                                          </p:stCondLst>
                                        </p:cTn>
                                        <p:tgtEl>
                                          <p:spTgt spid="233"/>
                                        </p:tgtEl>
                                        <p:attrNameLst>
                                          <p:attrName>style.visibility</p:attrName>
                                        </p:attrNameLst>
                                      </p:cBhvr>
                                      <p:to>
                                        <p:strVal val="visible"/>
                                      </p:to>
                                    </p:set>
                                  </p:childTnLst>
                                </p:cTn>
                              </p:par>
                              <p:par>
                                <p:cTn id="459" presetID="1" presetClass="entr" presetSubtype="0" fill="hold" nodeType="withEffect">
                                  <p:stCondLst>
                                    <p:cond delay="0"/>
                                  </p:stCondLst>
                                  <p:childTnLst>
                                    <p:set>
                                      <p:cBhvr>
                                        <p:cTn id="460" dur="1" fill="hold">
                                          <p:stCondLst>
                                            <p:cond delay="0"/>
                                          </p:stCondLst>
                                        </p:cTn>
                                        <p:tgtEl>
                                          <p:spTgt spid="234"/>
                                        </p:tgtEl>
                                        <p:attrNameLst>
                                          <p:attrName>style.visibility</p:attrName>
                                        </p:attrNameLst>
                                      </p:cBhvr>
                                      <p:to>
                                        <p:strVal val="visible"/>
                                      </p:to>
                                    </p:set>
                                  </p:childTnLst>
                                </p:cTn>
                              </p:par>
                              <p:par>
                                <p:cTn id="461" presetID="1" presetClass="entr" presetSubtype="0" fill="hold" nodeType="withEffect">
                                  <p:stCondLst>
                                    <p:cond delay="0"/>
                                  </p:stCondLst>
                                  <p:childTnLst>
                                    <p:set>
                                      <p:cBhvr>
                                        <p:cTn id="462" dur="1" fill="hold">
                                          <p:stCondLst>
                                            <p:cond delay="0"/>
                                          </p:stCondLst>
                                        </p:cTn>
                                        <p:tgtEl>
                                          <p:spTgt spid="235"/>
                                        </p:tgtEl>
                                        <p:attrNameLst>
                                          <p:attrName>style.visibility</p:attrName>
                                        </p:attrNameLst>
                                      </p:cBhvr>
                                      <p:to>
                                        <p:strVal val="visible"/>
                                      </p:to>
                                    </p:set>
                                  </p:childTnLst>
                                </p:cTn>
                              </p:par>
                              <p:par>
                                <p:cTn id="463" presetID="1" presetClass="entr" presetSubtype="0" fill="hold" nodeType="withEffect">
                                  <p:stCondLst>
                                    <p:cond delay="0"/>
                                  </p:stCondLst>
                                  <p:childTnLst>
                                    <p:set>
                                      <p:cBhvr>
                                        <p:cTn id="464" dur="1" fill="hold">
                                          <p:stCondLst>
                                            <p:cond delay="0"/>
                                          </p:stCondLst>
                                        </p:cTn>
                                        <p:tgtEl>
                                          <p:spTgt spid="236"/>
                                        </p:tgtEl>
                                        <p:attrNameLst>
                                          <p:attrName>style.visibility</p:attrName>
                                        </p:attrNameLst>
                                      </p:cBhvr>
                                      <p:to>
                                        <p:strVal val="visible"/>
                                      </p:to>
                                    </p:set>
                                  </p:childTnLst>
                                </p:cTn>
                              </p:par>
                              <p:par>
                                <p:cTn id="465" presetID="1" presetClass="entr" presetSubtype="0" fill="hold" nodeType="withEffect">
                                  <p:stCondLst>
                                    <p:cond delay="0"/>
                                  </p:stCondLst>
                                  <p:childTnLst>
                                    <p:set>
                                      <p:cBhvr>
                                        <p:cTn id="466" dur="1" fill="hold">
                                          <p:stCondLst>
                                            <p:cond delay="0"/>
                                          </p:stCondLst>
                                        </p:cTn>
                                        <p:tgtEl>
                                          <p:spTgt spid="237"/>
                                        </p:tgtEl>
                                        <p:attrNameLst>
                                          <p:attrName>style.visibility</p:attrName>
                                        </p:attrNameLst>
                                      </p:cBhvr>
                                      <p:to>
                                        <p:strVal val="visible"/>
                                      </p:to>
                                    </p:set>
                                  </p:childTnLst>
                                </p:cTn>
                              </p:par>
                              <p:par>
                                <p:cTn id="467" presetID="1" presetClass="entr" presetSubtype="0" fill="hold" nodeType="withEffect">
                                  <p:stCondLst>
                                    <p:cond delay="0"/>
                                  </p:stCondLst>
                                  <p:childTnLst>
                                    <p:set>
                                      <p:cBhvr>
                                        <p:cTn id="468" dur="1" fill="hold">
                                          <p:stCondLst>
                                            <p:cond delay="0"/>
                                          </p:stCondLst>
                                        </p:cTn>
                                        <p:tgtEl>
                                          <p:spTgt spid="238"/>
                                        </p:tgtEl>
                                        <p:attrNameLst>
                                          <p:attrName>style.visibility</p:attrName>
                                        </p:attrNameLst>
                                      </p:cBhvr>
                                      <p:to>
                                        <p:strVal val="visible"/>
                                      </p:to>
                                    </p:set>
                                  </p:childTnLst>
                                </p:cTn>
                              </p:par>
                              <p:par>
                                <p:cTn id="469" presetID="1" presetClass="entr" presetSubtype="0" fill="hold" nodeType="withEffect">
                                  <p:stCondLst>
                                    <p:cond delay="0"/>
                                  </p:stCondLst>
                                  <p:childTnLst>
                                    <p:set>
                                      <p:cBhvr>
                                        <p:cTn id="470" dur="1" fill="hold">
                                          <p:stCondLst>
                                            <p:cond delay="0"/>
                                          </p:stCondLst>
                                        </p:cTn>
                                        <p:tgtEl>
                                          <p:spTgt spid="239"/>
                                        </p:tgtEl>
                                        <p:attrNameLst>
                                          <p:attrName>style.visibility</p:attrName>
                                        </p:attrNameLst>
                                      </p:cBhvr>
                                      <p:to>
                                        <p:strVal val="visible"/>
                                      </p:to>
                                    </p:set>
                                  </p:childTnLst>
                                </p:cTn>
                              </p:par>
                              <p:par>
                                <p:cTn id="471" presetID="1" presetClass="entr" presetSubtype="0" fill="hold" nodeType="withEffect">
                                  <p:stCondLst>
                                    <p:cond delay="0"/>
                                  </p:stCondLst>
                                  <p:childTnLst>
                                    <p:set>
                                      <p:cBhvr>
                                        <p:cTn id="472" dur="1" fill="hold">
                                          <p:stCondLst>
                                            <p:cond delay="0"/>
                                          </p:stCondLst>
                                        </p:cTn>
                                        <p:tgtEl>
                                          <p:spTgt spid="240"/>
                                        </p:tgtEl>
                                        <p:attrNameLst>
                                          <p:attrName>style.visibility</p:attrName>
                                        </p:attrNameLst>
                                      </p:cBhvr>
                                      <p:to>
                                        <p:strVal val="visible"/>
                                      </p:to>
                                    </p:set>
                                  </p:childTnLst>
                                </p:cTn>
                              </p:par>
                              <p:par>
                                <p:cTn id="473" presetID="1" presetClass="entr" presetSubtype="0" fill="hold" nodeType="withEffect">
                                  <p:stCondLst>
                                    <p:cond delay="0"/>
                                  </p:stCondLst>
                                  <p:childTnLst>
                                    <p:set>
                                      <p:cBhvr>
                                        <p:cTn id="474" dur="1" fill="hold">
                                          <p:stCondLst>
                                            <p:cond delay="0"/>
                                          </p:stCondLst>
                                        </p:cTn>
                                        <p:tgtEl>
                                          <p:spTgt spid="241"/>
                                        </p:tgtEl>
                                        <p:attrNameLst>
                                          <p:attrName>style.visibility</p:attrName>
                                        </p:attrNameLst>
                                      </p:cBhvr>
                                      <p:to>
                                        <p:strVal val="visible"/>
                                      </p:to>
                                    </p:set>
                                  </p:childTnLst>
                                </p:cTn>
                              </p:par>
                              <p:par>
                                <p:cTn id="475" presetID="1" presetClass="entr" presetSubtype="0" fill="hold" nodeType="withEffect">
                                  <p:stCondLst>
                                    <p:cond delay="0"/>
                                  </p:stCondLst>
                                  <p:childTnLst>
                                    <p:set>
                                      <p:cBhvr>
                                        <p:cTn id="476" dur="1" fill="hold">
                                          <p:stCondLst>
                                            <p:cond delay="0"/>
                                          </p:stCondLst>
                                        </p:cTn>
                                        <p:tgtEl>
                                          <p:spTgt spid="242"/>
                                        </p:tgtEl>
                                        <p:attrNameLst>
                                          <p:attrName>style.visibility</p:attrName>
                                        </p:attrNameLst>
                                      </p:cBhvr>
                                      <p:to>
                                        <p:strVal val="visible"/>
                                      </p:to>
                                    </p:set>
                                  </p:childTnLst>
                                </p:cTn>
                              </p:par>
                              <p:par>
                                <p:cTn id="477" presetID="1" presetClass="entr" presetSubtype="0" fill="hold" nodeType="withEffect">
                                  <p:stCondLst>
                                    <p:cond delay="0"/>
                                  </p:stCondLst>
                                  <p:childTnLst>
                                    <p:set>
                                      <p:cBhvr>
                                        <p:cTn id="478" dur="1" fill="hold">
                                          <p:stCondLst>
                                            <p:cond delay="0"/>
                                          </p:stCondLst>
                                        </p:cTn>
                                        <p:tgtEl>
                                          <p:spTgt spid="243"/>
                                        </p:tgtEl>
                                        <p:attrNameLst>
                                          <p:attrName>style.visibility</p:attrName>
                                        </p:attrNameLst>
                                      </p:cBhvr>
                                      <p:to>
                                        <p:strVal val="visible"/>
                                      </p:to>
                                    </p:set>
                                  </p:childTnLst>
                                </p:cTn>
                              </p:par>
                              <p:par>
                                <p:cTn id="479" presetID="1" presetClass="entr" presetSubtype="0" fill="hold" nodeType="withEffect">
                                  <p:stCondLst>
                                    <p:cond delay="0"/>
                                  </p:stCondLst>
                                  <p:childTnLst>
                                    <p:set>
                                      <p:cBhvr>
                                        <p:cTn id="480" dur="1" fill="hold">
                                          <p:stCondLst>
                                            <p:cond delay="0"/>
                                          </p:stCondLst>
                                        </p:cTn>
                                        <p:tgtEl>
                                          <p:spTgt spid="244"/>
                                        </p:tgtEl>
                                        <p:attrNameLst>
                                          <p:attrName>style.visibility</p:attrName>
                                        </p:attrNameLst>
                                      </p:cBhvr>
                                      <p:to>
                                        <p:strVal val="visible"/>
                                      </p:to>
                                    </p:set>
                                  </p:childTnLst>
                                </p:cTn>
                              </p:par>
                              <p:par>
                                <p:cTn id="481" presetID="1" presetClass="entr" presetSubtype="0" fill="hold" nodeType="withEffect">
                                  <p:stCondLst>
                                    <p:cond delay="0"/>
                                  </p:stCondLst>
                                  <p:childTnLst>
                                    <p:set>
                                      <p:cBhvr>
                                        <p:cTn id="482" dur="1" fill="hold">
                                          <p:stCondLst>
                                            <p:cond delay="0"/>
                                          </p:stCondLst>
                                        </p:cTn>
                                        <p:tgtEl>
                                          <p:spTgt spid="245"/>
                                        </p:tgtEl>
                                        <p:attrNameLst>
                                          <p:attrName>style.visibility</p:attrName>
                                        </p:attrNameLst>
                                      </p:cBhvr>
                                      <p:to>
                                        <p:strVal val="visible"/>
                                      </p:to>
                                    </p:set>
                                  </p:childTnLst>
                                </p:cTn>
                              </p:par>
                              <p:par>
                                <p:cTn id="483" presetID="1" presetClass="entr" presetSubtype="0" fill="hold" nodeType="withEffect">
                                  <p:stCondLst>
                                    <p:cond delay="0"/>
                                  </p:stCondLst>
                                  <p:childTnLst>
                                    <p:set>
                                      <p:cBhvr>
                                        <p:cTn id="484" dur="1" fill="hold">
                                          <p:stCondLst>
                                            <p:cond delay="0"/>
                                          </p:stCondLst>
                                        </p:cTn>
                                        <p:tgtEl>
                                          <p:spTgt spid="246"/>
                                        </p:tgtEl>
                                        <p:attrNameLst>
                                          <p:attrName>style.visibility</p:attrName>
                                        </p:attrNameLst>
                                      </p:cBhvr>
                                      <p:to>
                                        <p:strVal val="visible"/>
                                      </p:to>
                                    </p:set>
                                  </p:childTnLst>
                                </p:cTn>
                              </p:par>
                              <p:par>
                                <p:cTn id="485" presetID="1" presetClass="entr" presetSubtype="0" fill="hold" nodeType="withEffect">
                                  <p:stCondLst>
                                    <p:cond delay="0"/>
                                  </p:stCondLst>
                                  <p:childTnLst>
                                    <p:set>
                                      <p:cBhvr>
                                        <p:cTn id="486" dur="1" fill="hold">
                                          <p:stCondLst>
                                            <p:cond delay="0"/>
                                          </p:stCondLst>
                                        </p:cTn>
                                        <p:tgtEl>
                                          <p:spTgt spid="247"/>
                                        </p:tgtEl>
                                        <p:attrNameLst>
                                          <p:attrName>style.visibility</p:attrName>
                                        </p:attrNameLst>
                                      </p:cBhvr>
                                      <p:to>
                                        <p:strVal val="visible"/>
                                      </p:to>
                                    </p:set>
                                  </p:childTnLst>
                                </p:cTn>
                              </p:par>
                              <p:par>
                                <p:cTn id="487" presetID="1" presetClass="entr" presetSubtype="0" fill="hold" nodeType="withEffect">
                                  <p:stCondLst>
                                    <p:cond delay="0"/>
                                  </p:stCondLst>
                                  <p:childTnLst>
                                    <p:set>
                                      <p:cBhvr>
                                        <p:cTn id="488" dur="1" fill="hold">
                                          <p:stCondLst>
                                            <p:cond delay="0"/>
                                          </p:stCondLst>
                                        </p:cTn>
                                        <p:tgtEl>
                                          <p:spTgt spid="248"/>
                                        </p:tgtEl>
                                        <p:attrNameLst>
                                          <p:attrName>style.visibility</p:attrName>
                                        </p:attrNameLst>
                                      </p:cBhvr>
                                      <p:to>
                                        <p:strVal val="visible"/>
                                      </p:to>
                                    </p:set>
                                  </p:childTnLst>
                                </p:cTn>
                              </p:par>
                              <p:par>
                                <p:cTn id="489" presetID="1" presetClass="entr" presetSubtype="0" fill="hold" nodeType="withEffect">
                                  <p:stCondLst>
                                    <p:cond delay="0"/>
                                  </p:stCondLst>
                                  <p:childTnLst>
                                    <p:set>
                                      <p:cBhvr>
                                        <p:cTn id="490" dur="1" fill="hold">
                                          <p:stCondLst>
                                            <p:cond delay="0"/>
                                          </p:stCondLst>
                                        </p:cTn>
                                        <p:tgtEl>
                                          <p:spTgt spid="249"/>
                                        </p:tgtEl>
                                        <p:attrNameLst>
                                          <p:attrName>style.visibility</p:attrName>
                                        </p:attrNameLst>
                                      </p:cBhvr>
                                      <p:to>
                                        <p:strVal val="visible"/>
                                      </p:to>
                                    </p:set>
                                  </p:childTnLst>
                                </p:cTn>
                              </p:par>
                              <p:par>
                                <p:cTn id="491" presetID="1" presetClass="entr" presetSubtype="0" fill="hold" nodeType="withEffect">
                                  <p:stCondLst>
                                    <p:cond delay="0"/>
                                  </p:stCondLst>
                                  <p:childTnLst>
                                    <p:set>
                                      <p:cBhvr>
                                        <p:cTn id="492" dur="1" fill="hold">
                                          <p:stCondLst>
                                            <p:cond delay="0"/>
                                          </p:stCondLst>
                                        </p:cTn>
                                        <p:tgtEl>
                                          <p:spTgt spid="250"/>
                                        </p:tgtEl>
                                        <p:attrNameLst>
                                          <p:attrName>style.visibility</p:attrName>
                                        </p:attrNameLst>
                                      </p:cBhvr>
                                      <p:to>
                                        <p:strVal val="visible"/>
                                      </p:to>
                                    </p:set>
                                  </p:childTnLst>
                                </p:cTn>
                              </p:par>
                              <p:par>
                                <p:cTn id="493" presetID="1" presetClass="entr" presetSubtype="0" fill="hold" nodeType="withEffect">
                                  <p:stCondLst>
                                    <p:cond delay="0"/>
                                  </p:stCondLst>
                                  <p:childTnLst>
                                    <p:set>
                                      <p:cBhvr>
                                        <p:cTn id="494" dur="1" fill="hold">
                                          <p:stCondLst>
                                            <p:cond delay="0"/>
                                          </p:stCondLst>
                                        </p:cTn>
                                        <p:tgtEl>
                                          <p:spTgt spid="251"/>
                                        </p:tgtEl>
                                        <p:attrNameLst>
                                          <p:attrName>style.visibility</p:attrName>
                                        </p:attrNameLst>
                                      </p:cBhvr>
                                      <p:to>
                                        <p:strVal val="visible"/>
                                      </p:to>
                                    </p:set>
                                  </p:childTnLst>
                                </p:cTn>
                              </p:par>
                              <p:par>
                                <p:cTn id="495" presetID="1" presetClass="entr" presetSubtype="0" fill="hold" nodeType="withEffect">
                                  <p:stCondLst>
                                    <p:cond delay="0"/>
                                  </p:stCondLst>
                                  <p:childTnLst>
                                    <p:set>
                                      <p:cBhvr>
                                        <p:cTn id="496" dur="1" fill="hold">
                                          <p:stCondLst>
                                            <p:cond delay="0"/>
                                          </p:stCondLst>
                                        </p:cTn>
                                        <p:tgtEl>
                                          <p:spTgt spid="252"/>
                                        </p:tgtEl>
                                        <p:attrNameLst>
                                          <p:attrName>style.visibility</p:attrName>
                                        </p:attrNameLst>
                                      </p:cBhvr>
                                      <p:to>
                                        <p:strVal val="visible"/>
                                      </p:to>
                                    </p:set>
                                  </p:childTnLst>
                                </p:cTn>
                              </p:par>
                              <p:par>
                                <p:cTn id="497" presetID="1" presetClass="entr" presetSubtype="0" fill="hold" nodeType="withEffect">
                                  <p:stCondLst>
                                    <p:cond delay="0"/>
                                  </p:stCondLst>
                                  <p:childTnLst>
                                    <p:set>
                                      <p:cBhvr>
                                        <p:cTn id="498" dur="1" fill="hold">
                                          <p:stCondLst>
                                            <p:cond delay="0"/>
                                          </p:stCondLst>
                                        </p:cTn>
                                        <p:tgtEl>
                                          <p:spTgt spid="253"/>
                                        </p:tgtEl>
                                        <p:attrNameLst>
                                          <p:attrName>style.visibility</p:attrName>
                                        </p:attrNameLst>
                                      </p:cBhvr>
                                      <p:to>
                                        <p:strVal val="visible"/>
                                      </p:to>
                                    </p:set>
                                  </p:childTnLst>
                                </p:cTn>
                              </p:par>
                              <p:par>
                                <p:cTn id="499" presetID="1" presetClass="entr" presetSubtype="0" fill="hold" nodeType="withEffect">
                                  <p:stCondLst>
                                    <p:cond delay="0"/>
                                  </p:stCondLst>
                                  <p:childTnLst>
                                    <p:set>
                                      <p:cBhvr>
                                        <p:cTn id="500" dur="1" fill="hold">
                                          <p:stCondLst>
                                            <p:cond delay="0"/>
                                          </p:stCondLst>
                                        </p:cTn>
                                        <p:tgtEl>
                                          <p:spTgt spid="254"/>
                                        </p:tgtEl>
                                        <p:attrNameLst>
                                          <p:attrName>style.visibility</p:attrName>
                                        </p:attrNameLst>
                                      </p:cBhvr>
                                      <p:to>
                                        <p:strVal val="visible"/>
                                      </p:to>
                                    </p:set>
                                  </p:childTnLst>
                                </p:cTn>
                              </p:par>
                              <p:par>
                                <p:cTn id="501" presetID="1" presetClass="entr" presetSubtype="0" fill="hold" nodeType="withEffect">
                                  <p:stCondLst>
                                    <p:cond delay="0"/>
                                  </p:stCondLst>
                                  <p:childTnLst>
                                    <p:set>
                                      <p:cBhvr>
                                        <p:cTn id="502" dur="1" fill="hold">
                                          <p:stCondLst>
                                            <p:cond delay="0"/>
                                          </p:stCondLst>
                                        </p:cTn>
                                        <p:tgtEl>
                                          <p:spTgt spid="255"/>
                                        </p:tgtEl>
                                        <p:attrNameLst>
                                          <p:attrName>style.visibility</p:attrName>
                                        </p:attrNameLst>
                                      </p:cBhvr>
                                      <p:to>
                                        <p:strVal val="visible"/>
                                      </p:to>
                                    </p:set>
                                  </p:childTnLst>
                                </p:cTn>
                              </p:par>
                              <p:par>
                                <p:cTn id="503" presetID="1" presetClass="entr" presetSubtype="0" fill="hold" nodeType="withEffect">
                                  <p:stCondLst>
                                    <p:cond delay="0"/>
                                  </p:stCondLst>
                                  <p:childTnLst>
                                    <p:set>
                                      <p:cBhvr>
                                        <p:cTn id="504" dur="1" fill="hold">
                                          <p:stCondLst>
                                            <p:cond delay="0"/>
                                          </p:stCondLst>
                                        </p:cTn>
                                        <p:tgtEl>
                                          <p:spTgt spid="256"/>
                                        </p:tgtEl>
                                        <p:attrNameLst>
                                          <p:attrName>style.visibility</p:attrName>
                                        </p:attrNameLst>
                                      </p:cBhvr>
                                      <p:to>
                                        <p:strVal val="visible"/>
                                      </p:to>
                                    </p:set>
                                  </p:childTnLst>
                                </p:cTn>
                              </p:par>
                              <p:par>
                                <p:cTn id="505" presetID="1" presetClass="entr" presetSubtype="0" fill="hold" nodeType="withEffect">
                                  <p:stCondLst>
                                    <p:cond delay="0"/>
                                  </p:stCondLst>
                                  <p:childTnLst>
                                    <p:set>
                                      <p:cBhvr>
                                        <p:cTn id="506" dur="1" fill="hold">
                                          <p:stCondLst>
                                            <p:cond delay="0"/>
                                          </p:stCondLst>
                                        </p:cTn>
                                        <p:tgtEl>
                                          <p:spTgt spid="257"/>
                                        </p:tgtEl>
                                        <p:attrNameLst>
                                          <p:attrName>style.visibility</p:attrName>
                                        </p:attrNameLst>
                                      </p:cBhvr>
                                      <p:to>
                                        <p:strVal val="visible"/>
                                      </p:to>
                                    </p:set>
                                  </p:childTnLst>
                                </p:cTn>
                              </p:par>
                              <p:par>
                                <p:cTn id="507" presetID="1" presetClass="entr" presetSubtype="0" fill="hold" nodeType="withEffect">
                                  <p:stCondLst>
                                    <p:cond delay="0"/>
                                  </p:stCondLst>
                                  <p:childTnLst>
                                    <p:set>
                                      <p:cBhvr>
                                        <p:cTn id="508" dur="1" fill="hold">
                                          <p:stCondLst>
                                            <p:cond delay="0"/>
                                          </p:stCondLst>
                                        </p:cTn>
                                        <p:tgtEl>
                                          <p:spTgt spid="258"/>
                                        </p:tgtEl>
                                        <p:attrNameLst>
                                          <p:attrName>style.visibility</p:attrName>
                                        </p:attrNameLst>
                                      </p:cBhvr>
                                      <p:to>
                                        <p:strVal val="visible"/>
                                      </p:to>
                                    </p:set>
                                  </p:childTnLst>
                                </p:cTn>
                              </p:par>
                              <p:par>
                                <p:cTn id="509" presetID="1" presetClass="entr" presetSubtype="0" fill="hold" nodeType="withEffect">
                                  <p:stCondLst>
                                    <p:cond delay="0"/>
                                  </p:stCondLst>
                                  <p:childTnLst>
                                    <p:set>
                                      <p:cBhvr>
                                        <p:cTn id="510" dur="1" fill="hold">
                                          <p:stCondLst>
                                            <p:cond delay="0"/>
                                          </p:stCondLst>
                                        </p:cTn>
                                        <p:tgtEl>
                                          <p:spTgt spid="259"/>
                                        </p:tgtEl>
                                        <p:attrNameLst>
                                          <p:attrName>style.visibility</p:attrName>
                                        </p:attrNameLst>
                                      </p:cBhvr>
                                      <p:to>
                                        <p:strVal val="visible"/>
                                      </p:to>
                                    </p:set>
                                  </p:childTnLst>
                                </p:cTn>
                              </p:par>
                              <p:par>
                                <p:cTn id="511" presetID="1" presetClass="entr" presetSubtype="0" fill="hold" nodeType="withEffect">
                                  <p:stCondLst>
                                    <p:cond delay="0"/>
                                  </p:stCondLst>
                                  <p:childTnLst>
                                    <p:set>
                                      <p:cBhvr>
                                        <p:cTn id="512" dur="1" fill="hold">
                                          <p:stCondLst>
                                            <p:cond delay="0"/>
                                          </p:stCondLst>
                                        </p:cTn>
                                        <p:tgtEl>
                                          <p:spTgt spid="260"/>
                                        </p:tgtEl>
                                        <p:attrNameLst>
                                          <p:attrName>style.visibility</p:attrName>
                                        </p:attrNameLst>
                                      </p:cBhvr>
                                      <p:to>
                                        <p:strVal val="visible"/>
                                      </p:to>
                                    </p:set>
                                  </p:childTnLst>
                                </p:cTn>
                              </p:par>
                              <p:par>
                                <p:cTn id="513" presetID="1" presetClass="entr" presetSubtype="0" fill="hold" nodeType="withEffect">
                                  <p:stCondLst>
                                    <p:cond delay="0"/>
                                  </p:stCondLst>
                                  <p:childTnLst>
                                    <p:set>
                                      <p:cBhvr>
                                        <p:cTn id="514" dur="1" fill="hold">
                                          <p:stCondLst>
                                            <p:cond delay="0"/>
                                          </p:stCondLst>
                                        </p:cTn>
                                        <p:tgtEl>
                                          <p:spTgt spid="261"/>
                                        </p:tgtEl>
                                        <p:attrNameLst>
                                          <p:attrName>style.visibility</p:attrName>
                                        </p:attrNameLst>
                                      </p:cBhvr>
                                      <p:to>
                                        <p:strVal val="visible"/>
                                      </p:to>
                                    </p:set>
                                  </p:childTnLst>
                                </p:cTn>
                              </p:par>
                              <p:par>
                                <p:cTn id="515" presetID="1" presetClass="entr" presetSubtype="0" fill="hold" nodeType="withEffect">
                                  <p:stCondLst>
                                    <p:cond delay="0"/>
                                  </p:stCondLst>
                                  <p:childTnLst>
                                    <p:set>
                                      <p:cBhvr>
                                        <p:cTn id="516" dur="1" fill="hold">
                                          <p:stCondLst>
                                            <p:cond delay="0"/>
                                          </p:stCondLst>
                                        </p:cTn>
                                        <p:tgtEl>
                                          <p:spTgt spid="262"/>
                                        </p:tgtEl>
                                        <p:attrNameLst>
                                          <p:attrName>style.visibility</p:attrName>
                                        </p:attrNameLst>
                                      </p:cBhvr>
                                      <p:to>
                                        <p:strVal val="visible"/>
                                      </p:to>
                                    </p:set>
                                  </p:childTnLst>
                                </p:cTn>
                              </p:par>
                              <p:par>
                                <p:cTn id="517" presetID="1" presetClass="entr" presetSubtype="0" fill="hold" nodeType="withEffect">
                                  <p:stCondLst>
                                    <p:cond delay="0"/>
                                  </p:stCondLst>
                                  <p:childTnLst>
                                    <p:set>
                                      <p:cBhvr>
                                        <p:cTn id="518" dur="1" fill="hold">
                                          <p:stCondLst>
                                            <p:cond delay="0"/>
                                          </p:stCondLst>
                                        </p:cTn>
                                        <p:tgtEl>
                                          <p:spTgt spid="263"/>
                                        </p:tgtEl>
                                        <p:attrNameLst>
                                          <p:attrName>style.visibility</p:attrName>
                                        </p:attrNameLst>
                                      </p:cBhvr>
                                      <p:to>
                                        <p:strVal val="visible"/>
                                      </p:to>
                                    </p:set>
                                  </p:childTnLst>
                                </p:cTn>
                              </p:par>
                              <p:par>
                                <p:cTn id="519" presetID="1" presetClass="entr" presetSubtype="0" fill="hold" nodeType="withEffect">
                                  <p:stCondLst>
                                    <p:cond delay="0"/>
                                  </p:stCondLst>
                                  <p:childTnLst>
                                    <p:set>
                                      <p:cBhvr>
                                        <p:cTn id="520" dur="1" fill="hold">
                                          <p:stCondLst>
                                            <p:cond delay="0"/>
                                          </p:stCondLst>
                                        </p:cTn>
                                        <p:tgtEl>
                                          <p:spTgt spid="264"/>
                                        </p:tgtEl>
                                        <p:attrNameLst>
                                          <p:attrName>style.visibility</p:attrName>
                                        </p:attrNameLst>
                                      </p:cBhvr>
                                      <p:to>
                                        <p:strVal val="visible"/>
                                      </p:to>
                                    </p:set>
                                  </p:childTnLst>
                                </p:cTn>
                              </p:par>
                              <p:par>
                                <p:cTn id="521" presetID="1" presetClass="entr" presetSubtype="0" fill="hold" nodeType="withEffect">
                                  <p:stCondLst>
                                    <p:cond delay="0"/>
                                  </p:stCondLst>
                                  <p:childTnLst>
                                    <p:set>
                                      <p:cBhvr>
                                        <p:cTn id="522" dur="1" fill="hold">
                                          <p:stCondLst>
                                            <p:cond delay="0"/>
                                          </p:stCondLst>
                                        </p:cTn>
                                        <p:tgtEl>
                                          <p:spTgt spid="265"/>
                                        </p:tgtEl>
                                        <p:attrNameLst>
                                          <p:attrName>style.visibility</p:attrName>
                                        </p:attrNameLst>
                                      </p:cBhvr>
                                      <p:to>
                                        <p:strVal val="visible"/>
                                      </p:to>
                                    </p:set>
                                  </p:childTnLst>
                                </p:cTn>
                              </p:par>
                              <p:par>
                                <p:cTn id="523" presetID="1" presetClass="entr" presetSubtype="0" fill="hold" nodeType="withEffect">
                                  <p:stCondLst>
                                    <p:cond delay="0"/>
                                  </p:stCondLst>
                                  <p:childTnLst>
                                    <p:set>
                                      <p:cBhvr>
                                        <p:cTn id="524" dur="1" fill="hold">
                                          <p:stCondLst>
                                            <p:cond delay="0"/>
                                          </p:stCondLst>
                                        </p:cTn>
                                        <p:tgtEl>
                                          <p:spTgt spid="266"/>
                                        </p:tgtEl>
                                        <p:attrNameLst>
                                          <p:attrName>style.visibility</p:attrName>
                                        </p:attrNameLst>
                                      </p:cBhvr>
                                      <p:to>
                                        <p:strVal val="visible"/>
                                      </p:to>
                                    </p:set>
                                  </p:childTnLst>
                                </p:cTn>
                              </p:par>
                              <p:par>
                                <p:cTn id="525" presetID="1" presetClass="entr" presetSubtype="0" fill="hold" nodeType="withEffect">
                                  <p:stCondLst>
                                    <p:cond delay="0"/>
                                  </p:stCondLst>
                                  <p:childTnLst>
                                    <p:set>
                                      <p:cBhvr>
                                        <p:cTn id="526" dur="1" fill="hold">
                                          <p:stCondLst>
                                            <p:cond delay="0"/>
                                          </p:stCondLst>
                                        </p:cTn>
                                        <p:tgtEl>
                                          <p:spTgt spid="267"/>
                                        </p:tgtEl>
                                        <p:attrNameLst>
                                          <p:attrName>style.visibility</p:attrName>
                                        </p:attrNameLst>
                                      </p:cBhvr>
                                      <p:to>
                                        <p:strVal val="visible"/>
                                      </p:to>
                                    </p:set>
                                  </p:childTnLst>
                                </p:cTn>
                              </p:par>
                              <p:par>
                                <p:cTn id="527" presetID="1" presetClass="entr" presetSubtype="0" fill="hold" nodeType="withEffect">
                                  <p:stCondLst>
                                    <p:cond delay="0"/>
                                  </p:stCondLst>
                                  <p:childTnLst>
                                    <p:set>
                                      <p:cBhvr>
                                        <p:cTn id="528" dur="1" fill="hold">
                                          <p:stCondLst>
                                            <p:cond delay="0"/>
                                          </p:stCondLst>
                                        </p:cTn>
                                        <p:tgtEl>
                                          <p:spTgt spid="268"/>
                                        </p:tgtEl>
                                        <p:attrNameLst>
                                          <p:attrName>style.visibility</p:attrName>
                                        </p:attrNameLst>
                                      </p:cBhvr>
                                      <p:to>
                                        <p:strVal val="visible"/>
                                      </p:to>
                                    </p:set>
                                  </p:childTnLst>
                                </p:cTn>
                              </p:par>
                              <p:par>
                                <p:cTn id="529" presetID="1" presetClass="entr" presetSubtype="0" fill="hold" nodeType="withEffect">
                                  <p:stCondLst>
                                    <p:cond delay="0"/>
                                  </p:stCondLst>
                                  <p:childTnLst>
                                    <p:set>
                                      <p:cBhvr>
                                        <p:cTn id="530" dur="1" fill="hold">
                                          <p:stCondLst>
                                            <p:cond delay="0"/>
                                          </p:stCondLst>
                                        </p:cTn>
                                        <p:tgtEl>
                                          <p:spTgt spid="269"/>
                                        </p:tgtEl>
                                        <p:attrNameLst>
                                          <p:attrName>style.visibility</p:attrName>
                                        </p:attrNameLst>
                                      </p:cBhvr>
                                      <p:to>
                                        <p:strVal val="visible"/>
                                      </p:to>
                                    </p:set>
                                  </p:childTnLst>
                                </p:cTn>
                              </p:par>
                              <p:par>
                                <p:cTn id="531" presetID="1" presetClass="entr" presetSubtype="0" fill="hold" nodeType="withEffect">
                                  <p:stCondLst>
                                    <p:cond delay="0"/>
                                  </p:stCondLst>
                                  <p:childTnLst>
                                    <p:set>
                                      <p:cBhvr>
                                        <p:cTn id="532" dur="1" fill="hold">
                                          <p:stCondLst>
                                            <p:cond delay="0"/>
                                          </p:stCondLst>
                                        </p:cTn>
                                        <p:tgtEl>
                                          <p:spTgt spid="270"/>
                                        </p:tgtEl>
                                        <p:attrNameLst>
                                          <p:attrName>style.visibility</p:attrName>
                                        </p:attrNameLst>
                                      </p:cBhvr>
                                      <p:to>
                                        <p:strVal val="visible"/>
                                      </p:to>
                                    </p:set>
                                  </p:childTnLst>
                                </p:cTn>
                              </p:par>
                              <p:par>
                                <p:cTn id="533" presetID="1" presetClass="entr" presetSubtype="0" fill="hold" nodeType="withEffect">
                                  <p:stCondLst>
                                    <p:cond delay="0"/>
                                  </p:stCondLst>
                                  <p:childTnLst>
                                    <p:set>
                                      <p:cBhvr>
                                        <p:cTn id="534" dur="1" fill="hold">
                                          <p:stCondLst>
                                            <p:cond delay="0"/>
                                          </p:stCondLst>
                                        </p:cTn>
                                        <p:tgtEl>
                                          <p:spTgt spid="271"/>
                                        </p:tgtEl>
                                        <p:attrNameLst>
                                          <p:attrName>style.visibility</p:attrName>
                                        </p:attrNameLst>
                                      </p:cBhvr>
                                      <p:to>
                                        <p:strVal val="visible"/>
                                      </p:to>
                                    </p:set>
                                  </p:childTnLst>
                                </p:cTn>
                              </p:par>
                              <p:par>
                                <p:cTn id="535" presetID="1" presetClass="entr" presetSubtype="0" fill="hold" nodeType="withEffect">
                                  <p:stCondLst>
                                    <p:cond delay="0"/>
                                  </p:stCondLst>
                                  <p:childTnLst>
                                    <p:set>
                                      <p:cBhvr>
                                        <p:cTn id="536" dur="1" fill="hold">
                                          <p:stCondLst>
                                            <p:cond delay="0"/>
                                          </p:stCondLst>
                                        </p:cTn>
                                        <p:tgtEl>
                                          <p:spTgt spid="272"/>
                                        </p:tgtEl>
                                        <p:attrNameLst>
                                          <p:attrName>style.visibility</p:attrName>
                                        </p:attrNameLst>
                                      </p:cBhvr>
                                      <p:to>
                                        <p:strVal val="visible"/>
                                      </p:to>
                                    </p:set>
                                  </p:childTnLst>
                                </p:cTn>
                              </p:par>
                              <p:par>
                                <p:cTn id="537" presetID="1" presetClass="entr" presetSubtype="0" fill="hold" nodeType="withEffect">
                                  <p:stCondLst>
                                    <p:cond delay="0"/>
                                  </p:stCondLst>
                                  <p:childTnLst>
                                    <p:set>
                                      <p:cBhvr>
                                        <p:cTn id="538" dur="1" fill="hold">
                                          <p:stCondLst>
                                            <p:cond delay="0"/>
                                          </p:stCondLst>
                                        </p:cTn>
                                        <p:tgtEl>
                                          <p:spTgt spid="273"/>
                                        </p:tgtEl>
                                        <p:attrNameLst>
                                          <p:attrName>style.visibility</p:attrName>
                                        </p:attrNameLst>
                                      </p:cBhvr>
                                      <p:to>
                                        <p:strVal val="visible"/>
                                      </p:to>
                                    </p:set>
                                  </p:childTnLst>
                                </p:cTn>
                              </p:par>
                              <p:par>
                                <p:cTn id="539" presetID="1" presetClass="entr" presetSubtype="0" fill="hold" nodeType="withEffect">
                                  <p:stCondLst>
                                    <p:cond delay="0"/>
                                  </p:stCondLst>
                                  <p:childTnLst>
                                    <p:set>
                                      <p:cBhvr>
                                        <p:cTn id="540" dur="1" fill="hold">
                                          <p:stCondLst>
                                            <p:cond delay="0"/>
                                          </p:stCondLst>
                                        </p:cTn>
                                        <p:tgtEl>
                                          <p:spTgt spid="274"/>
                                        </p:tgtEl>
                                        <p:attrNameLst>
                                          <p:attrName>style.visibility</p:attrName>
                                        </p:attrNameLst>
                                      </p:cBhvr>
                                      <p:to>
                                        <p:strVal val="visible"/>
                                      </p:to>
                                    </p:set>
                                  </p:childTnLst>
                                </p:cTn>
                              </p:par>
                              <p:par>
                                <p:cTn id="541" presetID="1" presetClass="entr" presetSubtype="0" fill="hold" nodeType="withEffect">
                                  <p:stCondLst>
                                    <p:cond delay="0"/>
                                  </p:stCondLst>
                                  <p:childTnLst>
                                    <p:set>
                                      <p:cBhvr>
                                        <p:cTn id="542" dur="1" fill="hold">
                                          <p:stCondLst>
                                            <p:cond delay="0"/>
                                          </p:stCondLst>
                                        </p:cTn>
                                        <p:tgtEl>
                                          <p:spTgt spid="275"/>
                                        </p:tgtEl>
                                        <p:attrNameLst>
                                          <p:attrName>style.visibility</p:attrName>
                                        </p:attrNameLst>
                                      </p:cBhvr>
                                      <p:to>
                                        <p:strVal val="visible"/>
                                      </p:to>
                                    </p:set>
                                  </p:childTnLst>
                                </p:cTn>
                              </p:par>
                              <p:par>
                                <p:cTn id="543" presetID="1" presetClass="entr" presetSubtype="0" fill="hold" nodeType="withEffect">
                                  <p:stCondLst>
                                    <p:cond delay="0"/>
                                  </p:stCondLst>
                                  <p:childTnLst>
                                    <p:set>
                                      <p:cBhvr>
                                        <p:cTn id="544" dur="1" fill="hold">
                                          <p:stCondLst>
                                            <p:cond delay="0"/>
                                          </p:stCondLst>
                                        </p:cTn>
                                        <p:tgtEl>
                                          <p:spTgt spid="276"/>
                                        </p:tgtEl>
                                        <p:attrNameLst>
                                          <p:attrName>style.visibility</p:attrName>
                                        </p:attrNameLst>
                                      </p:cBhvr>
                                      <p:to>
                                        <p:strVal val="visible"/>
                                      </p:to>
                                    </p:set>
                                  </p:childTnLst>
                                </p:cTn>
                              </p:par>
                              <p:par>
                                <p:cTn id="545" presetID="1" presetClass="entr" presetSubtype="0" fill="hold" nodeType="withEffect">
                                  <p:stCondLst>
                                    <p:cond delay="0"/>
                                  </p:stCondLst>
                                  <p:childTnLst>
                                    <p:set>
                                      <p:cBhvr>
                                        <p:cTn id="546" dur="1" fill="hold">
                                          <p:stCondLst>
                                            <p:cond delay="0"/>
                                          </p:stCondLst>
                                        </p:cTn>
                                        <p:tgtEl>
                                          <p:spTgt spid="277"/>
                                        </p:tgtEl>
                                        <p:attrNameLst>
                                          <p:attrName>style.visibility</p:attrName>
                                        </p:attrNameLst>
                                      </p:cBhvr>
                                      <p:to>
                                        <p:strVal val="visible"/>
                                      </p:to>
                                    </p:set>
                                  </p:childTnLst>
                                </p:cTn>
                              </p:par>
                              <p:par>
                                <p:cTn id="547" presetID="1" presetClass="entr" presetSubtype="0" fill="hold" nodeType="withEffect">
                                  <p:stCondLst>
                                    <p:cond delay="0"/>
                                  </p:stCondLst>
                                  <p:childTnLst>
                                    <p:set>
                                      <p:cBhvr>
                                        <p:cTn id="548" dur="1" fill="hold">
                                          <p:stCondLst>
                                            <p:cond delay="0"/>
                                          </p:stCondLst>
                                        </p:cTn>
                                        <p:tgtEl>
                                          <p:spTgt spid="278"/>
                                        </p:tgtEl>
                                        <p:attrNameLst>
                                          <p:attrName>style.visibility</p:attrName>
                                        </p:attrNameLst>
                                      </p:cBhvr>
                                      <p:to>
                                        <p:strVal val="visible"/>
                                      </p:to>
                                    </p:set>
                                  </p:childTnLst>
                                </p:cTn>
                              </p:par>
                              <p:par>
                                <p:cTn id="549" presetID="1" presetClass="entr" presetSubtype="0" fill="hold" nodeType="withEffect">
                                  <p:stCondLst>
                                    <p:cond delay="0"/>
                                  </p:stCondLst>
                                  <p:childTnLst>
                                    <p:set>
                                      <p:cBhvr>
                                        <p:cTn id="550" dur="1" fill="hold">
                                          <p:stCondLst>
                                            <p:cond delay="0"/>
                                          </p:stCondLst>
                                        </p:cTn>
                                        <p:tgtEl>
                                          <p:spTgt spid="279"/>
                                        </p:tgtEl>
                                        <p:attrNameLst>
                                          <p:attrName>style.visibility</p:attrName>
                                        </p:attrNameLst>
                                      </p:cBhvr>
                                      <p:to>
                                        <p:strVal val="visible"/>
                                      </p:to>
                                    </p:set>
                                  </p:childTnLst>
                                </p:cTn>
                              </p:par>
                              <p:par>
                                <p:cTn id="551" presetID="1" presetClass="entr" presetSubtype="0" fill="hold" nodeType="withEffect">
                                  <p:stCondLst>
                                    <p:cond delay="0"/>
                                  </p:stCondLst>
                                  <p:childTnLst>
                                    <p:set>
                                      <p:cBhvr>
                                        <p:cTn id="552" dur="1" fill="hold">
                                          <p:stCondLst>
                                            <p:cond delay="0"/>
                                          </p:stCondLst>
                                        </p:cTn>
                                        <p:tgtEl>
                                          <p:spTgt spid="280"/>
                                        </p:tgtEl>
                                        <p:attrNameLst>
                                          <p:attrName>style.visibility</p:attrName>
                                        </p:attrNameLst>
                                      </p:cBhvr>
                                      <p:to>
                                        <p:strVal val="visible"/>
                                      </p:to>
                                    </p:set>
                                  </p:childTnLst>
                                </p:cTn>
                              </p:par>
                              <p:par>
                                <p:cTn id="553" presetID="1" presetClass="entr" presetSubtype="0" fill="hold" nodeType="withEffect">
                                  <p:stCondLst>
                                    <p:cond delay="0"/>
                                  </p:stCondLst>
                                  <p:childTnLst>
                                    <p:set>
                                      <p:cBhvr>
                                        <p:cTn id="554" dur="1" fill="hold">
                                          <p:stCondLst>
                                            <p:cond delay="0"/>
                                          </p:stCondLst>
                                        </p:cTn>
                                        <p:tgtEl>
                                          <p:spTgt spid="281"/>
                                        </p:tgtEl>
                                        <p:attrNameLst>
                                          <p:attrName>style.visibility</p:attrName>
                                        </p:attrNameLst>
                                      </p:cBhvr>
                                      <p:to>
                                        <p:strVal val="visible"/>
                                      </p:to>
                                    </p:set>
                                  </p:childTnLst>
                                </p:cTn>
                              </p:par>
                              <p:par>
                                <p:cTn id="555" presetID="1" presetClass="entr" presetSubtype="0" fill="hold" nodeType="withEffect">
                                  <p:stCondLst>
                                    <p:cond delay="0"/>
                                  </p:stCondLst>
                                  <p:childTnLst>
                                    <p:set>
                                      <p:cBhvr>
                                        <p:cTn id="556" dur="1" fill="hold">
                                          <p:stCondLst>
                                            <p:cond delay="0"/>
                                          </p:stCondLst>
                                        </p:cTn>
                                        <p:tgtEl>
                                          <p:spTgt spid="282"/>
                                        </p:tgtEl>
                                        <p:attrNameLst>
                                          <p:attrName>style.visibility</p:attrName>
                                        </p:attrNameLst>
                                      </p:cBhvr>
                                      <p:to>
                                        <p:strVal val="visible"/>
                                      </p:to>
                                    </p:set>
                                  </p:childTnLst>
                                </p:cTn>
                              </p:par>
                              <p:par>
                                <p:cTn id="557" presetID="1" presetClass="entr" presetSubtype="0" fill="hold" nodeType="withEffect">
                                  <p:stCondLst>
                                    <p:cond delay="0"/>
                                  </p:stCondLst>
                                  <p:childTnLst>
                                    <p:set>
                                      <p:cBhvr>
                                        <p:cTn id="558" dur="1" fill="hold">
                                          <p:stCondLst>
                                            <p:cond delay="0"/>
                                          </p:stCondLst>
                                        </p:cTn>
                                        <p:tgtEl>
                                          <p:spTgt spid="283"/>
                                        </p:tgtEl>
                                        <p:attrNameLst>
                                          <p:attrName>style.visibility</p:attrName>
                                        </p:attrNameLst>
                                      </p:cBhvr>
                                      <p:to>
                                        <p:strVal val="visible"/>
                                      </p:to>
                                    </p:set>
                                  </p:childTnLst>
                                </p:cTn>
                              </p:par>
                              <p:par>
                                <p:cTn id="559" presetID="1" presetClass="entr" presetSubtype="0" fill="hold" nodeType="withEffect">
                                  <p:stCondLst>
                                    <p:cond delay="0"/>
                                  </p:stCondLst>
                                  <p:childTnLst>
                                    <p:set>
                                      <p:cBhvr>
                                        <p:cTn id="560" dur="1" fill="hold">
                                          <p:stCondLst>
                                            <p:cond delay="0"/>
                                          </p:stCondLst>
                                        </p:cTn>
                                        <p:tgtEl>
                                          <p:spTgt spid="284"/>
                                        </p:tgtEl>
                                        <p:attrNameLst>
                                          <p:attrName>style.visibility</p:attrName>
                                        </p:attrNameLst>
                                      </p:cBhvr>
                                      <p:to>
                                        <p:strVal val="visible"/>
                                      </p:to>
                                    </p:set>
                                  </p:childTnLst>
                                </p:cTn>
                              </p:par>
                              <p:par>
                                <p:cTn id="561" presetID="1" presetClass="entr" presetSubtype="0" fill="hold" nodeType="withEffect">
                                  <p:stCondLst>
                                    <p:cond delay="0"/>
                                  </p:stCondLst>
                                  <p:childTnLst>
                                    <p:set>
                                      <p:cBhvr>
                                        <p:cTn id="562" dur="1" fill="hold">
                                          <p:stCondLst>
                                            <p:cond delay="0"/>
                                          </p:stCondLst>
                                        </p:cTn>
                                        <p:tgtEl>
                                          <p:spTgt spid="285"/>
                                        </p:tgtEl>
                                        <p:attrNameLst>
                                          <p:attrName>style.visibility</p:attrName>
                                        </p:attrNameLst>
                                      </p:cBhvr>
                                      <p:to>
                                        <p:strVal val="visible"/>
                                      </p:to>
                                    </p:set>
                                  </p:childTnLst>
                                </p:cTn>
                              </p:par>
                              <p:par>
                                <p:cTn id="563" presetID="1" presetClass="entr" presetSubtype="0" fill="hold" nodeType="withEffect">
                                  <p:stCondLst>
                                    <p:cond delay="0"/>
                                  </p:stCondLst>
                                  <p:childTnLst>
                                    <p:set>
                                      <p:cBhvr>
                                        <p:cTn id="564" dur="1" fill="hold">
                                          <p:stCondLst>
                                            <p:cond delay="0"/>
                                          </p:stCondLst>
                                        </p:cTn>
                                        <p:tgtEl>
                                          <p:spTgt spid="286"/>
                                        </p:tgtEl>
                                        <p:attrNameLst>
                                          <p:attrName>style.visibility</p:attrName>
                                        </p:attrNameLst>
                                      </p:cBhvr>
                                      <p:to>
                                        <p:strVal val="visible"/>
                                      </p:to>
                                    </p:set>
                                  </p:childTnLst>
                                </p:cTn>
                              </p:par>
                              <p:par>
                                <p:cTn id="565" presetID="1" presetClass="entr" presetSubtype="0" fill="hold" nodeType="withEffect">
                                  <p:stCondLst>
                                    <p:cond delay="0"/>
                                  </p:stCondLst>
                                  <p:childTnLst>
                                    <p:set>
                                      <p:cBhvr>
                                        <p:cTn id="566" dur="1" fill="hold">
                                          <p:stCondLst>
                                            <p:cond delay="0"/>
                                          </p:stCondLst>
                                        </p:cTn>
                                        <p:tgtEl>
                                          <p:spTgt spid="287"/>
                                        </p:tgtEl>
                                        <p:attrNameLst>
                                          <p:attrName>style.visibility</p:attrName>
                                        </p:attrNameLst>
                                      </p:cBhvr>
                                      <p:to>
                                        <p:strVal val="visible"/>
                                      </p:to>
                                    </p:set>
                                  </p:childTnLst>
                                </p:cTn>
                              </p:par>
                              <p:par>
                                <p:cTn id="567" presetID="1" presetClass="entr" presetSubtype="0" fill="hold" nodeType="withEffect">
                                  <p:stCondLst>
                                    <p:cond delay="0"/>
                                  </p:stCondLst>
                                  <p:childTnLst>
                                    <p:set>
                                      <p:cBhvr>
                                        <p:cTn id="568" dur="1" fill="hold">
                                          <p:stCondLst>
                                            <p:cond delay="0"/>
                                          </p:stCondLst>
                                        </p:cTn>
                                        <p:tgtEl>
                                          <p:spTgt spid="288"/>
                                        </p:tgtEl>
                                        <p:attrNameLst>
                                          <p:attrName>style.visibility</p:attrName>
                                        </p:attrNameLst>
                                      </p:cBhvr>
                                      <p:to>
                                        <p:strVal val="visible"/>
                                      </p:to>
                                    </p:set>
                                  </p:childTnLst>
                                </p:cTn>
                              </p:par>
                              <p:par>
                                <p:cTn id="569" presetID="1" presetClass="entr" presetSubtype="0" fill="hold" nodeType="withEffect">
                                  <p:stCondLst>
                                    <p:cond delay="0"/>
                                  </p:stCondLst>
                                  <p:childTnLst>
                                    <p:set>
                                      <p:cBhvr>
                                        <p:cTn id="570" dur="1" fill="hold">
                                          <p:stCondLst>
                                            <p:cond delay="0"/>
                                          </p:stCondLst>
                                        </p:cTn>
                                        <p:tgtEl>
                                          <p:spTgt spid="289"/>
                                        </p:tgtEl>
                                        <p:attrNameLst>
                                          <p:attrName>style.visibility</p:attrName>
                                        </p:attrNameLst>
                                      </p:cBhvr>
                                      <p:to>
                                        <p:strVal val="visible"/>
                                      </p:to>
                                    </p:set>
                                  </p:childTnLst>
                                </p:cTn>
                              </p:par>
                              <p:par>
                                <p:cTn id="571" presetID="1" presetClass="entr" presetSubtype="0" fill="hold" nodeType="withEffect">
                                  <p:stCondLst>
                                    <p:cond delay="0"/>
                                  </p:stCondLst>
                                  <p:childTnLst>
                                    <p:set>
                                      <p:cBhvr>
                                        <p:cTn id="572" dur="1" fill="hold">
                                          <p:stCondLst>
                                            <p:cond delay="0"/>
                                          </p:stCondLst>
                                        </p:cTn>
                                        <p:tgtEl>
                                          <p:spTgt spid="290"/>
                                        </p:tgtEl>
                                        <p:attrNameLst>
                                          <p:attrName>style.visibility</p:attrName>
                                        </p:attrNameLst>
                                      </p:cBhvr>
                                      <p:to>
                                        <p:strVal val="visible"/>
                                      </p:to>
                                    </p:set>
                                  </p:childTnLst>
                                </p:cTn>
                              </p:par>
                              <p:par>
                                <p:cTn id="573" presetID="1" presetClass="entr" presetSubtype="0" fill="hold" nodeType="withEffect">
                                  <p:stCondLst>
                                    <p:cond delay="0"/>
                                  </p:stCondLst>
                                  <p:childTnLst>
                                    <p:set>
                                      <p:cBhvr>
                                        <p:cTn id="574" dur="1" fill="hold">
                                          <p:stCondLst>
                                            <p:cond delay="0"/>
                                          </p:stCondLst>
                                        </p:cTn>
                                        <p:tgtEl>
                                          <p:spTgt spid="291"/>
                                        </p:tgtEl>
                                        <p:attrNameLst>
                                          <p:attrName>style.visibility</p:attrName>
                                        </p:attrNameLst>
                                      </p:cBhvr>
                                      <p:to>
                                        <p:strVal val="visible"/>
                                      </p:to>
                                    </p:set>
                                  </p:childTnLst>
                                </p:cTn>
                              </p:par>
                              <p:par>
                                <p:cTn id="575" presetID="1" presetClass="entr" presetSubtype="0" fill="hold" nodeType="withEffect">
                                  <p:stCondLst>
                                    <p:cond delay="0"/>
                                  </p:stCondLst>
                                  <p:childTnLst>
                                    <p:set>
                                      <p:cBhvr>
                                        <p:cTn id="576" dur="1" fill="hold">
                                          <p:stCondLst>
                                            <p:cond delay="0"/>
                                          </p:stCondLst>
                                        </p:cTn>
                                        <p:tgtEl>
                                          <p:spTgt spid="292"/>
                                        </p:tgtEl>
                                        <p:attrNameLst>
                                          <p:attrName>style.visibility</p:attrName>
                                        </p:attrNameLst>
                                      </p:cBhvr>
                                      <p:to>
                                        <p:strVal val="visible"/>
                                      </p:to>
                                    </p:set>
                                  </p:childTnLst>
                                </p:cTn>
                              </p:par>
                              <p:par>
                                <p:cTn id="577" presetID="1" presetClass="entr" presetSubtype="0" fill="hold" nodeType="withEffect">
                                  <p:stCondLst>
                                    <p:cond delay="0"/>
                                  </p:stCondLst>
                                  <p:childTnLst>
                                    <p:set>
                                      <p:cBhvr>
                                        <p:cTn id="578" dur="1" fill="hold">
                                          <p:stCondLst>
                                            <p:cond delay="0"/>
                                          </p:stCondLst>
                                        </p:cTn>
                                        <p:tgtEl>
                                          <p:spTgt spid="293"/>
                                        </p:tgtEl>
                                        <p:attrNameLst>
                                          <p:attrName>style.visibility</p:attrName>
                                        </p:attrNameLst>
                                      </p:cBhvr>
                                      <p:to>
                                        <p:strVal val="visible"/>
                                      </p:to>
                                    </p:set>
                                  </p:childTnLst>
                                </p:cTn>
                              </p:par>
                              <p:par>
                                <p:cTn id="579" presetID="1" presetClass="entr" presetSubtype="0" fill="hold" nodeType="withEffect">
                                  <p:stCondLst>
                                    <p:cond delay="0"/>
                                  </p:stCondLst>
                                  <p:childTnLst>
                                    <p:set>
                                      <p:cBhvr>
                                        <p:cTn id="580" dur="1" fill="hold">
                                          <p:stCondLst>
                                            <p:cond delay="0"/>
                                          </p:stCondLst>
                                        </p:cTn>
                                        <p:tgtEl>
                                          <p:spTgt spid="294"/>
                                        </p:tgtEl>
                                        <p:attrNameLst>
                                          <p:attrName>style.visibility</p:attrName>
                                        </p:attrNameLst>
                                      </p:cBhvr>
                                      <p:to>
                                        <p:strVal val="visible"/>
                                      </p:to>
                                    </p:set>
                                  </p:childTnLst>
                                </p:cTn>
                              </p:par>
                              <p:par>
                                <p:cTn id="581" presetID="1" presetClass="entr" presetSubtype="0" fill="hold" nodeType="withEffect">
                                  <p:stCondLst>
                                    <p:cond delay="0"/>
                                  </p:stCondLst>
                                  <p:childTnLst>
                                    <p:set>
                                      <p:cBhvr>
                                        <p:cTn id="582" dur="1" fill="hold">
                                          <p:stCondLst>
                                            <p:cond delay="0"/>
                                          </p:stCondLst>
                                        </p:cTn>
                                        <p:tgtEl>
                                          <p:spTgt spid="295"/>
                                        </p:tgtEl>
                                        <p:attrNameLst>
                                          <p:attrName>style.visibility</p:attrName>
                                        </p:attrNameLst>
                                      </p:cBhvr>
                                      <p:to>
                                        <p:strVal val="visible"/>
                                      </p:to>
                                    </p:set>
                                  </p:childTnLst>
                                </p:cTn>
                              </p:par>
                              <p:par>
                                <p:cTn id="583" presetID="1" presetClass="entr" presetSubtype="0" fill="hold" nodeType="withEffect">
                                  <p:stCondLst>
                                    <p:cond delay="0"/>
                                  </p:stCondLst>
                                  <p:childTnLst>
                                    <p:set>
                                      <p:cBhvr>
                                        <p:cTn id="584" dur="1" fill="hold">
                                          <p:stCondLst>
                                            <p:cond delay="0"/>
                                          </p:stCondLst>
                                        </p:cTn>
                                        <p:tgtEl>
                                          <p:spTgt spid="296"/>
                                        </p:tgtEl>
                                        <p:attrNameLst>
                                          <p:attrName>style.visibility</p:attrName>
                                        </p:attrNameLst>
                                      </p:cBhvr>
                                      <p:to>
                                        <p:strVal val="visible"/>
                                      </p:to>
                                    </p:set>
                                  </p:childTnLst>
                                </p:cTn>
                              </p:par>
                              <p:par>
                                <p:cTn id="585" presetID="1" presetClass="entr" presetSubtype="0" fill="hold" nodeType="withEffect">
                                  <p:stCondLst>
                                    <p:cond delay="0"/>
                                  </p:stCondLst>
                                  <p:childTnLst>
                                    <p:set>
                                      <p:cBhvr>
                                        <p:cTn id="586" dur="1" fill="hold">
                                          <p:stCondLst>
                                            <p:cond delay="0"/>
                                          </p:stCondLst>
                                        </p:cTn>
                                        <p:tgtEl>
                                          <p:spTgt spid="297"/>
                                        </p:tgtEl>
                                        <p:attrNameLst>
                                          <p:attrName>style.visibility</p:attrName>
                                        </p:attrNameLst>
                                      </p:cBhvr>
                                      <p:to>
                                        <p:strVal val="visible"/>
                                      </p:to>
                                    </p:set>
                                  </p:childTnLst>
                                </p:cTn>
                              </p:par>
                              <p:par>
                                <p:cTn id="587" presetID="1" presetClass="entr" presetSubtype="0" fill="hold" nodeType="withEffect">
                                  <p:stCondLst>
                                    <p:cond delay="0"/>
                                  </p:stCondLst>
                                  <p:childTnLst>
                                    <p:set>
                                      <p:cBhvr>
                                        <p:cTn id="588" dur="1" fill="hold">
                                          <p:stCondLst>
                                            <p:cond delay="0"/>
                                          </p:stCondLst>
                                        </p:cTn>
                                        <p:tgtEl>
                                          <p:spTgt spid="298"/>
                                        </p:tgtEl>
                                        <p:attrNameLst>
                                          <p:attrName>style.visibility</p:attrName>
                                        </p:attrNameLst>
                                      </p:cBhvr>
                                      <p:to>
                                        <p:strVal val="visible"/>
                                      </p:to>
                                    </p:set>
                                  </p:childTnLst>
                                </p:cTn>
                              </p:par>
                              <p:par>
                                <p:cTn id="589" presetID="1" presetClass="entr" presetSubtype="0" fill="hold" nodeType="withEffect">
                                  <p:stCondLst>
                                    <p:cond delay="0"/>
                                  </p:stCondLst>
                                  <p:childTnLst>
                                    <p:set>
                                      <p:cBhvr>
                                        <p:cTn id="590" dur="1" fill="hold">
                                          <p:stCondLst>
                                            <p:cond delay="0"/>
                                          </p:stCondLst>
                                        </p:cTn>
                                        <p:tgtEl>
                                          <p:spTgt spid="299"/>
                                        </p:tgtEl>
                                        <p:attrNameLst>
                                          <p:attrName>style.visibility</p:attrName>
                                        </p:attrNameLst>
                                      </p:cBhvr>
                                      <p:to>
                                        <p:strVal val="visible"/>
                                      </p:to>
                                    </p:set>
                                  </p:childTnLst>
                                </p:cTn>
                              </p:par>
                              <p:par>
                                <p:cTn id="591" presetID="1" presetClass="entr" presetSubtype="0" fill="hold" nodeType="withEffect">
                                  <p:stCondLst>
                                    <p:cond delay="0"/>
                                  </p:stCondLst>
                                  <p:childTnLst>
                                    <p:set>
                                      <p:cBhvr>
                                        <p:cTn id="592" dur="1" fill="hold">
                                          <p:stCondLst>
                                            <p:cond delay="0"/>
                                          </p:stCondLst>
                                        </p:cTn>
                                        <p:tgtEl>
                                          <p:spTgt spid="300"/>
                                        </p:tgtEl>
                                        <p:attrNameLst>
                                          <p:attrName>style.visibility</p:attrName>
                                        </p:attrNameLst>
                                      </p:cBhvr>
                                      <p:to>
                                        <p:strVal val="visible"/>
                                      </p:to>
                                    </p:set>
                                  </p:childTnLst>
                                </p:cTn>
                              </p:par>
                              <p:par>
                                <p:cTn id="593" presetID="1" presetClass="entr" presetSubtype="0" fill="hold" nodeType="withEffect">
                                  <p:stCondLst>
                                    <p:cond delay="0"/>
                                  </p:stCondLst>
                                  <p:childTnLst>
                                    <p:set>
                                      <p:cBhvr>
                                        <p:cTn id="594" dur="1" fill="hold">
                                          <p:stCondLst>
                                            <p:cond delay="0"/>
                                          </p:stCondLst>
                                        </p:cTn>
                                        <p:tgtEl>
                                          <p:spTgt spid="301"/>
                                        </p:tgtEl>
                                        <p:attrNameLst>
                                          <p:attrName>style.visibility</p:attrName>
                                        </p:attrNameLst>
                                      </p:cBhvr>
                                      <p:to>
                                        <p:strVal val="visible"/>
                                      </p:to>
                                    </p:set>
                                  </p:childTnLst>
                                </p:cTn>
                              </p:par>
                              <p:par>
                                <p:cTn id="595" presetID="1" presetClass="entr" presetSubtype="0" fill="hold" nodeType="withEffect">
                                  <p:stCondLst>
                                    <p:cond delay="0"/>
                                  </p:stCondLst>
                                  <p:childTnLst>
                                    <p:set>
                                      <p:cBhvr>
                                        <p:cTn id="596" dur="1" fill="hold">
                                          <p:stCondLst>
                                            <p:cond delay="0"/>
                                          </p:stCondLst>
                                        </p:cTn>
                                        <p:tgtEl>
                                          <p:spTgt spid="302"/>
                                        </p:tgtEl>
                                        <p:attrNameLst>
                                          <p:attrName>style.visibility</p:attrName>
                                        </p:attrNameLst>
                                      </p:cBhvr>
                                      <p:to>
                                        <p:strVal val="visible"/>
                                      </p:to>
                                    </p:set>
                                  </p:childTnLst>
                                </p:cTn>
                              </p:par>
                              <p:par>
                                <p:cTn id="597" presetID="1" presetClass="entr" presetSubtype="0" fill="hold" nodeType="withEffect">
                                  <p:stCondLst>
                                    <p:cond delay="0"/>
                                  </p:stCondLst>
                                  <p:childTnLst>
                                    <p:set>
                                      <p:cBhvr>
                                        <p:cTn id="598" dur="1" fill="hold">
                                          <p:stCondLst>
                                            <p:cond delay="0"/>
                                          </p:stCondLst>
                                        </p:cTn>
                                        <p:tgtEl>
                                          <p:spTgt spid="303"/>
                                        </p:tgtEl>
                                        <p:attrNameLst>
                                          <p:attrName>style.visibility</p:attrName>
                                        </p:attrNameLst>
                                      </p:cBhvr>
                                      <p:to>
                                        <p:strVal val="visible"/>
                                      </p:to>
                                    </p:set>
                                  </p:childTnLst>
                                </p:cTn>
                              </p:par>
                              <p:par>
                                <p:cTn id="599" presetID="1" presetClass="entr" presetSubtype="0" fill="hold" nodeType="withEffect">
                                  <p:stCondLst>
                                    <p:cond delay="0"/>
                                  </p:stCondLst>
                                  <p:childTnLst>
                                    <p:set>
                                      <p:cBhvr>
                                        <p:cTn id="600" dur="1" fill="hold">
                                          <p:stCondLst>
                                            <p:cond delay="0"/>
                                          </p:stCondLst>
                                        </p:cTn>
                                        <p:tgtEl>
                                          <p:spTgt spid="304"/>
                                        </p:tgtEl>
                                        <p:attrNameLst>
                                          <p:attrName>style.visibility</p:attrName>
                                        </p:attrNameLst>
                                      </p:cBhvr>
                                      <p:to>
                                        <p:strVal val="visible"/>
                                      </p:to>
                                    </p:set>
                                  </p:childTnLst>
                                </p:cTn>
                              </p:par>
                              <p:par>
                                <p:cTn id="601" presetID="1" presetClass="entr" presetSubtype="0" fill="hold" nodeType="withEffect">
                                  <p:stCondLst>
                                    <p:cond delay="0"/>
                                  </p:stCondLst>
                                  <p:childTnLst>
                                    <p:set>
                                      <p:cBhvr>
                                        <p:cTn id="602" dur="1" fill="hold">
                                          <p:stCondLst>
                                            <p:cond delay="0"/>
                                          </p:stCondLst>
                                        </p:cTn>
                                        <p:tgtEl>
                                          <p:spTgt spid="305"/>
                                        </p:tgtEl>
                                        <p:attrNameLst>
                                          <p:attrName>style.visibility</p:attrName>
                                        </p:attrNameLst>
                                      </p:cBhvr>
                                      <p:to>
                                        <p:strVal val="visible"/>
                                      </p:to>
                                    </p:set>
                                  </p:childTnLst>
                                </p:cTn>
                              </p:par>
                              <p:par>
                                <p:cTn id="603" presetID="1" presetClass="entr" presetSubtype="0" fill="hold" nodeType="withEffect">
                                  <p:stCondLst>
                                    <p:cond delay="0"/>
                                  </p:stCondLst>
                                  <p:childTnLst>
                                    <p:set>
                                      <p:cBhvr>
                                        <p:cTn id="604" dur="1" fill="hold">
                                          <p:stCondLst>
                                            <p:cond delay="0"/>
                                          </p:stCondLst>
                                        </p:cTn>
                                        <p:tgtEl>
                                          <p:spTgt spid="306"/>
                                        </p:tgtEl>
                                        <p:attrNameLst>
                                          <p:attrName>style.visibility</p:attrName>
                                        </p:attrNameLst>
                                      </p:cBhvr>
                                      <p:to>
                                        <p:strVal val="visible"/>
                                      </p:to>
                                    </p:set>
                                  </p:childTnLst>
                                </p:cTn>
                              </p:par>
                              <p:par>
                                <p:cTn id="605" presetID="1" presetClass="entr" presetSubtype="0" fill="hold" grpId="0" nodeType="withEffect">
                                  <p:stCondLst>
                                    <p:cond delay="0"/>
                                  </p:stCondLst>
                                  <p:childTnLst>
                                    <p:set>
                                      <p:cBhvr>
                                        <p:cTn id="606" dur="1" fill="hold">
                                          <p:stCondLst>
                                            <p:cond delay="0"/>
                                          </p:stCondLst>
                                        </p:cTn>
                                        <p:tgtEl>
                                          <p:spTgt spid="307"/>
                                        </p:tgtEl>
                                        <p:attrNameLst>
                                          <p:attrName>style.visibility</p:attrName>
                                        </p:attrNameLst>
                                      </p:cBhvr>
                                      <p:to>
                                        <p:strVal val="visible"/>
                                      </p:to>
                                    </p:set>
                                  </p:childTnLst>
                                </p:cTn>
                              </p:par>
                            </p:childTnLst>
                          </p:cTn>
                        </p:par>
                      </p:childTnLst>
                    </p:cTn>
                  </p:par>
                  <p:par>
                    <p:cTn id="607" fill="hold">
                      <p:stCondLst>
                        <p:cond delay="indefinite"/>
                      </p:stCondLst>
                      <p:childTnLst>
                        <p:par>
                          <p:cTn id="608" fill="hold">
                            <p:stCondLst>
                              <p:cond delay="0"/>
                            </p:stCondLst>
                            <p:childTnLst>
                              <p:par>
                                <p:cTn id="609" presetID="1" presetClass="entr" presetSubtype="0" fill="hold" nodeType="clickEffect">
                                  <p:stCondLst>
                                    <p:cond delay="0"/>
                                  </p:stCondLst>
                                  <p:childTnLst>
                                    <p:set>
                                      <p:cBhvr>
                                        <p:cTn id="610" dur="1" fill="hold">
                                          <p:stCondLst>
                                            <p:cond delay="0"/>
                                          </p:stCondLst>
                                        </p:cTn>
                                        <p:tgtEl>
                                          <p:spTgt spid="309"/>
                                        </p:tgtEl>
                                        <p:attrNameLst>
                                          <p:attrName>style.visibility</p:attrName>
                                        </p:attrNameLst>
                                      </p:cBhvr>
                                      <p:to>
                                        <p:strVal val="visible"/>
                                      </p:to>
                                    </p:set>
                                  </p:childTnLst>
                                </p:cTn>
                              </p:par>
                              <p:par>
                                <p:cTn id="611" presetID="1" presetClass="entr" presetSubtype="0" fill="hold" nodeType="withEffect">
                                  <p:stCondLst>
                                    <p:cond delay="0"/>
                                  </p:stCondLst>
                                  <p:childTnLst>
                                    <p:set>
                                      <p:cBhvr>
                                        <p:cTn id="612" dur="1" fill="hold">
                                          <p:stCondLst>
                                            <p:cond delay="0"/>
                                          </p:stCondLst>
                                        </p:cTn>
                                        <p:tgtEl>
                                          <p:spTgt spid="310"/>
                                        </p:tgtEl>
                                        <p:attrNameLst>
                                          <p:attrName>style.visibility</p:attrName>
                                        </p:attrNameLst>
                                      </p:cBhvr>
                                      <p:to>
                                        <p:strVal val="visible"/>
                                      </p:to>
                                    </p:set>
                                  </p:childTnLst>
                                </p:cTn>
                              </p:par>
                              <p:par>
                                <p:cTn id="613" presetID="1" presetClass="entr" presetSubtype="0" fill="hold" nodeType="withEffect">
                                  <p:stCondLst>
                                    <p:cond delay="0"/>
                                  </p:stCondLst>
                                  <p:childTnLst>
                                    <p:set>
                                      <p:cBhvr>
                                        <p:cTn id="614" dur="1" fill="hold">
                                          <p:stCondLst>
                                            <p:cond delay="0"/>
                                          </p:stCondLst>
                                        </p:cTn>
                                        <p:tgtEl>
                                          <p:spTgt spid="311"/>
                                        </p:tgtEl>
                                        <p:attrNameLst>
                                          <p:attrName>style.visibility</p:attrName>
                                        </p:attrNameLst>
                                      </p:cBhvr>
                                      <p:to>
                                        <p:strVal val="visible"/>
                                      </p:to>
                                    </p:set>
                                  </p:childTnLst>
                                </p:cTn>
                              </p:par>
                              <p:par>
                                <p:cTn id="615" presetID="1" presetClass="entr" presetSubtype="0" fill="hold" nodeType="withEffect">
                                  <p:stCondLst>
                                    <p:cond delay="0"/>
                                  </p:stCondLst>
                                  <p:childTnLst>
                                    <p:set>
                                      <p:cBhvr>
                                        <p:cTn id="616" dur="1" fill="hold">
                                          <p:stCondLst>
                                            <p:cond delay="0"/>
                                          </p:stCondLst>
                                        </p:cTn>
                                        <p:tgtEl>
                                          <p:spTgt spid="312"/>
                                        </p:tgtEl>
                                        <p:attrNameLst>
                                          <p:attrName>style.visibility</p:attrName>
                                        </p:attrNameLst>
                                      </p:cBhvr>
                                      <p:to>
                                        <p:strVal val="visible"/>
                                      </p:to>
                                    </p:set>
                                  </p:childTnLst>
                                </p:cTn>
                              </p:par>
                              <p:par>
                                <p:cTn id="617" presetID="1" presetClass="entr" presetSubtype="0" fill="hold" nodeType="withEffect">
                                  <p:stCondLst>
                                    <p:cond delay="0"/>
                                  </p:stCondLst>
                                  <p:childTnLst>
                                    <p:set>
                                      <p:cBhvr>
                                        <p:cTn id="618" dur="1" fill="hold">
                                          <p:stCondLst>
                                            <p:cond delay="0"/>
                                          </p:stCondLst>
                                        </p:cTn>
                                        <p:tgtEl>
                                          <p:spTgt spid="313"/>
                                        </p:tgtEl>
                                        <p:attrNameLst>
                                          <p:attrName>style.visibility</p:attrName>
                                        </p:attrNameLst>
                                      </p:cBhvr>
                                      <p:to>
                                        <p:strVal val="visible"/>
                                      </p:to>
                                    </p:set>
                                  </p:childTnLst>
                                </p:cTn>
                              </p:par>
                              <p:par>
                                <p:cTn id="619" presetID="1" presetClass="entr" presetSubtype="0" fill="hold" nodeType="withEffect">
                                  <p:stCondLst>
                                    <p:cond delay="0"/>
                                  </p:stCondLst>
                                  <p:childTnLst>
                                    <p:set>
                                      <p:cBhvr>
                                        <p:cTn id="620" dur="1" fill="hold">
                                          <p:stCondLst>
                                            <p:cond delay="0"/>
                                          </p:stCondLst>
                                        </p:cTn>
                                        <p:tgtEl>
                                          <p:spTgt spid="314"/>
                                        </p:tgtEl>
                                        <p:attrNameLst>
                                          <p:attrName>style.visibility</p:attrName>
                                        </p:attrNameLst>
                                      </p:cBhvr>
                                      <p:to>
                                        <p:strVal val="visible"/>
                                      </p:to>
                                    </p:set>
                                  </p:childTnLst>
                                </p:cTn>
                              </p:par>
                              <p:par>
                                <p:cTn id="621" presetID="1" presetClass="entr" presetSubtype="0" fill="hold" nodeType="withEffect">
                                  <p:stCondLst>
                                    <p:cond delay="0"/>
                                  </p:stCondLst>
                                  <p:childTnLst>
                                    <p:set>
                                      <p:cBhvr>
                                        <p:cTn id="622" dur="1" fill="hold">
                                          <p:stCondLst>
                                            <p:cond delay="0"/>
                                          </p:stCondLst>
                                        </p:cTn>
                                        <p:tgtEl>
                                          <p:spTgt spid="315"/>
                                        </p:tgtEl>
                                        <p:attrNameLst>
                                          <p:attrName>style.visibility</p:attrName>
                                        </p:attrNameLst>
                                      </p:cBhvr>
                                      <p:to>
                                        <p:strVal val="visible"/>
                                      </p:to>
                                    </p:set>
                                  </p:childTnLst>
                                </p:cTn>
                              </p:par>
                              <p:par>
                                <p:cTn id="623" presetID="1" presetClass="entr" presetSubtype="0" fill="hold" nodeType="withEffect">
                                  <p:stCondLst>
                                    <p:cond delay="0"/>
                                  </p:stCondLst>
                                  <p:childTnLst>
                                    <p:set>
                                      <p:cBhvr>
                                        <p:cTn id="624" dur="1" fill="hold">
                                          <p:stCondLst>
                                            <p:cond delay="0"/>
                                          </p:stCondLst>
                                        </p:cTn>
                                        <p:tgtEl>
                                          <p:spTgt spid="316"/>
                                        </p:tgtEl>
                                        <p:attrNameLst>
                                          <p:attrName>style.visibility</p:attrName>
                                        </p:attrNameLst>
                                      </p:cBhvr>
                                      <p:to>
                                        <p:strVal val="visible"/>
                                      </p:to>
                                    </p:set>
                                  </p:childTnLst>
                                </p:cTn>
                              </p:par>
                              <p:par>
                                <p:cTn id="625" presetID="1" presetClass="entr" presetSubtype="0" fill="hold" nodeType="withEffect">
                                  <p:stCondLst>
                                    <p:cond delay="0"/>
                                  </p:stCondLst>
                                  <p:childTnLst>
                                    <p:set>
                                      <p:cBhvr>
                                        <p:cTn id="626" dur="1" fill="hold">
                                          <p:stCondLst>
                                            <p:cond delay="0"/>
                                          </p:stCondLst>
                                        </p:cTn>
                                        <p:tgtEl>
                                          <p:spTgt spid="317"/>
                                        </p:tgtEl>
                                        <p:attrNameLst>
                                          <p:attrName>style.visibility</p:attrName>
                                        </p:attrNameLst>
                                      </p:cBhvr>
                                      <p:to>
                                        <p:strVal val="visible"/>
                                      </p:to>
                                    </p:set>
                                  </p:childTnLst>
                                </p:cTn>
                              </p:par>
                              <p:par>
                                <p:cTn id="627" presetID="1" presetClass="entr" presetSubtype="0" fill="hold" nodeType="withEffect">
                                  <p:stCondLst>
                                    <p:cond delay="0"/>
                                  </p:stCondLst>
                                  <p:childTnLst>
                                    <p:set>
                                      <p:cBhvr>
                                        <p:cTn id="628" dur="1" fill="hold">
                                          <p:stCondLst>
                                            <p:cond delay="0"/>
                                          </p:stCondLst>
                                        </p:cTn>
                                        <p:tgtEl>
                                          <p:spTgt spid="318"/>
                                        </p:tgtEl>
                                        <p:attrNameLst>
                                          <p:attrName>style.visibility</p:attrName>
                                        </p:attrNameLst>
                                      </p:cBhvr>
                                      <p:to>
                                        <p:strVal val="visible"/>
                                      </p:to>
                                    </p:set>
                                  </p:childTnLst>
                                </p:cTn>
                              </p:par>
                              <p:par>
                                <p:cTn id="629" presetID="1" presetClass="entr" presetSubtype="0" fill="hold" nodeType="withEffect">
                                  <p:stCondLst>
                                    <p:cond delay="0"/>
                                  </p:stCondLst>
                                  <p:childTnLst>
                                    <p:set>
                                      <p:cBhvr>
                                        <p:cTn id="630" dur="1" fill="hold">
                                          <p:stCondLst>
                                            <p:cond delay="0"/>
                                          </p:stCondLst>
                                        </p:cTn>
                                        <p:tgtEl>
                                          <p:spTgt spid="319"/>
                                        </p:tgtEl>
                                        <p:attrNameLst>
                                          <p:attrName>style.visibility</p:attrName>
                                        </p:attrNameLst>
                                      </p:cBhvr>
                                      <p:to>
                                        <p:strVal val="visible"/>
                                      </p:to>
                                    </p:set>
                                  </p:childTnLst>
                                </p:cTn>
                              </p:par>
                              <p:par>
                                <p:cTn id="631" presetID="1" presetClass="entr" presetSubtype="0" fill="hold" nodeType="withEffect">
                                  <p:stCondLst>
                                    <p:cond delay="0"/>
                                  </p:stCondLst>
                                  <p:childTnLst>
                                    <p:set>
                                      <p:cBhvr>
                                        <p:cTn id="632" dur="1" fill="hold">
                                          <p:stCondLst>
                                            <p:cond delay="0"/>
                                          </p:stCondLst>
                                        </p:cTn>
                                        <p:tgtEl>
                                          <p:spTgt spid="320"/>
                                        </p:tgtEl>
                                        <p:attrNameLst>
                                          <p:attrName>style.visibility</p:attrName>
                                        </p:attrNameLst>
                                      </p:cBhvr>
                                      <p:to>
                                        <p:strVal val="visible"/>
                                      </p:to>
                                    </p:set>
                                  </p:childTnLst>
                                </p:cTn>
                              </p:par>
                              <p:par>
                                <p:cTn id="633" presetID="1" presetClass="entr" presetSubtype="0" fill="hold" nodeType="withEffect">
                                  <p:stCondLst>
                                    <p:cond delay="0"/>
                                  </p:stCondLst>
                                  <p:childTnLst>
                                    <p:set>
                                      <p:cBhvr>
                                        <p:cTn id="634" dur="1" fill="hold">
                                          <p:stCondLst>
                                            <p:cond delay="0"/>
                                          </p:stCondLst>
                                        </p:cTn>
                                        <p:tgtEl>
                                          <p:spTgt spid="321"/>
                                        </p:tgtEl>
                                        <p:attrNameLst>
                                          <p:attrName>style.visibility</p:attrName>
                                        </p:attrNameLst>
                                      </p:cBhvr>
                                      <p:to>
                                        <p:strVal val="visible"/>
                                      </p:to>
                                    </p:set>
                                  </p:childTnLst>
                                </p:cTn>
                              </p:par>
                              <p:par>
                                <p:cTn id="635" presetID="1" presetClass="entr" presetSubtype="0" fill="hold" nodeType="withEffect">
                                  <p:stCondLst>
                                    <p:cond delay="0"/>
                                  </p:stCondLst>
                                  <p:childTnLst>
                                    <p:set>
                                      <p:cBhvr>
                                        <p:cTn id="636" dur="1" fill="hold">
                                          <p:stCondLst>
                                            <p:cond delay="0"/>
                                          </p:stCondLst>
                                        </p:cTn>
                                        <p:tgtEl>
                                          <p:spTgt spid="322"/>
                                        </p:tgtEl>
                                        <p:attrNameLst>
                                          <p:attrName>style.visibility</p:attrName>
                                        </p:attrNameLst>
                                      </p:cBhvr>
                                      <p:to>
                                        <p:strVal val="visible"/>
                                      </p:to>
                                    </p:set>
                                  </p:childTnLst>
                                </p:cTn>
                              </p:par>
                              <p:par>
                                <p:cTn id="637" presetID="1" presetClass="entr" presetSubtype="0" fill="hold" nodeType="withEffect">
                                  <p:stCondLst>
                                    <p:cond delay="0"/>
                                  </p:stCondLst>
                                  <p:childTnLst>
                                    <p:set>
                                      <p:cBhvr>
                                        <p:cTn id="638" dur="1" fill="hold">
                                          <p:stCondLst>
                                            <p:cond delay="0"/>
                                          </p:stCondLst>
                                        </p:cTn>
                                        <p:tgtEl>
                                          <p:spTgt spid="323"/>
                                        </p:tgtEl>
                                        <p:attrNameLst>
                                          <p:attrName>style.visibility</p:attrName>
                                        </p:attrNameLst>
                                      </p:cBhvr>
                                      <p:to>
                                        <p:strVal val="visible"/>
                                      </p:to>
                                    </p:set>
                                  </p:childTnLst>
                                </p:cTn>
                              </p:par>
                              <p:par>
                                <p:cTn id="639" presetID="1" presetClass="entr" presetSubtype="0" fill="hold" nodeType="withEffect">
                                  <p:stCondLst>
                                    <p:cond delay="0"/>
                                  </p:stCondLst>
                                  <p:childTnLst>
                                    <p:set>
                                      <p:cBhvr>
                                        <p:cTn id="640" dur="1" fill="hold">
                                          <p:stCondLst>
                                            <p:cond delay="0"/>
                                          </p:stCondLst>
                                        </p:cTn>
                                        <p:tgtEl>
                                          <p:spTgt spid="324"/>
                                        </p:tgtEl>
                                        <p:attrNameLst>
                                          <p:attrName>style.visibility</p:attrName>
                                        </p:attrNameLst>
                                      </p:cBhvr>
                                      <p:to>
                                        <p:strVal val="visible"/>
                                      </p:to>
                                    </p:set>
                                  </p:childTnLst>
                                </p:cTn>
                              </p:par>
                              <p:par>
                                <p:cTn id="641" presetID="1" presetClass="entr" presetSubtype="0" fill="hold" nodeType="withEffect">
                                  <p:stCondLst>
                                    <p:cond delay="0"/>
                                  </p:stCondLst>
                                  <p:childTnLst>
                                    <p:set>
                                      <p:cBhvr>
                                        <p:cTn id="642" dur="1" fill="hold">
                                          <p:stCondLst>
                                            <p:cond delay="0"/>
                                          </p:stCondLst>
                                        </p:cTn>
                                        <p:tgtEl>
                                          <p:spTgt spid="325"/>
                                        </p:tgtEl>
                                        <p:attrNameLst>
                                          <p:attrName>style.visibility</p:attrName>
                                        </p:attrNameLst>
                                      </p:cBhvr>
                                      <p:to>
                                        <p:strVal val="visible"/>
                                      </p:to>
                                    </p:set>
                                  </p:childTnLst>
                                </p:cTn>
                              </p:par>
                              <p:par>
                                <p:cTn id="643" presetID="1" presetClass="entr" presetSubtype="0" fill="hold" nodeType="withEffect">
                                  <p:stCondLst>
                                    <p:cond delay="0"/>
                                  </p:stCondLst>
                                  <p:childTnLst>
                                    <p:set>
                                      <p:cBhvr>
                                        <p:cTn id="644" dur="1" fill="hold">
                                          <p:stCondLst>
                                            <p:cond delay="0"/>
                                          </p:stCondLst>
                                        </p:cTn>
                                        <p:tgtEl>
                                          <p:spTgt spid="326"/>
                                        </p:tgtEl>
                                        <p:attrNameLst>
                                          <p:attrName>style.visibility</p:attrName>
                                        </p:attrNameLst>
                                      </p:cBhvr>
                                      <p:to>
                                        <p:strVal val="visible"/>
                                      </p:to>
                                    </p:set>
                                  </p:childTnLst>
                                </p:cTn>
                              </p:par>
                              <p:par>
                                <p:cTn id="645" presetID="1" presetClass="entr" presetSubtype="0" fill="hold" nodeType="withEffect">
                                  <p:stCondLst>
                                    <p:cond delay="0"/>
                                  </p:stCondLst>
                                  <p:childTnLst>
                                    <p:set>
                                      <p:cBhvr>
                                        <p:cTn id="646" dur="1" fill="hold">
                                          <p:stCondLst>
                                            <p:cond delay="0"/>
                                          </p:stCondLst>
                                        </p:cTn>
                                        <p:tgtEl>
                                          <p:spTgt spid="327"/>
                                        </p:tgtEl>
                                        <p:attrNameLst>
                                          <p:attrName>style.visibility</p:attrName>
                                        </p:attrNameLst>
                                      </p:cBhvr>
                                      <p:to>
                                        <p:strVal val="visible"/>
                                      </p:to>
                                    </p:set>
                                  </p:childTnLst>
                                </p:cTn>
                              </p:par>
                              <p:par>
                                <p:cTn id="647" presetID="1" presetClass="entr" presetSubtype="0" fill="hold" nodeType="withEffect">
                                  <p:stCondLst>
                                    <p:cond delay="0"/>
                                  </p:stCondLst>
                                  <p:childTnLst>
                                    <p:set>
                                      <p:cBhvr>
                                        <p:cTn id="648" dur="1" fill="hold">
                                          <p:stCondLst>
                                            <p:cond delay="0"/>
                                          </p:stCondLst>
                                        </p:cTn>
                                        <p:tgtEl>
                                          <p:spTgt spid="328"/>
                                        </p:tgtEl>
                                        <p:attrNameLst>
                                          <p:attrName>style.visibility</p:attrName>
                                        </p:attrNameLst>
                                      </p:cBhvr>
                                      <p:to>
                                        <p:strVal val="visible"/>
                                      </p:to>
                                    </p:set>
                                  </p:childTnLst>
                                </p:cTn>
                              </p:par>
                              <p:par>
                                <p:cTn id="649" presetID="1" presetClass="entr" presetSubtype="0" fill="hold" nodeType="withEffect">
                                  <p:stCondLst>
                                    <p:cond delay="0"/>
                                  </p:stCondLst>
                                  <p:childTnLst>
                                    <p:set>
                                      <p:cBhvr>
                                        <p:cTn id="650" dur="1" fill="hold">
                                          <p:stCondLst>
                                            <p:cond delay="0"/>
                                          </p:stCondLst>
                                        </p:cTn>
                                        <p:tgtEl>
                                          <p:spTgt spid="329"/>
                                        </p:tgtEl>
                                        <p:attrNameLst>
                                          <p:attrName>style.visibility</p:attrName>
                                        </p:attrNameLst>
                                      </p:cBhvr>
                                      <p:to>
                                        <p:strVal val="visible"/>
                                      </p:to>
                                    </p:set>
                                  </p:childTnLst>
                                </p:cTn>
                              </p:par>
                              <p:par>
                                <p:cTn id="651" presetID="1" presetClass="entr" presetSubtype="0" fill="hold" nodeType="withEffect">
                                  <p:stCondLst>
                                    <p:cond delay="0"/>
                                  </p:stCondLst>
                                  <p:childTnLst>
                                    <p:set>
                                      <p:cBhvr>
                                        <p:cTn id="652" dur="1" fill="hold">
                                          <p:stCondLst>
                                            <p:cond delay="0"/>
                                          </p:stCondLst>
                                        </p:cTn>
                                        <p:tgtEl>
                                          <p:spTgt spid="330"/>
                                        </p:tgtEl>
                                        <p:attrNameLst>
                                          <p:attrName>style.visibility</p:attrName>
                                        </p:attrNameLst>
                                      </p:cBhvr>
                                      <p:to>
                                        <p:strVal val="visible"/>
                                      </p:to>
                                    </p:set>
                                  </p:childTnLst>
                                </p:cTn>
                              </p:par>
                              <p:par>
                                <p:cTn id="653" presetID="1" presetClass="entr" presetSubtype="0" fill="hold" nodeType="withEffect">
                                  <p:stCondLst>
                                    <p:cond delay="0"/>
                                  </p:stCondLst>
                                  <p:childTnLst>
                                    <p:set>
                                      <p:cBhvr>
                                        <p:cTn id="654" dur="1" fill="hold">
                                          <p:stCondLst>
                                            <p:cond delay="0"/>
                                          </p:stCondLst>
                                        </p:cTn>
                                        <p:tgtEl>
                                          <p:spTgt spid="331"/>
                                        </p:tgtEl>
                                        <p:attrNameLst>
                                          <p:attrName>style.visibility</p:attrName>
                                        </p:attrNameLst>
                                      </p:cBhvr>
                                      <p:to>
                                        <p:strVal val="visible"/>
                                      </p:to>
                                    </p:set>
                                  </p:childTnLst>
                                </p:cTn>
                              </p:par>
                              <p:par>
                                <p:cTn id="655" presetID="1" presetClass="entr" presetSubtype="0" fill="hold" nodeType="withEffect">
                                  <p:stCondLst>
                                    <p:cond delay="0"/>
                                  </p:stCondLst>
                                  <p:childTnLst>
                                    <p:set>
                                      <p:cBhvr>
                                        <p:cTn id="656" dur="1" fill="hold">
                                          <p:stCondLst>
                                            <p:cond delay="0"/>
                                          </p:stCondLst>
                                        </p:cTn>
                                        <p:tgtEl>
                                          <p:spTgt spid="332"/>
                                        </p:tgtEl>
                                        <p:attrNameLst>
                                          <p:attrName>style.visibility</p:attrName>
                                        </p:attrNameLst>
                                      </p:cBhvr>
                                      <p:to>
                                        <p:strVal val="visible"/>
                                      </p:to>
                                    </p:set>
                                  </p:childTnLst>
                                </p:cTn>
                              </p:par>
                              <p:par>
                                <p:cTn id="657" presetID="1" presetClass="entr" presetSubtype="0" fill="hold" nodeType="withEffect">
                                  <p:stCondLst>
                                    <p:cond delay="0"/>
                                  </p:stCondLst>
                                  <p:childTnLst>
                                    <p:set>
                                      <p:cBhvr>
                                        <p:cTn id="658" dur="1" fill="hold">
                                          <p:stCondLst>
                                            <p:cond delay="0"/>
                                          </p:stCondLst>
                                        </p:cTn>
                                        <p:tgtEl>
                                          <p:spTgt spid="333"/>
                                        </p:tgtEl>
                                        <p:attrNameLst>
                                          <p:attrName>style.visibility</p:attrName>
                                        </p:attrNameLst>
                                      </p:cBhvr>
                                      <p:to>
                                        <p:strVal val="visible"/>
                                      </p:to>
                                    </p:set>
                                  </p:childTnLst>
                                </p:cTn>
                              </p:par>
                              <p:par>
                                <p:cTn id="659" presetID="1" presetClass="entr" presetSubtype="0" fill="hold" nodeType="withEffect">
                                  <p:stCondLst>
                                    <p:cond delay="0"/>
                                  </p:stCondLst>
                                  <p:childTnLst>
                                    <p:set>
                                      <p:cBhvr>
                                        <p:cTn id="660" dur="1" fill="hold">
                                          <p:stCondLst>
                                            <p:cond delay="0"/>
                                          </p:stCondLst>
                                        </p:cTn>
                                        <p:tgtEl>
                                          <p:spTgt spid="334"/>
                                        </p:tgtEl>
                                        <p:attrNameLst>
                                          <p:attrName>style.visibility</p:attrName>
                                        </p:attrNameLst>
                                      </p:cBhvr>
                                      <p:to>
                                        <p:strVal val="visible"/>
                                      </p:to>
                                    </p:set>
                                  </p:childTnLst>
                                </p:cTn>
                              </p:par>
                              <p:par>
                                <p:cTn id="661" presetID="1" presetClass="entr" presetSubtype="0" fill="hold" nodeType="withEffect">
                                  <p:stCondLst>
                                    <p:cond delay="0"/>
                                  </p:stCondLst>
                                  <p:childTnLst>
                                    <p:set>
                                      <p:cBhvr>
                                        <p:cTn id="662" dur="1" fill="hold">
                                          <p:stCondLst>
                                            <p:cond delay="0"/>
                                          </p:stCondLst>
                                        </p:cTn>
                                        <p:tgtEl>
                                          <p:spTgt spid="335"/>
                                        </p:tgtEl>
                                        <p:attrNameLst>
                                          <p:attrName>style.visibility</p:attrName>
                                        </p:attrNameLst>
                                      </p:cBhvr>
                                      <p:to>
                                        <p:strVal val="visible"/>
                                      </p:to>
                                    </p:set>
                                  </p:childTnLst>
                                </p:cTn>
                              </p:par>
                              <p:par>
                                <p:cTn id="663" presetID="1" presetClass="entr" presetSubtype="0" fill="hold" nodeType="withEffect">
                                  <p:stCondLst>
                                    <p:cond delay="0"/>
                                  </p:stCondLst>
                                  <p:childTnLst>
                                    <p:set>
                                      <p:cBhvr>
                                        <p:cTn id="664" dur="1" fill="hold">
                                          <p:stCondLst>
                                            <p:cond delay="0"/>
                                          </p:stCondLst>
                                        </p:cTn>
                                        <p:tgtEl>
                                          <p:spTgt spid="336"/>
                                        </p:tgtEl>
                                        <p:attrNameLst>
                                          <p:attrName>style.visibility</p:attrName>
                                        </p:attrNameLst>
                                      </p:cBhvr>
                                      <p:to>
                                        <p:strVal val="visible"/>
                                      </p:to>
                                    </p:set>
                                  </p:childTnLst>
                                </p:cTn>
                              </p:par>
                              <p:par>
                                <p:cTn id="665" presetID="1" presetClass="entr" presetSubtype="0" fill="hold" nodeType="withEffect">
                                  <p:stCondLst>
                                    <p:cond delay="0"/>
                                  </p:stCondLst>
                                  <p:childTnLst>
                                    <p:set>
                                      <p:cBhvr>
                                        <p:cTn id="666" dur="1" fill="hold">
                                          <p:stCondLst>
                                            <p:cond delay="0"/>
                                          </p:stCondLst>
                                        </p:cTn>
                                        <p:tgtEl>
                                          <p:spTgt spid="337"/>
                                        </p:tgtEl>
                                        <p:attrNameLst>
                                          <p:attrName>style.visibility</p:attrName>
                                        </p:attrNameLst>
                                      </p:cBhvr>
                                      <p:to>
                                        <p:strVal val="visible"/>
                                      </p:to>
                                    </p:set>
                                  </p:childTnLst>
                                </p:cTn>
                              </p:par>
                              <p:par>
                                <p:cTn id="667" presetID="1" presetClass="entr" presetSubtype="0" fill="hold" nodeType="withEffect">
                                  <p:stCondLst>
                                    <p:cond delay="0"/>
                                  </p:stCondLst>
                                  <p:childTnLst>
                                    <p:set>
                                      <p:cBhvr>
                                        <p:cTn id="668" dur="1" fill="hold">
                                          <p:stCondLst>
                                            <p:cond delay="0"/>
                                          </p:stCondLst>
                                        </p:cTn>
                                        <p:tgtEl>
                                          <p:spTgt spid="338"/>
                                        </p:tgtEl>
                                        <p:attrNameLst>
                                          <p:attrName>style.visibility</p:attrName>
                                        </p:attrNameLst>
                                      </p:cBhvr>
                                      <p:to>
                                        <p:strVal val="visible"/>
                                      </p:to>
                                    </p:set>
                                  </p:childTnLst>
                                </p:cTn>
                              </p:par>
                              <p:par>
                                <p:cTn id="669" presetID="1" presetClass="entr" presetSubtype="0" fill="hold" nodeType="withEffect">
                                  <p:stCondLst>
                                    <p:cond delay="0"/>
                                  </p:stCondLst>
                                  <p:childTnLst>
                                    <p:set>
                                      <p:cBhvr>
                                        <p:cTn id="670" dur="1" fill="hold">
                                          <p:stCondLst>
                                            <p:cond delay="0"/>
                                          </p:stCondLst>
                                        </p:cTn>
                                        <p:tgtEl>
                                          <p:spTgt spid="339"/>
                                        </p:tgtEl>
                                        <p:attrNameLst>
                                          <p:attrName>style.visibility</p:attrName>
                                        </p:attrNameLst>
                                      </p:cBhvr>
                                      <p:to>
                                        <p:strVal val="visible"/>
                                      </p:to>
                                    </p:set>
                                  </p:childTnLst>
                                </p:cTn>
                              </p:par>
                              <p:par>
                                <p:cTn id="671" presetID="1" presetClass="entr" presetSubtype="0" fill="hold" nodeType="withEffect">
                                  <p:stCondLst>
                                    <p:cond delay="0"/>
                                  </p:stCondLst>
                                  <p:childTnLst>
                                    <p:set>
                                      <p:cBhvr>
                                        <p:cTn id="672" dur="1" fill="hold">
                                          <p:stCondLst>
                                            <p:cond delay="0"/>
                                          </p:stCondLst>
                                        </p:cTn>
                                        <p:tgtEl>
                                          <p:spTgt spid="340"/>
                                        </p:tgtEl>
                                        <p:attrNameLst>
                                          <p:attrName>style.visibility</p:attrName>
                                        </p:attrNameLst>
                                      </p:cBhvr>
                                      <p:to>
                                        <p:strVal val="visible"/>
                                      </p:to>
                                    </p:set>
                                  </p:childTnLst>
                                </p:cTn>
                              </p:par>
                              <p:par>
                                <p:cTn id="673" presetID="1" presetClass="entr" presetSubtype="0" fill="hold" nodeType="withEffect">
                                  <p:stCondLst>
                                    <p:cond delay="0"/>
                                  </p:stCondLst>
                                  <p:childTnLst>
                                    <p:set>
                                      <p:cBhvr>
                                        <p:cTn id="674" dur="1" fill="hold">
                                          <p:stCondLst>
                                            <p:cond delay="0"/>
                                          </p:stCondLst>
                                        </p:cTn>
                                        <p:tgtEl>
                                          <p:spTgt spid="341"/>
                                        </p:tgtEl>
                                        <p:attrNameLst>
                                          <p:attrName>style.visibility</p:attrName>
                                        </p:attrNameLst>
                                      </p:cBhvr>
                                      <p:to>
                                        <p:strVal val="visible"/>
                                      </p:to>
                                    </p:set>
                                  </p:childTnLst>
                                </p:cTn>
                              </p:par>
                              <p:par>
                                <p:cTn id="675" presetID="1" presetClass="entr" presetSubtype="0" fill="hold" nodeType="withEffect">
                                  <p:stCondLst>
                                    <p:cond delay="0"/>
                                  </p:stCondLst>
                                  <p:childTnLst>
                                    <p:set>
                                      <p:cBhvr>
                                        <p:cTn id="676" dur="1" fill="hold">
                                          <p:stCondLst>
                                            <p:cond delay="0"/>
                                          </p:stCondLst>
                                        </p:cTn>
                                        <p:tgtEl>
                                          <p:spTgt spid="342"/>
                                        </p:tgtEl>
                                        <p:attrNameLst>
                                          <p:attrName>style.visibility</p:attrName>
                                        </p:attrNameLst>
                                      </p:cBhvr>
                                      <p:to>
                                        <p:strVal val="visible"/>
                                      </p:to>
                                    </p:set>
                                  </p:childTnLst>
                                </p:cTn>
                              </p:par>
                              <p:par>
                                <p:cTn id="677" presetID="1" presetClass="entr" presetSubtype="0" fill="hold" nodeType="withEffect">
                                  <p:stCondLst>
                                    <p:cond delay="0"/>
                                  </p:stCondLst>
                                  <p:childTnLst>
                                    <p:set>
                                      <p:cBhvr>
                                        <p:cTn id="678" dur="1" fill="hold">
                                          <p:stCondLst>
                                            <p:cond delay="0"/>
                                          </p:stCondLst>
                                        </p:cTn>
                                        <p:tgtEl>
                                          <p:spTgt spid="343"/>
                                        </p:tgtEl>
                                        <p:attrNameLst>
                                          <p:attrName>style.visibility</p:attrName>
                                        </p:attrNameLst>
                                      </p:cBhvr>
                                      <p:to>
                                        <p:strVal val="visible"/>
                                      </p:to>
                                    </p:set>
                                  </p:childTnLst>
                                </p:cTn>
                              </p:par>
                              <p:par>
                                <p:cTn id="679" presetID="1" presetClass="entr" presetSubtype="0" fill="hold" nodeType="withEffect">
                                  <p:stCondLst>
                                    <p:cond delay="0"/>
                                  </p:stCondLst>
                                  <p:childTnLst>
                                    <p:set>
                                      <p:cBhvr>
                                        <p:cTn id="680" dur="1" fill="hold">
                                          <p:stCondLst>
                                            <p:cond delay="0"/>
                                          </p:stCondLst>
                                        </p:cTn>
                                        <p:tgtEl>
                                          <p:spTgt spid="344"/>
                                        </p:tgtEl>
                                        <p:attrNameLst>
                                          <p:attrName>style.visibility</p:attrName>
                                        </p:attrNameLst>
                                      </p:cBhvr>
                                      <p:to>
                                        <p:strVal val="visible"/>
                                      </p:to>
                                    </p:set>
                                  </p:childTnLst>
                                </p:cTn>
                              </p:par>
                              <p:par>
                                <p:cTn id="681" presetID="1" presetClass="entr" presetSubtype="0" fill="hold" nodeType="withEffect">
                                  <p:stCondLst>
                                    <p:cond delay="0"/>
                                  </p:stCondLst>
                                  <p:childTnLst>
                                    <p:set>
                                      <p:cBhvr>
                                        <p:cTn id="682" dur="1" fill="hold">
                                          <p:stCondLst>
                                            <p:cond delay="0"/>
                                          </p:stCondLst>
                                        </p:cTn>
                                        <p:tgtEl>
                                          <p:spTgt spid="345"/>
                                        </p:tgtEl>
                                        <p:attrNameLst>
                                          <p:attrName>style.visibility</p:attrName>
                                        </p:attrNameLst>
                                      </p:cBhvr>
                                      <p:to>
                                        <p:strVal val="visible"/>
                                      </p:to>
                                    </p:set>
                                  </p:childTnLst>
                                </p:cTn>
                              </p:par>
                              <p:par>
                                <p:cTn id="683" presetID="1" presetClass="entr" presetSubtype="0" fill="hold" nodeType="withEffect">
                                  <p:stCondLst>
                                    <p:cond delay="0"/>
                                  </p:stCondLst>
                                  <p:childTnLst>
                                    <p:set>
                                      <p:cBhvr>
                                        <p:cTn id="684" dur="1" fill="hold">
                                          <p:stCondLst>
                                            <p:cond delay="0"/>
                                          </p:stCondLst>
                                        </p:cTn>
                                        <p:tgtEl>
                                          <p:spTgt spid="346"/>
                                        </p:tgtEl>
                                        <p:attrNameLst>
                                          <p:attrName>style.visibility</p:attrName>
                                        </p:attrNameLst>
                                      </p:cBhvr>
                                      <p:to>
                                        <p:strVal val="visible"/>
                                      </p:to>
                                    </p:set>
                                  </p:childTnLst>
                                </p:cTn>
                              </p:par>
                              <p:par>
                                <p:cTn id="685" presetID="1" presetClass="entr" presetSubtype="0" fill="hold" nodeType="withEffect">
                                  <p:stCondLst>
                                    <p:cond delay="0"/>
                                  </p:stCondLst>
                                  <p:childTnLst>
                                    <p:set>
                                      <p:cBhvr>
                                        <p:cTn id="686" dur="1" fill="hold">
                                          <p:stCondLst>
                                            <p:cond delay="0"/>
                                          </p:stCondLst>
                                        </p:cTn>
                                        <p:tgtEl>
                                          <p:spTgt spid="347"/>
                                        </p:tgtEl>
                                        <p:attrNameLst>
                                          <p:attrName>style.visibility</p:attrName>
                                        </p:attrNameLst>
                                      </p:cBhvr>
                                      <p:to>
                                        <p:strVal val="visible"/>
                                      </p:to>
                                    </p:set>
                                  </p:childTnLst>
                                </p:cTn>
                              </p:par>
                              <p:par>
                                <p:cTn id="687" presetID="1" presetClass="entr" presetSubtype="0" fill="hold" nodeType="withEffect">
                                  <p:stCondLst>
                                    <p:cond delay="0"/>
                                  </p:stCondLst>
                                  <p:childTnLst>
                                    <p:set>
                                      <p:cBhvr>
                                        <p:cTn id="688" dur="1" fill="hold">
                                          <p:stCondLst>
                                            <p:cond delay="0"/>
                                          </p:stCondLst>
                                        </p:cTn>
                                        <p:tgtEl>
                                          <p:spTgt spid="348"/>
                                        </p:tgtEl>
                                        <p:attrNameLst>
                                          <p:attrName>style.visibility</p:attrName>
                                        </p:attrNameLst>
                                      </p:cBhvr>
                                      <p:to>
                                        <p:strVal val="visible"/>
                                      </p:to>
                                    </p:set>
                                  </p:childTnLst>
                                </p:cTn>
                              </p:par>
                              <p:par>
                                <p:cTn id="689" presetID="1" presetClass="entr" presetSubtype="0" fill="hold" nodeType="withEffect">
                                  <p:stCondLst>
                                    <p:cond delay="0"/>
                                  </p:stCondLst>
                                  <p:childTnLst>
                                    <p:set>
                                      <p:cBhvr>
                                        <p:cTn id="690" dur="1" fill="hold">
                                          <p:stCondLst>
                                            <p:cond delay="0"/>
                                          </p:stCondLst>
                                        </p:cTn>
                                        <p:tgtEl>
                                          <p:spTgt spid="349"/>
                                        </p:tgtEl>
                                        <p:attrNameLst>
                                          <p:attrName>style.visibility</p:attrName>
                                        </p:attrNameLst>
                                      </p:cBhvr>
                                      <p:to>
                                        <p:strVal val="visible"/>
                                      </p:to>
                                    </p:set>
                                  </p:childTnLst>
                                </p:cTn>
                              </p:par>
                              <p:par>
                                <p:cTn id="691" presetID="1" presetClass="entr" presetSubtype="0" fill="hold" nodeType="withEffect">
                                  <p:stCondLst>
                                    <p:cond delay="0"/>
                                  </p:stCondLst>
                                  <p:childTnLst>
                                    <p:set>
                                      <p:cBhvr>
                                        <p:cTn id="692" dur="1" fill="hold">
                                          <p:stCondLst>
                                            <p:cond delay="0"/>
                                          </p:stCondLst>
                                        </p:cTn>
                                        <p:tgtEl>
                                          <p:spTgt spid="350"/>
                                        </p:tgtEl>
                                        <p:attrNameLst>
                                          <p:attrName>style.visibility</p:attrName>
                                        </p:attrNameLst>
                                      </p:cBhvr>
                                      <p:to>
                                        <p:strVal val="visible"/>
                                      </p:to>
                                    </p:set>
                                  </p:childTnLst>
                                </p:cTn>
                              </p:par>
                              <p:par>
                                <p:cTn id="693" presetID="1" presetClass="entr" presetSubtype="0" fill="hold" nodeType="withEffect">
                                  <p:stCondLst>
                                    <p:cond delay="0"/>
                                  </p:stCondLst>
                                  <p:childTnLst>
                                    <p:set>
                                      <p:cBhvr>
                                        <p:cTn id="694" dur="1" fill="hold">
                                          <p:stCondLst>
                                            <p:cond delay="0"/>
                                          </p:stCondLst>
                                        </p:cTn>
                                        <p:tgtEl>
                                          <p:spTgt spid="351"/>
                                        </p:tgtEl>
                                        <p:attrNameLst>
                                          <p:attrName>style.visibility</p:attrName>
                                        </p:attrNameLst>
                                      </p:cBhvr>
                                      <p:to>
                                        <p:strVal val="visible"/>
                                      </p:to>
                                    </p:set>
                                  </p:childTnLst>
                                </p:cTn>
                              </p:par>
                              <p:par>
                                <p:cTn id="695" presetID="1" presetClass="entr" presetSubtype="0" fill="hold" nodeType="withEffect">
                                  <p:stCondLst>
                                    <p:cond delay="0"/>
                                  </p:stCondLst>
                                  <p:childTnLst>
                                    <p:set>
                                      <p:cBhvr>
                                        <p:cTn id="696" dur="1" fill="hold">
                                          <p:stCondLst>
                                            <p:cond delay="0"/>
                                          </p:stCondLst>
                                        </p:cTn>
                                        <p:tgtEl>
                                          <p:spTgt spid="352"/>
                                        </p:tgtEl>
                                        <p:attrNameLst>
                                          <p:attrName>style.visibility</p:attrName>
                                        </p:attrNameLst>
                                      </p:cBhvr>
                                      <p:to>
                                        <p:strVal val="visible"/>
                                      </p:to>
                                    </p:set>
                                  </p:childTnLst>
                                </p:cTn>
                              </p:par>
                              <p:par>
                                <p:cTn id="697" presetID="1" presetClass="entr" presetSubtype="0" fill="hold" nodeType="withEffect">
                                  <p:stCondLst>
                                    <p:cond delay="0"/>
                                  </p:stCondLst>
                                  <p:childTnLst>
                                    <p:set>
                                      <p:cBhvr>
                                        <p:cTn id="698" dur="1" fill="hold">
                                          <p:stCondLst>
                                            <p:cond delay="0"/>
                                          </p:stCondLst>
                                        </p:cTn>
                                        <p:tgtEl>
                                          <p:spTgt spid="353"/>
                                        </p:tgtEl>
                                        <p:attrNameLst>
                                          <p:attrName>style.visibility</p:attrName>
                                        </p:attrNameLst>
                                      </p:cBhvr>
                                      <p:to>
                                        <p:strVal val="visible"/>
                                      </p:to>
                                    </p:set>
                                  </p:childTnLst>
                                </p:cTn>
                              </p:par>
                              <p:par>
                                <p:cTn id="699" presetID="1" presetClass="entr" presetSubtype="0" fill="hold" nodeType="withEffect">
                                  <p:stCondLst>
                                    <p:cond delay="0"/>
                                  </p:stCondLst>
                                  <p:childTnLst>
                                    <p:set>
                                      <p:cBhvr>
                                        <p:cTn id="700" dur="1" fill="hold">
                                          <p:stCondLst>
                                            <p:cond delay="0"/>
                                          </p:stCondLst>
                                        </p:cTn>
                                        <p:tgtEl>
                                          <p:spTgt spid="354"/>
                                        </p:tgtEl>
                                        <p:attrNameLst>
                                          <p:attrName>style.visibility</p:attrName>
                                        </p:attrNameLst>
                                      </p:cBhvr>
                                      <p:to>
                                        <p:strVal val="visible"/>
                                      </p:to>
                                    </p:set>
                                  </p:childTnLst>
                                </p:cTn>
                              </p:par>
                              <p:par>
                                <p:cTn id="701" presetID="1" presetClass="entr" presetSubtype="0" fill="hold" nodeType="withEffect">
                                  <p:stCondLst>
                                    <p:cond delay="0"/>
                                  </p:stCondLst>
                                  <p:childTnLst>
                                    <p:set>
                                      <p:cBhvr>
                                        <p:cTn id="702" dur="1" fill="hold">
                                          <p:stCondLst>
                                            <p:cond delay="0"/>
                                          </p:stCondLst>
                                        </p:cTn>
                                        <p:tgtEl>
                                          <p:spTgt spid="355"/>
                                        </p:tgtEl>
                                        <p:attrNameLst>
                                          <p:attrName>style.visibility</p:attrName>
                                        </p:attrNameLst>
                                      </p:cBhvr>
                                      <p:to>
                                        <p:strVal val="visible"/>
                                      </p:to>
                                    </p:set>
                                  </p:childTnLst>
                                </p:cTn>
                              </p:par>
                              <p:par>
                                <p:cTn id="703" presetID="1" presetClass="entr" presetSubtype="0" fill="hold" nodeType="withEffect">
                                  <p:stCondLst>
                                    <p:cond delay="0"/>
                                  </p:stCondLst>
                                  <p:childTnLst>
                                    <p:set>
                                      <p:cBhvr>
                                        <p:cTn id="704" dur="1" fill="hold">
                                          <p:stCondLst>
                                            <p:cond delay="0"/>
                                          </p:stCondLst>
                                        </p:cTn>
                                        <p:tgtEl>
                                          <p:spTgt spid="356"/>
                                        </p:tgtEl>
                                        <p:attrNameLst>
                                          <p:attrName>style.visibility</p:attrName>
                                        </p:attrNameLst>
                                      </p:cBhvr>
                                      <p:to>
                                        <p:strVal val="visible"/>
                                      </p:to>
                                    </p:set>
                                  </p:childTnLst>
                                </p:cTn>
                              </p:par>
                              <p:par>
                                <p:cTn id="705" presetID="1" presetClass="entr" presetSubtype="0" fill="hold" nodeType="withEffect">
                                  <p:stCondLst>
                                    <p:cond delay="0"/>
                                  </p:stCondLst>
                                  <p:childTnLst>
                                    <p:set>
                                      <p:cBhvr>
                                        <p:cTn id="706" dur="1" fill="hold">
                                          <p:stCondLst>
                                            <p:cond delay="0"/>
                                          </p:stCondLst>
                                        </p:cTn>
                                        <p:tgtEl>
                                          <p:spTgt spid="357"/>
                                        </p:tgtEl>
                                        <p:attrNameLst>
                                          <p:attrName>style.visibility</p:attrName>
                                        </p:attrNameLst>
                                      </p:cBhvr>
                                      <p:to>
                                        <p:strVal val="visible"/>
                                      </p:to>
                                    </p:set>
                                  </p:childTnLst>
                                </p:cTn>
                              </p:par>
                              <p:par>
                                <p:cTn id="707" presetID="1" presetClass="entr" presetSubtype="0" fill="hold" nodeType="withEffect">
                                  <p:stCondLst>
                                    <p:cond delay="0"/>
                                  </p:stCondLst>
                                  <p:childTnLst>
                                    <p:set>
                                      <p:cBhvr>
                                        <p:cTn id="708" dur="1" fill="hold">
                                          <p:stCondLst>
                                            <p:cond delay="0"/>
                                          </p:stCondLst>
                                        </p:cTn>
                                        <p:tgtEl>
                                          <p:spTgt spid="358"/>
                                        </p:tgtEl>
                                        <p:attrNameLst>
                                          <p:attrName>style.visibility</p:attrName>
                                        </p:attrNameLst>
                                      </p:cBhvr>
                                      <p:to>
                                        <p:strVal val="visible"/>
                                      </p:to>
                                    </p:set>
                                  </p:childTnLst>
                                </p:cTn>
                              </p:par>
                              <p:par>
                                <p:cTn id="709" presetID="1" presetClass="entr" presetSubtype="0" fill="hold" nodeType="withEffect">
                                  <p:stCondLst>
                                    <p:cond delay="0"/>
                                  </p:stCondLst>
                                  <p:childTnLst>
                                    <p:set>
                                      <p:cBhvr>
                                        <p:cTn id="710" dur="1" fill="hold">
                                          <p:stCondLst>
                                            <p:cond delay="0"/>
                                          </p:stCondLst>
                                        </p:cTn>
                                        <p:tgtEl>
                                          <p:spTgt spid="359"/>
                                        </p:tgtEl>
                                        <p:attrNameLst>
                                          <p:attrName>style.visibility</p:attrName>
                                        </p:attrNameLst>
                                      </p:cBhvr>
                                      <p:to>
                                        <p:strVal val="visible"/>
                                      </p:to>
                                    </p:set>
                                  </p:childTnLst>
                                </p:cTn>
                              </p:par>
                              <p:par>
                                <p:cTn id="711" presetID="1" presetClass="entr" presetSubtype="0" fill="hold" nodeType="withEffect">
                                  <p:stCondLst>
                                    <p:cond delay="0"/>
                                  </p:stCondLst>
                                  <p:childTnLst>
                                    <p:set>
                                      <p:cBhvr>
                                        <p:cTn id="712" dur="1" fill="hold">
                                          <p:stCondLst>
                                            <p:cond delay="0"/>
                                          </p:stCondLst>
                                        </p:cTn>
                                        <p:tgtEl>
                                          <p:spTgt spid="360"/>
                                        </p:tgtEl>
                                        <p:attrNameLst>
                                          <p:attrName>style.visibility</p:attrName>
                                        </p:attrNameLst>
                                      </p:cBhvr>
                                      <p:to>
                                        <p:strVal val="visible"/>
                                      </p:to>
                                    </p:set>
                                  </p:childTnLst>
                                </p:cTn>
                              </p:par>
                              <p:par>
                                <p:cTn id="713" presetID="1" presetClass="entr" presetSubtype="0" fill="hold" nodeType="withEffect">
                                  <p:stCondLst>
                                    <p:cond delay="0"/>
                                  </p:stCondLst>
                                  <p:childTnLst>
                                    <p:set>
                                      <p:cBhvr>
                                        <p:cTn id="714" dur="1" fill="hold">
                                          <p:stCondLst>
                                            <p:cond delay="0"/>
                                          </p:stCondLst>
                                        </p:cTn>
                                        <p:tgtEl>
                                          <p:spTgt spid="361"/>
                                        </p:tgtEl>
                                        <p:attrNameLst>
                                          <p:attrName>style.visibility</p:attrName>
                                        </p:attrNameLst>
                                      </p:cBhvr>
                                      <p:to>
                                        <p:strVal val="visible"/>
                                      </p:to>
                                    </p:set>
                                  </p:childTnLst>
                                </p:cTn>
                              </p:par>
                              <p:par>
                                <p:cTn id="715" presetID="1" presetClass="entr" presetSubtype="0" fill="hold" nodeType="withEffect">
                                  <p:stCondLst>
                                    <p:cond delay="0"/>
                                  </p:stCondLst>
                                  <p:childTnLst>
                                    <p:set>
                                      <p:cBhvr>
                                        <p:cTn id="716" dur="1" fill="hold">
                                          <p:stCondLst>
                                            <p:cond delay="0"/>
                                          </p:stCondLst>
                                        </p:cTn>
                                        <p:tgtEl>
                                          <p:spTgt spid="362"/>
                                        </p:tgtEl>
                                        <p:attrNameLst>
                                          <p:attrName>style.visibility</p:attrName>
                                        </p:attrNameLst>
                                      </p:cBhvr>
                                      <p:to>
                                        <p:strVal val="visible"/>
                                      </p:to>
                                    </p:set>
                                  </p:childTnLst>
                                </p:cTn>
                              </p:par>
                              <p:par>
                                <p:cTn id="717" presetID="1" presetClass="entr" presetSubtype="0" fill="hold" nodeType="withEffect">
                                  <p:stCondLst>
                                    <p:cond delay="0"/>
                                  </p:stCondLst>
                                  <p:childTnLst>
                                    <p:set>
                                      <p:cBhvr>
                                        <p:cTn id="718" dur="1" fill="hold">
                                          <p:stCondLst>
                                            <p:cond delay="0"/>
                                          </p:stCondLst>
                                        </p:cTn>
                                        <p:tgtEl>
                                          <p:spTgt spid="363"/>
                                        </p:tgtEl>
                                        <p:attrNameLst>
                                          <p:attrName>style.visibility</p:attrName>
                                        </p:attrNameLst>
                                      </p:cBhvr>
                                      <p:to>
                                        <p:strVal val="visible"/>
                                      </p:to>
                                    </p:set>
                                  </p:childTnLst>
                                </p:cTn>
                              </p:par>
                              <p:par>
                                <p:cTn id="719" presetID="1" presetClass="entr" presetSubtype="0" fill="hold" nodeType="withEffect">
                                  <p:stCondLst>
                                    <p:cond delay="0"/>
                                  </p:stCondLst>
                                  <p:childTnLst>
                                    <p:set>
                                      <p:cBhvr>
                                        <p:cTn id="720" dur="1" fill="hold">
                                          <p:stCondLst>
                                            <p:cond delay="0"/>
                                          </p:stCondLst>
                                        </p:cTn>
                                        <p:tgtEl>
                                          <p:spTgt spid="364"/>
                                        </p:tgtEl>
                                        <p:attrNameLst>
                                          <p:attrName>style.visibility</p:attrName>
                                        </p:attrNameLst>
                                      </p:cBhvr>
                                      <p:to>
                                        <p:strVal val="visible"/>
                                      </p:to>
                                    </p:set>
                                  </p:childTnLst>
                                </p:cTn>
                              </p:par>
                              <p:par>
                                <p:cTn id="721" presetID="1" presetClass="entr" presetSubtype="0" fill="hold" nodeType="withEffect">
                                  <p:stCondLst>
                                    <p:cond delay="0"/>
                                  </p:stCondLst>
                                  <p:childTnLst>
                                    <p:set>
                                      <p:cBhvr>
                                        <p:cTn id="722" dur="1" fill="hold">
                                          <p:stCondLst>
                                            <p:cond delay="0"/>
                                          </p:stCondLst>
                                        </p:cTn>
                                        <p:tgtEl>
                                          <p:spTgt spid="365"/>
                                        </p:tgtEl>
                                        <p:attrNameLst>
                                          <p:attrName>style.visibility</p:attrName>
                                        </p:attrNameLst>
                                      </p:cBhvr>
                                      <p:to>
                                        <p:strVal val="visible"/>
                                      </p:to>
                                    </p:set>
                                  </p:childTnLst>
                                </p:cTn>
                              </p:par>
                              <p:par>
                                <p:cTn id="723" presetID="1" presetClass="entr" presetSubtype="0" fill="hold" nodeType="withEffect">
                                  <p:stCondLst>
                                    <p:cond delay="0"/>
                                  </p:stCondLst>
                                  <p:childTnLst>
                                    <p:set>
                                      <p:cBhvr>
                                        <p:cTn id="724" dur="1" fill="hold">
                                          <p:stCondLst>
                                            <p:cond delay="0"/>
                                          </p:stCondLst>
                                        </p:cTn>
                                        <p:tgtEl>
                                          <p:spTgt spid="366"/>
                                        </p:tgtEl>
                                        <p:attrNameLst>
                                          <p:attrName>style.visibility</p:attrName>
                                        </p:attrNameLst>
                                      </p:cBhvr>
                                      <p:to>
                                        <p:strVal val="visible"/>
                                      </p:to>
                                    </p:set>
                                  </p:childTnLst>
                                </p:cTn>
                              </p:par>
                              <p:par>
                                <p:cTn id="725" presetID="1" presetClass="entr" presetSubtype="0" fill="hold" nodeType="withEffect">
                                  <p:stCondLst>
                                    <p:cond delay="0"/>
                                  </p:stCondLst>
                                  <p:childTnLst>
                                    <p:set>
                                      <p:cBhvr>
                                        <p:cTn id="726" dur="1" fill="hold">
                                          <p:stCondLst>
                                            <p:cond delay="0"/>
                                          </p:stCondLst>
                                        </p:cTn>
                                        <p:tgtEl>
                                          <p:spTgt spid="367"/>
                                        </p:tgtEl>
                                        <p:attrNameLst>
                                          <p:attrName>style.visibility</p:attrName>
                                        </p:attrNameLst>
                                      </p:cBhvr>
                                      <p:to>
                                        <p:strVal val="visible"/>
                                      </p:to>
                                    </p:set>
                                  </p:childTnLst>
                                </p:cTn>
                              </p:par>
                              <p:par>
                                <p:cTn id="727" presetID="1" presetClass="entr" presetSubtype="0" fill="hold" nodeType="withEffect">
                                  <p:stCondLst>
                                    <p:cond delay="0"/>
                                  </p:stCondLst>
                                  <p:childTnLst>
                                    <p:set>
                                      <p:cBhvr>
                                        <p:cTn id="728" dur="1" fill="hold">
                                          <p:stCondLst>
                                            <p:cond delay="0"/>
                                          </p:stCondLst>
                                        </p:cTn>
                                        <p:tgtEl>
                                          <p:spTgt spid="368"/>
                                        </p:tgtEl>
                                        <p:attrNameLst>
                                          <p:attrName>style.visibility</p:attrName>
                                        </p:attrNameLst>
                                      </p:cBhvr>
                                      <p:to>
                                        <p:strVal val="visible"/>
                                      </p:to>
                                    </p:set>
                                  </p:childTnLst>
                                </p:cTn>
                              </p:par>
                              <p:par>
                                <p:cTn id="729" presetID="1" presetClass="entr" presetSubtype="0" fill="hold" nodeType="withEffect">
                                  <p:stCondLst>
                                    <p:cond delay="0"/>
                                  </p:stCondLst>
                                  <p:childTnLst>
                                    <p:set>
                                      <p:cBhvr>
                                        <p:cTn id="730" dur="1" fill="hold">
                                          <p:stCondLst>
                                            <p:cond delay="0"/>
                                          </p:stCondLst>
                                        </p:cTn>
                                        <p:tgtEl>
                                          <p:spTgt spid="369"/>
                                        </p:tgtEl>
                                        <p:attrNameLst>
                                          <p:attrName>style.visibility</p:attrName>
                                        </p:attrNameLst>
                                      </p:cBhvr>
                                      <p:to>
                                        <p:strVal val="visible"/>
                                      </p:to>
                                    </p:set>
                                  </p:childTnLst>
                                </p:cTn>
                              </p:par>
                              <p:par>
                                <p:cTn id="731" presetID="1" presetClass="entr" presetSubtype="0" fill="hold" nodeType="withEffect">
                                  <p:stCondLst>
                                    <p:cond delay="0"/>
                                  </p:stCondLst>
                                  <p:childTnLst>
                                    <p:set>
                                      <p:cBhvr>
                                        <p:cTn id="732" dur="1" fill="hold">
                                          <p:stCondLst>
                                            <p:cond delay="0"/>
                                          </p:stCondLst>
                                        </p:cTn>
                                        <p:tgtEl>
                                          <p:spTgt spid="370"/>
                                        </p:tgtEl>
                                        <p:attrNameLst>
                                          <p:attrName>style.visibility</p:attrName>
                                        </p:attrNameLst>
                                      </p:cBhvr>
                                      <p:to>
                                        <p:strVal val="visible"/>
                                      </p:to>
                                    </p:set>
                                  </p:childTnLst>
                                </p:cTn>
                              </p:par>
                              <p:par>
                                <p:cTn id="733" presetID="1" presetClass="entr" presetSubtype="0" fill="hold" nodeType="withEffect">
                                  <p:stCondLst>
                                    <p:cond delay="0"/>
                                  </p:stCondLst>
                                  <p:childTnLst>
                                    <p:set>
                                      <p:cBhvr>
                                        <p:cTn id="734" dur="1" fill="hold">
                                          <p:stCondLst>
                                            <p:cond delay="0"/>
                                          </p:stCondLst>
                                        </p:cTn>
                                        <p:tgtEl>
                                          <p:spTgt spid="371"/>
                                        </p:tgtEl>
                                        <p:attrNameLst>
                                          <p:attrName>style.visibility</p:attrName>
                                        </p:attrNameLst>
                                      </p:cBhvr>
                                      <p:to>
                                        <p:strVal val="visible"/>
                                      </p:to>
                                    </p:set>
                                  </p:childTnLst>
                                </p:cTn>
                              </p:par>
                              <p:par>
                                <p:cTn id="735" presetID="1" presetClass="entr" presetSubtype="0" fill="hold" nodeType="withEffect">
                                  <p:stCondLst>
                                    <p:cond delay="0"/>
                                  </p:stCondLst>
                                  <p:childTnLst>
                                    <p:set>
                                      <p:cBhvr>
                                        <p:cTn id="736" dur="1" fill="hold">
                                          <p:stCondLst>
                                            <p:cond delay="0"/>
                                          </p:stCondLst>
                                        </p:cTn>
                                        <p:tgtEl>
                                          <p:spTgt spid="372"/>
                                        </p:tgtEl>
                                        <p:attrNameLst>
                                          <p:attrName>style.visibility</p:attrName>
                                        </p:attrNameLst>
                                      </p:cBhvr>
                                      <p:to>
                                        <p:strVal val="visible"/>
                                      </p:to>
                                    </p:set>
                                  </p:childTnLst>
                                </p:cTn>
                              </p:par>
                              <p:par>
                                <p:cTn id="737" presetID="1" presetClass="entr" presetSubtype="0" fill="hold" nodeType="withEffect">
                                  <p:stCondLst>
                                    <p:cond delay="0"/>
                                  </p:stCondLst>
                                  <p:childTnLst>
                                    <p:set>
                                      <p:cBhvr>
                                        <p:cTn id="738" dur="1" fill="hold">
                                          <p:stCondLst>
                                            <p:cond delay="0"/>
                                          </p:stCondLst>
                                        </p:cTn>
                                        <p:tgtEl>
                                          <p:spTgt spid="373"/>
                                        </p:tgtEl>
                                        <p:attrNameLst>
                                          <p:attrName>style.visibility</p:attrName>
                                        </p:attrNameLst>
                                      </p:cBhvr>
                                      <p:to>
                                        <p:strVal val="visible"/>
                                      </p:to>
                                    </p:set>
                                  </p:childTnLst>
                                </p:cTn>
                              </p:par>
                              <p:par>
                                <p:cTn id="739" presetID="1" presetClass="entr" presetSubtype="0" fill="hold" nodeType="withEffect">
                                  <p:stCondLst>
                                    <p:cond delay="0"/>
                                  </p:stCondLst>
                                  <p:childTnLst>
                                    <p:set>
                                      <p:cBhvr>
                                        <p:cTn id="740" dur="1" fill="hold">
                                          <p:stCondLst>
                                            <p:cond delay="0"/>
                                          </p:stCondLst>
                                        </p:cTn>
                                        <p:tgtEl>
                                          <p:spTgt spid="374"/>
                                        </p:tgtEl>
                                        <p:attrNameLst>
                                          <p:attrName>style.visibility</p:attrName>
                                        </p:attrNameLst>
                                      </p:cBhvr>
                                      <p:to>
                                        <p:strVal val="visible"/>
                                      </p:to>
                                    </p:set>
                                  </p:childTnLst>
                                </p:cTn>
                              </p:par>
                              <p:par>
                                <p:cTn id="741" presetID="1" presetClass="entr" presetSubtype="0" fill="hold" nodeType="withEffect">
                                  <p:stCondLst>
                                    <p:cond delay="0"/>
                                  </p:stCondLst>
                                  <p:childTnLst>
                                    <p:set>
                                      <p:cBhvr>
                                        <p:cTn id="742" dur="1" fill="hold">
                                          <p:stCondLst>
                                            <p:cond delay="0"/>
                                          </p:stCondLst>
                                        </p:cTn>
                                        <p:tgtEl>
                                          <p:spTgt spid="375"/>
                                        </p:tgtEl>
                                        <p:attrNameLst>
                                          <p:attrName>style.visibility</p:attrName>
                                        </p:attrNameLst>
                                      </p:cBhvr>
                                      <p:to>
                                        <p:strVal val="visible"/>
                                      </p:to>
                                    </p:set>
                                  </p:childTnLst>
                                </p:cTn>
                              </p:par>
                              <p:par>
                                <p:cTn id="743" presetID="1" presetClass="entr" presetSubtype="0" fill="hold" nodeType="withEffect">
                                  <p:stCondLst>
                                    <p:cond delay="0"/>
                                  </p:stCondLst>
                                  <p:childTnLst>
                                    <p:set>
                                      <p:cBhvr>
                                        <p:cTn id="744" dur="1" fill="hold">
                                          <p:stCondLst>
                                            <p:cond delay="0"/>
                                          </p:stCondLst>
                                        </p:cTn>
                                        <p:tgtEl>
                                          <p:spTgt spid="376"/>
                                        </p:tgtEl>
                                        <p:attrNameLst>
                                          <p:attrName>style.visibility</p:attrName>
                                        </p:attrNameLst>
                                      </p:cBhvr>
                                      <p:to>
                                        <p:strVal val="visible"/>
                                      </p:to>
                                    </p:set>
                                  </p:childTnLst>
                                </p:cTn>
                              </p:par>
                              <p:par>
                                <p:cTn id="745" presetID="1" presetClass="entr" presetSubtype="0" fill="hold" nodeType="withEffect">
                                  <p:stCondLst>
                                    <p:cond delay="0"/>
                                  </p:stCondLst>
                                  <p:childTnLst>
                                    <p:set>
                                      <p:cBhvr>
                                        <p:cTn id="746" dur="1" fill="hold">
                                          <p:stCondLst>
                                            <p:cond delay="0"/>
                                          </p:stCondLst>
                                        </p:cTn>
                                        <p:tgtEl>
                                          <p:spTgt spid="377"/>
                                        </p:tgtEl>
                                        <p:attrNameLst>
                                          <p:attrName>style.visibility</p:attrName>
                                        </p:attrNameLst>
                                      </p:cBhvr>
                                      <p:to>
                                        <p:strVal val="visible"/>
                                      </p:to>
                                    </p:set>
                                  </p:childTnLst>
                                </p:cTn>
                              </p:par>
                              <p:par>
                                <p:cTn id="747" presetID="1" presetClass="entr" presetSubtype="0" fill="hold" nodeType="withEffect">
                                  <p:stCondLst>
                                    <p:cond delay="0"/>
                                  </p:stCondLst>
                                  <p:childTnLst>
                                    <p:set>
                                      <p:cBhvr>
                                        <p:cTn id="748" dur="1" fill="hold">
                                          <p:stCondLst>
                                            <p:cond delay="0"/>
                                          </p:stCondLst>
                                        </p:cTn>
                                        <p:tgtEl>
                                          <p:spTgt spid="378"/>
                                        </p:tgtEl>
                                        <p:attrNameLst>
                                          <p:attrName>style.visibility</p:attrName>
                                        </p:attrNameLst>
                                      </p:cBhvr>
                                      <p:to>
                                        <p:strVal val="visible"/>
                                      </p:to>
                                    </p:set>
                                  </p:childTnLst>
                                </p:cTn>
                              </p:par>
                              <p:par>
                                <p:cTn id="749" presetID="1" presetClass="entr" presetSubtype="0" fill="hold" nodeType="withEffect">
                                  <p:stCondLst>
                                    <p:cond delay="0"/>
                                  </p:stCondLst>
                                  <p:childTnLst>
                                    <p:set>
                                      <p:cBhvr>
                                        <p:cTn id="750" dur="1" fill="hold">
                                          <p:stCondLst>
                                            <p:cond delay="0"/>
                                          </p:stCondLst>
                                        </p:cTn>
                                        <p:tgtEl>
                                          <p:spTgt spid="379"/>
                                        </p:tgtEl>
                                        <p:attrNameLst>
                                          <p:attrName>style.visibility</p:attrName>
                                        </p:attrNameLst>
                                      </p:cBhvr>
                                      <p:to>
                                        <p:strVal val="visible"/>
                                      </p:to>
                                    </p:set>
                                  </p:childTnLst>
                                </p:cTn>
                              </p:par>
                              <p:par>
                                <p:cTn id="751" presetID="1" presetClass="entr" presetSubtype="0" fill="hold" nodeType="withEffect">
                                  <p:stCondLst>
                                    <p:cond delay="0"/>
                                  </p:stCondLst>
                                  <p:childTnLst>
                                    <p:set>
                                      <p:cBhvr>
                                        <p:cTn id="752" dur="1" fill="hold">
                                          <p:stCondLst>
                                            <p:cond delay="0"/>
                                          </p:stCondLst>
                                        </p:cTn>
                                        <p:tgtEl>
                                          <p:spTgt spid="380"/>
                                        </p:tgtEl>
                                        <p:attrNameLst>
                                          <p:attrName>style.visibility</p:attrName>
                                        </p:attrNameLst>
                                      </p:cBhvr>
                                      <p:to>
                                        <p:strVal val="visible"/>
                                      </p:to>
                                    </p:set>
                                  </p:childTnLst>
                                </p:cTn>
                              </p:par>
                              <p:par>
                                <p:cTn id="753" presetID="1" presetClass="entr" presetSubtype="0" fill="hold" nodeType="withEffect">
                                  <p:stCondLst>
                                    <p:cond delay="0"/>
                                  </p:stCondLst>
                                  <p:childTnLst>
                                    <p:set>
                                      <p:cBhvr>
                                        <p:cTn id="754" dur="1" fill="hold">
                                          <p:stCondLst>
                                            <p:cond delay="0"/>
                                          </p:stCondLst>
                                        </p:cTn>
                                        <p:tgtEl>
                                          <p:spTgt spid="381"/>
                                        </p:tgtEl>
                                        <p:attrNameLst>
                                          <p:attrName>style.visibility</p:attrName>
                                        </p:attrNameLst>
                                      </p:cBhvr>
                                      <p:to>
                                        <p:strVal val="visible"/>
                                      </p:to>
                                    </p:set>
                                  </p:childTnLst>
                                </p:cTn>
                              </p:par>
                              <p:par>
                                <p:cTn id="755" presetID="1" presetClass="entr" presetSubtype="0" fill="hold" nodeType="withEffect">
                                  <p:stCondLst>
                                    <p:cond delay="0"/>
                                  </p:stCondLst>
                                  <p:childTnLst>
                                    <p:set>
                                      <p:cBhvr>
                                        <p:cTn id="756" dur="1" fill="hold">
                                          <p:stCondLst>
                                            <p:cond delay="0"/>
                                          </p:stCondLst>
                                        </p:cTn>
                                        <p:tgtEl>
                                          <p:spTgt spid="382"/>
                                        </p:tgtEl>
                                        <p:attrNameLst>
                                          <p:attrName>style.visibility</p:attrName>
                                        </p:attrNameLst>
                                      </p:cBhvr>
                                      <p:to>
                                        <p:strVal val="visible"/>
                                      </p:to>
                                    </p:set>
                                  </p:childTnLst>
                                </p:cTn>
                              </p:par>
                              <p:par>
                                <p:cTn id="757" presetID="1" presetClass="entr" presetSubtype="0" fill="hold" nodeType="withEffect">
                                  <p:stCondLst>
                                    <p:cond delay="0"/>
                                  </p:stCondLst>
                                  <p:childTnLst>
                                    <p:set>
                                      <p:cBhvr>
                                        <p:cTn id="758" dur="1" fill="hold">
                                          <p:stCondLst>
                                            <p:cond delay="0"/>
                                          </p:stCondLst>
                                        </p:cTn>
                                        <p:tgtEl>
                                          <p:spTgt spid="383"/>
                                        </p:tgtEl>
                                        <p:attrNameLst>
                                          <p:attrName>style.visibility</p:attrName>
                                        </p:attrNameLst>
                                      </p:cBhvr>
                                      <p:to>
                                        <p:strVal val="visible"/>
                                      </p:to>
                                    </p:set>
                                  </p:childTnLst>
                                </p:cTn>
                              </p:par>
                              <p:par>
                                <p:cTn id="759" presetID="1" presetClass="entr" presetSubtype="0" fill="hold" nodeType="withEffect">
                                  <p:stCondLst>
                                    <p:cond delay="0"/>
                                  </p:stCondLst>
                                  <p:childTnLst>
                                    <p:set>
                                      <p:cBhvr>
                                        <p:cTn id="760" dur="1" fill="hold">
                                          <p:stCondLst>
                                            <p:cond delay="0"/>
                                          </p:stCondLst>
                                        </p:cTn>
                                        <p:tgtEl>
                                          <p:spTgt spid="384"/>
                                        </p:tgtEl>
                                        <p:attrNameLst>
                                          <p:attrName>style.visibility</p:attrName>
                                        </p:attrNameLst>
                                      </p:cBhvr>
                                      <p:to>
                                        <p:strVal val="visible"/>
                                      </p:to>
                                    </p:set>
                                  </p:childTnLst>
                                </p:cTn>
                              </p:par>
                              <p:par>
                                <p:cTn id="761" presetID="1" presetClass="entr" presetSubtype="0" fill="hold" nodeType="withEffect">
                                  <p:stCondLst>
                                    <p:cond delay="0"/>
                                  </p:stCondLst>
                                  <p:childTnLst>
                                    <p:set>
                                      <p:cBhvr>
                                        <p:cTn id="762" dur="1" fill="hold">
                                          <p:stCondLst>
                                            <p:cond delay="0"/>
                                          </p:stCondLst>
                                        </p:cTn>
                                        <p:tgtEl>
                                          <p:spTgt spid="385"/>
                                        </p:tgtEl>
                                        <p:attrNameLst>
                                          <p:attrName>style.visibility</p:attrName>
                                        </p:attrNameLst>
                                      </p:cBhvr>
                                      <p:to>
                                        <p:strVal val="visible"/>
                                      </p:to>
                                    </p:set>
                                  </p:childTnLst>
                                </p:cTn>
                              </p:par>
                              <p:par>
                                <p:cTn id="763" presetID="1" presetClass="entr" presetSubtype="0" fill="hold" nodeType="withEffect">
                                  <p:stCondLst>
                                    <p:cond delay="0"/>
                                  </p:stCondLst>
                                  <p:childTnLst>
                                    <p:set>
                                      <p:cBhvr>
                                        <p:cTn id="764" dur="1" fill="hold">
                                          <p:stCondLst>
                                            <p:cond delay="0"/>
                                          </p:stCondLst>
                                        </p:cTn>
                                        <p:tgtEl>
                                          <p:spTgt spid="386"/>
                                        </p:tgtEl>
                                        <p:attrNameLst>
                                          <p:attrName>style.visibility</p:attrName>
                                        </p:attrNameLst>
                                      </p:cBhvr>
                                      <p:to>
                                        <p:strVal val="visible"/>
                                      </p:to>
                                    </p:set>
                                  </p:childTnLst>
                                </p:cTn>
                              </p:par>
                              <p:par>
                                <p:cTn id="765" presetID="1" presetClass="entr" presetSubtype="0" fill="hold" nodeType="withEffect">
                                  <p:stCondLst>
                                    <p:cond delay="0"/>
                                  </p:stCondLst>
                                  <p:childTnLst>
                                    <p:set>
                                      <p:cBhvr>
                                        <p:cTn id="766" dur="1" fill="hold">
                                          <p:stCondLst>
                                            <p:cond delay="0"/>
                                          </p:stCondLst>
                                        </p:cTn>
                                        <p:tgtEl>
                                          <p:spTgt spid="387"/>
                                        </p:tgtEl>
                                        <p:attrNameLst>
                                          <p:attrName>style.visibility</p:attrName>
                                        </p:attrNameLst>
                                      </p:cBhvr>
                                      <p:to>
                                        <p:strVal val="visible"/>
                                      </p:to>
                                    </p:set>
                                  </p:childTnLst>
                                </p:cTn>
                              </p:par>
                              <p:par>
                                <p:cTn id="767" presetID="1" presetClass="entr" presetSubtype="0" fill="hold" nodeType="withEffect">
                                  <p:stCondLst>
                                    <p:cond delay="0"/>
                                  </p:stCondLst>
                                  <p:childTnLst>
                                    <p:set>
                                      <p:cBhvr>
                                        <p:cTn id="768" dur="1" fill="hold">
                                          <p:stCondLst>
                                            <p:cond delay="0"/>
                                          </p:stCondLst>
                                        </p:cTn>
                                        <p:tgtEl>
                                          <p:spTgt spid="388"/>
                                        </p:tgtEl>
                                        <p:attrNameLst>
                                          <p:attrName>style.visibility</p:attrName>
                                        </p:attrNameLst>
                                      </p:cBhvr>
                                      <p:to>
                                        <p:strVal val="visible"/>
                                      </p:to>
                                    </p:set>
                                  </p:childTnLst>
                                </p:cTn>
                              </p:par>
                              <p:par>
                                <p:cTn id="769" presetID="1" presetClass="entr" presetSubtype="0" fill="hold" nodeType="withEffect">
                                  <p:stCondLst>
                                    <p:cond delay="0"/>
                                  </p:stCondLst>
                                  <p:childTnLst>
                                    <p:set>
                                      <p:cBhvr>
                                        <p:cTn id="770" dur="1" fill="hold">
                                          <p:stCondLst>
                                            <p:cond delay="0"/>
                                          </p:stCondLst>
                                        </p:cTn>
                                        <p:tgtEl>
                                          <p:spTgt spid="389"/>
                                        </p:tgtEl>
                                        <p:attrNameLst>
                                          <p:attrName>style.visibility</p:attrName>
                                        </p:attrNameLst>
                                      </p:cBhvr>
                                      <p:to>
                                        <p:strVal val="visible"/>
                                      </p:to>
                                    </p:set>
                                  </p:childTnLst>
                                </p:cTn>
                              </p:par>
                              <p:par>
                                <p:cTn id="771" presetID="1" presetClass="entr" presetSubtype="0" fill="hold" nodeType="withEffect">
                                  <p:stCondLst>
                                    <p:cond delay="0"/>
                                  </p:stCondLst>
                                  <p:childTnLst>
                                    <p:set>
                                      <p:cBhvr>
                                        <p:cTn id="772" dur="1" fill="hold">
                                          <p:stCondLst>
                                            <p:cond delay="0"/>
                                          </p:stCondLst>
                                        </p:cTn>
                                        <p:tgtEl>
                                          <p:spTgt spid="390"/>
                                        </p:tgtEl>
                                        <p:attrNameLst>
                                          <p:attrName>style.visibility</p:attrName>
                                        </p:attrNameLst>
                                      </p:cBhvr>
                                      <p:to>
                                        <p:strVal val="visible"/>
                                      </p:to>
                                    </p:set>
                                  </p:childTnLst>
                                </p:cTn>
                              </p:par>
                              <p:par>
                                <p:cTn id="773" presetID="1" presetClass="entr" presetSubtype="0" fill="hold" nodeType="withEffect">
                                  <p:stCondLst>
                                    <p:cond delay="0"/>
                                  </p:stCondLst>
                                  <p:childTnLst>
                                    <p:set>
                                      <p:cBhvr>
                                        <p:cTn id="774" dur="1" fill="hold">
                                          <p:stCondLst>
                                            <p:cond delay="0"/>
                                          </p:stCondLst>
                                        </p:cTn>
                                        <p:tgtEl>
                                          <p:spTgt spid="391"/>
                                        </p:tgtEl>
                                        <p:attrNameLst>
                                          <p:attrName>style.visibility</p:attrName>
                                        </p:attrNameLst>
                                      </p:cBhvr>
                                      <p:to>
                                        <p:strVal val="visible"/>
                                      </p:to>
                                    </p:set>
                                  </p:childTnLst>
                                </p:cTn>
                              </p:par>
                              <p:par>
                                <p:cTn id="775" presetID="1" presetClass="entr" presetSubtype="0" fill="hold" nodeType="withEffect">
                                  <p:stCondLst>
                                    <p:cond delay="0"/>
                                  </p:stCondLst>
                                  <p:childTnLst>
                                    <p:set>
                                      <p:cBhvr>
                                        <p:cTn id="776" dur="1" fill="hold">
                                          <p:stCondLst>
                                            <p:cond delay="0"/>
                                          </p:stCondLst>
                                        </p:cTn>
                                        <p:tgtEl>
                                          <p:spTgt spid="392"/>
                                        </p:tgtEl>
                                        <p:attrNameLst>
                                          <p:attrName>style.visibility</p:attrName>
                                        </p:attrNameLst>
                                      </p:cBhvr>
                                      <p:to>
                                        <p:strVal val="visible"/>
                                      </p:to>
                                    </p:set>
                                  </p:childTnLst>
                                </p:cTn>
                              </p:par>
                              <p:par>
                                <p:cTn id="777" presetID="1" presetClass="entr" presetSubtype="0" fill="hold" nodeType="withEffect">
                                  <p:stCondLst>
                                    <p:cond delay="0"/>
                                  </p:stCondLst>
                                  <p:childTnLst>
                                    <p:set>
                                      <p:cBhvr>
                                        <p:cTn id="778" dur="1" fill="hold">
                                          <p:stCondLst>
                                            <p:cond delay="0"/>
                                          </p:stCondLst>
                                        </p:cTn>
                                        <p:tgtEl>
                                          <p:spTgt spid="393"/>
                                        </p:tgtEl>
                                        <p:attrNameLst>
                                          <p:attrName>style.visibility</p:attrName>
                                        </p:attrNameLst>
                                      </p:cBhvr>
                                      <p:to>
                                        <p:strVal val="visible"/>
                                      </p:to>
                                    </p:set>
                                  </p:childTnLst>
                                </p:cTn>
                              </p:par>
                              <p:par>
                                <p:cTn id="779" presetID="1" presetClass="entr" presetSubtype="0" fill="hold" nodeType="withEffect">
                                  <p:stCondLst>
                                    <p:cond delay="0"/>
                                  </p:stCondLst>
                                  <p:childTnLst>
                                    <p:set>
                                      <p:cBhvr>
                                        <p:cTn id="780" dur="1" fill="hold">
                                          <p:stCondLst>
                                            <p:cond delay="0"/>
                                          </p:stCondLst>
                                        </p:cTn>
                                        <p:tgtEl>
                                          <p:spTgt spid="394"/>
                                        </p:tgtEl>
                                        <p:attrNameLst>
                                          <p:attrName>style.visibility</p:attrName>
                                        </p:attrNameLst>
                                      </p:cBhvr>
                                      <p:to>
                                        <p:strVal val="visible"/>
                                      </p:to>
                                    </p:set>
                                  </p:childTnLst>
                                </p:cTn>
                              </p:par>
                              <p:par>
                                <p:cTn id="781" presetID="1" presetClass="entr" presetSubtype="0" fill="hold" nodeType="withEffect">
                                  <p:stCondLst>
                                    <p:cond delay="0"/>
                                  </p:stCondLst>
                                  <p:childTnLst>
                                    <p:set>
                                      <p:cBhvr>
                                        <p:cTn id="782" dur="1" fill="hold">
                                          <p:stCondLst>
                                            <p:cond delay="0"/>
                                          </p:stCondLst>
                                        </p:cTn>
                                        <p:tgtEl>
                                          <p:spTgt spid="395"/>
                                        </p:tgtEl>
                                        <p:attrNameLst>
                                          <p:attrName>style.visibility</p:attrName>
                                        </p:attrNameLst>
                                      </p:cBhvr>
                                      <p:to>
                                        <p:strVal val="visible"/>
                                      </p:to>
                                    </p:set>
                                  </p:childTnLst>
                                </p:cTn>
                              </p:par>
                              <p:par>
                                <p:cTn id="783" presetID="1" presetClass="entr" presetSubtype="0" fill="hold" nodeType="withEffect">
                                  <p:stCondLst>
                                    <p:cond delay="0"/>
                                  </p:stCondLst>
                                  <p:childTnLst>
                                    <p:set>
                                      <p:cBhvr>
                                        <p:cTn id="784" dur="1" fill="hold">
                                          <p:stCondLst>
                                            <p:cond delay="0"/>
                                          </p:stCondLst>
                                        </p:cTn>
                                        <p:tgtEl>
                                          <p:spTgt spid="396"/>
                                        </p:tgtEl>
                                        <p:attrNameLst>
                                          <p:attrName>style.visibility</p:attrName>
                                        </p:attrNameLst>
                                      </p:cBhvr>
                                      <p:to>
                                        <p:strVal val="visible"/>
                                      </p:to>
                                    </p:set>
                                  </p:childTnLst>
                                </p:cTn>
                              </p:par>
                              <p:par>
                                <p:cTn id="785" presetID="1" presetClass="entr" presetSubtype="0" fill="hold" nodeType="withEffect">
                                  <p:stCondLst>
                                    <p:cond delay="0"/>
                                  </p:stCondLst>
                                  <p:childTnLst>
                                    <p:set>
                                      <p:cBhvr>
                                        <p:cTn id="786" dur="1" fill="hold">
                                          <p:stCondLst>
                                            <p:cond delay="0"/>
                                          </p:stCondLst>
                                        </p:cTn>
                                        <p:tgtEl>
                                          <p:spTgt spid="397"/>
                                        </p:tgtEl>
                                        <p:attrNameLst>
                                          <p:attrName>style.visibility</p:attrName>
                                        </p:attrNameLst>
                                      </p:cBhvr>
                                      <p:to>
                                        <p:strVal val="visible"/>
                                      </p:to>
                                    </p:set>
                                  </p:childTnLst>
                                </p:cTn>
                              </p:par>
                              <p:par>
                                <p:cTn id="787" presetID="1" presetClass="entr" presetSubtype="0" fill="hold" nodeType="withEffect">
                                  <p:stCondLst>
                                    <p:cond delay="0"/>
                                  </p:stCondLst>
                                  <p:childTnLst>
                                    <p:set>
                                      <p:cBhvr>
                                        <p:cTn id="788" dur="1" fill="hold">
                                          <p:stCondLst>
                                            <p:cond delay="0"/>
                                          </p:stCondLst>
                                        </p:cTn>
                                        <p:tgtEl>
                                          <p:spTgt spid="398"/>
                                        </p:tgtEl>
                                        <p:attrNameLst>
                                          <p:attrName>style.visibility</p:attrName>
                                        </p:attrNameLst>
                                      </p:cBhvr>
                                      <p:to>
                                        <p:strVal val="visible"/>
                                      </p:to>
                                    </p:set>
                                  </p:childTnLst>
                                </p:cTn>
                              </p:par>
                              <p:par>
                                <p:cTn id="789" presetID="1" presetClass="entr" presetSubtype="0" fill="hold" nodeType="withEffect">
                                  <p:stCondLst>
                                    <p:cond delay="0"/>
                                  </p:stCondLst>
                                  <p:childTnLst>
                                    <p:set>
                                      <p:cBhvr>
                                        <p:cTn id="790" dur="1" fill="hold">
                                          <p:stCondLst>
                                            <p:cond delay="0"/>
                                          </p:stCondLst>
                                        </p:cTn>
                                        <p:tgtEl>
                                          <p:spTgt spid="399"/>
                                        </p:tgtEl>
                                        <p:attrNameLst>
                                          <p:attrName>style.visibility</p:attrName>
                                        </p:attrNameLst>
                                      </p:cBhvr>
                                      <p:to>
                                        <p:strVal val="visible"/>
                                      </p:to>
                                    </p:set>
                                  </p:childTnLst>
                                </p:cTn>
                              </p:par>
                              <p:par>
                                <p:cTn id="791" presetID="1" presetClass="entr" presetSubtype="0" fill="hold" nodeType="withEffect">
                                  <p:stCondLst>
                                    <p:cond delay="0"/>
                                  </p:stCondLst>
                                  <p:childTnLst>
                                    <p:set>
                                      <p:cBhvr>
                                        <p:cTn id="792" dur="1" fill="hold">
                                          <p:stCondLst>
                                            <p:cond delay="0"/>
                                          </p:stCondLst>
                                        </p:cTn>
                                        <p:tgtEl>
                                          <p:spTgt spid="400"/>
                                        </p:tgtEl>
                                        <p:attrNameLst>
                                          <p:attrName>style.visibility</p:attrName>
                                        </p:attrNameLst>
                                      </p:cBhvr>
                                      <p:to>
                                        <p:strVal val="visible"/>
                                      </p:to>
                                    </p:set>
                                  </p:childTnLst>
                                </p:cTn>
                              </p:par>
                              <p:par>
                                <p:cTn id="793" presetID="1" presetClass="entr" presetSubtype="0" fill="hold" nodeType="withEffect">
                                  <p:stCondLst>
                                    <p:cond delay="0"/>
                                  </p:stCondLst>
                                  <p:childTnLst>
                                    <p:set>
                                      <p:cBhvr>
                                        <p:cTn id="794" dur="1" fill="hold">
                                          <p:stCondLst>
                                            <p:cond delay="0"/>
                                          </p:stCondLst>
                                        </p:cTn>
                                        <p:tgtEl>
                                          <p:spTgt spid="401"/>
                                        </p:tgtEl>
                                        <p:attrNameLst>
                                          <p:attrName>style.visibility</p:attrName>
                                        </p:attrNameLst>
                                      </p:cBhvr>
                                      <p:to>
                                        <p:strVal val="visible"/>
                                      </p:to>
                                    </p:set>
                                  </p:childTnLst>
                                </p:cTn>
                              </p:par>
                              <p:par>
                                <p:cTn id="795" presetID="1" presetClass="entr" presetSubtype="0" fill="hold" nodeType="withEffect">
                                  <p:stCondLst>
                                    <p:cond delay="0"/>
                                  </p:stCondLst>
                                  <p:childTnLst>
                                    <p:set>
                                      <p:cBhvr>
                                        <p:cTn id="796" dur="1" fill="hold">
                                          <p:stCondLst>
                                            <p:cond delay="0"/>
                                          </p:stCondLst>
                                        </p:cTn>
                                        <p:tgtEl>
                                          <p:spTgt spid="402"/>
                                        </p:tgtEl>
                                        <p:attrNameLst>
                                          <p:attrName>style.visibility</p:attrName>
                                        </p:attrNameLst>
                                      </p:cBhvr>
                                      <p:to>
                                        <p:strVal val="visible"/>
                                      </p:to>
                                    </p:set>
                                  </p:childTnLst>
                                </p:cTn>
                              </p:par>
                              <p:par>
                                <p:cTn id="797" presetID="1" presetClass="entr" presetSubtype="0" fill="hold" nodeType="withEffect">
                                  <p:stCondLst>
                                    <p:cond delay="0"/>
                                  </p:stCondLst>
                                  <p:childTnLst>
                                    <p:set>
                                      <p:cBhvr>
                                        <p:cTn id="798" dur="1" fill="hold">
                                          <p:stCondLst>
                                            <p:cond delay="0"/>
                                          </p:stCondLst>
                                        </p:cTn>
                                        <p:tgtEl>
                                          <p:spTgt spid="403"/>
                                        </p:tgtEl>
                                        <p:attrNameLst>
                                          <p:attrName>style.visibility</p:attrName>
                                        </p:attrNameLst>
                                      </p:cBhvr>
                                      <p:to>
                                        <p:strVal val="visible"/>
                                      </p:to>
                                    </p:set>
                                  </p:childTnLst>
                                </p:cTn>
                              </p:par>
                              <p:par>
                                <p:cTn id="799" presetID="1" presetClass="entr" presetSubtype="0" fill="hold" nodeType="withEffect">
                                  <p:stCondLst>
                                    <p:cond delay="0"/>
                                  </p:stCondLst>
                                  <p:childTnLst>
                                    <p:set>
                                      <p:cBhvr>
                                        <p:cTn id="800" dur="1" fill="hold">
                                          <p:stCondLst>
                                            <p:cond delay="0"/>
                                          </p:stCondLst>
                                        </p:cTn>
                                        <p:tgtEl>
                                          <p:spTgt spid="404"/>
                                        </p:tgtEl>
                                        <p:attrNameLst>
                                          <p:attrName>style.visibility</p:attrName>
                                        </p:attrNameLst>
                                      </p:cBhvr>
                                      <p:to>
                                        <p:strVal val="visible"/>
                                      </p:to>
                                    </p:set>
                                  </p:childTnLst>
                                </p:cTn>
                              </p:par>
                              <p:par>
                                <p:cTn id="801" presetID="1" presetClass="entr" presetSubtype="0" fill="hold" nodeType="withEffect">
                                  <p:stCondLst>
                                    <p:cond delay="0"/>
                                  </p:stCondLst>
                                  <p:childTnLst>
                                    <p:set>
                                      <p:cBhvr>
                                        <p:cTn id="802" dur="1" fill="hold">
                                          <p:stCondLst>
                                            <p:cond delay="0"/>
                                          </p:stCondLst>
                                        </p:cTn>
                                        <p:tgtEl>
                                          <p:spTgt spid="405"/>
                                        </p:tgtEl>
                                        <p:attrNameLst>
                                          <p:attrName>style.visibility</p:attrName>
                                        </p:attrNameLst>
                                      </p:cBhvr>
                                      <p:to>
                                        <p:strVal val="visible"/>
                                      </p:to>
                                    </p:set>
                                  </p:childTnLst>
                                </p:cTn>
                              </p:par>
                              <p:par>
                                <p:cTn id="803" presetID="1" presetClass="entr" presetSubtype="0" fill="hold" nodeType="withEffect">
                                  <p:stCondLst>
                                    <p:cond delay="0"/>
                                  </p:stCondLst>
                                  <p:childTnLst>
                                    <p:set>
                                      <p:cBhvr>
                                        <p:cTn id="804" dur="1" fill="hold">
                                          <p:stCondLst>
                                            <p:cond delay="0"/>
                                          </p:stCondLst>
                                        </p:cTn>
                                        <p:tgtEl>
                                          <p:spTgt spid="406"/>
                                        </p:tgtEl>
                                        <p:attrNameLst>
                                          <p:attrName>style.visibility</p:attrName>
                                        </p:attrNameLst>
                                      </p:cBhvr>
                                      <p:to>
                                        <p:strVal val="visible"/>
                                      </p:to>
                                    </p:set>
                                  </p:childTnLst>
                                </p:cTn>
                              </p:par>
                              <p:par>
                                <p:cTn id="805" presetID="1" presetClass="entr" presetSubtype="0" fill="hold" nodeType="withEffect">
                                  <p:stCondLst>
                                    <p:cond delay="0"/>
                                  </p:stCondLst>
                                  <p:childTnLst>
                                    <p:set>
                                      <p:cBhvr>
                                        <p:cTn id="806" dur="1" fill="hold">
                                          <p:stCondLst>
                                            <p:cond delay="0"/>
                                          </p:stCondLst>
                                        </p:cTn>
                                        <p:tgtEl>
                                          <p:spTgt spid="407"/>
                                        </p:tgtEl>
                                        <p:attrNameLst>
                                          <p:attrName>style.visibility</p:attrName>
                                        </p:attrNameLst>
                                      </p:cBhvr>
                                      <p:to>
                                        <p:strVal val="visible"/>
                                      </p:to>
                                    </p:set>
                                  </p:childTnLst>
                                </p:cTn>
                              </p:par>
                              <p:par>
                                <p:cTn id="807" presetID="1" presetClass="entr" presetSubtype="0" fill="hold" nodeType="withEffect">
                                  <p:stCondLst>
                                    <p:cond delay="0"/>
                                  </p:stCondLst>
                                  <p:childTnLst>
                                    <p:set>
                                      <p:cBhvr>
                                        <p:cTn id="808" dur="1" fill="hold">
                                          <p:stCondLst>
                                            <p:cond delay="0"/>
                                          </p:stCondLst>
                                        </p:cTn>
                                        <p:tgtEl>
                                          <p:spTgt spid="408"/>
                                        </p:tgtEl>
                                        <p:attrNameLst>
                                          <p:attrName>style.visibility</p:attrName>
                                        </p:attrNameLst>
                                      </p:cBhvr>
                                      <p:to>
                                        <p:strVal val="visible"/>
                                      </p:to>
                                    </p:set>
                                  </p:childTnLst>
                                </p:cTn>
                              </p:par>
                              <p:par>
                                <p:cTn id="809" presetID="1" presetClass="entr" presetSubtype="0" fill="hold" nodeType="withEffect">
                                  <p:stCondLst>
                                    <p:cond delay="0"/>
                                  </p:stCondLst>
                                  <p:childTnLst>
                                    <p:set>
                                      <p:cBhvr>
                                        <p:cTn id="810" dur="1" fill="hold">
                                          <p:stCondLst>
                                            <p:cond delay="0"/>
                                          </p:stCondLst>
                                        </p:cTn>
                                        <p:tgtEl>
                                          <p:spTgt spid="409"/>
                                        </p:tgtEl>
                                        <p:attrNameLst>
                                          <p:attrName>style.visibility</p:attrName>
                                        </p:attrNameLst>
                                      </p:cBhvr>
                                      <p:to>
                                        <p:strVal val="visible"/>
                                      </p:to>
                                    </p:set>
                                  </p:childTnLst>
                                </p:cTn>
                              </p:par>
                              <p:par>
                                <p:cTn id="811" presetID="1" presetClass="entr" presetSubtype="0" fill="hold" nodeType="withEffect">
                                  <p:stCondLst>
                                    <p:cond delay="0"/>
                                  </p:stCondLst>
                                  <p:childTnLst>
                                    <p:set>
                                      <p:cBhvr>
                                        <p:cTn id="812" dur="1" fill="hold">
                                          <p:stCondLst>
                                            <p:cond delay="0"/>
                                          </p:stCondLst>
                                        </p:cTn>
                                        <p:tgtEl>
                                          <p:spTgt spid="410"/>
                                        </p:tgtEl>
                                        <p:attrNameLst>
                                          <p:attrName>style.visibility</p:attrName>
                                        </p:attrNameLst>
                                      </p:cBhvr>
                                      <p:to>
                                        <p:strVal val="visible"/>
                                      </p:to>
                                    </p:set>
                                  </p:childTnLst>
                                </p:cTn>
                              </p:par>
                              <p:par>
                                <p:cTn id="813" presetID="1" presetClass="entr" presetSubtype="0" fill="hold" nodeType="withEffect">
                                  <p:stCondLst>
                                    <p:cond delay="0"/>
                                  </p:stCondLst>
                                  <p:childTnLst>
                                    <p:set>
                                      <p:cBhvr>
                                        <p:cTn id="814" dur="1" fill="hold">
                                          <p:stCondLst>
                                            <p:cond delay="0"/>
                                          </p:stCondLst>
                                        </p:cTn>
                                        <p:tgtEl>
                                          <p:spTgt spid="411"/>
                                        </p:tgtEl>
                                        <p:attrNameLst>
                                          <p:attrName>style.visibility</p:attrName>
                                        </p:attrNameLst>
                                      </p:cBhvr>
                                      <p:to>
                                        <p:strVal val="visible"/>
                                      </p:to>
                                    </p:set>
                                  </p:childTnLst>
                                </p:cTn>
                              </p:par>
                              <p:par>
                                <p:cTn id="815" presetID="1" presetClass="entr" presetSubtype="0" fill="hold" nodeType="withEffect">
                                  <p:stCondLst>
                                    <p:cond delay="0"/>
                                  </p:stCondLst>
                                  <p:childTnLst>
                                    <p:set>
                                      <p:cBhvr>
                                        <p:cTn id="816" dur="1" fill="hold">
                                          <p:stCondLst>
                                            <p:cond delay="0"/>
                                          </p:stCondLst>
                                        </p:cTn>
                                        <p:tgtEl>
                                          <p:spTgt spid="412"/>
                                        </p:tgtEl>
                                        <p:attrNameLst>
                                          <p:attrName>style.visibility</p:attrName>
                                        </p:attrNameLst>
                                      </p:cBhvr>
                                      <p:to>
                                        <p:strVal val="visible"/>
                                      </p:to>
                                    </p:set>
                                  </p:childTnLst>
                                </p:cTn>
                              </p:par>
                              <p:par>
                                <p:cTn id="817" presetID="1" presetClass="entr" presetSubtype="0" fill="hold" nodeType="withEffect">
                                  <p:stCondLst>
                                    <p:cond delay="0"/>
                                  </p:stCondLst>
                                  <p:childTnLst>
                                    <p:set>
                                      <p:cBhvr>
                                        <p:cTn id="818" dur="1" fill="hold">
                                          <p:stCondLst>
                                            <p:cond delay="0"/>
                                          </p:stCondLst>
                                        </p:cTn>
                                        <p:tgtEl>
                                          <p:spTgt spid="413"/>
                                        </p:tgtEl>
                                        <p:attrNameLst>
                                          <p:attrName>style.visibility</p:attrName>
                                        </p:attrNameLst>
                                      </p:cBhvr>
                                      <p:to>
                                        <p:strVal val="visible"/>
                                      </p:to>
                                    </p:set>
                                  </p:childTnLst>
                                </p:cTn>
                              </p:par>
                              <p:par>
                                <p:cTn id="819" presetID="1" presetClass="entr" presetSubtype="0" fill="hold" nodeType="withEffect">
                                  <p:stCondLst>
                                    <p:cond delay="0"/>
                                  </p:stCondLst>
                                  <p:childTnLst>
                                    <p:set>
                                      <p:cBhvr>
                                        <p:cTn id="820" dur="1" fill="hold">
                                          <p:stCondLst>
                                            <p:cond delay="0"/>
                                          </p:stCondLst>
                                        </p:cTn>
                                        <p:tgtEl>
                                          <p:spTgt spid="414"/>
                                        </p:tgtEl>
                                        <p:attrNameLst>
                                          <p:attrName>style.visibility</p:attrName>
                                        </p:attrNameLst>
                                      </p:cBhvr>
                                      <p:to>
                                        <p:strVal val="visible"/>
                                      </p:to>
                                    </p:set>
                                  </p:childTnLst>
                                </p:cTn>
                              </p:par>
                              <p:par>
                                <p:cTn id="821" presetID="1" presetClass="entr" presetSubtype="0" fill="hold" nodeType="withEffect">
                                  <p:stCondLst>
                                    <p:cond delay="0"/>
                                  </p:stCondLst>
                                  <p:childTnLst>
                                    <p:set>
                                      <p:cBhvr>
                                        <p:cTn id="822" dur="1" fill="hold">
                                          <p:stCondLst>
                                            <p:cond delay="0"/>
                                          </p:stCondLst>
                                        </p:cTn>
                                        <p:tgtEl>
                                          <p:spTgt spid="415"/>
                                        </p:tgtEl>
                                        <p:attrNameLst>
                                          <p:attrName>style.visibility</p:attrName>
                                        </p:attrNameLst>
                                      </p:cBhvr>
                                      <p:to>
                                        <p:strVal val="visible"/>
                                      </p:to>
                                    </p:set>
                                  </p:childTnLst>
                                </p:cTn>
                              </p:par>
                              <p:par>
                                <p:cTn id="823" presetID="1" presetClass="entr" presetSubtype="0" fill="hold" nodeType="withEffect">
                                  <p:stCondLst>
                                    <p:cond delay="0"/>
                                  </p:stCondLst>
                                  <p:childTnLst>
                                    <p:set>
                                      <p:cBhvr>
                                        <p:cTn id="824" dur="1" fill="hold">
                                          <p:stCondLst>
                                            <p:cond delay="0"/>
                                          </p:stCondLst>
                                        </p:cTn>
                                        <p:tgtEl>
                                          <p:spTgt spid="416"/>
                                        </p:tgtEl>
                                        <p:attrNameLst>
                                          <p:attrName>style.visibility</p:attrName>
                                        </p:attrNameLst>
                                      </p:cBhvr>
                                      <p:to>
                                        <p:strVal val="visible"/>
                                      </p:to>
                                    </p:set>
                                  </p:childTnLst>
                                </p:cTn>
                              </p:par>
                              <p:par>
                                <p:cTn id="825" presetID="1" presetClass="entr" presetSubtype="0" fill="hold" nodeType="withEffect">
                                  <p:stCondLst>
                                    <p:cond delay="0"/>
                                  </p:stCondLst>
                                  <p:childTnLst>
                                    <p:set>
                                      <p:cBhvr>
                                        <p:cTn id="826" dur="1" fill="hold">
                                          <p:stCondLst>
                                            <p:cond delay="0"/>
                                          </p:stCondLst>
                                        </p:cTn>
                                        <p:tgtEl>
                                          <p:spTgt spid="417"/>
                                        </p:tgtEl>
                                        <p:attrNameLst>
                                          <p:attrName>style.visibility</p:attrName>
                                        </p:attrNameLst>
                                      </p:cBhvr>
                                      <p:to>
                                        <p:strVal val="visible"/>
                                      </p:to>
                                    </p:set>
                                  </p:childTnLst>
                                </p:cTn>
                              </p:par>
                              <p:par>
                                <p:cTn id="827" presetID="1" presetClass="entr" presetSubtype="0" fill="hold" nodeType="withEffect">
                                  <p:stCondLst>
                                    <p:cond delay="0"/>
                                  </p:stCondLst>
                                  <p:childTnLst>
                                    <p:set>
                                      <p:cBhvr>
                                        <p:cTn id="828" dur="1" fill="hold">
                                          <p:stCondLst>
                                            <p:cond delay="0"/>
                                          </p:stCondLst>
                                        </p:cTn>
                                        <p:tgtEl>
                                          <p:spTgt spid="418"/>
                                        </p:tgtEl>
                                        <p:attrNameLst>
                                          <p:attrName>style.visibility</p:attrName>
                                        </p:attrNameLst>
                                      </p:cBhvr>
                                      <p:to>
                                        <p:strVal val="visible"/>
                                      </p:to>
                                    </p:set>
                                  </p:childTnLst>
                                </p:cTn>
                              </p:par>
                              <p:par>
                                <p:cTn id="829" presetID="1" presetClass="entr" presetSubtype="0" fill="hold" nodeType="withEffect">
                                  <p:stCondLst>
                                    <p:cond delay="0"/>
                                  </p:stCondLst>
                                  <p:childTnLst>
                                    <p:set>
                                      <p:cBhvr>
                                        <p:cTn id="830" dur="1" fill="hold">
                                          <p:stCondLst>
                                            <p:cond delay="0"/>
                                          </p:stCondLst>
                                        </p:cTn>
                                        <p:tgtEl>
                                          <p:spTgt spid="419"/>
                                        </p:tgtEl>
                                        <p:attrNameLst>
                                          <p:attrName>style.visibility</p:attrName>
                                        </p:attrNameLst>
                                      </p:cBhvr>
                                      <p:to>
                                        <p:strVal val="visible"/>
                                      </p:to>
                                    </p:set>
                                  </p:childTnLst>
                                </p:cTn>
                              </p:par>
                              <p:par>
                                <p:cTn id="831" presetID="1" presetClass="entr" presetSubtype="0" fill="hold" nodeType="withEffect">
                                  <p:stCondLst>
                                    <p:cond delay="0"/>
                                  </p:stCondLst>
                                  <p:childTnLst>
                                    <p:set>
                                      <p:cBhvr>
                                        <p:cTn id="832" dur="1" fill="hold">
                                          <p:stCondLst>
                                            <p:cond delay="0"/>
                                          </p:stCondLst>
                                        </p:cTn>
                                        <p:tgtEl>
                                          <p:spTgt spid="420"/>
                                        </p:tgtEl>
                                        <p:attrNameLst>
                                          <p:attrName>style.visibility</p:attrName>
                                        </p:attrNameLst>
                                      </p:cBhvr>
                                      <p:to>
                                        <p:strVal val="visible"/>
                                      </p:to>
                                    </p:set>
                                  </p:childTnLst>
                                </p:cTn>
                              </p:par>
                              <p:par>
                                <p:cTn id="833" presetID="1" presetClass="entr" presetSubtype="0" fill="hold" nodeType="withEffect">
                                  <p:stCondLst>
                                    <p:cond delay="0"/>
                                  </p:stCondLst>
                                  <p:childTnLst>
                                    <p:set>
                                      <p:cBhvr>
                                        <p:cTn id="834" dur="1" fill="hold">
                                          <p:stCondLst>
                                            <p:cond delay="0"/>
                                          </p:stCondLst>
                                        </p:cTn>
                                        <p:tgtEl>
                                          <p:spTgt spid="421"/>
                                        </p:tgtEl>
                                        <p:attrNameLst>
                                          <p:attrName>style.visibility</p:attrName>
                                        </p:attrNameLst>
                                      </p:cBhvr>
                                      <p:to>
                                        <p:strVal val="visible"/>
                                      </p:to>
                                    </p:set>
                                  </p:childTnLst>
                                </p:cTn>
                              </p:par>
                              <p:par>
                                <p:cTn id="835" presetID="1" presetClass="entr" presetSubtype="0" fill="hold" nodeType="withEffect">
                                  <p:stCondLst>
                                    <p:cond delay="0"/>
                                  </p:stCondLst>
                                  <p:childTnLst>
                                    <p:set>
                                      <p:cBhvr>
                                        <p:cTn id="836" dur="1" fill="hold">
                                          <p:stCondLst>
                                            <p:cond delay="0"/>
                                          </p:stCondLst>
                                        </p:cTn>
                                        <p:tgtEl>
                                          <p:spTgt spid="422"/>
                                        </p:tgtEl>
                                        <p:attrNameLst>
                                          <p:attrName>style.visibility</p:attrName>
                                        </p:attrNameLst>
                                      </p:cBhvr>
                                      <p:to>
                                        <p:strVal val="visible"/>
                                      </p:to>
                                    </p:set>
                                  </p:childTnLst>
                                </p:cTn>
                              </p:par>
                              <p:par>
                                <p:cTn id="837" presetID="1" presetClass="entr" presetSubtype="0" fill="hold" nodeType="withEffect">
                                  <p:stCondLst>
                                    <p:cond delay="0"/>
                                  </p:stCondLst>
                                  <p:childTnLst>
                                    <p:set>
                                      <p:cBhvr>
                                        <p:cTn id="838" dur="1" fill="hold">
                                          <p:stCondLst>
                                            <p:cond delay="0"/>
                                          </p:stCondLst>
                                        </p:cTn>
                                        <p:tgtEl>
                                          <p:spTgt spid="423"/>
                                        </p:tgtEl>
                                        <p:attrNameLst>
                                          <p:attrName>style.visibility</p:attrName>
                                        </p:attrNameLst>
                                      </p:cBhvr>
                                      <p:to>
                                        <p:strVal val="visible"/>
                                      </p:to>
                                    </p:set>
                                  </p:childTnLst>
                                </p:cTn>
                              </p:par>
                              <p:par>
                                <p:cTn id="839" presetID="1" presetClass="entr" presetSubtype="0" fill="hold" nodeType="withEffect">
                                  <p:stCondLst>
                                    <p:cond delay="0"/>
                                  </p:stCondLst>
                                  <p:childTnLst>
                                    <p:set>
                                      <p:cBhvr>
                                        <p:cTn id="840" dur="1" fill="hold">
                                          <p:stCondLst>
                                            <p:cond delay="0"/>
                                          </p:stCondLst>
                                        </p:cTn>
                                        <p:tgtEl>
                                          <p:spTgt spid="424"/>
                                        </p:tgtEl>
                                        <p:attrNameLst>
                                          <p:attrName>style.visibility</p:attrName>
                                        </p:attrNameLst>
                                      </p:cBhvr>
                                      <p:to>
                                        <p:strVal val="visible"/>
                                      </p:to>
                                    </p:set>
                                  </p:childTnLst>
                                </p:cTn>
                              </p:par>
                              <p:par>
                                <p:cTn id="841" presetID="1" presetClass="entr" presetSubtype="0" fill="hold" nodeType="withEffect">
                                  <p:stCondLst>
                                    <p:cond delay="0"/>
                                  </p:stCondLst>
                                  <p:childTnLst>
                                    <p:set>
                                      <p:cBhvr>
                                        <p:cTn id="842" dur="1" fill="hold">
                                          <p:stCondLst>
                                            <p:cond delay="0"/>
                                          </p:stCondLst>
                                        </p:cTn>
                                        <p:tgtEl>
                                          <p:spTgt spid="425"/>
                                        </p:tgtEl>
                                        <p:attrNameLst>
                                          <p:attrName>style.visibility</p:attrName>
                                        </p:attrNameLst>
                                      </p:cBhvr>
                                      <p:to>
                                        <p:strVal val="visible"/>
                                      </p:to>
                                    </p:set>
                                  </p:childTnLst>
                                </p:cTn>
                              </p:par>
                              <p:par>
                                <p:cTn id="843" presetID="1" presetClass="entr" presetSubtype="0" fill="hold" nodeType="withEffect">
                                  <p:stCondLst>
                                    <p:cond delay="0"/>
                                  </p:stCondLst>
                                  <p:childTnLst>
                                    <p:set>
                                      <p:cBhvr>
                                        <p:cTn id="844" dur="1" fill="hold">
                                          <p:stCondLst>
                                            <p:cond delay="0"/>
                                          </p:stCondLst>
                                        </p:cTn>
                                        <p:tgtEl>
                                          <p:spTgt spid="426"/>
                                        </p:tgtEl>
                                        <p:attrNameLst>
                                          <p:attrName>style.visibility</p:attrName>
                                        </p:attrNameLst>
                                      </p:cBhvr>
                                      <p:to>
                                        <p:strVal val="visible"/>
                                      </p:to>
                                    </p:set>
                                  </p:childTnLst>
                                </p:cTn>
                              </p:par>
                              <p:par>
                                <p:cTn id="845" presetID="1" presetClass="entr" presetSubtype="0" fill="hold" nodeType="withEffect">
                                  <p:stCondLst>
                                    <p:cond delay="0"/>
                                  </p:stCondLst>
                                  <p:childTnLst>
                                    <p:set>
                                      <p:cBhvr>
                                        <p:cTn id="846" dur="1" fill="hold">
                                          <p:stCondLst>
                                            <p:cond delay="0"/>
                                          </p:stCondLst>
                                        </p:cTn>
                                        <p:tgtEl>
                                          <p:spTgt spid="427"/>
                                        </p:tgtEl>
                                        <p:attrNameLst>
                                          <p:attrName>style.visibility</p:attrName>
                                        </p:attrNameLst>
                                      </p:cBhvr>
                                      <p:to>
                                        <p:strVal val="visible"/>
                                      </p:to>
                                    </p:set>
                                  </p:childTnLst>
                                </p:cTn>
                              </p:par>
                              <p:par>
                                <p:cTn id="847" presetID="1" presetClass="entr" presetSubtype="0" fill="hold" nodeType="withEffect">
                                  <p:stCondLst>
                                    <p:cond delay="0"/>
                                  </p:stCondLst>
                                  <p:childTnLst>
                                    <p:set>
                                      <p:cBhvr>
                                        <p:cTn id="848" dur="1" fill="hold">
                                          <p:stCondLst>
                                            <p:cond delay="0"/>
                                          </p:stCondLst>
                                        </p:cTn>
                                        <p:tgtEl>
                                          <p:spTgt spid="428"/>
                                        </p:tgtEl>
                                        <p:attrNameLst>
                                          <p:attrName>style.visibility</p:attrName>
                                        </p:attrNameLst>
                                      </p:cBhvr>
                                      <p:to>
                                        <p:strVal val="visible"/>
                                      </p:to>
                                    </p:set>
                                  </p:childTnLst>
                                </p:cTn>
                              </p:par>
                              <p:par>
                                <p:cTn id="849" presetID="1" presetClass="entr" presetSubtype="0" fill="hold" nodeType="withEffect">
                                  <p:stCondLst>
                                    <p:cond delay="0"/>
                                  </p:stCondLst>
                                  <p:childTnLst>
                                    <p:set>
                                      <p:cBhvr>
                                        <p:cTn id="850" dur="1" fill="hold">
                                          <p:stCondLst>
                                            <p:cond delay="0"/>
                                          </p:stCondLst>
                                        </p:cTn>
                                        <p:tgtEl>
                                          <p:spTgt spid="429"/>
                                        </p:tgtEl>
                                        <p:attrNameLst>
                                          <p:attrName>style.visibility</p:attrName>
                                        </p:attrNameLst>
                                      </p:cBhvr>
                                      <p:to>
                                        <p:strVal val="visible"/>
                                      </p:to>
                                    </p:set>
                                  </p:childTnLst>
                                </p:cTn>
                              </p:par>
                              <p:par>
                                <p:cTn id="851" presetID="1" presetClass="entr" presetSubtype="0" fill="hold" nodeType="withEffect">
                                  <p:stCondLst>
                                    <p:cond delay="0"/>
                                  </p:stCondLst>
                                  <p:childTnLst>
                                    <p:set>
                                      <p:cBhvr>
                                        <p:cTn id="852" dur="1" fill="hold">
                                          <p:stCondLst>
                                            <p:cond delay="0"/>
                                          </p:stCondLst>
                                        </p:cTn>
                                        <p:tgtEl>
                                          <p:spTgt spid="430"/>
                                        </p:tgtEl>
                                        <p:attrNameLst>
                                          <p:attrName>style.visibility</p:attrName>
                                        </p:attrNameLst>
                                      </p:cBhvr>
                                      <p:to>
                                        <p:strVal val="visible"/>
                                      </p:to>
                                    </p:set>
                                  </p:childTnLst>
                                </p:cTn>
                              </p:par>
                              <p:par>
                                <p:cTn id="853" presetID="1" presetClass="entr" presetSubtype="0" fill="hold" nodeType="withEffect">
                                  <p:stCondLst>
                                    <p:cond delay="0"/>
                                  </p:stCondLst>
                                  <p:childTnLst>
                                    <p:set>
                                      <p:cBhvr>
                                        <p:cTn id="854" dur="1" fill="hold">
                                          <p:stCondLst>
                                            <p:cond delay="0"/>
                                          </p:stCondLst>
                                        </p:cTn>
                                        <p:tgtEl>
                                          <p:spTgt spid="431"/>
                                        </p:tgtEl>
                                        <p:attrNameLst>
                                          <p:attrName>style.visibility</p:attrName>
                                        </p:attrNameLst>
                                      </p:cBhvr>
                                      <p:to>
                                        <p:strVal val="visible"/>
                                      </p:to>
                                    </p:set>
                                  </p:childTnLst>
                                </p:cTn>
                              </p:par>
                              <p:par>
                                <p:cTn id="855" presetID="1" presetClass="entr" presetSubtype="0" fill="hold" nodeType="withEffect">
                                  <p:stCondLst>
                                    <p:cond delay="0"/>
                                  </p:stCondLst>
                                  <p:childTnLst>
                                    <p:set>
                                      <p:cBhvr>
                                        <p:cTn id="856" dur="1" fill="hold">
                                          <p:stCondLst>
                                            <p:cond delay="0"/>
                                          </p:stCondLst>
                                        </p:cTn>
                                        <p:tgtEl>
                                          <p:spTgt spid="432"/>
                                        </p:tgtEl>
                                        <p:attrNameLst>
                                          <p:attrName>style.visibility</p:attrName>
                                        </p:attrNameLst>
                                      </p:cBhvr>
                                      <p:to>
                                        <p:strVal val="visible"/>
                                      </p:to>
                                    </p:set>
                                  </p:childTnLst>
                                </p:cTn>
                              </p:par>
                              <p:par>
                                <p:cTn id="857" presetID="1" presetClass="entr" presetSubtype="0" fill="hold" nodeType="withEffect">
                                  <p:stCondLst>
                                    <p:cond delay="0"/>
                                  </p:stCondLst>
                                  <p:childTnLst>
                                    <p:set>
                                      <p:cBhvr>
                                        <p:cTn id="858" dur="1" fill="hold">
                                          <p:stCondLst>
                                            <p:cond delay="0"/>
                                          </p:stCondLst>
                                        </p:cTn>
                                        <p:tgtEl>
                                          <p:spTgt spid="433"/>
                                        </p:tgtEl>
                                        <p:attrNameLst>
                                          <p:attrName>style.visibility</p:attrName>
                                        </p:attrNameLst>
                                      </p:cBhvr>
                                      <p:to>
                                        <p:strVal val="visible"/>
                                      </p:to>
                                    </p:set>
                                  </p:childTnLst>
                                </p:cTn>
                              </p:par>
                              <p:par>
                                <p:cTn id="859" presetID="1" presetClass="entr" presetSubtype="0" fill="hold" nodeType="withEffect">
                                  <p:stCondLst>
                                    <p:cond delay="0"/>
                                  </p:stCondLst>
                                  <p:childTnLst>
                                    <p:set>
                                      <p:cBhvr>
                                        <p:cTn id="860" dur="1" fill="hold">
                                          <p:stCondLst>
                                            <p:cond delay="0"/>
                                          </p:stCondLst>
                                        </p:cTn>
                                        <p:tgtEl>
                                          <p:spTgt spid="434"/>
                                        </p:tgtEl>
                                        <p:attrNameLst>
                                          <p:attrName>style.visibility</p:attrName>
                                        </p:attrNameLst>
                                      </p:cBhvr>
                                      <p:to>
                                        <p:strVal val="visible"/>
                                      </p:to>
                                    </p:set>
                                  </p:childTnLst>
                                </p:cTn>
                              </p:par>
                              <p:par>
                                <p:cTn id="861" presetID="1" presetClass="entr" presetSubtype="0" fill="hold" nodeType="withEffect">
                                  <p:stCondLst>
                                    <p:cond delay="0"/>
                                  </p:stCondLst>
                                  <p:childTnLst>
                                    <p:set>
                                      <p:cBhvr>
                                        <p:cTn id="862" dur="1" fill="hold">
                                          <p:stCondLst>
                                            <p:cond delay="0"/>
                                          </p:stCondLst>
                                        </p:cTn>
                                        <p:tgtEl>
                                          <p:spTgt spid="435"/>
                                        </p:tgtEl>
                                        <p:attrNameLst>
                                          <p:attrName>style.visibility</p:attrName>
                                        </p:attrNameLst>
                                      </p:cBhvr>
                                      <p:to>
                                        <p:strVal val="visible"/>
                                      </p:to>
                                    </p:set>
                                  </p:childTnLst>
                                </p:cTn>
                              </p:par>
                              <p:par>
                                <p:cTn id="863" presetID="1" presetClass="entr" presetSubtype="0" fill="hold" nodeType="withEffect">
                                  <p:stCondLst>
                                    <p:cond delay="0"/>
                                  </p:stCondLst>
                                  <p:childTnLst>
                                    <p:set>
                                      <p:cBhvr>
                                        <p:cTn id="864" dur="1" fill="hold">
                                          <p:stCondLst>
                                            <p:cond delay="0"/>
                                          </p:stCondLst>
                                        </p:cTn>
                                        <p:tgtEl>
                                          <p:spTgt spid="436"/>
                                        </p:tgtEl>
                                        <p:attrNameLst>
                                          <p:attrName>style.visibility</p:attrName>
                                        </p:attrNameLst>
                                      </p:cBhvr>
                                      <p:to>
                                        <p:strVal val="visible"/>
                                      </p:to>
                                    </p:set>
                                  </p:childTnLst>
                                </p:cTn>
                              </p:par>
                              <p:par>
                                <p:cTn id="865" presetID="1" presetClass="entr" presetSubtype="0" fill="hold" nodeType="withEffect">
                                  <p:stCondLst>
                                    <p:cond delay="0"/>
                                  </p:stCondLst>
                                  <p:childTnLst>
                                    <p:set>
                                      <p:cBhvr>
                                        <p:cTn id="866" dur="1" fill="hold">
                                          <p:stCondLst>
                                            <p:cond delay="0"/>
                                          </p:stCondLst>
                                        </p:cTn>
                                        <p:tgtEl>
                                          <p:spTgt spid="437"/>
                                        </p:tgtEl>
                                        <p:attrNameLst>
                                          <p:attrName>style.visibility</p:attrName>
                                        </p:attrNameLst>
                                      </p:cBhvr>
                                      <p:to>
                                        <p:strVal val="visible"/>
                                      </p:to>
                                    </p:set>
                                  </p:childTnLst>
                                </p:cTn>
                              </p:par>
                              <p:par>
                                <p:cTn id="867" presetID="1" presetClass="entr" presetSubtype="0" fill="hold" nodeType="withEffect">
                                  <p:stCondLst>
                                    <p:cond delay="0"/>
                                  </p:stCondLst>
                                  <p:childTnLst>
                                    <p:set>
                                      <p:cBhvr>
                                        <p:cTn id="868" dur="1" fill="hold">
                                          <p:stCondLst>
                                            <p:cond delay="0"/>
                                          </p:stCondLst>
                                        </p:cTn>
                                        <p:tgtEl>
                                          <p:spTgt spid="438"/>
                                        </p:tgtEl>
                                        <p:attrNameLst>
                                          <p:attrName>style.visibility</p:attrName>
                                        </p:attrNameLst>
                                      </p:cBhvr>
                                      <p:to>
                                        <p:strVal val="visible"/>
                                      </p:to>
                                    </p:set>
                                  </p:childTnLst>
                                </p:cTn>
                              </p:par>
                              <p:par>
                                <p:cTn id="869" presetID="1" presetClass="entr" presetSubtype="0" fill="hold" nodeType="withEffect">
                                  <p:stCondLst>
                                    <p:cond delay="0"/>
                                  </p:stCondLst>
                                  <p:childTnLst>
                                    <p:set>
                                      <p:cBhvr>
                                        <p:cTn id="870" dur="1" fill="hold">
                                          <p:stCondLst>
                                            <p:cond delay="0"/>
                                          </p:stCondLst>
                                        </p:cTn>
                                        <p:tgtEl>
                                          <p:spTgt spid="439"/>
                                        </p:tgtEl>
                                        <p:attrNameLst>
                                          <p:attrName>style.visibility</p:attrName>
                                        </p:attrNameLst>
                                      </p:cBhvr>
                                      <p:to>
                                        <p:strVal val="visible"/>
                                      </p:to>
                                    </p:set>
                                  </p:childTnLst>
                                </p:cTn>
                              </p:par>
                              <p:par>
                                <p:cTn id="871" presetID="1" presetClass="entr" presetSubtype="0" fill="hold" nodeType="withEffect">
                                  <p:stCondLst>
                                    <p:cond delay="0"/>
                                  </p:stCondLst>
                                  <p:childTnLst>
                                    <p:set>
                                      <p:cBhvr>
                                        <p:cTn id="872" dur="1" fill="hold">
                                          <p:stCondLst>
                                            <p:cond delay="0"/>
                                          </p:stCondLst>
                                        </p:cTn>
                                        <p:tgtEl>
                                          <p:spTgt spid="440"/>
                                        </p:tgtEl>
                                        <p:attrNameLst>
                                          <p:attrName>style.visibility</p:attrName>
                                        </p:attrNameLst>
                                      </p:cBhvr>
                                      <p:to>
                                        <p:strVal val="visible"/>
                                      </p:to>
                                    </p:set>
                                  </p:childTnLst>
                                </p:cTn>
                              </p:par>
                              <p:par>
                                <p:cTn id="873" presetID="1" presetClass="entr" presetSubtype="0" fill="hold" nodeType="withEffect">
                                  <p:stCondLst>
                                    <p:cond delay="0"/>
                                  </p:stCondLst>
                                  <p:childTnLst>
                                    <p:set>
                                      <p:cBhvr>
                                        <p:cTn id="874" dur="1" fill="hold">
                                          <p:stCondLst>
                                            <p:cond delay="0"/>
                                          </p:stCondLst>
                                        </p:cTn>
                                        <p:tgtEl>
                                          <p:spTgt spid="441"/>
                                        </p:tgtEl>
                                        <p:attrNameLst>
                                          <p:attrName>style.visibility</p:attrName>
                                        </p:attrNameLst>
                                      </p:cBhvr>
                                      <p:to>
                                        <p:strVal val="visible"/>
                                      </p:to>
                                    </p:set>
                                  </p:childTnLst>
                                </p:cTn>
                              </p:par>
                              <p:par>
                                <p:cTn id="875" presetID="1" presetClass="entr" presetSubtype="0" fill="hold" nodeType="withEffect">
                                  <p:stCondLst>
                                    <p:cond delay="0"/>
                                  </p:stCondLst>
                                  <p:childTnLst>
                                    <p:set>
                                      <p:cBhvr>
                                        <p:cTn id="876" dur="1" fill="hold">
                                          <p:stCondLst>
                                            <p:cond delay="0"/>
                                          </p:stCondLst>
                                        </p:cTn>
                                        <p:tgtEl>
                                          <p:spTgt spid="442"/>
                                        </p:tgtEl>
                                        <p:attrNameLst>
                                          <p:attrName>style.visibility</p:attrName>
                                        </p:attrNameLst>
                                      </p:cBhvr>
                                      <p:to>
                                        <p:strVal val="visible"/>
                                      </p:to>
                                    </p:set>
                                  </p:childTnLst>
                                </p:cTn>
                              </p:par>
                              <p:par>
                                <p:cTn id="877" presetID="1" presetClass="entr" presetSubtype="0" fill="hold" nodeType="withEffect">
                                  <p:stCondLst>
                                    <p:cond delay="0"/>
                                  </p:stCondLst>
                                  <p:childTnLst>
                                    <p:set>
                                      <p:cBhvr>
                                        <p:cTn id="878" dur="1" fill="hold">
                                          <p:stCondLst>
                                            <p:cond delay="0"/>
                                          </p:stCondLst>
                                        </p:cTn>
                                        <p:tgtEl>
                                          <p:spTgt spid="443"/>
                                        </p:tgtEl>
                                        <p:attrNameLst>
                                          <p:attrName>style.visibility</p:attrName>
                                        </p:attrNameLst>
                                      </p:cBhvr>
                                      <p:to>
                                        <p:strVal val="visible"/>
                                      </p:to>
                                    </p:set>
                                  </p:childTnLst>
                                </p:cTn>
                              </p:par>
                              <p:par>
                                <p:cTn id="879" presetID="1" presetClass="entr" presetSubtype="0" fill="hold" nodeType="withEffect">
                                  <p:stCondLst>
                                    <p:cond delay="0"/>
                                  </p:stCondLst>
                                  <p:childTnLst>
                                    <p:set>
                                      <p:cBhvr>
                                        <p:cTn id="880" dur="1" fill="hold">
                                          <p:stCondLst>
                                            <p:cond delay="0"/>
                                          </p:stCondLst>
                                        </p:cTn>
                                        <p:tgtEl>
                                          <p:spTgt spid="444"/>
                                        </p:tgtEl>
                                        <p:attrNameLst>
                                          <p:attrName>style.visibility</p:attrName>
                                        </p:attrNameLst>
                                      </p:cBhvr>
                                      <p:to>
                                        <p:strVal val="visible"/>
                                      </p:to>
                                    </p:set>
                                  </p:childTnLst>
                                </p:cTn>
                              </p:par>
                              <p:par>
                                <p:cTn id="881" presetID="1" presetClass="entr" presetSubtype="0" fill="hold" nodeType="withEffect">
                                  <p:stCondLst>
                                    <p:cond delay="0"/>
                                  </p:stCondLst>
                                  <p:childTnLst>
                                    <p:set>
                                      <p:cBhvr>
                                        <p:cTn id="882" dur="1" fill="hold">
                                          <p:stCondLst>
                                            <p:cond delay="0"/>
                                          </p:stCondLst>
                                        </p:cTn>
                                        <p:tgtEl>
                                          <p:spTgt spid="445"/>
                                        </p:tgtEl>
                                        <p:attrNameLst>
                                          <p:attrName>style.visibility</p:attrName>
                                        </p:attrNameLst>
                                      </p:cBhvr>
                                      <p:to>
                                        <p:strVal val="visible"/>
                                      </p:to>
                                    </p:set>
                                  </p:childTnLst>
                                </p:cTn>
                              </p:par>
                              <p:par>
                                <p:cTn id="883" presetID="1" presetClass="entr" presetSubtype="0" fill="hold" nodeType="withEffect">
                                  <p:stCondLst>
                                    <p:cond delay="0"/>
                                  </p:stCondLst>
                                  <p:childTnLst>
                                    <p:set>
                                      <p:cBhvr>
                                        <p:cTn id="884" dur="1" fill="hold">
                                          <p:stCondLst>
                                            <p:cond delay="0"/>
                                          </p:stCondLst>
                                        </p:cTn>
                                        <p:tgtEl>
                                          <p:spTgt spid="446"/>
                                        </p:tgtEl>
                                        <p:attrNameLst>
                                          <p:attrName>style.visibility</p:attrName>
                                        </p:attrNameLst>
                                      </p:cBhvr>
                                      <p:to>
                                        <p:strVal val="visible"/>
                                      </p:to>
                                    </p:set>
                                  </p:childTnLst>
                                </p:cTn>
                              </p:par>
                              <p:par>
                                <p:cTn id="885" presetID="1" presetClass="entr" presetSubtype="0" fill="hold" nodeType="withEffect">
                                  <p:stCondLst>
                                    <p:cond delay="0"/>
                                  </p:stCondLst>
                                  <p:childTnLst>
                                    <p:set>
                                      <p:cBhvr>
                                        <p:cTn id="886" dur="1" fill="hold">
                                          <p:stCondLst>
                                            <p:cond delay="0"/>
                                          </p:stCondLst>
                                        </p:cTn>
                                        <p:tgtEl>
                                          <p:spTgt spid="447"/>
                                        </p:tgtEl>
                                        <p:attrNameLst>
                                          <p:attrName>style.visibility</p:attrName>
                                        </p:attrNameLst>
                                      </p:cBhvr>
                                      <p:to>
                                        <p:strVal val="visible"/>
                                      </p:to>
                                    </p:set>
                                  </p:childTnLst>
                                </p:cTn>
                              </p:par>
                              <p:par>
                                <p:cTn id="887" presetID="1" presetClass="entr" presetSubtype="0" fill="hold" nodeType="withEffect">
                                  <p:stCondLst>
                                    <p:cond delay="0"/>
                                  </p:stCondLst>
                                  <p:childTnLst>
                                    <p:set>
                                      <p:cBhvr>
                                        <p:cTn id="888" dur="1" fill="hold">
                                          <p:stCondLst>
                                            <p:cond delay="0"/>
                                          </p:stCondLst>
                                        </p:cTn>
                                        <p:tgtEl>
                                          <p:spTgt spid="448"/>
                                        </p:tgtEl>
                                        <p:attrNameLst>
                                          <p:attrName>style.visibility</p:attrName>
                                        </p:attrNameLst>
                                      </p:cBhvr>
                                      <p:to>
                                        <p:strVal val="visible"/>
                                      </p:to>
                                    </p:set>
                                  </p:childTnLst>
                                </p:cTn>
                              </p:par>
                              <p:par>
                                <p:cTn id="889" presetID="1" presetClass="entr" presetSubtype="0" fill="hold" nodeType="withEffect">
                                  <p:stCondLst>
                                    <p:cond delay="0"/>
                                  </p:stCondLst>
                                  <p:childTnLst>
                                    <p:set>
                                      <p:cBhvr>
                                        <p:cTn id="890" dur="1" fill="hold">
                                          <p:stCondLst>
                                            <p:cond delay="0"/>
                                          </p:stCondLst>
                                        </p:cTn>
                                        <p:tgtEl>
                                          <p:spTgt spid="449"/>
                                        </p:tgtEl>
                                        <p:attrNameLst>
                                          <p:attrName>style.visibility</p:attrName>
                                        </p:attrNameLst>
                                      </p:cBhvr>
                                      <p:to>
                                        <p:strVal val="visible"/>
                                      </p:to>
                                    </p:set>
                                  </p:childTnLst>
                                </p:cTn>
                              </p:par>
                              <p:par>
                                <p:cTn id="891" presetID="1" presetClass="entr" presetSubtype="0" fill="hold" nodeType="withEffect">
                                  <p:stCondLst>
                                    <p:cond delay="0"/>
                                  </p:stCondLst>
                                  <p:childTnLst>
                                    <p:set>
                                      <p:cBhvr>
                                        <p:cTn id="892" dur="1" fill="hold">
                                          <p:stCondLst>
                                            <p:cond delay="0"/>
                                          </p:stCondLst>
                                        </p:cTn>
                                        <p:tgtEl>
                                          <p:spTgt spid="450"/>
                                        </p:tgtEl>
                                        <p:attrNameLst>
                                          <p:attrName>style.visibility</p:attrName>
                                        </p:attrNameLst>
                                      </p:cBhvr>
                                      <p:to>
                                        <p:strVal val="visible"/>
                                      </p:to>
                                    </p:set>
                                  </p:childTnLst>
                                </p:cTn>
                              </p:par>
                              <p:par>
                                <p:cTn id="893" presetID="1" presetClass="entr" presetSubtype="0" fill="hold" nodeType="withEffect">
                                  <p:stCondLst>
                                    <p:cond delay="0"/>
                                  </p:stCondLst>
                                  <p:childTnLst>
                                    <p:set>
                                      <p:cBhvr>
                                        <p:cTn id="894" dur="1" fill="hold">
                                          <p:stCondLst>
                                            <p:cond delay="0"/>
                                          </p:stCondLst>
                                        </p:cTn>
                                        <p:tgtEl>
                                          <p:spTgt spid="451"/>
                                        </p:tgtEl>
                                        <p:attrNameLst>
                                          <p:attrName>style.visibility</p:attrName>
                                        </p:attrNameLst>
                                      </p:cBhvr>
                                      <p:to>
                                        <p:strVal val="visible"/>
                                      </p:to>
                                    </p:set>
                                  </p:childTnLst>
                                </p:cTn>
                              </p:par>
                              <p:par>
                                <p:cTn id="895" presetID="1" presetClass="entr" presetSubtype="0" fill="hold" nodeType="withEffect">
                                  <p:stCondLst>
                                    <p:cond delay="0"/>
                                  </p:stCondLst>
                                  <p:childTnLst>
                                    <p:set>
                                      <p:cBhvr>
                                        <p:cTn id="896" dur="1" fill="hold">
                                          <p:stCondLst>
                                            <p:cond delay="0"/>
                                          </p:stCondLst>
                                        </p:cTn>
                                        <p:tgtEl>
                                          <p:spTgt spid="452"/>
                                        </p:tgtEl>
                                        <p:attrNameLst>
                                          <p:attrName>style.visibility</p:attrName>
                                        </p:attrNameLst>
                                      </p:cBhvr>
                                      <p:to>
                                        <p:strVal val="visible"/>
                                      </p:to>
                                    </p:set>
                                  </p:childTnLst>
                                </p:cTn>
                              </p:par>
                              <p:par>
                                <p:cTn id="897" presetID="1" presetClass="entr" presetSubtype="0" fill="hold" nodeType="withEffect">
                                  <p:stCondLst>
                                    <p:cond delay="0"/>
                                  </p:stCondLst>
                                  <p:childTnLst>
                                    <p:set>
                                      <p:cBhvr>
                                        <p:cTn id="898" dur="1" fill="hold">
                                          <p:stCondLst>
                                            <p:cond delay="0"/>
                                          </p:stCondLst>
                                        </p:cTn>
                                        <p:tgtEl>
                                          <p:spTgt spid="453"/>
                                        </p:tgtEl>
                                        <p:attrNameLst>
                                          <p:attrName>style.visibility</p:attrName>
                                        </p:attrNameLst>
                                      </p:cBhvr>
                                      <p:to>
                                        <p:strVal val="visible"/>
                                      </p:to>
                                    </p:set>
                                  </p:childTnLst>
                                </p:cTn>
                              </p:par>
                              <p:par>
                                <p:cTn id="899" presetID="1" presetClass="entr" presetSubtype="0" fill="hold" nodeType="withEffect">
                                  <p:stCondLst>
                                    <p:cond delay="0"/>
                                  </p:stCondLst>
                                  <p:childTnLst>
                                    <p:set>
                                      <p:cBhvr>
                                        <p:cTn id="900" dur="1" fill="hold">
                                          <p:stCondLst>
                                            <p:cond delay="0"/>
                                          </p:stCondLst>
                                        </p:cTn>
                                        <p:tgtEl>
                                          <p:spTgt spid="454"/>
                                        </p:tgtEl>
                                        <p:attrNameLst>
                                          <p:attrName>style.visibility</p:attrName>
                                        </p:attrNameLst>
                                      </p:cBhvr>
                                      <p:to>
                                        <p:strVal val="visible"/>
                                      </p:to>
                                    </p:set>
                                  </p:childTnLst>
                                </p:cTn>
                              </p:par>
                              <p:par>
                                <p:cTn id="901" presetID="1" presetClass="entr" presetSubtype="0" fill="hold" nodeType="withEffect">
                                  <p:stCondLst>
                                    <p:cond delay="0"/>
                                  </p:stCondLst>
                                  <p:childTnLst>
                                    <p:set>
                                      <p:cBhvr>
                                        <p:cTn id="902" dur="1" fill="hold">
                                          <p:stCondLst>
                                            <p:cond delay="0"/>
                                          </p:stCondLst>
                                        </p:cTn>
                                        <p:tgtEl>
                                          <p:spTgt spid="455"/>
                                        </p:tgtEl>
                                        <p:attrNameLst>
                                          <p:attrName>style.visibility</p:attrName>
                                        </p:attrNameLst>
                                      </p:cBhvr>
                                      <p:to>
                                        <p:strVal val="visible"/>
                                      </p:to>
                                    </p:set>
                                  </p:childTnLst>
                                </p:cTn>
                              </p:par>
                              <p:par>
                                <p:cTn id="903" presetID="1" presetClass="entr" presetSubtype="0" fill="hold" nodeType="withEffect">
                                  <p:stCondLst>
                                    <p:cond delay="0"/>
                                  </p:stCondLst>
                                  <p:childTnLst>
                                    <p:set>
                                      <p:cBhvr>
                                        <p:cTn id="904" dur="1" fill="hold">
                                          <p:stCondLst>
                                            <p:cond delay="0"/>
                                          </p:stCondLst>
                                        </p:cTn>
                                        <p:tgtEl>
                                          <p:spTgt spid="456"/>
                                        </p:tgtEl>
                                        <p:attrNameLst>
                                          <p:attrName>style.visibility</p:attrName>
                                        </p:attrNameLst>
                                      </p:cBhvr>
                                      <p:to>
                                        <p:strVal val="visible"/>
                                      </p:to>
                                    </p:set>
                                  </p:childTnLst>
                                </p:cTn>
                              </p:par>
                              <p:par>
                                <p:cTn id="905" presetID="1" presetClass="entr" presetSubtype="0" fill="hold" nodeType="withEffect">
                                  <p:stCondLst>
                                    <p:cond delay="0"/>
                                  </p:stCondLst>
                                  <p:childTnLst>
                                    <p:set>
                                      <p:cBhvr>
                                        <p:cTn id="906" dur="1" fill="hold">
                                          <p:stCondLst>
                                            <p:cond delay="0"/>
                                          </p:stCondLst>
                                        </p:cTn>
                                        <p:tgtEl>
                                          <p:spTgt spid="457"/>
                                        </p:tgtEl>
                                        <p:attrNameLst>
                                          <p:attrName>style.visibility</p:attrName>
                                        </p:attrNameLst>
                                      </p:cBhvr>
                                      <p:to>
                                        <p:strVal val="visible"/>
                                      </p:to>
                                    </p:set>
                                  </p:childTnLst>
                                </p:cTn>
                              </p:par>
                              <p:par>
                                <p:cTn id="907" presetID="1" presetClass="entr" presetSubtype="0" fill="hold" nodeType="withEffect">
                                  <p:stCondLst>
                                    <p:cond delay="0"/>
                                  </p:stCondLst>
                                  <p:childTnLst>
                                    <p:set>
                                      <p:cBhvr>
                                        <p:cTn id="908" dur="1" fill="hold">
                                          <p:stCondLst>
                                            <p:cond delay="0"/>
                                          </p:stCondLst>
                                        </p:cTn>
                                        <p:tgtEl>
                                          <p:spTgt spid="458"/>
                                        </p:tgtEl>
                                        <p:attrNameLst>
                                          <p:attrName>style.visibility</p:attrName>
                                        </p:attrNameLst>
                                      </p:cBhvr>
                                      <p:to>
                                        <p:strVal val="visible"/>
                                      </p:to>
                                    </p:set>
                                  </p:childTnLst>
                                </p:cTn>
                              </p:par>
                              <p:par>
                                <p:cTn id="909" presetID="1" presetClass="entr" presetSubtype="0" fill="hold" nodeType="withEffect">
                                  <p:stCondLst>
                                    <p:cond delay="0"/>
                                  </p:stCondLst>
                                  <p:childTnLst>
                                    <p:set>
                                      <p:cBhvr>
                                        <p:cTn id="910" dur="1" fill="hold">
                                          <p:stCondLst>
                                            <p:cond delay="0"/>
                                          </p:stCondLst>
                                        </p:cTn>
                                        <p:tgtEl>
                                          <p:spTgt spid="459"/>
                                        </p:tgtEl>
                                        <p:attrNameLst>
                                          <p:attrName>style.visibility</p:attrName>
                                        </p:attrNameLst>
                                      </p:cBhvr>
                                      <p:to>
                                        <p:strVal val="visible"/>
                                      </p:to>
                                    </p:set>
                                  </p:childTnLst>
                                </p:cTn>
                              </p:par>
                              <p:par>
                                <p:cTn id="911" presetID="1" presetClass="entr" presetSubtype="0" fill="hold" nodeType="withEffect">
                                  <p:stCondLst>
                                    <p:cond delay="0"/>
                                  </p:stCondLst>
                                  <p:childTnLst>
                                    <p:set>
                                      <p:cBhvr>
                                        <p:cTn id="912" dur="1" fill="hold">
                                          <p:stCondLst>
                                            <p:cond delay="0"/>
                                          </p:stCondLst>
                                        </p:cTn>
                                        <p:tgtEl>
                                          <p:spTgt spid="460"/>
                                        </p:tgtEl>
                                        <p:attrNameLst>
                                          <p:attrName>style.visibility</p:attrName>
                                        </p:attrNameLst>
                                      </p:cBhvr>
                                      <p:to>
                                        <p:strVal val="visible"/>
                                      </p:to>
                                    </p:set>
                                  </p:childTnLst>
                                </p:cTn>
                              </p:par>
                              <p:par>
                                <p:cTn id="913" presetID="1" presetClass="entr" presetSubtype="0" fill="hold" nodeType="withEffect">
                                  <p:stCondLst>
                                    <p:cond delay="0"/>
                                  </p:stCondLst>
                                  <p:childTnLst>
                                    <p:set>
                                      <p:cBhvr>
                                        <p:cTn id="914" dur="1" fill="hold">
                                          <p:stCondLst>
                                            <p:cond delay="0"/>
                                          </p:stCondLst>
                                        </p:cTn>
                                        <p:tgtEl>
                                          <p:spTgt spid="461"/>
                                        </p:tgtEl>
                                        <p:attrNameLst>
                                          <p:attrName>style.visibility</p:attrName>
                                        </p:attrNameLst>
                                      </p:cBhvr>
                                      <p:to>
                                        <p:strVal val="visible"/>
                                      </p:to>
                                    </p:set>
                                  </p:childTnLst>
                                </p:cTn>
                              </p:par>
                              <p:par>
                                <p:cTn id="915" presetID="1" presetClass="entr" presetSubtype="0" fill="hold" nodeType="withEffect">
                                  <p:stCondLst>
                                    <p:cond delay="0"/>
                                  </p:stCondLst>
                                  <p:childTnLst>
                                    <p:set>
                                      <p:cBhvr>
                                        <p:cTn id="916" dur="1" fill="hold">
                                          <p:stCondLst>
                                            <p:cond delay="0"/>
                                          </p:stCondLst>
                                        </p:cTn>
                                        <p:tgtEl>
                                          <p:spTgt spid="462"/>
                                        </p:tgtEl>
                                        <p:attrNameLst>
                                          <p:attrName>style.visibility</p:attrName>
                                        </p:attrNameLst>
                                      </p:cBhvr>
                                      <p:to>
                                        <p:strVal val="visible"/>
                                      </p:to>
                                    </p:set>
                                  </p:childTnLst>
                                </p:cTn>
                              </p:par>
                              <p:par>
                                <p:cTn id="917" presetID="1" presetClass="entr" presetSubtype="0" fill="hold" nodeType="withEffect">
                                  <p:stCondLst>
                                    <p:cond delay="0"/>
                                  </p:stCondLst>
                                  <p:childTnLst>
                                    <p:set>
                                      <p:cBhvr>
                                        <p:cTn id="918" dur="1" fill="hold">
                                          <p:stCondLst>
                                            <p:cond delay="0"/>
                                          </p:stCondLst>
                                        </p:cTn>
                                        <p:tgtEl>
                                          <p:spTgt spid="463"/>
                                        </p:tgtEl>
                                        <p:attrNameLst>
                                          <p:attrName>style.visibility</p:attrName>
                                        </p:attrNameLst>
                                      </p:cBhvr>
                                      <p:to>
                                        <p:strVal val="visible"/>
                                      </p:to>
                                    </p:set>
                                  </p:childTnLst>
                                </p:cTn>
                              </p:par>
                              <p:par>
                                <p:cTn id="919" presetID="1" presetClass="entr" presetSubtype="0" fill="hold" nodeType="withEffect">
                                  <p:stCondLst>
                                    <p:cond delay="0"/>
                                  </p:stCondLst>
                                  <p:childTnLst>
                                    <p:set>
                                      <p:cBhvr>
                                        <p:cTn id="920" dur="1" fill="hold">
                                          <p:stCondLst>
                                            <p:cond delay="0"/>
                                          </p:stCondLst>
                                        </p:cTn>
                                        <p:tgtEl>
                                          <p:spTgt spid="464"/>
                                        </p:tgtEl>
                                        <p:attrNameLst>
                                          <p:attrName>style.visibility</p:attrName>
                                        </p:attrNameLst>
                                      </p:cBhvr>
                                      <p:to>
                                        <p:strVal val="visible"/>
                                      </p:to>
                                    </p:set>
                                  </p:childTnLst>
                                </p:cTn>
                              </p:par>
                              <p:par>
                                <p:cTn id="921" presetID="1" presetClass="entr" presetSubtype="0" fill="hold" nodeType="withEffect">
                                  <p:stCondLst>
                                    <p:cond delay="0"/>
                                  </p:stCondLst>
                                  <p:childTnLst>
                                    <p:set>
                                      <p:cBhvr>
                                        <p:cTn id="922" dur="1" fill="hold">
                                          <p:stCondLst>
                                            <p:cond delay="0"/>
                                          </p:stCondLst>
                                        </p:cTn>
                                        <p:tgtEl>
                                          <p:spTgt spid="465"/>
                                        </p:tgtEl>
                                        <p:attrNameLst>
                                          <p:attrName>style.visibility</p:attrName>
                                        </p:attrNameLst>
                                      </p:cBhvr>
                                      <p:to>
                                        <p:strVal val="visible"/>
                                      </p:to>
                                    </p:set>
                                  </p:childTnLst>
                                </p:cTn>
                              </p:par>
                              <p:par>
                                <p:cTn id="923" presetID="1" presetClass="entr" presetSubtype="0" fill="hold" nodeType="withEffect">
                                  <p:stCondLst>
                                    <p:cond delay="0"/>
                                  </p:stCondLst>
                                  <p:childTnLst>
                                    <p:set>
                                      <p:cBhvr>
                                        <p:cTn id="924" dur="1" fill="hold">
                                          <p:stCondLst>
                                            <p:cond delay="0"/>
                                          </p:stCondLst>
                                        </p:cTn>
                                        <p:tgtEl>
                                          <p:spTgt spid="466"/>
                                        </p:tgtEl>
                                        <p:attrNameLst>
                                          <p:attrName>style.visibility</p:attrName>
                                        </p:attrNameLst>
                                      </p:cBhvr>
                                      <p:to>
                                        <p:strVal val="visible"/>
                                      </p:to>
                                    </p:set>
                                  </p:childTnLst>
                                </p:cTn>
                              </p:par>
                              <p:par>
                                <p:cTn id="925" presetID="1" presetClass="entr" presetSubtype="0" fill="hold" nodeType="withEffect">
                                  <p:stCondLst>
                                    <p:cond delay="0"/>
                                  </p:stCondLst>
                                  <p:childTnLst>
                                    <p:set>
                                      <p:cBhvr>
                                        <p:cTn id="926" dur="1" fill="hold">
                                          <p:stCondLst>
                                            <p:cond delay="0"/>
                                          </p:stCondLst>
                                        </p:cTn>
                                        <p:tgtEl>
                                          <p:spTgt spid="467"/>
                                        </p:tgtEl>
                                        <p:attrNameLst>
                                          <p:attrName>style.visibility</p:attrName>
                                        </p:attrNameLst>
                                      </p:cBhvr>
                                      <p:to>
                                        <p:strVal val="visible"/>
                                      </p:to>
                                    </p:set>
                                  </p:childTnLst>
                                </p:cTn>
                              </p:par>
                              <p:par>
                                <p:cTn id="927" presetID="1" presetClass="entr" presetSubtype="0" fill="hold" nodeType="withEffect">
                                  <p:stCondLst>
                                    <p:cond delay="0"/>
                                  </p:stCondLst>
                                  <p:childTnLst>
                                    <p:set>
                                      <p:cBhvr>
                                        <p:cTn id="928" dur="1" fill="hold">
                                          <p:stCondLst>
                                            <p:cond delay="0"/>
                                          </p:stCondLst>
                                        </p:cTn>
                                        <p:tgtEl>
                                          <p:spTgt spid="468"/>
                                        </p:tgtEl>
                                        <p:attrNameLst>
                                          <p:attrName>style.visibility</p:attrName>
                                        </p:attrNameLst>
                                      </p:cBhvr>
                                      <p:to>
                                        <p:strVal val="visible"/>
                                      </p:to>
                                    </p:set>
                                  </p:childTnLst>
                                </p:cTn>
                              </p:par>
                              <p:par>
                                <p:cTn id="929" presetID="1" presetClass="entr" presetSubtype="0" fill="hold" nodeType="withEffect">
                                  <p:stCondLst>
                                    <p:cond delay="0"/>
                                  </p:stCondLst>
                                  <p:childTnLst>
                                    <p:set>
                                      <p:cBhvr>
                                        <p:cTn id="930" dur="1" fill="hold">
                                          <p:stCondLst>
                                            <p:cond delay="0"/>
                                          </p:stCondLst>
                                        </p:cTn>
                                        <p:tgtEl>
                                          <p:spTgt spid="469"/>
                                        </p:tgtEl>
                                        <p:attrNameLst>
                                          <p:attrName>style.visibility</p:attrName>
                                        </p:attrNameLst>
                                      </p:cBhvr>
                                      <p:to>
                                        <p:strVal val="visible"/>
                                      </p:to>
                                    </p:set>
                                  </p:childTnLst>
                                </p:cTn>
                              </p:par>
                              <p:par>
                                <p:cTn id="931" presetID="1" presetClass="entr" presetSubtype="0" fill="hold" nodeType="withEffect">
                                  <p:stCondLst>
                                    <p:cond delay="0"/>
                                  </p:stCondLst>
                                  <p:childTnLst>
                                    <p:set>
                                      <p:cBhvr>
                                        <p:cTn id="932" dur="1" fill="hold">
                                          <p:stCondLst>
                                            <p:cond delay="0"/>
                                          </p:stCondLst>
                                        </p:cTn>
                                        <p:tgtEl>
                                          <p:spTgt spid="470"/>
                                        </p:tgtEl>
                                        <p:attrNameLst>
                                          <p:attrName>style.visibility</p:attrName>
                                        </p:attrNameLst>
                                      </p:cBhvr>
                                      <p:to>
                                        <p:strVal val="visible"/>
                                      </p:to>
                                    </p:set>
                                  </p:childTnLst>
                                </p:cTn>
                              </p:par>
                              <p:par>
                                <p:cTn id="933" presetID="1" presetClass="entr" presetSubtype="0" fill="hold" nodeType="withEffect">
                                  <p:stCondLst>
                                    <p:cond delay="0"/>
                                  </p:stCondLst>
                                  <p:childTnLst>
                                    <p:set>
                                      <p:cBhvr>
                                        <p:cTn id="934" dur="1" fill="hold">
                                          <p:stCondLst>
                                            <p:cond delay="0"/>
                                          </p:stCondLst>
                                        </p:cTn>
                                        <p:tgtEl>
                                          <p:spTgt spid="471"/>
                                        </p:tgtEl>
                                        <p:attrNameLst>
                                          <p:attrName>style.visibility</p:attrName>
                                        </p:attrNameLst>
                                      </p:cBhvr>
                                      <p:to>
                                        <p:strVal val="visible"/>
                                      </p:to>
                                    </p:set>
                                  </p:childTnLst>
                                </p:cTn>
                              </p:par>
                              <p:par>
                                <p:cTn id="935" presetID="1" presetClass="entr" presetSubtype="0" fill="hold" nodeType="withEffect">
                                  <p:stCondLst>
                                    <p:cond delay="0"/>
                                  </p:stCondLst>
                                  <p:childTnLst>
                                    <p:set>
                                      <p:cBhvr>
                                        <p:cTn id="936" dur="1" fill="hold">
                                          <p:stCondLst>
                                            <p:cond delay="0"/>
                                          </p:stCondLst>
                                        </p:cTn>
                                        <p:tgtEl>
                                          <p:spTgt spid="472"/>
                                        </p:tgtEl>
                                        <p:attrNameLst>
                                          <p:attrName>style.visibility</p:attrName>
                                        </p:attrNameLst>
                                      </p:cBhvr>
                                      <p:to>
                                        <p:strVal val="visible"/>
                                      </p:to>
                                    </p:set>
                                  </p:childTnLst>
                                </p:cTn>
                              </p:par>
                              <p:par>
                                <p:cTn id="937" presetID="1" presetClass="entr" presetSubtype="0" fill="hold" nodeType="withEffect">
                                  <p:stCondLst>
                                    <p:cond delay="0"/>
                                  </p:stCondLst>
                                  <p:childTnLst>
                                    <p:set>
                                      <p:cBhvr>
                                        <p:cTn id="938" dur="1" fill="hold">
                                          <p:stCondLst>
                                            <p:cond delay="0"/>
                                          </p:stCondLst>
                                        </p:cTn>
                                        <p:tgtEl>
                                          <p:spTgt spid="473"/>
                                        </p:tgtEl>
                                        <p:attrNameLst>
                                          <p:attrName>style.visibility</p:attrName>
                                        </p:attrNameLst>
                                      </p:cBhvr>
                                      <p:to>
                                        <p:strVal val="visible"/>
                                      </p:to>
                                    </p:set>
                                  </p:childTnLst>
                                </p:cTn>
                              </p:par>
                              <p:par>
                                <p:cTn id="939" presetID="1" presetClass="entr" presetSubtype="0" fill="hold" nodeType="withEffect">
                                  <p:stCondLst>
                                    <p:cond delay="0"/>
                                  </p:stCondLst>
                                  <p:childTnLst>
                                    <p:set>
                                      <p:cBhvr>
                                        <p:cTn id="940" dur="1" fill="hold">
                                          <p:stCondLst>
                                            <p:cond delay="0"/>
                                          </p:stCondLst>
                                        </p:cTn>
                                        <p:tgtEl>
                                          <p:spTgt spid="474"/>
                                        </p:tgtEl>
                                        <p:attrNameLst>
                                          <p:attrName>style.visibility</p:attrName>
                                        </p:attrNameLst>
                                      </p:cBhvr>
                                      <p:to>
                                        <p:strVal val="visible"/>
                                      </p:to>
                                    </p:set>
                                  </p:childTnLst>
                                </p:cTn>
                              </p:par>
                              <p:par>
                                <p:cTn id="941" presetID="1" presetClass="entr" presetSubtype="0" fill="hold" nodeType="withEffect">
                                  <p:stCondLst>
                                    <p:cond delay="0"/>
                                  </p:stCondLst>
                                  <p:childTnLst>
                                    <p:set>
                                      <p:cBhvr>
                                        <p:cTn id="942" dur="1" fill="hold">
                                          <p:stCondLst>
                                            <p:cond delay="0"/>
                                          </p:stCondLst>
                                        </p:cTn>
                                        <p:tgtEl>
                                          <p:spTgt spid="475"/>
                                        </p:tgtEl>
                                        <p:attrNameLst>
                                          <p:attrName>style.visibility</p:attrName>
                                        </p:attrNameLst>
                                      </p:cBhvr>
                                      <p:to>
                                        <p:strVal val="visible"/>
                                      </p:to>
                                    </p:set>
                                  </p:childTnLst>
                                </p:cTn>
                              </p:par>
                              <p:par>
                                <p:cTn id="943" presetID="1" presetClass="entr" presetSubtype="0" fill="hold" nodeType="withEffect">
                                  <p:stCondLst>
                                    <p:cond delay="0"/>
                                  </p:stCondLst>
                                  <p:childTnLst>
                                    <p:set>
                                      <p:cBhvr>
                                        <p:cTn id="944" dur="1" fill="hold">
                                          <p:stCondLst>
                                            <p:cond delay="0"/>
                                          </p:stCondLst>
                                        </p:cTn>
                                        <p:tgtEl>
                                          <p:spTgt spid="476"/>
                                        </p:tgtEl>
                                        <p:attrNameLst>
                                          <p:attrName>style.visibility</p:attrName>
                                        </p:attrNameLst>
                                      </p:cBhvr>
                                      <p:to>
                                        <p:strVal val="visible"/>
                                      </p:to>
                                    </p:set>
                                  </p:childTnLst>
                                </p:cTn>
                              </p:par>
                              <p:par>
                                <p:cTn id="945" presetID="1" presetClass="entr" presetSubtype="0" fill="hold" nodeType="withEffect">
                                  <p:stCondLst>
                                    <p:cond delay="0"/>
                                  </p:stCondLst>
                                  <p:childTnLst>
                                    <p:set>
                                      <p:cBhvr>
                                        <p:cTn id="946" dur="1" fill="hold">
                                          <p:stCondLst>
                                            <p:cond delay="0"/>
                                          </p:stCondLst>
                                        </p:cTn>
                                        <p:tgtEl>
                                          <p:spTgt spid="477"/>
                                        </p:tgtEl>
                                        <p:attrNameLst>
                                          <p:attrName>style.visibility</p:attrName>
                                        </p:attrNameLst>
                                      </p:cBhvr>
                                      <p:to>
                                        <p:strVal val="visible"/>
                                      </p:to>
                                    </p:set>
                                  </p:childTnLst>
                                </p:cTn>
                              </p:par>
                              <p:par>
                                <p:cTn id="947" presetID="1" presetClass="entr" presetSubtype="0" fill="hold" nodeType="withEffect">
                                  <p:stCondLst>
                                    <p:cond delay="0"/>
                                  </p:stCondLst>
                                  <p:childTnLst>
                                    <p:set>
                                      <p:cBhvr>
                                        <p:cTn id="948" dur="1" fill="hold">
                                          <p:stCondLst>
                                            <p:cond delay="0"/>
                                          </p:stCondLst>
                                        </p:cTn>
                                        <p:tgtEl>
                                          <p:spTgt spid="478"/>
                                        </p:tgtEl>
                                        <p:attrNameLst>
                                          <p:attrName>style.visibility</p:attrName>
                                        </p:attrNameLst>
                                      </p:cBhvr>
                                      <p:to>
                                        <p:strVal val="visible"/>
                                      </p:to>
                                    </p:set>
                                  </p:childTnLst>
                                </p:cTn>
                              </p:par>
                              <p:par>
                                <p:cTn id="949" presetID="1" presetClass="entr" presetSubtype="0" fill="hold" nodeType="withEffect">
                                  <p:stCondLst>
                                    <p:cond delay="0"/>
                                  </p:stCondLst>
                                  <p:childTnLst>
                                    <p:set>
                                      <p:cBhvr>
                                        <p:cTn id="950" dur="1" fill="hold">
                                          <p:stCondLst>
                                            <p:cond delay="0"/>
                                          </p:stCondLst>
                                        </p:cTn>
                                        <p:tgtEl>
                                          <p:spTgt spid="479"/>
                                        </p:tgtEl>
                                        <p:attrNameLst>
                                          <p:attrName>style.visibility</p:attrName>
                                        </p:attrNameLst>
                                      </p:cBhvr>
                                      <p:to>
                                        <p:strVal val="visible"/>
                                      </p:to>
                                    </p:set>
                                  </p:childTnLst>
                                </p:cTn>
                              </p:par>
                              <p:par>
                                <p:cTn id="951" presetID="1" presetClass="entr" presetSubtype="0" fill="hold" nodeType="withEffect">
                                  <p:stCondLst>
                                    <p:cond delay="0"/>
                                  </p:stCondLst>
                                  <p:childTnLst>
                                    <p:set>
                                      <p:cBhvr>
                                        <p:cTn id="952" dur="1" fill="hold">
                                          <p:stCondLst>
                                            <p:cond delay="0"/>
                                          </p:stCondLst>
                                        </p:cTn>
                                        <p:tgtEl>
                                          <p:spTgt spid="480"/>
                                        </p:tgtEl>
                                        <p:attrNameLst>
                                          <p:attrName>style.visibility</p:attrName>
                                        </p:attrNameLst>
                                      </p:cBhvr>
                                      <p:to>
                                        <p:strVal val="visible"/>
                                      </p:to>
                                    </p:set>
                                  </p:childTnLst>
                                </p:cTn>
                              </p:par>
                              <p:par>
                                <p:cTn id="953" presetID="1" presetClass="entr" presetSubtype="0" fill="hold" nodeType="withEffect">
                                  <p:stCondLst>
                                    <p:cond delay="0"/>
                                  </p:stCondLst>
                                  <p:childTnLst>
                                    <p:set>
                                      <p:cBhvr>
                                        <p:cTn id="954" dur="1" fill="hold">
                                          <p:stCondLst>
                                            <p:cond delay="0"/>
                                          </p:stCondLst>
                                        </p:cTn>
                                        <p:tgtEl>
                                          <p:spTgt spid="481"/>
                                        </p:tgtEl>
                                        <p:attrNameLst>
                                          <p:attrName>style.visibility</p:attrName>
                                        </p:attrNameLst>
                                      </p:cBhvr>
                                      <p:to>
                                        <p:strVal val="visible"/>
                                      </p:to>
                                    </p:set>
                                  </p:childTnLst>
                                </p:cTn>
                              </p:par>
                              <p:par>
                                <p:cTn id="955" presetID="1" presetClass="entr" presetSubtype="0" fill="hold" nodeType="withEffect">
                                  <p:stCondLst>
                                    <p:cond delay="0"/>
                                  </p:stCondLst>
                                  <p:childTnLst>
                                    <p:set>
                                      <p:cBhvr>
                                        <p:cTn id="956" dur="1" fill="hold">
                                          <p:stCondLst>
                                            <p:cond delay="0"/>
                                          </p:stCondLst>
                                        </p:cTn>
                                        <p:tgtEl>
                                          <p:spTgt spid="482"/>
                                        </p:tgtEl>
                                        <p:attrNameLst>
                                          <p:attrName>style.visibility</p:attrName>
                                        </p:attrNameLst>
                                      </p:cBhvr>
                                      <p:to>
                                        <p:strVal val="visible"/>
                                      </p:to>
                                    </p:set>
                                  </p:childTnLst>
                                </p:cTn>
                              </p:par>
                              <p:par>
                                <p:cTn id="957" presetID="1" presetClass="entr" presetSubtype="0" fill="hold" nodeType="withEffect">
                                  <p:stCondLst>
                                    <p:cond delay="0"/>
                                  </p:stCondLst>
                                  <p:childTnLst>
                                    <p:set>
                                      <p:cBhvr>
                                        <p:cTn id="958" dur="1" fill="hold">
                                          <p:stCondLst>
                                            <p:cond delay="0"/>
                                          </p:stCondLst>
                                        </p:cTn>
                                        <p:tgtEl>
                                          <p:spTgt spid="483"/>
                                        </p:tgtEl>
                                        <p:attrNameLst>
                                          <p:attrName>style.visibility</p:attrName>
                                        </p:attrNameLst>
                                      </p:cBhvr>
                                      <p:to>
                                        <p:strVal val="visible"/>
                                      </p:to>
                                    </p:set>
                                  </p:childTnLst>
                                </p:cTn>
                              </p:par>
                              <p:par>
                                <p:cTn id="959" presetID="1" presetClass="entr" presetSubtype="0" fill="hold" nodeType="withEffect">
                                  <p:stCondLst>
                                    <p:cond delay="0"/>
                                  </p:stCondLst>
                                  <p:childTnLst>
                                    <p:set>
                                      <p:cBhvr>
                                        <p:cTn id="960" dur="1" fill="hold">
                                          <p:stCondLst>
                                            <p:cond delay="0"/>
                                          </p:stCondLst>
                                        </p:cTn>
                                        <p:tgtEl>
                                          <p:spTgt spid="484"/>
                                        </p:tgtEl>
                                        <p:attrNameLst>
                                          <p:attrName>style.visibility</p:attrName>
                                        </p:attrNameLst>
                                      </p:cBhvr>
                                      <p:to>
                                        <p:strVal val="visible"/>
                                      </p:to>
                                    </p:set>
                                  </p:childTnLst>
                                </p:cTn>
                              </p:par>
                              <p:par>
                                <p:cTn id="961" presetID="1" presetClass="entr" presetSubtype="0" fill="hold" nodeType="withEffect">
                                  <p:stCondLst>
                                    <p:cond delay="0"/>
                                  </p:stCondLst>
                                  <p:childTnLst>
                                    <p:set>
                                      <p:cBhvr>
                                        <p:cTn id="962" dur="1" fill="hold">
                                          <p:stCondLst>
                                            <p:cond delay="0"/>
                                          </p:stCondLst>
                                        </p:cTn>
                                        <p:tgtEl>
                                          <p:spTgt spid="485"/>
                                        </p:tgtEl>
                                        <p:attrNameLst>
                                          <p:attrName>style.visibility</p:attrName>
                                        </p:attrNameLst>
                                      </p:cBhvr>
                                      <p:to>
                                        <p:strVal val="visible"/>
                                      </p:to>
                                    </p:set>
                                  </p:childTnLst>
                                </p:cTn>
                              </p:par>
                              <p:par>
                                <p:cTn id="963" presetID="1" presetClass="entr" presetSubtype="0" fill="hold" nodeType="withEffect">
                                  <p:stCondLst>
                                    <p:cond delay="0"/>
                                  </p:stCondLst>
                                  <p:childTnLst>
                                    <p:set>
                                      <p:cBhvr>
                                        <p:cTn id="964" dur="1" fill="hold">
                                          <p:stCondLst>
                                            <p:cond delay="0"/>
                                          </p:stCondLst>
                                        </p:cTn>
                                        <p:tgtEl>
                                          <p:spTgt spid="486"/>
                                        </p:tgtEl>
                                        <p:attrNameLst>
                                          <p:attrName>style.visibility</p:attrName>
                                        </p:attrNameLst>
                                      </p:cBhvr>
                                      <p:to>
                                        <p:strVal val="visible"/>
                                      </p:to>
                                    </p:set>
                                  </p:childTnLst>
                                </p:cTn>
                              </p:par>
                              <p:par>
                                <p:cTn id="965" presetID="1" presetClass="entr" presetSubtype="0" fill="hold" nodeType="withEffect">
                                  <p:stCondLst>
                                    <p:cond delay="0"/>
                                  </p:stCondLst>
                                  <p:childTnLst>
                                    <p:set>
                                      <p:cBhvr>
                                        <p:cTn id="966" dur="1" fill="hold">
                                          <p:stCondLst>
                                            <p:cond delay="0"/>
                                          </p:stCondLst>
                                        </p:cTn>
                                        <p:tgtEl>
                                          <p:spTgt spid="487"/>
                                        </p:tgtEl>
                                        <p:attrNameLst>
                                          <p:attrName>style.visibility</p:attrName>
                                        </p:attrNameLst>
                                      </p:cBhvr>
                                      <p:to>
                                        <p:strVal val="visible"/>
                                      </p:to>
                                    </p:set>
                                  </p:childTnLst>
                                </p:cTn>
                              </p:par>
                              <p:par>
                                <p:cTn id="967" presetID="1" presetClass="entr" presetSubtype="0" fill="hold" nodeType="withEffect">
                                  <p:stCondLst>
                                    <p:cond delay="0"/>
                                  </p:stCondLst>
                                  <p:childTnLst>
                                    <p:set>
                                      <p:cBhvr>
                                        <p:cTn id="968" dur="1" fill="hold">
                                          <p:stCondLst>
                                            <p:cond delay="0"/>
                                          </p:stCondLst>
                                        </p:cTn>
                                        <p:tgtEl>
                                          <p:spTgt spid="488"/>
                                        </p:tgtEl>
                                        <p:attrNameLst>
                                          <p:attrName>style.visibility</p:attrName>
                                        </p:attrNameLst>
                                      </p:cBhvr>
                                      <p:to>
                                        <p:strVal val="visible"/>
                                      </p:to>
                                    </p:set>
                                  </p:childTnLst>
                                </p:cTn>
                              </p:par>
                              <p:par>
                                <p:cTn id="969" presetID="1" presetClass="entr" presetSubtype="0" fill="hold" nodeType="withEffect">
                                  <p:stCondLst>
                                    <p:cond delay="0"/>
                                  </p:stCondLst>
                                  <p:childTnLst>
                                    <p:set>
                                      <p:cBhvr>
                                        <p:cTn id="970" dur="1" fill="hold">
                                          <p:stCondLst>
                                            <p:cond delay="0"/>
                                          </p:stCondLst>
                                        </p:cTn>
                                        <p:tgtEl>
                                          <p:spTgt spid="489"/>
                                        </p:tgtEl>
                                        <p:attrNameLst>
                                          <p:attrName>style.visibility</p:attrName>
                                        </p:attrNameLst>
                                      </p:cBhvr>
                                      <p:to>
                                        <p:strVal val="visible"/>
                                      </p:to>
                                    </p:set>
                                  </p:childTnLst>
                                </p:cTn>
                              </p:par>
                              <p:par>
                                <p:cTn id="971" presetID="1" presetClass="entr" presetSubtype="0" fill="hold" nodeType="withEffect">
                                  <p:stCondLst>
                                    <p:cond delay="0"/>
                                  </p:stCondLst>
                                  <p:childTnLst>
                                    <p:set>
                                      <p:cBhvr>
                                        <p:cTn id="972" dur="1" fill="hold">
                                          <p:stCondLst>
                                            <p:cond delay="0"/>
                                          </p:stCondLst>
                                        </p:cTn>
                                        <p:tgtEl>
                                          <p:spTgt spid="490"/>
                                        </p:tgtEl>
                                        <p:attrNameLst>
                                          <p:attrName>style.visibility</p:attrName>
                                        </p:attrNameLst>
                                      </p:cBhvr>
                                      <p:to>
                                        <p:strVal val="visible"/>
                                      </p:to>
                                    </p:set>
                                  </p:childTnLst>
                                </p:cTn>
                              </p:par>
                              <p:par>
                                <p:cTn id="973" presetID="1" presetClass="entr" presetSubtype="0" fill="hold" nodeType="withEffect">
                                  <p:stCondLst>
                                    <p:cond delay="0"/>
                                  </p:stCondLst>
                                  <p:childTnLst>
                                    <p:set>
                                      <p:cBhvr>
                                        <p:cTn id="974" dur="1" fill="hold">
                                          <p:stCondLst>
                                            <p:cond delay="0"/>
                                          </p:stCondLst>
                                        </p:cTn>
                                        <p:tgtEl>
                                          <p:spTgt spid="491"/>
                                        </p:tgtEl>
                                        <p:attrNameLst>
                                          <p:attrName>style.visibility</p:attrName>
                                        </p:attrNameLst>
                                      </p:cBhvr>
                                      <p:to>
                                        <p:strVal val="visible"/>
                                      </p:to>
                                    </p:set>
                                  </p:childTnLst>
                                </p:cTn>
                              </p:par>
                              <p:par>
                                <p:cTn id="975" presetID="1" presetClass="entr" presetSubtype="0" fill="hold" nodeType="withEffect">
                                  <p:stCondLst>
                                    <p:cond delay="0"/>
                                  </p:stCondLst>
                                  <p:childTnLst>
                                    <p:set>
                                      <p:cBhvr>
                                        <p:cTn id="976" dur="1" fill="hold">
                                          <p:stCondLst>
                                            <p:cond delay="0"/>
                                          </p:stCondLst>
                                        </p:cTn>
                                        <p:tgtEl>
                                          <p:spTgt spid="492"/>
                                        </p:tgtEl>
                                        <p:attrNameLst>
                                          <p:attrName>style.visibility</p:attrName>
                                        </p:attrNameLst>
                                      </p:cBhvr>
                                      <p:to>
                                        <p:strVal val="visible"/>
                                      </p:to>
                                    </p:set>
                                  </p:childTnLst>
                                </p:cTn>
                              </p:par>
                              <p:par>
                                <p:cTn id="977" presetID="1" presetClass="entr" presetSubtype="0" fill="hold" nodeType="withEffect">
                                  <p:stCondLst>
                                    <p:cond delay="0"/>
                                  </p:stCondLst>
                                  <p:childTnLst>
                                    <p:set>
                                      <p:cBhvr>
                                        <p:cTn id="978" dur="1" fill="hold">
                                          <p:stCondLst>
                                            <p:cond delay="0"/>
                                          </p:stCondLst>
                                        </p:cTn>
                                        <p:tgtEl>
                                          <p:spTgt spid="493"/>
                                        </p:tgtEl>
                                        <p:attrNameLst>
                                          <p:attrName>style.visibility</p:attrName>
                                        </p:attrNameLst>
                                      </p:cBhvr>
                                      <p:to>
                                        <p:strVal val="visible"/>
                                      </p:to>
                                    </p:set>
                                  </p:childTnLst>
                                </p:cTn>
                              </p:par>
                              <p:par>
                                <p:cTn id="979" presetID="1" presetClass="entr" presetSubtype="0" fill="hold" nodeType="withEffect">
                                  <p:stCondLst>
                                    <p:cond delay="0"/>
                                  </p:stCondLst>
                                  <p:childTnLst>
                                    <p:set>
                                      <p:cBhvr>
                                        <p:cTn id="980" dur="1" fill="hold">
                                          <p:stCondLst>
                                            <p:cond delay="0"/>
                                          </p:stCondLst>
                                        </p:cTn>
                                        <p:tgtEl>
                                          <p:spTgt spid="494"/>
                                        </p:tgtEl>
                                        <p:attrNameLst>
                                          <p:attrName>style.visibility</p:attrName>
                                        </p:attrNameLst>
                                      </p:cBhvr>
                                      <p:to>
                                        <p:strVal val="visible"/>
                                      </p:to>
                                    </p:set>
                                  </p:childTnLst>
                                </p:cTn>
                              </p:par>
                              <p:par>
                                <p:cTn id="981" presetID="1" presetClass="entr" presetSubtype="0" fill="hold" nodeType="withEffect">
                                  <p:stCondLst>
                                    <p:cond delay="0"/>
                                  </p:stCondLst>
                                  <p:childTnLst>
                                    <p:set>
                                      <p:cBhvr>
                                        <p:cTn id="982" dur="1" fill="hold">
                                          <p:stCondLst>
                                            <p:cond delay="0"/>
                                          </p:stCondLst>
                                        </p:cTn>
                                        <p:tgtEl>
                                          <p:spTgt spid="495"/>
                                        </p:tgtEl>
                                        <p:attrNameLst>
                                          <p:attrName>style.visibility</p:attrName>
                                        </p:attrNameLst>
                                      </p:cBhvr>
                                      <p:to>
                                        <p:strVal val="visible"/>
                                      </p:to>
                                    </p:set>
                                  </p:childTnLst>
                                </p:cTn>
                              </p:par>
                              <p:par>
                                <p:cTn id="983" presetID="1" presetClass="entr" presetSubtype="0" fill="hold" nodeType="withEffect">
                                  <p:stCondLst>
                                    <p:cond delay="0"/>
                                  </p:stCondLst>
                                  <p:childTnLst>
                                    <p:set>
                                      <p:cBhvr>
                                        <p:cTn id="984" dur="1" fill="hold">
                                          <p:stCondLst>
                                            <p:cond delay="0"/>
                                          </p:stCondLst>
                                        </p:cTn>
                                        <p:tgtEl>
                                          <p:spTgt spid="496"/>
                                        </p:tgtEl>
                                        <p:attrNameLst>
                                          <p:attrName>style.visibility</p:attrName>
                                        </p:attrNameLst>
                                      </p:cBhvr>
                                      <p:to>
                                        <p:strVal val="visible"/>
                                      </p:to>
                                    </p:set>
                                  </p:childTnLst>
                                </p:cTn>
                              </p:par>
                              <p:par>
                                <p:cTn id="985" presetID="1" presetClass="entr" presetSubtype="0" fill="hold" nodeType="withEffect">
                                  <p:stCondLst>
                                    <p:cond delay="0"/>
                                  </p:stCondLst>
                                  <p:childTnLst>
                                    <p:set>
                                      <p:cBhvr>
                                        <p:cTn id="986" dur="1" fill="hold">
                                          <p:stCondLst>
                                            <p:cond delay="0"/>
                                          </p:stCondLst>
                                        </p:cTn>
                                        <p:tgtEl>
                                          <p:spTgt spid="497"/>
                                        </p:tgtEl>
                                        <p:attrNameLst>
                                          <p:attrName>style.visibility</p:attrName>
                                        </p:attrNameLst>
                                      </p:cBhvr>
                                      <p:to>
                                        <p:strVal val="visible"/>
                                      </p:to>
                                    </p:set>
                                  </p:childTnLst>
                                </p:cTn>
                              </p:par>
                              <p:par>
                                <p:cTn id="987" presetID="1" presetClass="entr" presetSubtype="0" fill="hold" nodeType="withEffect">
                                  <p:stCondLst>
                                    <p:cond delay="0"/>
                                  </p:stCondLst>
                                  <p:childTnLst>
                                    <p:set>
                                      <p:cBhvr>
                                        <p:cTn id="988" dur="1" fill="hold">
                                          <p:stCondLst>
                                            <p:cond delay="0"/>
                                          </p:stCondLst>
                                        </p:cTn>
                                        <p:tgtEl>
                                          <p:spTgt spid="498"/>
                                        </p:tgtEl>
                                        <p:attrNameLst>
                                          <p:attrName>style.visibility</p:attrName>
                                        </p:attrNameLst>
                                      </p:cBhvr>
                                      <p:to>
                                        <p:strVal val="visible"/>
                                      </p:to>
                                    </p:set>
                                  </p:childTnLst>
                                </p:cTn>
                              </p:par>
                              <p:par>
                                <p:cTn id="989" presetID="1" presetClass="entr" presetSubtype="0" fill="hold" nodeType="withEffect">
                                  <p:stCondLst>
                                    <p:cond delay="0"/>
                                  </p:stCondLst>
                                  <p:childTnLst>
                                    <p:set>
                                      <p:cBhvr>
                                        <p:cTn id="990" dur="1" fill="hold">
                                          <p:stCondLst>
                                            <p:cond delay="0"/>
                                          </p:stCondLst>
                                        </p:cTn>
                                        <p:tgtEl>
                                          <p:spTgt spid="499"/>
                                        </p:tgtEl>
                                        <p:attrNameLst>
                                          <p:attrName>style.visibility</p:attrName>
                                        </p:attrNameLst>
                                      </p:cBhvr>
                                      <p:to>
                                        <p:strVal val="visible"/>
                                      </p:to>
                                    </p:set>
                                  </p:childTnLst>
                                </p:cTn>
                              </p:par>
                              <p:par>
                                <p:cTn id="991" presetID="1" presetClass="entr" presetSubtype="0" fill="hold" nodeType="withEffect">
                                  <p:stCondLst>
                                    <p:cond delay="0"/>
                                  </p:stCondLst>
                                  <p:childTnLst>
                                    <p:set>
                                      <p:cBhvr>
                                        <p:cTn id="992" dur="1" fill="hold">
                                          <p:stCondLst>
                                            <p:cond delay="0"/>
                                          </p:stCondLst>
                                        </p:cTn>
                                        <p:tgtEl>
                                          <p:spTgt spid="500"/>
                                        </p:tgtEl>
                                        <p:attrNameLst>
                                          <p:attrName>style.visibility</p:attrName>
                                        </p:attrNameLst>
                                      </p:cBhvr>
                                      <p:to>
                                        <p:strVal val="visible"/>
                                      </p:to>
                                    </p:set>
                                  </p:childTnLst>
                                </p:cTn>
                              </p:par>
                              <p:par>
                                <p:cTn id="993" presetID="1" presetClass="entr" presetSubtype="0" fill="hold" nodeType="withEffect">
                                  <p:stCondLst>
                                    <p:cond delay="0"/>
                                  </p:stCondLst>
                                  <p:childTnLst>
                                    <p:set>
                                      <p:cBhvr>
                                        <p:cTn id="994" dur="1" fill="hold">
                                          <p:stCondLst>
                                            <p:cond delay="0"/>
                                          </p:stCondLst>
                                        </p:cTn>
                                        <p:tgtEl>
                                          <p:spTgt spid="501"/>
                                        </p:tgtEl>
                                        <p:attrNameLst>
                                          <p:attrName>style.visibility</p:attrName>
                                        </p:attrNameLst>
                                      </p:cBhvr>
                                      <p:to>
                                        <p:strVal val="visible"/>
                                      </p:to>
                                    </p:set>
                                  </p:childTnLst>
                                </p:cTn>
                              </p:par>
                              <p:par>
                                <p:cTn id="995" presetID="1" presetClass="entr" presetSubtype="0" fill="hold" nodeType="withEffect">
                                  <p:stCondLst>
                                    <p:cond delay="0"/>
                                  </p:stCondLst>
                                  <p:childTnLst>
                                    <p:set>
                                      <p:cBhvr>
                                        <p:cTn id="996" dur="1" fill="hold">
                                          <p:stCondLst>
                                            <p:cond delay="0"/>
                                          </p:stCondLst>
                                        </p:cTn>
                                        <p:tgtEl>
                                          <p:spTgt spid="502"/>
                                        </p:tgtEl>
                                        <p:attrNameLst>
                                          <p:attrName>style.visibility</p:attrName>
                                        </p:attrNameLst>
                                      </p:cBhvr>
                                      <p:to>
                                        <p:strVal val="visible"/>
                                      </p:to>
                                    </p:set>
                                  </p:childTnLst>
                                </p:cTn>
                              </p:par>
                              <p:par>
                                <p:cTn id="997" presetID="1" presetClass="entr" presetSubtype="0" fill="hold" nodeType="withEffect">
                                  <p:stCondLst>
                                    <p:cond delay="0"/>
                                  </p:stCondLst>
                                  <p:childTnLst>
                                    <p:set>
                                      <p:cBhvr>
                                        <p:cTn id="998" dur="1" fill="hold">
                                          <p:stCondLst>
                                            <p:cond delay="0"/>
                                          </p:stCondLst>
                                        </p:cTn>
                                        <p:tgtEl>
                                          <p:spTgt spid="503"/>
                                        </p:tgtEl>
                                        <p:attrNameLst>
                                          <p:attrName>style.visibility</p:attrName>
                                        </p:attrNameLst>
                                      </p:cBhvr>
                                      <p:to>
                                        <p:strVal val="visible"/>
                                      </p:to>
                                    </p:set>
                                  </p:childTnLst>
                                </p:cTn>
                              </p:par>
                              <p:par>
                                <p:cTn id="999" presetID="1" presetClass="entr" presetSubtype="0" fill="hold" nodeType="withEffect">
                                  <p:stCondLst>
                                    <p:cond delay="0"/>
                                  </p:stCondLst>
                                  <p:childTnLst>
                                    <p:set>
                                      <p:cBhvr>
                                        <p:cTn id="1000" dur="1" fill="hold">
                                          <p:stCondLst>
                                            <p:cond delay="0"/>
                                          </p:stCondLst>
                                        </p:cTn>
                                        <p:tgtEl>
                                          <p:spTgt spid="504"/>
                                        </p:tgtEl>
                                        <p:attrNameLst>
                                          <p:attrName>style.visibility</p:attrName>
                                        </p:attrNameLst>
                                      </p:cBhvr>
                                      <p:to>
                                        <p:strVal val="visible"/>
                                      </p:to>
                                    </p:set>
                                  </p:childTnLst>
                                </p:cTn>
                              </p:par>
                              <p:par>
                                <p:cTn id="1001" presetID="1" presetClass="entr" presetSubtype="0" fill="hold" nodeType="withEffect">
                                  <p:stCondLst>
                                    <p:cond delay="0"/>
                                  </p:stCondLst>
                                  <p:childTnLst>
                                    <p:set>
                                      <p:cBhvr>
                                        <p:cTn id="1002" dur="1" fill="hold">
                                          <p:stCondLst>
                                            <p:cond delay="0"/>
                                          </p:stCondLst>
                                        </p:cTn>
                                        <p:tgtEl>
                                          <p:spTgt spid="505"/>
                                        </p:tgtEl>
                                        <p:attrNameLst>
                                          <p:attrName>style.visibility</p:attrName>
                                        </p:attrNameLst>
                                      </p:cBhvr>
                                      <p:to>
                                        <p:strVal val="visible"/>
                                      </p:to>
                                    </p:set>
                                  </p:childTnLst>
                                </p:cTn>
                              </p:par>
                              <p:par>
                                <p:cTn id="1003" presetID="1" presetClass="entr" presetSubtype="0" fill="hold" nodeType="withEffect">
                                  <p:stCondLst>
                                    <p:cond delay="0"/>
                                  </p:stCondLst>
                                  <p:childTnLst>
                                    <p:set>
                                      <p:cBhvr>
                                        <p:cTn id="1004" dur="1" fill="hold">
                                          <p:stCondLst>
                                            <p:cond delay="0"/>
                                          </p:stCondLst>
                                        </p:cTn>
                                        <p:tgtEl>
                                          <p:spTgt spid="506"/>
                                        </p:tgtEl>
                                        <p:attrNameLst>
                                          <p:attrName>style.visibility</p:attrName>
                                        </p:attrNameLst>
                                      </p:cBhvr>
                                      <p:to>
                                        <p:strVal val="visible"/>
                                      </p:to>
                                    </p:set>
                                  </p:childTnLst>
                                </p:cTn>
                              </p:par>
                              <p:par>
                                <p:cTn id="1005" presetID="1" presetClass="entr" presetSubtype="0" fill="hold" nodeType="withEffect">
                                  <p:stCondLst>
                                    <p:cond delay="0"/>
                                  </p:stCondLst>
                                  <p:childTnLst>
                                    <p:set>
                                      <p:cBhvr>
                                        <p:cTn id="1006" dur="1" fill="hold">
                                          <p:stCondLst>
                                            <p:cond delay="0"/>
                                          </p:stCondLst>
                                        </p:cTn>
                                        <p:tgtEl>
                                          <p:spTgt spid="507"/>
                                        </p:tgtEl>
                                        <p:attrNameLst>
                                          <p:attrName>style.visibility</p:attrName>
                                        </p:attrNameLst>
                                      </p:cBhvr>
                                      <p:to>
                                        <p:strVal val="visible"/>
                                      </p:to>
                                    </p:set>
                                  </p:childTnLst>
                                </p:cTn>
                              </p:par>
                              <p:par>
                                <p:cTn id="1007" presetID="1" presetClass="entr" presetSubtype="0" fill="hold" nodeType="withEffect">
                                  <p:stCondLst>
                                    <p:cond delay="0"/>
                                  </p:stCondLst>
                                  <p:childTnLst>
                                    <p:set>
                                      <p:cBhvr>
                                        <p:cTn id="1008" dur="1" fill="hold">
                                          <p:stCondLst>
                                            <p:cond delay="0"/>
                                          </p:stCondLst>
                                        </p:cTn>
                                        <p:tgtEl>
                                          <p:spTgt spid="508"/>
                                        </p:tgtEl>
                                        <p:attrNameLst>
                                          <p:attrName>style.visibility</p:attrName>
                                        </p:attrNameLst>
                                      </p:cBhvr>
                                      <p:to>
                                        <p:strVal val="visible"/>
                                      </p:to>
                                    </p:set>
                                  </p:childTnLst>
                                </p:cTn>
                              </p:par>
                              <p:par>
                                <p:cTn id="1009" presetID="1" presetClass="entr" presetSubtype="0" fill="hold" nodeType="withEffect">
                                  <p:stCondLst>
                                    <p:cond delay="0"/>
                                  </p:stCondLst>
                                  <p:childTnLst>
                                    <p:set>
                                      <p:cBhvr>
                                        <p:cTn id="1010" dur="1" fill="hold">
                                          <p:stCondLst>
                                            <p:cond delay="0"/>
                                          </p:stCondLst>
                                        </p:cTn>
                                        <p:tgtEl>
                                          <p:spTgt spid="509"/>
                                        </p:tgtEl>
                                        <p:attrNameLst>
                                          <p:attrName>style.visibility</p:attrName>
                                        </p:attrNameLst>
                                      </p:cBhvr>
                                      <p:to>
                                        <p:strVal val="visible"/>
                                      </p:to>
                                    </p:set>
                                  </p:childTnLst>
                                </p:cTn>
                              </p:par>
                              <p:par>
                                <p:cTn id="1011" presetID="1" presetClass="entr" presetSubtype="0" fill="hold" nodeType="withEffect">
                                  <p:stCondLst>
                                    <p:cond delay="0"/>
                                  </p:stCondLst>
                                  <p:childTnLst>
                                    <p:set>
                                      <p:cBhvr>
                                        <p:cTn id="1012" dur="1" fill="hold">
                                          <p:stCondLst>
                                            <p:cond delay="0"/>
                                          </p:stCondLst>
                                        </p:cTn>
                                        <p:tgtEl>
                                          <p:spTgt spid="510"/>
                                        </p:tgtEl>
                                        <p:attrNameLst>
                                          <p:attrName>style.visibility</p:attrName>
                                        </p:attrNameLst>
                                      </p:cBhvr>
                                      <p:to>
                                        <p:strVal val="visible"/>
                                      </p:to>
                                    </p:set>
                                  </p:childTnLst>
                                </p:cTn>
                              </p:par>
                              <p:par>
                                <p:cTn id="1013" presetID="1" presetClass="entr" presetSubtype="0" fill="hold" nodeType="withEffect">
                                  <p:stCondLst>
                                    <p:cond delay="0"/>
                                  </p:stCondLst>
                                  <p:childTnLst>
                                    <p:set>
                                      <p:cBhvr>
                                        <p:cTn id="1014" dur="1" fill="hold">
                                          <p:stCondLst>
                                            <p:cond delay="0"/>
                                          </p:stCondLst>
                                        </p:cTn>
                                        <p:tgtEl>
                                          <p:spTgt spid="511"/>
                                        </p:tgtEl>
                                        <p:attrNameLst>
                                          <p:attrName>style.visibility</p:attrName>
                                        </p:attrNameLst>
                                      </p:cBhvr>
                                      <p:to>
                                        <p:strVal val="visible"/>
                                      </p:to>
                                    </p:set>
                                  </p:childTnLst>
                                </p:cTn>
                              </p:par>
                              <p:par>
                                <p:cTn id="1015" presetID="1" presetClass="entr" presetSubtype="0" fill="hold" nodeType="withEffect">
                                  <p:stCondLst>
                                    <p:cond delay="0"/>
                                  </p:stCondLst>
                                  <p:childTnLst>
                                    <p:set>
                                      <p:cBhvr>
                                        <p:cTn id="1016" dur="1" fill="hold">
                                          <p:stCondLst>
                                            <p:cond delay="0"/>
                                          </p:stCondLst>
                                        </p:cTn>
                                        <p:tgtEl>
                                          <p:spTgt spid="512"/>
                                        </p:tgtEl>
                                        <p:attrNameLst>
                                          <p:attrName>style.visibility</p:attrName>
                                        </p:attrNameLst>
                                      </p:cBhvr>
                                      <p:to>
                                        <p:strVal val="visible"/>
                                      </p:to>
                                    </p:set>
                                  </p:childTnLst>
                                </p:cTn>
                              </p:par>
                              <p:par>
                                <p:cTn id="1017" presetID="1" presetClass="entr" presetSubtype="0" fill="hold" nodeType="withEffect">
                                  <p:stCondLst>
                                    <p:cond delay="0"/>
                                  </p:stCondLst>
                                  <p:childTnLst>
                                    <p:set>
                                      <p:cBhvr>
                                        <p:cTn id="1018" dur="1" fill="hold">
                                          <p:stCondLst>
                                            <p:cond delay="0"/>
                                          </p:stCondLst>
                                        </p:cTn>
                                        <p:tgtEl>
                                          <p:spTgt spid="513"/>
                                        </p:tgtEl>
                                        <p:attrNameLst>
                                          <p:attrName>style.visibility</p:attrName>
                                        </p:attrNameLst>
                                      </p:cBhvr>
                                      <p:to>
                                        <p:strVal val="visible"/>
                                      </p:to>
                                    </p:set>
                                  </p:childTnLst>
                                </p:cTn>
                              </p:par>
                              <p:par>
                                <p:cTn id="1019" presetID="1" presetClass="entr" presetSubtype="0" fill="hold" nodeType="withEffect">
                                  <p:stCondLst>
                                    <p:cond delay="0"/>
                                  </p:stCondLst>
                                  <p:childTnLst>
                                    <p:set>
                                      <p:cBhvr>
                                        <p:cTn id="1020" dur="1" fill="hold">
                                          <p:stCondLst>
                                            <p:cond delay="0"/>
                                          </p:stCondLst>
                                        </p:cTn>
                                        <p:tgtEl>
                                          <p:spTgt spid="514"/>
                                        </p:tgtEl>
                                        <p:attrNameLst>
                                          <p:attrName>style.visibility</p:attrName>
                                        </p:attrNameLst>
                                      </p:cBhvr>
                                      <p:to>
                                        <p:strVal val="visible"/>
                                      </p:to>
                                    </p:set>
                                  </p:childTnLst>
                                </p:cTn>
                              </p:par>
                              <p:par>
                                <p:cTn id="1021" presetID="1" presetClass="entr" presetSubtype="0" fill="hold" nodeType="withEffect">
                                  <p:stCondLst>
                                    <p:cond delay="0"/>
                                  </p:stCondLst>
                                  <p:childTnLst>
                                    <p:set>
                                      <p:cBhvr>
                                        <p:cTn id="1022" dur="1" fill="hold">
                                          <p:stCondLst>
                                            <p:cond delay="0"/>
                                          </p:stCondLst>
                                        </p:cTn>
                                        <p:tgtEl>
                                          <p:spTgt spid="515"/>
                                        </p:tgtEl>
                                        <p:attrNameLst>
                                          <p:attrName>style.visibility</p:attrName>
                                        </p:attrNameLst>
                                      </p:cBhvr>
                                      <p:to>
                                        <p:strVal val="visible"/>
                                      </p:to>
                                    </p:set>
                                  </p:childTnLst>
                                </p:cTn>
                              </p:par>
                              <p:par>
                                <p:cTn id="1023" presetID="1" presetClass="entr" presetSubtype="0" fill="hold" nodeType="withEffect">
                                  <p:stCondLst>
                                    <p:cond delay="0"/>
                                  </p:stCondLst>
                                  <p:childTnLst>
                                    <p:set>
                                      <p:cBhvr>
                                        <p:cTn id="1024" dur="1" fill="hold">
                                          <p:stCondLst>
                                            <p:cond delay="0"/>
                                          </p:stCondLst>
                                        </p:cTn>
                                        <p:tgtEl>
                                          <p:spTgt spid="516"/>
                                        </p:tgtEl>
                                        <p:attrNameLst>
                                          <p:attrName>style.visibility</p:attrName>
                                        </p:attrNameLst>
                                      </p:cBhvr>
                                      <p:to>
                                        <p:strVal val="visible"/>
                                      </p:to>
                                    </p:set>
                                  </p:childTnLst>
                                </p:cTn>
                              </p:par>
                              <p:par>
                                <p:cTn id="1025" presetID="1" presetClass="entr" presetSubtype="0" fill="hold" nodeType="withEffect">
                                  <p:stCondLst>
                                    <p:cond delay="0"/>
                                  </p:stCondLst>
                                  <p:childTnLst>
                                    <p:set>
                                      <p:cBhvr>
                                        <p:cTn id="1026" dur="1" fill="hold">
                                          <p:stCondLst>
                                            <p:cond delay="0"/>
                                          </p:stCondLst>
                                        </p:cTn>
                                        <p:tgtEl>
                                          <p:spTgt spid="517"/>
                                        </p:tgtEl>
                                        <p:attrNameLst>
                                          <p:attrName>style.visibility</p:attrName>
                                        </p:attrNameLst>
                                      </p:cBhvr>
                                      <p:to>
                                        <p:strVal val="visible"/>
                                      </p:to>
                                    </p:set>
                                  </p:childTnLst>
                                </p:cTn>
                              </p:par>
                              <p:par>
                                <p:cTn id="1027" presetID="1" presetClass="entr" presetSubtype="0" fill="hold" nodeType="withEffect">
                                  <p:stCondLst>
                                    <p:cond delay="0"/>
                                  </p:stCondLst>
                                  <p:childTnLst>
                                    <p:set>
                                      <p:cBhvr>
                                        <p:cTn id="1028" dur="1" fill="hold">
                                          <p:stCondLst>
                                            <p:cond delay="0"/>
                                          </p:stCondLst>
                                        </p:cTn>
                                        <p:tgtEl>
                                          <p:spTgt spid="518"/>
                                        </p:tgtEl>
                                        <p:attrNameLst>
                                          <p:attrName>style.visibility</p:attrName>
                                        </p:attrNameLst>
                                      </p:cBhvr>
                                      <p:to>
                                        <p:strVal val="visible"/>
                                      </p:to>
                                    </p:set>
                                  </p:childTnLst>
                                </p:cTn>
                              </p:par>
                              <p:par>
                                <p:cTn id="1029" presetID="1" presetClass="entr" presetSubtype="0" fill="hold" nodeType="withEffect">
                                  <p:stCondLst>
                                    <p:cond delay="0"/>
                                  </p:stCondLst>
                                  <p:childTnLst>
                                    <p:set>
                                      <p:cBhvr>
                                        <p:cTn id="1030" dur="1" fill="hold">
                                          <p:stCondLst>
                                            <p:cond delay="0"/>
                                          </p:stCondLst>
                                        </p:cTn>
                                        <p:tgtEl>
                                          <p:spTgt spid="519"/>
                                        </p:tgtEl>
                                        <p:attrNameLst>
                                          <p:attrName>style.visibility</p:attrName>
                                        </p:attrNameLst>
                                      </p:cBhvr>
                                      <p:to>
                                        <p:strVal val="visible"/>
                                      </p:to>
                                    </p:set>
                                  </p:childTnLst>
                                </p:cTn>
                              </p:par>
                              <p:par>
                                <p:cTn id="1031" presetID="1" presetClass="entr" presetSubtype="0" fill="hold" nodeType="withEffect">
                                  <p:stCondLst>
                                    <p:cond delay="0"/>
                                  </p:stCondLst>
                                  <p:childTnLst>
                                    <p:set>
                                      <p:cBhvr>
                                        <p:cTn id="1032" dur="1" fill="hold">
                                          <p:stCondLst>
                                            <p:cond delay="0"/>
                                          </p:stCondLst>
                                        </p:cTn>
                                        <p:tgtEl>
                                          <p:spTgt spid="520"/>
                                        </p:tgtEl>
                                        <p:attrNameLst>
                                          <p:attrName>style.visibility</p:attrName>
                                        </p:attrNameLst>
                                      </p:cBhvr>
                                      <p:to>
                                        <p:strVal val="visible"/>
                                      </p:to>
                                    </p:set>
                                  </p:childTnLst>
                                </p:cTn>
                              </p:par>
                              <p:par>
                                <p:cTn id="1033" presetID="1" presetClass="entr" presetSubtype="0" fill="hold" nodeType="withEffect">
                                  <p:stCondLst>
                                    <p:cond delay="0"/>
                                  </p:stCondLst>
                                  <p:childTnLst>
                                    <p:set>
                                      <p:cBhvr>
                                        <p:cTn id="1034" dur="1" fill="hold">
                                          <p:stCondLst>
                                            <p:cond delay="0"/>
                                          </p:stCondLst>
                                        </p:cTn>
                                        <p:tgtEl>
                                          <p:spTgt spid="521"/>
                                        </p:tgtEl>
                                        <p:attrNameLst>
                                          <p:attrName>style.visibility</p:attrName>
                                        </p:attrNameLst>
                                      </p:cBhvr>
                                      <p:to>
                                        <p:strVal val="visible"/>
                                      </p:to>
                                    </p:set>
                                  </p:childTnLst>
                                </p:cTn>
                              </p:par>
                              <p:par>
                                <p:cTn id="1035" presetID="1" presetClass="entr" presetSubtype="0" fill="hold" nodeType="withEffect">
                                  <p:stCondLst>
                                    <p:cond delay="0"/>
                                  </p:stCondLst>
                                  <p:childTnLst>
                                    <p:set>
                                      <p:cBhvr>
                                        <p:cTn id="1036" dur="1" fill="hold">
                                          <p:stCondLst>
                                            <p:cond delay="0"/>
                                          </p:stCondLst>
                                        </p:cTn>
                                        <p:tgtEl>
                                          <p:spTgt spid="522"/>
                                        </p:tgtEl>
                                        <p:attrNameLst>
                                          <p:attrName>style.visibility</p:attrName>
                                        </p:attrNameLst>
                                      </p:cBhvr>
                                      <p:to>
                                        <p:strVal val="visible"/>
                                      </p:to>
                                    </p:set>
                                  </p:childTnLst>
                                </p:cTn>
                              </p:par>
                              <p:par>
                                <p:cTn id="1037" presetID="1" presetClass="entr" presetSubtype="0" fill="hold" nodeType="withEffect">
                                  <p:stCondLst>
                                    <p:cond delay="0"/>
                                  </p:stCondLst>
                                  <p:childTnLst>
                                    <p:set>
                                      <p:cBhvr>
                                        <p:cTn id="1038" dur="1" fill="hold">
                                          <p:stCondLst>
                                            <p:cond delay="0"/>
                                          </p:stCondLst>
                                        </p:cTn>
                                        <p:tgtEl>
                                          <p:spTgt spid="523"/>
                                        </p:tgtEl>
                                        <p:attrNameLst>
                                          <p:attrName>style.visibility</p:attrName>
                                        </p:attrNameLst>
                                      </p:cBhvr>
                                      <p:to>
                                        <p:strVal val="visible"/>
                                      </p:to>
                                    </p:set>
                                  </p:childTnLst>
                                </p:cTn>
                              </p:par>
                              <p:par>
                                <p:cTn id="1039" presetID="1" presetClass="entr" presetSubtype="0" fill="hold" nodeType="withEffect">
                                  <p:stCondLst>
                                    <p:cond delay="0"/>
                                  </p:stCondLst>
                                  <p:childTnLst>
                                    <p:set>
                                      <p:cBhvr>
                                        <p:cTn id="1040" dur="1" fill="hold">
                                          <p:stCondLst>
                                            <p:cond delay="0"/>
                                          </p:stCondLst>
                                        </p:cTn>
                                        <p:tgtEl>
                                          <p:spTgt spid="524"/>
                                        </p:tgtEl>
                                        <p:attrNameLst>
                                          <p:attrName>style.visibility</p:attrName>
                                        </p:attrNameLst>
                                      </p:cBhvr>
                                      <p:to>
                                        <p:strVal val="visible"/>
                                      </p:to>
                                    </p:set>
                                  </p:childTnLst>
                                </p:cTn>
                              </p:par>
                              <p:par>
                                <p:cTn id="1041" presetID="1" presetClass="entr" presetSubtype="0" fill="hold" nodeType="withEffect">
                                  <p:stCondLst>
                                    <p:cond delay="0"/>
                                  </p:stCondLst>
                                  <p:childTnLst>
                                    <p:set>
                                      <p:cBhvr>
                                        <p:cTn id="1042" dur="1" fill="hold">
                                          <p:stCondLst>
                                            <p:cond delay="0"/>
                                          </p:stCondLst>
                                        </p:cTn>
                                        <p:tgtEl>
                                          <p:spTgt spid="525"/>
                                        </p:tgtEl>
                                        <p:attrNameLst>
                                          <p:attrName>style.visibility</p:attrName>
                                        </p:attrNameLst>
                                      </p:cBhvr>
                                      <p:to>
                                        <p:strVal val="visible"/>
                                      </p:to>
                                    </p:set>
                                  </p:childTnLst>
                                </p:cTn>
                              </p:par>
                              <p:par>
                                <p:cTn id="1043" presetID="1" presetClass="entr" presetSubtype="0" fill="hold" nodeType="withEffect">
                                  <p:stCondLst>
                                    <p:cond delay="0"/>
                                  </p:stCondLst>
                                  <p:childTnLst>
                                    <p:set>
                                      <p:cBhvr>
                                        <p:cTn id="1044" dur="1" fill="hold">
                                          <p:stCondLst>
                                            <p:cond delay="0"/>
                                          </p:stCondLst>
                                        </p:cTn>
                                        <p:tgtEl>
                                          <p:spTgt spid="526"/>
                                        </p:tgtEl>
                                        <p:attrNameLst>
                                          <p:attrName>style.visibility</p:attrName>
                                        </p:attrNameLst>
                                      </p:cBhvr>
                                      <p:to>
                                        <p:strVal val="visible"/>
                                      </p:to>
                                    </p:set>
                                  </p:childTnLst>
                                </p:cTn>
                              </p:par>
                              <p:par>
                                <p:cTn id="1045" presetID="1" presetClass="entr" presetSubtype="0" fill="hold" nodeType="withEffect">
                                  <p:stCondLst>
                                    <p:cond delay="0"/>
                                  </p:stCondLst>
                                  <p:childTnLst>
                                    <p:set>
                                      <p:cBhvr>
                                        <p:cTn id="1046" dur="1" fill="hold">
                                          <p:stCondLst>
                                            <p:cond delay="0"/>
                                          </p:stCondLst>
                                        </p:cTn>
                                        <p:tgtEl>
                                          <p:spTgt spid="527"/>
                                        </p:tgtEl>
                                        <p:attrNameLst>
                                          <p:attrName>style.visibility</p:attrName>
                                        </p:attrNameLst>
                                      </p:cBhvr>
                                      <p:to>
                                        <p:strVal val="visible"/>
                                      </p:to>
                                    </p:set>
                                  </p:childTnLst>
                                </p:cTn>
                              </p:par>
                              <p:par>
                                <p:cTn id="1047" presetID="1" presetClass="entr" presetSubtype="0" fill="hold" nodeType="withEffect">
                                  <p:stCondLst>
                                    <p:cond delay="0"/>
                                  </p:stCondLst>
                                  <p:childTnLst>
                                    <p:set>
                                      <p:cBhvr>
                                        <p:cTn id="1048" dur="1" fill="hold">
                                          <p:stCondLst>
                                            <p:cond delay="0"/>
                                          </p:stCondLst>
                                        </p:cTn>
                                        <p:tgtEl>
                                          <p:spTgt spid="528"/>
                                        </p:tgtEl>
                                        <p:attrNameLst>
                                          <p:attrName>style.visibility</p:attrName>
                                        </p:attrNameLst>
                                      </p:cBhvr>
                                      <p:to>
                                        <p:strVal val="visible"/>
                                      </p:to>
                                    </p:set>
                                  </p:childTnLst>
                                </p:cTn>
                              </p:par>
                              <p:par>
                                <p:cTn id="1049" presetID="1" presetClass="entr" presetSubtype="0" fill="hold" nodeType="withEffect">
                                  <p:stCondLst>
                                    <p:cond delay="0"/>
                                  </p:stCondLst>
                                  <p:childTnLst>
                                    <p:set>
                                      <p:cBhvr>
                                        <p:cTn id="1050" dur="1" fill="hold">
                                          <p:stCondLst>
                                            <p:cond delay="0"/>
                                          </p:stCondLst>
                                        </p:cTn>
                                        <p:tgtEl>
                                          <p:spTgt spid="529"/>
                                        </p:tgtEl>
                                        <p:attrNameLst>
                                          <p:attrName>style.visibility</p:attrName>
                                        </p:attrNameLst>
                                      </p:cBhvr>
                                      <p:to>
                                        <p:strVal val="visible"/>
                                      </p:to>
                                    </p:set>
                                  </p:childTnLst>
                                </p:cTn>
                              </p:par>
                              <p:par>
                                <p:cTn id="1051" presetID="1" presetClass="entr" presetSubtype="0" fill="hold" nodeType="withEffect">
                                  <p:stCondLst>
                                    <p:cond delay="0"/>
                                  </p:stCondLst>
                                  <p:childTnLst>
                                    <p:set>
                                      <p:cBhvr>
                                        <p:cTn id="1052" dur="1" fill="hold">
                                          <p:stCondLst>
                                            <p:cond delay="0"/>
                                          </p:stCondLst>
                                        </p:cTn>
                                        <p:tgtEl>
                                          <p:spTgt spid="530"/>
                                        </p:tgtEl>
                                        <p:attrNameLst>
                                          <p:attrName>style.visibility</p:attrName>
                                        </p:attrNameLst>
                                      </p:cBhvr>
                                      <p:to>
                                        <p:strVal val="visible"/>
                                      </p:to>
                                    </p:set>
                                  </p:childTnLst>
                                </p:cTn>
                              </p:par>
                              <p:par>
                                <p:cTn id="1053" presetID="1" presetClass="entr" presetSubtype="0" fill="hold" nodeType="withEffect">
                                  <p:stCondLst>
                                    <p:cond delay="0"/>
                                  </p:stCondLst>
                                  <p:childTnLst>
                                    <p:set>
                                      <p:cBhvr>
                                        <p:cTn id="1054" dur="1" fill="hold">
                                          <p:stCondLst>
                                            <p:cond delay="0"/>
                                          </p:stCondLst>
                                        </p:cTn>
                                        <p:tgtEl>
                                          <p:spTgt spid="531"/>
                                        </p:tgtEl>
                                        <p:attrNameLst>
                                          <p:attrName>style.visibility</p:attrName>
                                        </p:attrNameLst>
                                      </p:cBhvr>
                                      <p:to>
                                        <p:strVal val="visible"/>
                                      </p:to>
                                    </p:set>
                                  </p:childTnLst>
                                </p:cTn>
                              </p:par>
                              <p:par>
                                <p:cTn id="1055" presetID="1" presetClass="entr" presetSubtype="0" fill="hold" nodeType="withEffect">
                                  <p:stCondLst>
                                    <p:cond delay="0"/>
                                  </p:stCondLst>
                                  <p:childTnLst>
                                    <p:set>
                                      <p:cBhvr>
                                        <p:cTn id="1056" dur="1" fill="hold">
                                          <p:stCondLst>
                                            <p:cond delay="0"/>
                                          </p:stCondLst>
                                        </p:cTn>
                                        <p:tgtEl>
                                          <p:spTgt spid="532"/>
                                        </p:tgtEl>
                                        <p:attrNameLst>
                                          <p:attrName>style.visibility</p:attrName>
                                        </p:attrNameLst>
                                      </p:cBhvr>
                                      <p:to>
                                        <p:strVal val="visible"/>
                                      </p:to>
                                    </p:set>
                                  </p:childTnLst>
                                </p:cTn>
                              </p:par>
                              <p:par>
                                <p:cTn id="1057" presetID="1" presetClass="entr" presetSubtype="0" fill="hold" nodeType="withEffect">
                                  <p:stCondLst>
                                    <p:cond delay="0"/>
                                  </p:stCondLst>
                                  <p:childTnLst>
                                    <p:set>
                                      <p:cBhvr>
                                        <p:cTn id="1058" dur="1" fill="hold">
                                          <p:stCondLst>
                                            <p:cond delay="0"/>
                                          </p:stCondLst>
                                        </p:cTn>
                                        <p:tgtEl>
                                          <p:spTgt spid="533"/>
                                        </p:tgtEl>
                                        <p:attrNameLst>
                                          <p:attrName>style.visibility</p:attrName>
                                        </p:attrNameLst>
                                      </p:cBhvr>
                                      <p:to>
                                        <p:strVal val="visible"/>
                                      </p:to>
                                    </p:set>
                                  </p:childTnLst>
                                </p:cTn>
                              </p:par>
                              <p:par>
                                <p:cTn id="1059" presetID="1" presetClass="entr" presetSubtype="0" fill="hold" nodeType="withEffect">
                                  <p:stCondLst>
                                    <p:cond delay="0"/>
                                  </p:stCondLst>
                                  <p:childTnLst>
                                    <p:set>
                                      <p:cBhvr>
                                        <p:cTn id="1060" dur="1" fill="hold">
                                          <p:stCondLst>
                                            <p:cond delay="0"/>
                                          </p:stCondLst>
                                        </p:cTn>
                                        <p:tgtEl>
                                          <p:spTgt spid="534"/>
                                        </p:tgtEl>
                                        <p:attrNameLst>
                                          <p:attrName>style.visibility</p:attrName>
                                        </p:attrNameLst>
                                      </p:cBhvr>
                                      <p:to>
                                        <p:strVal val="visible"/>
                                      </p:to>
                                    </p:set>
                                  </p:childTnLst>
                                </p:cTn>
                              </p:par>
                              <p:par>
                                <p:cTn id="1061" presetID="1" presetClass="entr" presetSubtype="0" fill="hold" nodeType="withEffect">
                                  <p:stCondLst>
                                    <p:cond delay="0"/>
                                  </p:stCondLst>
                                  <p:childTnLst>
                                    <p:set>
                                      <p:cBhvr>
                                        <p:cTn id="1062" dur="1" fill="hold">
                                          <p:stCondLst>
                                            <p:cond delay="0"/>
                                          </p:stCondLst>
                                        </p:cTn>
                                        <p:tgtEl>
                                          <p:spTgt spid="535"/>
                                        </p:tgtEl>
                                        <p:attrNameLst>
                                          <p:attrName>style.visibility</p:attrName>
                                        </p:attrNameLst>
                                      </p:cBhvr>
                                      <p:to>
                                        <p:strVal val="visible"/>
                                      </p:to>
                                    </p:set>
                                  </p:childTnLst>
                                </p:cTn>
                              </p:par>
                              <p:par>
                                <p:cTn id="1063" presetID="1" presetClass="entr" presetSubtype="0" fill="hold" nodeType="withEffect">
                                  <p:stCondLst>
                                    <p:cond delay="0"/>
                                  </p:stCondLst>
                                  <p:childTnLst>
                                    <p:set>
                                      <p:cBhvr>
                                        <p:cTn id="1064" dur="1" fill="hold">
                                          <p:stCondLst>
                                            <p:cond delay="0"/>
                                          </p:stCondLst>
                                        </p:cTn>
                                        <p:tgtEl>
                                          <p:spTgt spid="536"/>
                                        </p:tgtEl>
                                        <p:attrNameLst>
                                          <p:attrName>style.visibility</p:attrName>
                                        </p:attrNameLst>
                                      </p:cBhvr>
                                      <p:to>
                                        <p:strVal val="visible"/>
                                      </p:to>
                                    </p:set>
                                  </p:childTnLst>
                                </p:cTn>
                              </p:par>
                              <p:par>
                                <p:cTn id="1065" presetID="1" presetClass="entr" presetSubtype="0" fill="hold" nodeType="withEffect">
                                  <p:stCondLst>
                                    <p:cond delay="0"/>
                                  </p:stCondLst>
                                  <p:childTnLst>
                                    <p:set>
                                      <p:cBhvr>
                                        <p:cTn id="1066" dur="1" fill="hold">
                                          <p:stCondLst>
                                            <p:cond delay="0"/>
                                          </p:stCondLst>
                                        </p:cTn>
                                        <p:tgtEl>
                                          <p:spTgt spid="537"/>
                                        </p:tgtEl>
                                        <p:attrNameLst>
                                          <p:attrName>style.visibility</p:attrName>
                                        </p:attrNameLst>
                                      </p:cBhvr>
                                      <p:to>
                                        <p:strVal val="visible"/>
                                      </p:to>
                                    </p:set>
                                  </p:childTnLst>
                                </p:cTn>
                              </p:par>
                              <p:par>
                                <p:cTn id="1067" presetID="1" presetClass="entr" presetSubtype="0" fill="hold" nodeType="withEffect">
                                  <p:stCondLst>
                                    <p:cond delay="0"/>
                                  </p:stCondLst>
                                  <p:childTnLst>
                                    <p:set>
                                      <p:cBhvr>
                                        <p:cTn id="1068" dur="1" fill="hold">
                                          <p:stCondLst>
                                            <p:cond delay="0"/>
                                          </p:stCondLst>
                                        </p:cTn>
                                        <p:tgtEl>
                                          <p:spTgt spid="538"/>
                                        </p:tgtEl>
                                        <p:attrNameLst>
                                          <p:attrName>style.visibility</p:attrName>
                                        </p:attrNameLst>
                                      </p:cBhvr>
                                      <p:to>
                                        <p:strVal val="visible"/>
                                      </p:to>
                                    </p:set>
                                  </p:childTnLst>
                                </p:cTn>
                              </p:par>
                              <p:par>
                                <p:cTn id="1069" presetID="1" presetClass="entr" presetSubtype="0" fill="hold" nodeType="withEffect">
                                  <p:stCondLst>
                                    <p:cond delay="0"/>
                                  </p:stCondLst>
                                  <p:childTnLst>
                                    <p:set>
                                      <p:cBhvr>
                                        <p:cTn id="1070" dur="1" fill="hold">
                                          <p:stCondLst>
                                            <p:cond delay="0"/>
                                          </p:stCondLst>
                                        </p:cTn>
                                        <p:tgtEl>
                                          <p:spTgt spid="539"/>
                                        </p:tgtEl>
                                        <p:attrNameLst>
                                          <p:attrName>style.visibility</p:attrName>
                                        </p:attrNameLst>
                                      </p:cBhvr>
                                      <p:to>
                                        <p:strVal val="visible"/>
                                      </p:to>
                                    </p:set>
                                  </p:childTnLst>
                                </p:cTn>
                              </p:par>
                              <p:par>
                                <p:cTn id="1071" presetID="1" presetClass="entr" presetSubtype="0" fill="hold" nodeType="withEffect">
                                  <p:stCondLst>
                                    <p:cond delay="0"/>
                                  </p:stCondLst>
                                  <p:childTnLst>
                                    <p:set>
                                      <p:cBhvr>
                                        <p:cTn id="1072" dur="1" fill="hold">
                                          <p:stCondLst>
                                            <p:cond delay="0"/>
                                          </p:stCondLst>
                                        </p:cTn>
                                        <p:tgtEl>
                                          <p:spTgt spid="540"/>
                                        </p:tgtEl>
                                        <p:attrNameLst>
                                          <p:attrName>style.visibility</p:attrName>
                                        </p:attrNameLst>
                                      </p:cBhvr>
                                      <p:to>
                                        <p:strVal val="visible"/>
                                      </p:to>
                                    </p:set>
                                  </p:childTnLst>
                                </p:cTn>
                              </p:par>
                              <p:par>
                                <p:cTn id="1073" presetID="1" presetClass="entr" presetSubtype="0" fill="hold" nodeType="withEffect">
                                  <p:stCondLst>
                                    <p:cond delay="0"/>
                                  </p:stCondLst>
                                  <p:childTnLst>
                                    <p:set>
                                      <p:cBhvr>
                                        <p:cTn id="1074" dur="1" fill="hold">
                                          <p:stCondLst>
                                            <p:cond delay="0"/>
                                          </p:stCondLst>
                                        </p:cTn>
                                        <p:tgtEl>
                                          <p:spTgt spid="541"/>
                                        </p:tgtEl>
                                        <p:attrNameLst>
                                          <p:attrName>style.visibility</p:attrName>
                                        </p:attrNameLst>
                                      </p:cBhvr>
                                      <p:to>
                                        <p:strVal val="visible"/>
                                      </p:to>
                                    </p:set>
                                  </p:childTnLst>
                                </p:cTn>
                              </p:par>
                              <p:par>
                                <p:cTn id="1075" presetID="1" presetClass="entr" presetSubtype="0" fill="hold" nodeType="withEffect">
                                  <p:stCondLst>
                                    <p:cond delay="0"/>
                                  </p:stCondLst>
                                  <p:childTnLst>
                                    <p:set>
                                      <p:cBhvr>
                                        <p:cTn id="1076" dur="1" fill="hold">
                                          <p:stCondLst>
                                            <p:cond delay="0"/>
                                          </p:stCondLst>
                                        </p:cTn>
                                        <p:tgtEl>
                                          <p:spTgt spid="542"/>
                                        </p:tgtEl>
                                        <p:attrNameLst>
                                          <p:attrName>style.visibility</p:attrName>
                                        </p:attrNameLst>
                                      </p:cBhvr>
                                      <p:to>
                                        <p:strVal val="visible"/>
                                      </p:to>
                                    </p:set>
                                  </p:childTnLst>
                                </p:cTn>
                              </p:par>
                              <p:par>
                                <p:cTn id="1077" presetID="1" presetClass="entr" presetSubtype="0" fill="hold" nodeType="withEffect">
                                  <p:stCondLst>
                                    <p:cond delay="0"/>
                                  </p:stCondLst>
                                  <p:childTnLst>
                                    <p:set>
                                      <p:cBhvr>
                                        <p:cTn id="1078" dur="1" fill="hold">
                                          <p:stCondLst>
                                            <p:cond delay="0"/>
                                          </p:stCondLst>
                                        </p:cTn>
                                        <p:tgtEl>
                                          <p:spTgt spid="543"/>
                                        </p:tgtEl>
                                        <p:attrNameLst>
                                          <p:attrName>style.visibility</p:attrName>
                                        </p:attrNameLst>
                                      </p:cBhvr>
                                      <p:to>
                                        <p:strVal val="visible"/>
                                      </p:to>
                                    </p:set>
                                  </p:childTnLst>
                                </p:cTn>
                              </p:par>
                              <p:par>
                                <p:cTn id="1079" presetID="1" presetClass="entr" presetSubtype="0" fill="hold" nodeType="withEffect">
                                  <p:stCondLst>
                                    <p:cond delay="0"/>
                                  </p:stCondLst>
                                  <p:childTnLst>
                                    <p:set>
                                      <p:cBhvr>
                                        <p:cTn id="1080" dur="1" fill="hold">
                                          <p:stCondLst>
                                            <p:cond delay="0"/>
                                          </p:stCondLst>
                                        </p:cTn>
                                        <p:tgtEl>
                                          <p:spTgt spid="544"/>
                                        </p:tgtEl>
                                        <p:attrNameLst>
                                          <p:attrName>style.visibility</p:attrName>
                                        </p:attrNameLst>
                                      </p:cBhvr>
                                      <p:to>
                                        <p:strVal val="visible"/>
                                      </p:to>
                                    </p:set>
                                  </p:childTnLst>
                                </p:cTn>
                              </p:par>
                              <p:par>
                                <p:cTn id="1081" presetID="1" presetClass="entr" presetSubtype="0" fill="hold" nodeType="withEffect">
                                  <p:stCondLst>
                                    <p:cond delay="0"/>
                                  </p:stCondLst>
                                  <p:childTnLst>
                                    <p:set>
                                      <p:cBhvr>
                                        <p:cTn id="1082" dur="1" fill="hold">
                                          <p:stCondLst>
                                            <p:cond delay="0"/>
                                          </p:stCondLst>
                                        </p:cTn>
                                        <p:tgtEl>
                                          <p:spTgt spid="545"/>
                                        </p:tgtEl>
                                        <p:attrNameLst>
                                          <p:attrName>style.visibility</p:attrName>
                                        </p:attrNameLst>
                                      </p:cBhvr>
                                      <p:to>
                                        <p:strVal val="visible"/>
                                      </p:to>
                                    </p:set>
                                  </p:childTnLst>
                                </p:cTn>
                              </p:par>
                              <p:par>
                                <p:cTn id="1083" presetID="1" presetClass="entr" presetSubtype="0" fill="hold" nodeType="withEffect">
                                  <p:stCondLst>
                                    <p:cond delay="0"/>
                                  </p:stCondLst>
                                  <p:childTnLst>
                                    <p:set>
                                      <p:cBhvr>
                                        <p:cTn id="1084" dur="1" fill="hold">
                                          <p:stCondLst>
                                            <p:cond delay="0"/>
                                          </p:stCondLst>
                                        </p:cTn>
                                        <p:tgtEl>
                                          <p:spTgt spid="546"/>
                                        </p:tgtEl>
                                        <p:attrNameLst>
                                          <p:attrName>style.visibility</p:attrName>
                                        </p:attrNameLst>
                                      </p:cBhvr>
                                      <p:to>
                                        <p:strVal val="visible"/>
                                      </p:to>
                                    </p:set>
                                  </p:childTnLst>
                                </p:cTn>
                              </p:par>
                              <p:par>
                                <p:cTn id="1085" presetID="1" presetClass="entr" presetSubtype="0" fill="hold" nodeType="withEffect">
                                  <p:stCondLst>
                                    <p:cond delay="0"/>
                                  </p:stCondLst>
                                  <p:childTnLst>
                                    <p:set>
                                      <p:cBhvr>
                                        <p:cTn id="1086" dur="1" fill="hold">
                                          <p:stCondLst>
                                            <p:cond delay="0"/>
                                          </p:stCondLst>
                                        </p:cTn>
                                        <p:tgtEl>
                                          <p:spTgt spid="547"/>
                                        </p:tgtEl>
                                        <p:attrNameLst>
                                          <p:attrName>style.visibility</p:attrName>
                                        </p:attrNameLst>
                                      </p:cBhvr>
                                      <p:to>
                                        <p:strVal val="visible"/>
                                      </p:to>
                                    </p:set>
                                  </p:childTnLst>
                                </p:cTn>
                              </p:par>
                              <p:par>
                                <p:cTn id="1087" presetID="1" presetClass="entr" presetSubtype="0" fill="hold" nodeType="withEffect">
                                  <p:stCondLst>
                                    <p:cond delay="0"/>
                                  </p:stCondLst>
                                  <p:childTnLst>
                                    <p:set>
                                      <p:cBhvr>
                                        <p:cTn id="1088" dur="1" fill="hold">
                                          <p:stCondLst>
                                            <p:cond delay="0"/>
                                          </p:stCondLst>
                                        </p:cTn>
                                        <p:tgtEl>
                                          <p:spTgt spid="548"/>
                                        </p:tgtEl>
                                        <p:attrNameLst>
                                          <p:attrName>style.visibility</p:attrName>
                                        </p:attrNameLst>
                                      </p:cBhvr>
                                      <p:to>
                                        <p:strVal val="visible"/>
                                      </p:to>
                                    </p:set>
                                  </p:childTnLst>
                                </p:cTn>
                              </p:par>
                              <p:par>
                                <p:cTn id="1089" presetID="1" presetClass="entr" presetSubtype="0" fill="hold" nodeType="withEffect">
                                  <p:stCondLst>
                                    <p:cond delay="0"/>
                                  </p:stCondLst>
                                  <p:childTnLst>
                                    <p:set>
                                      <p:cBhvr>
                                        <p:cTn id="1090" dur="1" fill="hold">
                                          <p:stCondLst>
                                            <p:cond delay="0"/>
                                          </p:stCondLst>
                                        </p:cTn>
                                        <p:tgtEl>
                                          <p:spTgt spid="549"/>
                                        </p:tgtEl>
                                        <p:attrNameLst>
                                          <p:attrName>style.visibility</p:attrName>
                                        </p:attrNameLst>
                                      </p:cBhvr>
                                      <p:to>
                                        <p:strVal val="visible"/>
                                      </p:to>
                                    </p:set>
                                  </p:childTnLst>
                                </p:cTn>
                              </p:par>
                              <p:par>
                                <p:cTn id="1091" presetID="1" presetClass="entr" presetSubtype="0" fill="hold" nodeType="withEffect">
                                  <p:stCondLst>
                                    <p:cond delay="0"/>
                                  </p:stCondLst>
                                  <p:childTnLst>
                                    <p:set>
                                      <p:cBhvr>
                                        <p:cTn id="1092" dur="1" fill="hold">
                                          <p:stCondLst>
                                            <p:cond delay="0"/>
                                          </p:stCondLst>
                                        </p:cTn>
                                        <p:tgtEl>
                                          <p:spTgt spid="550"/>
                                        </p:tgtEl>
                                        <p:attrNameLst>
                                          <p:attrName>style.visibility</p:attrName>
                                        </p:attrNameLst>
                                      </p:cBhvr>
                                      <p:to>
                                        <p:strVal val="visible"/>
                                      </p:to>
                                    </p:set>
                                  </p:childTnLst>
                                </p:cTn>
                              </p:par>
                              <p:par>
                                <p:cTn id="1093" presetID="1" presetClass="entr" presetSubtype="0" fill="hold" nodeType="withEffect">
                                  <p:stCondLst>
                                    <p:cond delay="0"/>
                                  </p:stCondLst>
                                  <p:childTnLst>
                                    <p:set>
                                      <p:cBhvr>
                                        <p:cTn id="1094" dur="1" fill="hold">
                                          <p:stCondLst>
                                            <p:cond delay="0"/>
                                          </p:stCondLst>
                                        </p:cTn>
                                        <p:tgtEl>
                                          <p:spTgt spid="551"/>
                                        </p:tgtEl>
                                        <p:attrNameLst>
                                          <p:attrName>style.visibility</p:attrName>
                                        </p:attrNameLst>
                                      </p:cBhvr>
                                      <p:to>
                                        <p:strVal val="visible"/>
                                      </p:to>
                                    </p:set>
                                  </p:childTnLst>
                                </p:cTn>
                              </p:par>
                              <p:par>
                                <p:cTn id="1095" presetID="1" presetClass="entr" presetSubtype="0" fill="hold" nodeType="withEffect">
                                  <p:stCondLst>
                                    <p:cond delay="0"/>
                                  </p:stCondLst>
                                  <p:childTnLst>
                                    <p:set>
                                      <p:cBhvr>
                                        <p:cTn id="1096" dur="1" fill="hold">
                                          <p:stCondLst>
                                            <p:cond delay="0"/>
                                          </p:stCondLst>
                                        </p:cTn>
                                        <p:tgtEl>
                                          <p:spTgt spid="552"/>
                                        </p:tgtEl>
                                        <p:attrNameLst>
                                          <p:attrName>style.visibility</p:attrName>
                                        </p:attrNameLst>
                                      </p:cBhvr>
                                      <p:to>
                                        <p:strVal val="visible"/>
                                      </p:to>
                                    </p:set>
                                  </p:childTnLst>
                                </p:cTn>
                              </p:par>
                              <p:par>
                                <p:cTn id="1097" presetID="1" presetClass="entr" presetSubtype="0" fill="hold" nodeType="withEffect">
                                  <p:stCondLst>
                                    <p:cond delay="0"/>
                                  </p:stCondLst>
                                  <p:childTnLst>
                                    <p:set>
                                      <p:cBhvr>
                                        <p:cTn id="1098" dur="1" fill="hold">
                                          <p:stCondLst>
                                            <p:cond delay="0"/>
                                          </p:stCondLst>
                                        </p:cTn>
                                        <p:tgtEl>
                                          <p:spTgt spid="553"/>
                                        </p:tgtEl>
                                        <p:attrNameLst>
                                          <p:attrName>style.visibility</p:attrName>
                                        </p:attrNameLst>
                                      </p:cBhvr>
                                      <p:to>
                                        <p:strVal val="visible"/>
                                      </p:to>
                                    </p:set>
                                  </p:childTnLst>
                                </p:cTn>
                              </p:par>
                              <p:par>
                                <p:cTn id="1099" presetID="1" presetClass="entr" presetSubtype="0" fill="hold" nodeType="withEffect">
                                  <p:stCondLst>
                                    <p:cond delay="0"/>
                                  </p:stCondLst>
                                  <p:childTnLst>
                                    <p:set>
                                      <p:cBhvr>
                                        <p:cTn id="1100" dur="1" fill="hold">
                                          <p:stCondLst>
                                            <p:cond delay="0"/>
                                          </p:stCondLst>
                                        </p:cTn>
                                        <p:tgtEl>
                                          <p:spTgt spid="554"/>
                                        </p:tgtEl>
                                        <p:attrNameLst>
                                          <p:attrName>style.visibility</p:attrName>
                                        </p:attrNameLst>
                                      </p:cBhvr>
                                      <p:to>
                                        <p:strVal val="visible"/>
                                      </p:to>
                                    </p:set>
                                  </p:childTnLst>
                                </p:cTn>
                              </p:par>
                              <p:par>
                                <p:cTn id="1101" presetID="1" presetClass="entr" presetSubtype="0" fill="hold" nodeType="withEffect">
                                  <p:stCondLst>
                                    <p:cond delay="0"/>
                                  </p:stCondLst>
                                  <p:childTnLst>
                                    <p:set>
                                      <p:cBhvr>
                                        <p:cTn id="1102" dur="1" fill="hold">
                                          <p:stCondLst>
                                            <p:cond delay="0"/>
                                          </p:stCondLst>
                                        </p:cTn>
                                        <p:tgtEl>
                                          <p:spTgt spid="555"/>
                                        </p:tgtEl>
                                        <p:attrNameLst>
                                          <p:attrName>style.visibility</p:attrName>
                                        </p:attrNameLst>
                                      </p:cBhvr>
                                      <p:to>
                                        <p:strVal val="visible"/>
                                      </p:to>
                                    </p:set>
                                  </p:childTnLst>
                                </p:cTn>
                              </p:par>
                              <p:par>
                                <p:cTn id="1103" presetID="1" presetClass="entr" presetSubtype="0" fill="hold" nodeType="withEffect">
                                  <p:stCondLst>
                                    <p:cond delay="0"/>
                                  </p:stCondLst>
                                  <p:childTnLst>
                                    <p:set>
                                      <p:cBhvr>
                                        <p:cTn id="1104" dur="1" fill="hold">
                                          <p:stCondLst>
                                            <p:cond delay="0"/>
                                          </p:stCondLst>
                                        </p:cTn>
                                        <p:tgtEl>
                                          <p:spTgt spid="556"/>
                                        </p:tgtEl>
                                        <p:attrNameLst>
                                          <p:attrName>style.visibility</p:attrName>
                                        </p:attrNameLst>
                                      </p:cBhvr>
                                      <p:to>
                                        <p:strVal val="visible"/>
                                      </p:to>
                                    </p:set>
                                  </p:childTnLst>
                                </p:cTn>
                              </p:par>
                              <p:par>
                                <p:cTn id="1105" presetID="1" presetClass="entr" presetSubtype="0" fill="hold" nodeType="withEffect">
                                  <p:stCondLst>
                                    <p:cond delay="0"/>
                                  </p:stCondLst>
                                  <p:childTnLst>
                                    <p:set>
                                      <p:cBhvr>
                                        <p:cTn id="1106" dur="1" fill="hold">
                                          <p:stCondLst>
                                            <p:cond delay="0"/>
                                          </p:stCondLst>
                                        </p:cTn>
                                        <p:tgtEl>
                                          <p:spTgt spid="557"/>
                                        </p:tgtEl>
                                        <p:attrNameLst>
                                          <p:attrName>style.visibility</p:attrName>
                                        </p:attrNameLst>
                                      </p:cBhvr>
                                      <p:to>
                                        <p:strVal val="visible"/>
                                      </p:to>
                                    </p:set>
                                  </p:childTnLst>
                                </p:cTn>
                              </p:par>
                              <p:par>
                                <p:cTn id="1107" presetID="1" presetClass="entr" presetSubtype="0" fill="hold" nodeType="withEffect">
                                  <p:stCondLst>
                                    <p:cond delay="0"/>
                                  </p:stCondLst>
                                  <p:childTnLst>
                                    <p:set>
                                      <p:cBhvr>
                                        <p:cTn id="1108" dur="1" fill="hold">
                                          <p:stCondLst>
                                            <p:cond delay="0"/>
                                          </p:stCondLst>
                                        </p:cTn>
                                        <p:tgtEl>
                                          <p:spTgt spid="558"/>
                                        </p:tgtEl>
                                        <p:attrNameLst>
                                          <p:attrName>style.visibility</p:attrName>
                                        </p:attrNameLst>
                                      </p:cBhvr>
                                      <p:to>
                                        <p:strVal val="visible"/>
                                      </p:to>
                                    </p:set>
                                  </p:childTnLst>
                                </p:cTn>
                              </p:par>
                              <p:par>
                                <p:cTn id="1109" presetID="1" presetClass="entr" presetSubtype="0" fill="hold" nodeType="withEffect">
                                  <p:stCondLst>
                                    <p:cond delay="0"/>
                                  </p:stCondLst>
                                  <p:childTnLst>
                                    <p:set>
                                      <p:cBhvr>
                                        <p:cTn id="1110" dur="1" fill="hold">
                                          <p:stCondLst>
                                            <p:cond delay="0"/>
                                          </p:stCondLst>
                                        </p:cTn>
                                        <p:tgtEl>
                                          <p:spTgt spid="559"/>
                                        </p:tgtEl>
                                        <p:attrNameLst>
                                          <p:attrName>style.visibility</p:attrName>
                                        </p:attrNameLst>
                                      </p:cBhvr>
                                      <p:to>
                                        <p:strVal val="visible"/>
                                      </p:to>
                                    </p:set>
                                  </p:childTnLst>
                                </p:cTn>
                              </p:par>
                              <p:par>
                                <p:cTn id="1111" presetID="1" presetClass="entr" presetSubtype="0" fill="hold" nodeType="withEffect">
                                  <p:stCondLst>
                                    <p:cond delay="0"/>
                                  </p:stCondLst>
                                  <p:childTnLst>
                                    <p:set>
                                      <p:cBhvr>
                                        <p:cTn id="1112" dur="1" fill="hold">
                                          <p:stCondLst>
                                            <p:cond delay="0"/>
                                          </p:stCondLst>
                                        </p:cTn>
                                        <p:tgtEl>
                                          <p:spTgt spid="560"/>
                                        </p:tgtEl>
                                        <p:attrNameLst>
                                          <p:attrName>style.visibility</p:attrName>
                                        </p:attrNameLst>
                                      </p:cBhvr>
                                      <p:to>
                                        <p:strVal val="visible"/>
                                      </p:to>
                                    </p:set>
                                  </p:childTnLst>
                                </p:cTn>
                              </p:par>
                              <p:par>
                                <p:cTn id="1113" presetID="1" presetClass="entr" presetSubtype="0" fill="hold" nodeType="withEffect">
                                  <p:stCondLst>
                                    <p:cond delay="0"/>
                                  </p:stCondLst>
                                  <p:childTnLst>
                                    <p:set>
                                      <p:cBhvr>
                                        <p:cTn id="1114" dur="1" fill="hold">
                                          <p:stCondLst>
                                            <p:cond delay="0"/>
                                          </p:stCondLst>
                                        </p:cTn>
                                        <p:tgtEl>
                                          <p:spTgt spid="561"/>
                                        </p:tgtEl>
                                        <p:attrNameLst>
                                          <p:attrName>style.visibility</p:attrName>
                                        </p:attrNameLst>
                                      </p:cBhvr>
                                      <p:to>
                                        <p:strVal val="visible"/>
                                      </p:to>
                                    </p:set>
                                  </p:childTnLst>
                                </p:cTn>
                              </p:par>
                              <p:par>
                                <p:cTn id="1115" presetID="1" presetClass="entr" presetSubtype="0" fill="hold" nodeType="withEffect">
                                  <p:stCondLst>
                                    <p:cond delay="0"/>
                                  </p:stCondLst>
                                  <p:childTnLst>
                                    <p:set>
                                      <p:cBhvr>
                                        <p:cTn id="1116" dur="1" fill="hold">
                                          <p:stCondLst>
                                            <p:cond delay="0"/>
                                          </p:stCondLst>
                                        </p:cTn>
                                        <p:tgtEl>
                                          <p:spTgt spid="562"/>
                                        </p:tgtEl>
                                        <p:attrNameLst>
                                          <p:attrName>style.visibility</p:attrName>
                                        </p:attrNameLst>
                                      </p:cBhvr>
                                      <p:to>
                                        <p:strVal val="visible"/>
                                      </p:to>
                                    </p:set>
                                  </p:childTnLst>
                                </p:cTn>
                              </p:par>
                              <p:par>
                                <p:cTn id="1117" presetID="1" presetClass="entr" presetSubtype="0" fill="hold" nodeType="withEffect">
                                  <p:stCondLst>
                                    <p:cond delay="0"/>
                                  </p:stCondLst>
                                  <p:childTnLst>
                                    <p:set>
                                      <p:cBhvr>
                                        <p:cTn id="1118" dur="1" fill="hold">
                                          <p:stCondLst>
                                            <p:cond delay="0"/>
                                          </p:stCondLst>
                                        </p:cTn>
                                        <p:tgtEl>
                                          <p:spTgt spid="563"/>
                                        </p:tgtEl>
                                        <p:attrNameLst>
                                          <p:attrName>style.visibility</p:attrName>
                                        </p:attrNameLst>
                                      </p:cBhvr>
                                      <p:to>
                                        <p:strVal val="visible"/>
                                      </p:to>
                                    </p:set>
                                  </p:childTnLst>
                                </p:cTn>
                              </p:par>
                              <p:par>
                                <p:cTn id="1119" presetID="1" presetClass="entr" presetSubtype="0" fill="hold" nodeType="withEffect">
                                  <p:stCondLst>
                                    <p:cond delay="0"/>
                                  </p:stCondLst>
                                  <p:childTnLst>
                                    <p:set>
                                      <p:cBhvr>
                                        <p:cTn id="1120" dur="1" fill="hold">
                                          <p:stCondLst>
                                            <p:cond delay="0"/>
                                          </p:stCondLst>
                                        </p:cTn>
                                        <p:tgtEl>
                                          <p:spTgt spid="564"/>
                                        </p:tgtEl>
                                        <p:attrNameLst>
                                          <p:attrName>style.visibility</p:attrName>
                                        </p:attrNameLst>
                                      </p:cBhvr>
                                      <p:to>
                                        <p:strVal val="visible"/>
                                      </p:to>
                                    </p:set>
                                  </p:childTnLst>
                                </p:cTn>
                              </p:par>
                              <p:par>
                                <p:cTn id="1121" presetID="1" presetClass="entr" presetSubtype="0" fill="hold" nodeType="withEffect">
                                  <p:stCondLst>
                                    <p:cond delay="0"/>
                                  </p:stCondLst>
                                  <p:childTnLst>
                                    <p:set>
                                      <p:cBhvr>
                                        <p:cTn id="1122" dur="1" fill="hold">
                                          <p:stCondLst>
                                            <p:cond delay="0"/>
                                          </p:stCondLst>
                                        </p:cTn>
                                        <p:tgtEl>
                                          <p:spTgt spid="565"/>
                                        </p:tgtEl>
                                        <p:attrNameLst>
                                          <p:attrName>style.visibility</p:attrName>
                                        </p:attrNameLst>
                                      </p:cBhvr>
                                      <p:to>
                                        <p:strVal val="visible"/>
                                      </p:to>
                                    </p:set>
                                  </p:childTnLst>
                                </p:cTn>
                              </p:par>
                              <p:par>
                                <p:cTn id="1123" presetID="1" presetClass="entr" presetSubtype="0" fill="hold" nodeType="withEffect">
                                  <p:stCondLst>
                                    <p:cond delay="0"/>
                                  </p:stCondLst>
                                  <p:childTnLst>
                                    <p:set>
                                      <p:cBhvr>
                                        <p:cTn id="1124" dur="1" fill="hold">
                                          <p:stCondLst>
                                            <p:cond delay="0"/>
                                          </p:stCondLst>
                                        </p:cTn>
                                        <p:tgtEl>
                                          <p:spTgt spid="566"/>
                                        </p:tgtEl>
                                        <p:attrNameLst>
                                          <p:attrName>style.visibility</p:attrName>
                                        </p:attrNameLst>
                                      </p:cBhvr>
                                      <p:to>
                                        <p:strVal val="visible"/>
                                      </p:to>
                                    </p:set>
                                  </p:childTnLst>
                                </p:cTn>
                              </p:par>
                              <p:par>
                                <p:cTn id="1125" presetID="1" presetClass="entr" presetSubtype="0" fill="hold" nodeType="withEffect">
                                  <p:stCondLst>
                                    <p:cond delay="0"/>
                                  </p:stCondLst>
                                  <p:childTnLst>
                                    <p:set>
                                      <p:cBhvr>
                                        <p:cTn id="1126" dur="1" fill="hold">
                                          <p:stCondLst>
                                            <p:cond delay="0"/>
                                          </p:stCondLst>
                                        </p:cTn>
                                        <p:tgtEl>
                                          <p:spTgt spid="567"/>
                                        </p:tgtEl>
                                        <p:attrNameLst>
                                          <p:attrName>style.visibility</p:attrName>
                                        </p:attrNameLst>
                                      </p:cBhvr>
                                      <p:to>
                                        <p:strVal val="visible"/>
                                      </p:to>
                                    </p:set>
                                  </p:childTnLst>
                                </p:cTn>
                              </p:par>
                              <p:par>
                                <p:cTn id="1127" presetID="1" presetClass="entr" presetSubtype="0" fill="hold" nodeType="withEffect">
                                  <p:stCondLst>
                                    <p:cond delay="0"/>
                                  </p:stCondLst>
                                  <p:childTnLst>
                                    <p:set>
                                      <p:cBhvr>
                                        <p:cTn id="1128" dur="1" fill="hold">
                                          <p:stCondLst>
                                            <p:cond delay="0"/>
                                          </p:stCondLst>
                                        </p:cTn>
                                        <p:tgtEl>
                                          <p:spTgt spid="568"/>
                                        </p:tgtEl>
                                        <p:attrNameLst>
                                          <p:attrName>style.visibility</p:attrName>
                                        </p:attrNameLst>
                                      </p:cBhvr>
                                      <p:to>
                                        <p:strVal val="visible"/>
                                      </p:to>
                                    </p:set>
                                  </p:childTnLst>
                                </p:cTn>
                              </p:par>
                              <p:par>
                                <p:cTn id="1129" presetID="1" presetClass="entr" presetSubtype="0" fill="hold" nodeType="withEffect">
                                  <p:stCondLst>
                                    <p:cond delay="0"/>
                                  </p:stCondLst>
                                  <p:childTnLst>
                                    <p:set>
                                      <p:cBhvr>
                                        <p:cTn id="1130" dur="1" fill="hold">
                                          <p:stCondLst>
                                            <p:cond delay="0"/>
                                          </p:stCondLst>
                                        </p:cTn>
                                        <p:tgtEl>
                                          <p:spTgt spid="569"/>
                                        </p:tgtEl>
                                        <p:attrNameLst>
                                          <p:attrName>style.visibility</p:attrName>
                                        </p:attrNameLst>
                                      </p:cBhvr>
                                      <p:to>
                                        <p:strVal val="visible"/>
                                      </p:to>
                                    </p:set>
                                  </p:childTnLst>
                                </p:cTn>
                              </p:par>
                              <p:par>
                                <p:cTn id="1131" presetID="1" presetClass="entr" presetSubtype="0" fill="hold" nodeType="withEffect">
                                  <p:stCondLst>
                                    <p:cond delay="0"/>
                                  </p:stCondLst>
                                  <p:childTnLst>
                                    <p:set>
                                      <p:cBhvr>
                                        <p:cTn id="1132" dur="1" fill="hold">
                                          <p:stCondLst>
                                            <p:cond delay="0"/>
                                          </p:stCondLst>
                                        </p:cTn>
                                        <p:tgtEl>
                                          <p:spTgt spid="570"/>
                                        </p:tgtEl>
                                        <p:attrNameLst>
                                          <p:attrName>style.visibility</p:attrName>
                                        </p:attrNameLst>
                                      </p:cBhvr>
                                      <p:to>
                                        <p:strVal val="visible"/>
                                      </p:to>
                                    </p:set>
                                  </p:childTnLst>
                                </p:cTn>
                              </p:par>
                              <p:par>
                                <p:cTn id="1133" presetID="1" presetClass="entr" presetSubtype="0" fill="hold" nodeType="withEffect">
                                  <p:stCondLst>
                                    <p:cond delay="0"/>
                                  </p:stCondLst>
                                  <p:childTnLst>
                                    <p:set>
                                      <p:cBhvr>
                                        <p:cTn id="1134" dur="1" fill="hold">
                                          <p:stCondLst>
                                            <p:cond delay="0"/>
                                          </p:stCondLst>
                                        </p:cTn>
                                        <p:tgtEl>
                                          <p:spTgt spid="571"/>
                                        </p:tgtEl>
                                        <p:attrNameLst>
                                          <p:attrName>style.visibility</p:attrName>
                                        </p:attrNameLst>
                                      </p:cBhvr>
                                      <p:to>
                                        <p:strVal val="visible"/>
                                      </p:to>
                                    </p:set>
                                  </p:childTnLst>
                                </p:cTn>
                              </p:par>
                              <p:par>
                                <p:cTn id="1135" presetID="1" presetClass="entr" presetSubtype="0" fill="hold" nodeType="withEffect">
                                  <p:stCondLst>
                                    <p:cond delay="0"/>
                                  </p:stCondLst>
                                  <p:childTnLst>
                                    <p:set>
                                      <p:cBhvr>
                                        <p:cTn id="1136" dur="1" fill="hold">
                                          <p:stCondLst>
                                            <p:cond delay="0"/>
                                          </p:stCondLst>
                                        </p:cTn>
                                        <p:tgtEl>
                                          <p:spTgt spid="572"/>
                                        </p:tgtEl>
                                        <p:attrNameLst>
                                          <p:attrName>style.visibility</p:attrName>
                                        </p:attrNameLst>
                                      </p:cBhvr>
                                      <p:to>
                                        <p:strVal val="visible"/>
                                      </p:to>
                                    </p:set>
                                  </p:childTnLst>
                                </p:cTn>
                              </p:par>
                              <p:par>
                                <p:cTn id="1137" presetID="1" presetClass="entr" presetSubtype="0" fill="hold" nodeType="withEffect">
                                  <p:stCondLst>
                                    <p:cond delay="0"/>
                                  </p:stCondLst>
                                  <p:childTnLst>
                                    <p:set>
                                      <p:cBhvr>
                                        <p:cTn id="1138" dur="1" fill="hold">
                                          <p:stCondLst>
                                            <p:cond delay="0"/>
                                          </p:stCondLst>
                                        </p:cTn>
                                        <p:tgtEl>
                                          <p:spTgt spid="573"/>
                                        </p:tgtEl>
                                        <p:attrNameLst>
                                          <p:attrName>style.visibility</p:attrName>
                                        </p:attrNameLst>
                                      </p:cBhvr>
                                      <p:to>
                                        <p:strVal val="visible"/>
                                      </p:to>
                                    </p:set>
                                  </p:childTnLst>
                                </p:cTn>
                              </p:par>
                              <p:par>
                                <p:cTn id="1139" presetID="1" presetClass="entr" presetSubtype="0" fill="hold" nodeType="withEffect">
                                  <p:stCondLst>
                                    <p:cond delay="0"/>
                                  </p:stCondLst>
                                  <p:childTnLst>
                                    <p:set>
                                      <p:cBhvr>
                                        <p:cTn id="1140" dur="1" fill="hold">
                                          <p:stCondLst>
                                            <p:cond delay="0"/>
                                          </p:stCondLst>
                                        </p:cTn>
                                        <p:tgtEl>
                                          <p:spTgt spid="574"/>
                                        </p:tgtEl>
                                        <p:attrNameLst>
                                          <p:attrName>style.visibility</p:attrName>
                                        </p:attrNameLst>
                                      </p:cBhvr>
                                      <p:to>
                                        <p:strVal val="visible"/>
                                      </p:to>
                                    </p:set>
                                  </p:childTnLst>
                                </p:cTn>
                              </p:par>
                              <p:par>
                                <p:cTn id="1141" presetID="1" presetClass="entr" presetSubtype="0" fill="hold" nodeType="withEffect">
                                  <p:stCondLst>
                                    <p:cond delay="0"/>
                                  </p:stCondLst>
                                  <p:childTnLst>
                                    <p:set>
                                      <p:cBhvr>
                                        <p:cTn id="1142" dur="1" fill="hold">
                                          <p:stCondLst>
                                            <p:cond delay="0"/>
                                          </p:stCondLst>
                                        </p:cTn>
                                        <p:tgtEl>
                                          <p:spTgt spid="575"/>
                                        </p:tgtEl>
                                        <p:attrNameLst>
                                          <p:attrName>style.visibility</p:attrName>
                                        </p:attrNameLst>
                                      </p:cBhvr>
                                      <p:to>
                                        <p:strVal val="visible"/>
                                      </p:to>
                                    </p:set>
                                  </p:childTnLst>
                                </p:cTn>
                              </p:par>
                              <p:par>
                                <p:cTn id="1143" presetID="1" presetClass="entr" presetSubtype="0" fill="hold" nodeType="withEffect">
                                  <p:stCondLst>
                                    <p:cond delay="0"/>
                                  </p:stCondLst>
                                  <p:childTnLst>
                                    <p:set>
                                      <p:cBhvr>
                                        <p:cTn id="1144" dur="1" fill="hold">
                                          <p:stCondLst>
                                            <p:cond delay="0"/>
                                          </p:stCondLst>
                                        </p:cTn>
                                        <p:tgtEl>
                                          <p:spTgt spid="576"/>
                                        </p:tgtEl>
                                        <p:attrNameLst>
                                          <p:attrName>style.visibility</p:attrName>
                                        </p:attrNameLst>
                                      </p:cBhvr>
                                      <p:to>
                                        <p:strVal val="visible"/>
                                      </p:to>
                                    </p:set>
                                  </p:childTnLst>
                                </p:cTn>
                              </p:par>
                              <p:par>
                                <p:cTn id="1145" presetID="1" presetClass="entr" presetSubtype="0" fill="hold" nodeType="withEffect">
                                  <p:stCondLst>
                                    <p:cond delay="0"/>
                                  </p:stCondLst>
                                  <p:childTnLst>
                                    <p:set>
                                      <p:cBhvr>
                                        <p:cTn id="1146" dur="1" fill="hold">
                                          <p:stCondLst>
                                            <p:cond delay="0"/>
                                          </p:stCondLst>
                                        </p:cTn>
                                        <p:tgtEl>
                                          <p:spTgt spid="577"/>
                                        </p:tgtEl>
                                        <p:attrNameLst>
                                          <p:attrName>style.visibility</p:attrName>
                                        </p:attrNameLst>
                                      </p:cBhvr>
                                      <p:to>
                                        <p:strVal val="visible"/>
                                      </p:to>
                                    </p:set>
                                  </p:childTnLst>
                                </p:cTn>
                              </p:par>
                              <p:par>
                                <p:cTn id="1147" presetID="1" presetClass="entr" presetSubtype="0" fill="hold" nodeType="withEffect">
                                  <p:stCondLst>
                                    <p:cond delay="0"/>
                                  </p:stCondLst>
                                  <p:childTnLst>
                                    <p:set>
                                      <p:cBhvr>
                                        <p:cTn id="1148" dur="1" fill="hold">
                                          <p:stCondLst>
                                            <p:cond delay="0"/>
                                          </p:stCondLst>
                                        </p:cTn>
                                        <p:tgtEl>
                                          <p:spTgt spid="578"/>
                                        </p:tgtEl>
                                        <p:attrNameLst>
                                          <p:attrName>style.visibility</p:attrName>
                                        </p:attrNameLst>
                                      </p:cBhvr>
                                      <p:to>
                                        <p:strVal val="visible"/>
                                      </p:to>
                                    </p:set>
                                  </p:childTnLst>
                                </p:cTn>
                              </p:par>
                              <p:par>
                                <p:cTn id="1149" presetID="1" presetClass="entr" presetSubtype="0" fill="hold" nodeType="withEffect">
                                  <p:stCondLst>
                                    <p:cond delay="0"/>
                                  </p:stCondLst>
                                  <p:childTnLst>
                                    <p:set>
                                      <p:cBhvr>
                                        <p:cTn id="1150" dur="1" fill="hold">
                                          <p:stCondLst>
                                            <p:cond delay="0"/>
                                          </p:stCondLst>
                                        </p:cTn>
                                        <p:tgtEl>
                                          <p:spTgt spid="579"/>
                                        </p:tgtEl>
                                        <p:attrNameLst>
                                          <p:attrName>style.visibility</p:attrName>
                                        </p:attrNameLst>
                                      </p:cBhvr>
                                      <p:to>
                                        <p:strVal val="visible"/>
                                      </p:to>
                                    </p:set>
                                  </p:childTnLst>
                                </p:cTn>
                              </p:par>
                              <p:par>
                                <p:cTn id="1151" presetID="1" presetClass="entr" presetSubtype="0" fill="hold" nodeType="withEffect">
                                  <p:stCondLst>
                                    <p:cond delay="0"/>
                                  </p:stCondLst>
                                  <p:childTnLst>
                                    <p:set>
                                      <p:cBhvr>
                                        <p:cTn id="1152" dur="1" fill="hold">
                                          <p:stCondLst>
                                            <p:cond delay="0"/>
                                          </p:stCondLst>
                                        </p:cTn>
                                        <p:tgtEl>
                                          <p:spTgt spid="580"/>
                                        </p:tgtEl>
                                        <p:attrNameLst>
                                          <p:attrName>style.visibility</p:attrName>
                                        </p:attrNameLst>
                                      </p:cBhvr>
                                      <p:to>
                                        <p:strVal val="visible"/>
                                      </p:to>
                                    </p:set>
                                  </p:childTnLst>
                                </p:cTn>
                              </p:par>
                              <p:par>
                                <p:cTn id="1153" presetID="1" presetClass="entr" presetSubtype="0" fill="hold" nodeType="withEffect">
                                  <p:stCondLst>
                                    <p:cond delay="0"/>
                                  </p:stCondLst>
                                  <p:childTnLst>
                                    <p:set>
                                      <p:cBhvr>
                                        <p:cTn id="1154" dur="1" fill="hold">
                                          <p:stCondLst>
                                            <p:cond delay="0"/>
                                          </p:stCondLst>
                                        </p:cTn>
                                        <p:tgtEl>
                                          <p:spTgt spid="581"/>
                                        </p:tgtEl>
                                        <p:attrNameLst>
                                          <p:attrName>style.visibility</p:attrName>
                                        </p:attrNameLst>
                                      </p:cBhvr>
                                      <p:to>
                                        <p:strVal val="visible"/>
                                      </p:to>
                                    </p:set>
                                  </p:childTnLst>
                                </p:cTn>
                              </p:par>
                              <p:par>
                                <p:cTn id="1155" presetID="1" presetClass="entr" presetSubtype="0" fill="hold" nodeType="withEffect">
                                  <p:stCondLst>
                                    <p:cond delay="0"/>
                                  </p:stCondLst>
                                  <p:childTnLst>
                                    <p:set>
                                      <p:cBhvr>
                                        <p:cTn id="1156" dur="1" fill="hold">
                                          <p:stCondLst>
                                            <p:cond delay="0"/>
                                          </p:stCondLst>
                                        </p:cTn>
                                        <p:tgtEl>
                                          <p:spTgt spid="582"/>
                                        </p:tgtEl>
                                        <p:attrNameLst>
                                          <p:attrName>style.visibility</p:attrName>
                                        </p:attrNameLst>
                                      </p:cBhvr>
                                      <p:to>
                                        <p:strVal val="visible"/>
                                      </p:to>
                                    </p:set>
                                  </p:childTnLst>
                                </p:cTn>
                              </p:par>
                              <p:par>
                                <p:cTn id="1157" presetID="1" presetClass="entr" presetSubtype="0" fill="hold" nodeType="withEffect">
                                  <p:stCondLst>
                                    <p:cond delay="0"/>
                                  </p:stCondLst>
                                  <p:childTnLst>
                                    <p:set>
                                      <p:cBhvr>
                                        <p:cTn id="1158" dur="1" fill="hold">
                                          <p:stCondLst>
                                            <p:cond delay="0"/>
                                          </p:stCondLst>
                                        </p:cTn>
                                        <p:tgtEl>
                                          <p:spTgt spid="583"/>
                                        </p:tgtEl>
                                        <p:attrNameLst>
                                          <p:attrName>style.visibility</p:attrName>
                                        </p:attrNameLst>
                                      </p:cBhvr>
                                      <p:to>
                                        <p:strVal val="visible"/>
                                      </p:to>
                                    </p:set>
                                  </p:childTnLst>
                                </p:cTn>
                              </p:par>
                              <p:par>
                                <p:cTn id="1159" presetID="1" presetClass="entr" presetSubtype="0" fill="hold" nodeType="withEffect">
                                  <p:stCondLst>
                                    <p:cond delay="0"/>
                                  </p:stCondLst>
                                  <p:childTnLst>
                                    <p:set>
                                      <p:cBhvr>
                                        <p:cTn id="1160" dur="1" fill="hold">
                                          <p:stCondLst>
                                            <p:cond delay="0"/>
                                          </p:stCondLst>
                                        </p:cTn>
                                        <p:tgtEl>
                                          <p:spTgt spid="584"/>
                                        </p:tgtEl>
                                        <p:attrNameLst>
                                          <p:attrName>style.visibility</p:attrName>
                                        </p:attrNameLst>
                                      </p:cBhvr>
                                      <p:to>
                                        <p:strVal val="visible"/>
                                      </p:to>
                                    </p:set>
                                  </p:childTnLst>
                                </p:cTn>
                              </p:par>
                              <p:par>
                                <p:cTn id="1161" presetID="1" presetClass="entr" presetSubtype="0" fill="hold" nodeType="withEffect">
                                  <p:stCondLst>
                                    <p:cond delay="0"/>
                                  </p:stCondLst>
                                  <p:childTnLst>
                                    <p:set>
                                      <p:cBhvr>
                                        <p:cTn id="1162" dur="1" fill="hold">
                                          <p:stCondLst>
                                            <p:cond delay="0"/>
                                          </p:stCondLst>
                                        </p:cTn>
                                        <p:tgtEl>
                                          <p:spTgt spid="585"/>
                                        </p:tgtEl>
                                        <p:attrNameLst>
                                          <p:attrName>style.visibility</p:attrName>
                                        </p:attrNameLst>
                                      </p:cBhvr>
                                      <p:to>
                                        <p:strVal val="visible"/>
                                      </p:to>
                                    </p:set>
                                  </p:childTnLst>
                                </p:cTn>
                              </p:par>
                              <p:par>
                                <p:cTn id="1163" presetID="1" presetClass="entr" presetSubtype="0" fill="hold" nodeType="withEffect">
                                  <p:stCondLst>
                                    <p:cond delay="0"/>
                                  </p:stCondLst>
                                  <p:childTnLst>
                                    <p:set>
                                      <p:cBhvr>
                                        <p:cTn id="1164" dur="1" fill="hold">
                                          <p:stCondLst>
                                            <p:cond delay="0"/>
                                          </p:stCondLst>
                                        </p:cTn>
                                        <p:tgtEl>
                                          <p:spTgt spid="586"/>
                                        </p:tgtEl>
                                        <p:attrNameLst>
                                          <p:attrName>style.visibility</p:attrName>
                                        </p:attrNameLst>
                                      </p:cBhvr>
                                      <p:to>
                                        <p:strVal val="visible"/>
                                      </p:to>
                                    </p:set>
                                  </p:childTnLst>
                                </p:cTn>
                              </p:par>
                              <p:par>
                                <p:cTn id="1165" presetID="1" presetClass="entr" presetSubtype="0" fill="hold" nodeType="withEffect">
                                  <p:stCondLst>
                                    <p:cond delay="0"/>
                                  </p:stCondLst>
                                  <p:childTnLst>
                                    <p:set>
                                      <p:cBhvr>
                                        <p:cTn id="1166" dur="1" fill="hold">
                                          <p:stCondLst>
                                            <p:cond delay="0"/>
                                          </p:stCondLst>
                                        </p:cTn>
                                        <p:tgtEl>
                                          <p:spTgt spid="587"/>
                                        </p:tgtEl>
                                        <p:attrNameLst>
                                          <p:attrName>style.visibility</p:attrName>
                                        </p:attrNameLst>
                                      </p:cBhvr>
                                      <p:to>
                                        <p:strVal val="visible"/>
                                      </p:to>
                                    </p:set>
                                  </p:childTnLst>
                                </p:cTn>
                              </p:par>
                              <p:par>
                                <p:cTn id="1167" presetID="1" presetClass="entr" presetSubtype="0" fill="hold" nodeType="withEffect">
                                  <p:stCondLst>
                                    <p:cond delay="0"/>
                                  </p:stCondLst>
                                  <p:childTnLst>
                                    <p:set>
                                      <p:cBhvr>
                                        <p:cTn id="1168" dur="1" fill="hold">
                                          <p:stCondLst>
                                            <p:cond delay="0"/>
                                          </p:stCondLst>
                                        </p:cTn>
                                        <p:tgtEl>
                                          <p:spTgt spid="588"/>
                                        </p:tgtEl>
                                        <p:attrNameLst>
                                          <p:attrName>style.visibility</p:attrName>
                                        </p:attrNameLst>
                                      </p:cBhvr>
                                      <p:to>
                                        <p:strVal val="visible"/>
                                      </p:to>
                                    </p:set>
                                  </p:childTnLst>
                                </p:cTn>
                              </p:par>
                              <p:par>
                                <p:cTn id="1169" presetID="1" presetClass="entr" presetSubtype="0" fill="hold" nodeType="withEffect">
                                  <p:stCondLst>
                                    <p:cond delay="0"/>
                                  </p:stCondLst>
                                  <p:childTnLst>
                                    <p:set>
                                      <p:cBhvr>
                                        <p:cTn id="1170" dur="1" fill="hold">
                                          <p:stCondLst>
                                            <p:cond delay="0"/>
                                          </p:stCondLst>
                                        </p:cTn>
                                        <p:tgtEl>
                                          <p:spTgt spid="589"/>
                                        </p:tgtEl>
                                        <p:attrNameLst>
                                          <p:attrName>style.visibility</p:attrName>
                                        </p:attrNameLst>
                                      </p:cBhvr>
                                      <p:to>
                                        <p:strVal val="visible"/>
                                      </p:to>
                                    </p:set>
                                  </p:childTnLst>
                                </p:cTn>
                              </p:par>
                              <p:par>
                                <p:cTn id="1171" presetID="1" presetClass="entr" presetSubtype="0" fill="hold" nodeType="withEffect">
                                  <p:stCondLst>
                                    <p:cond delay="0"/>
                                  </p:stCondLst>
                                  <p:childTnLst>
                                    <p:set>
                                      <p:cBhvr>
                                        <p:cTn id="1172" dur="1" fill="hold">
                                          <p:stCondLst>
                                            <p:cond delay="0"/>
                                          </p:stCondLst>
                                        </p:cTn>
                                        <p:tgtEl>
                                          <p:spTgt spid="590"/>
                                        </p:tgtEl>
                                        <p:attrNameLst>
                                          <p:attrName>style.visibility</p:attrName>
                                        </p:attrNameLst>
                                      </p:cBhvr>
                                      <p:to>
                                        <p:strVal val="visible"/>
                                      </p:to>
                                    </p:set>
                                  </p:childTnLst>
                                </p:cTn>
                              </p:par>
                              <p:par>
                                <p:cTn id="1173" presetID="1" presetClass="entr" presetSubtype="0" fill="hold" nodeType="withEffect">
                                  <p:stCondLst>
                                    <p:cond delay="0"/>
                                  </p:stCondLst>
                                  <p:childTnLst>
                                    <p:set>
                                      <p:cBhvr>
                                        <p:cTn id="1174" dur="1" fill="hold">
                                          <p:stCondLst>
                                            <p:cond delay="0"/>
                                          </p:stCondLst>
                                        </p:cTn>
                                        <p:tgtEl>
                                          <p:spTgt spid="591"/>
                                        </p:tgtEl>
                                        <p:attrNameLst>
                                          <p:attrName>style.visibility</p:attrName>
                                        </p:attrNameLst>
                                      </p:cBhvr>
                                      <p:to>
                                        <p:strVal val="visible"/>
                                      </p:to>
                                    </p:set>
                                  </p:childTnLst>
                                </p:cTn>
                              </p:par>
                              <p:par>
                                <p:cTn id="1175" presetID="1" presetClass="entr" presetSubtype="0" fill="hold" nodeType="withEffect">
                                  <p:stCondLst>
                                    <p:cond delay="0"/>
                                  </p:stCondLst>
                                  <p:childTnLst>
                                    <p:set>
                                      <p:cBhvr>
                                        <p:cTn id="1176" dur="1" fill="hold">
                                          <p:stCondLst>
                                            <p:cond delay="0"/>
                                          </p:stCondLst>
                                        </p:cTn>
                                        <p:tgtEl>
                                          <p:spTgt spid="592"/>
                                        </p:tgtEl>
                                        <p:attrNameLst>
                                          <p:attrName>style.visibility</p:attrName>
                                        </p:attrNameLst>
                                      </p:cBhvr>
                                      <p:to>
                                        <p:strVal val="visible"/>
                                      </p:to>
                                    </p:set>
                                  </p:childTnLst>
                                </p:cTn>
                              </p:par>
                              <p:par>
                                <p:cTn id="1177" presetID="1" presetClass="entr" presetSubtype="0" fill="hold" nodeType="withEffect">
                                  <p:stCondLst>
                                    <p:cond delay="0"/>
                                  </p:stCondLst>
                                  <p:childTnLst>
                                    <p:set>
                                      <p:cBhvr>
                                        <p:cTn id="1178" dur="1" fill="hold">
                                          <p:stCondLst>
                                            <p:cond delay="0"/>
                                          </p:stCondLst>
                                        </p:cTn>
                                        <p:tgtEl>
                                          <p:spTgt spid="593"/>
                                        </p:tgtEl>
                                        <p:attrNameLst>
                                          <p:attrName>style.visibility</p:attrName>
                                        </p:attrNameLst>
                                      </p:cBhvr>
                                      <p:to>
                                        <p:strVal val="visible"/>
                                      </p:to>
                                    </p:set>
                                  </p:childTnLst>
                                </p:cTn>
                              </p:par>
                              <p:par>
                                <p:cTn id="1179" presetID="1" presetClass="entr" presetSubtype="0" fill="hold" nodeType="withEffect">
                                  <p:stCondLst>
                                    <p:cond delay="0"/>
                                  </p:stCondLst>
                                  <p:childTnLst>
                                    <p:set>
                                      <p:cBhvr>
                                        <p:cTn id="1180" dur="1" fill="hold">
                                          <p:stCondLst>
                                            <p:cond delay="0"/>
                                          </p:stCondLst>
                                        </p:cTn>
                                        <p:tgtEl>
                                          <p:spTgt spid="594"/>
                                        </p:tgtEl>
                                        <p:attrNameLst>
                                          <p:attrName>style.visibility</p:attrName>
                                        </p:attrNameLst>
                                      </p:cBhvr>
                                      <p:to>
                                        <p:strVal val="visible"/>
                                      </p:to>
                                    </p:set>
                                  </p:childTnLst>
                                </p:cTn>
                              </p:par>
                              <p:par>
                                <p:cTn id="1181" presetID="1" presetClass="entr" presetSubtype="0" fill="hold" nodeType="withEffect">
                                  <p:stCondLst>
                                    <p:cond delay="0"/>
                                  </p:stCondLst>
                                  <p:childTnLst>
                                    <p:set>
                                      <p:cBhvr>
                                        <p:cTn id="1182" dur="1" fill="hold">
                                          <p:stCondLst>
                                            <p:cond delay="0"/>
                                          </p:stCondLst>
                                        </p:cTn>
                                        <p:tgtEl>
                                          <p:spTgt spid="595"/>
                                        </p:tgtEl>
                                        <p:attrNameLst>
                                          <p:attrName>style.visibility</p:attrName>
                                        </p:attrNameLst>
                                      </p:cBhvr>
                                      <p:to>
                                        <p:strVal val="visible"/>
                                      </p:to>
                                    </p:set>
                                  </p:childTnLst>
                                </p:cTn>
                              </p:par>
                              <p:par>
                                <p:cTn id="1183" presetID="1" presetClass="entr" presetSubtype="0" fill="hold" nodeType="withEffect">
                                  <p:stCondLst>
                                    <p:cond delay="0"/>
                                  </p:stCondLst>
                                  <p:childTnLst>
                                    <p:set>
                                      <p:cBhvr>
                                        <p:cTn id="1184" dur="1" fill="hold">
                                          <p:stCondLst>
                                            <p:cond delay="0"/>
                                          </p:stCondLst>
                                        </p:cTn>
                                        <p:tgtEl>
                                          <p:spTgt spid="596"/>
                                        </p:tgtEl>
                                        <p:attrNameLst>
                                          <p:attrName>style.visibility</p:attrName>
                                        </p:attrNameLst>
                                      </p:cBhvr>
                                      <p:to>
                                        <p:strVal val="visible"/>
                                      </p:to>
                                    </p:set>
                                  </p:childTnLst>
                                </p:cTn>
                              </p:par>
                              <p:par>
                                <p:cTn id="1185" presetID="1" presetClass="entr" presetSubtype="0" fill="hold" nodeType="withEffect">
                                  <p:stCondLst>
                                    <p:cond delay="0"/>
                                  </p:stCondLst>
                                  <p:childTnLst>
                                    <p:set>
                                      <p:cBhvr>
                                        <p:cTn id="1186" dur="1" fill="hold">
                                          <p:stCondLst>
                                            <p:cond delay="0"/>
                                          </p:stCondLst>
                                        </p:cTn>
                                        <p:tgtEl>
                                          <p:spTgt spid="597"/>
                                        </p:tgtEl>
                                        <p:attrNameLst>
                                          <p:attrName>style.visibility</p:attrName>
                                        </p:attrNameLst>
                                      </p:cBhvr>
                                      <p:to>
                                        <p:strVal val="visible"/>
                                      </p:to>
                                    </p:set>
                                  </p:childTnLst>
                                </p:cTn>
                              </p:par>
                              <p:par>
                                <p:cTn id="1187" presetID="1" presetClass="entr" presetSubtype="0" fill="hold" nodeType="withEffect">
                                  <p:stCondLst>
                                    <p:cond delay="0"/>
                                  </p:stCondLst>
                                  <p:childTnLst>
                                    <p:set>
                                      <p:cBhvr>
                                        <p:cTn id="1188" dur="1" fill="hold">
                                          <p:stCondLst>
                                            <p:cond delay="0"/>
                                          </p:stCondLst>
                                        </p:cTn>
                                        <p:tgtEl>
                                          <p:spTgt spid="598"/>
                                        </p:tgtEl>
                                        <p:attrNameLst>
                                          <p:attrName>style.visibility</p:attrName>
                                        </p:attrNameLst>
                                      </p:cBhvr>
                                      <p:to>
                                        <p:strVal val="visible"/>
                                      </p:to>
                                    </p:set>
                                  </p:childTnLst>
                                </p:cTn>
                              </p:par>
                              <p:par>
                                <p:cTn id="1189" presetID="1" presetClass="entr" presetSubtype="0" fill="hold" nodeType="withEffect">
                                  <p:stCondLst>
                                    <p:cond delay="0"/>
                                  </p:stCondLst>
                                  <p:childTnLst>
                                    <p:set>
                                      <p:cBhvr>
                                        <p:cTn id="1190" dur="1" fill="hold">
                                          <p:stCondLst>
                                            <p:cond delay="0"/>
                                          </p:stCondLst>
                                        </p:cTn>
                                        <p:tgtEl>
                                          <p:spTgt spid="599"/>
                                        </p:tgtEl>
                                        <p:attrNameLst>
                                          <p:attrName>style.visibility</p:attrName>
                                        </p:attrNameLst>
                                      </p:cBhvr>
                                      <p:to>
                                        <p:strVal val="visible"/>
                                      </p:to>
                                    </p:set>
                                  </p:childTnLst>
                                </p:cTn>
                              </p:par>
                              <p:par>
                                <p:cTn id="1191" presetID="1" presetClass="entr" presetSubtype="0" fill="hold" nodeType="withEffect">
                                  <p:stCondLst>
                                    <p:cond delay="0"/>
                                  </p:stCondLst>
                                  <p:childTnLst>
                                    <p:set>
                                      <p:cBhvr>
                                        <p:cTn id="1192" dur="1" fill="hold">
                                          <p:stCondLst>
                                            <p:cond delay="0"/>
                                          </p:stCondLst>
                                        </p:cTn>
                                        <p:tgtEl>
                                          <p:spTgt spid="600"/>
                                        </p:tgtEl>
                                        <p:attrNameLst>
                                          <p:attrName>style.visibility</p:attrName>
                                        </p:attrNameLst>
                                      </p:cBhvr>
                                      <p:to>
                                        <p:strVal val="visible"/>
                                      </p:to>
                                    </p:set>
                                  </p:childTnLst>
                                </p:cTn>
                              </p:par>
                              <p:par>
                                <p:cTn id="1193" presetID="1" presetClass="entr" presetSubtype="0" fill="hold" nodeType="withEffect">
                                  <p:stCondLst>
                                    <p:cond delay="0"/>
                                  </p:stCondLst>
                                  <p:childTnLst>
                                    <p:set>
                                      <p:cBhvr>
                                        <p:cTn id="1194" dur="1" fill="hold">
                                          <p:stCondLst>
                                            <p:cond delay="0"/>
                                          </p:stCondLst>
                                        </p:cTn>
                                        <p:tgtEl>
                                          <p:spTgt spid="601"/>
                                        </p:tgtEl>
                                        <p:attrNameLst>
                                          <p:attrName>style.visibility</p:attrName>
                                        </p:attrNameLst>
                                      </p:cBhvr>
                                      <p:to>
                                        <p:strVal val="visible"/>
                                      </p:to>
                                    </p:set>
                                  </p:childTnLst>
                                </p:cTn>
                              </p:par>
                              <p:par>
                                <p:cTn id="1195" presetID="1" presetClass="entr" presetSubtype="0" fill="hold" nodeType="withEffect">
                                  <p:stCondLst>
                                    <p:cond delay="0"/>
                                  </p:stCondLst>
                                  <p:childTnLst>
                                    <p:set>
                                      <p:cBhvr>
                                        <p:cTn id="1196" dur="1" fill="hold">
                                          <p:stCondLst>
                                            <p:cond delay="0"/>
                                          </p:stCondLst>
                                        </p:cTn>
                                        <p:tgtEl>
                                          <p:spTgt spid="602"/>
                                        </p:tgtEl>
                                        <p:attrNameLst>
                                          <p:attrName>style.visibility</p:attrName>
                                        </p:attrNameLst>
                                      </p:cBhvr>
                                      <p:to>
                                        <p:strVal val="visible"/>
                                      </p:to>
                                    </p:set>
                                  </p:childTnLst>
                                </p:cTn>
                              </p:par>
                              <p:par>
                                <p:cTn id="1197" presetID="1" presetClass="entr" presetSubtype="0" fill="hold" nodeType="withEffect">
                                  <p:stCondLst>
                                    <p:cond delay="0"/>
                                  </p:stCondLst>
                                  <p:childTnLst>
                                    <p:set>
                                      <p:cBhvr>
                                        <p:cTn id="1198" dur="1" fill="hold">
                                          <p:stCondLst>
                                            <p:cond delay="0"/>
                                          </p:stCondLst>
                                        </p:cTn>
                                        <p:tgtEl>
                                          <p:spTgt spid="603"/>
                                        </p:tgtEl>
                                        <p:attrNameLst>
                                          <p:attrName>style.visibility</p:attrName>
                                        </p:attrNameLst>
                                      </p:cBhvr>
                                      <p:to>
                                        <p:strVal val="visible"/>
                                      </p:to>
                                    </p:set>
                                  </p:childTnLst>
                                </p:cTn>
                              </p:par>
                              <p:par>
                                <p:cTn id="1199" presetID="1" presetClass="entr" presetSubtype="0" fill="hold" nodeType="withEffect">
                                  <p:stCondLst>
                                    <p:cond delay="0"/>
                                  </p:stCondLst>
                                  <p:childTnLst>
                                    <p:set>
                                      <p:cBhvr>
                                        <p:cTn id="1200" dur="1" fill="hold">
                                          <p:stCondLst>
                                            <p:cond delay="0"/>
                                          </p:stCondLst>
                                        </p:cTn>
                                        <p:tgtEl>
                                          <p:spTgt spid="604"/>
                                        </p:tgtEl>
                                        <p:attrNameLst>
                                          <p:attrName>style.visibility</p:attrName>
                                        </p:attrNameLst>
                                      </p:cBhvr>
                                      <p:to>
                                        <p:strVal val="visible"/>
                                      </p:to>
                                    </p:set>
                                  </p:childTnLst>
                                </p:cTn>
                              </p:par>
                              <p:par>
                                <p:cTn id="1201" presetID="1" presetClass="entr" presetSubtype="0" fill="hold" nodeType="withEffect">
                                  <p:stCondLst>
                                    <p:cond delay="0"/>
                                  </p:stCondLst>
                                  <p:childTnLst>
                                    <p:set>
                                      <p:cBhvr>
                                        <p:cTn id="1202" dur="1" fill="hold">
                                          <p:stCondLst>
                                            <p:cond delay="0"/>
                                          </p:stCondLst>
                                        </p:cTn>
                                        <p:tgtEl>
                                          <p:spTgt spid="605"/>
                                        </p:tgtEl>
                                        <p:attrNameLst>
                                          <p:attrName>style.visibility</p:attrName>
                                        </p:attrNameLst>
                                      </p:cBhvr>
                                      <p:to>
                                        <p:strVal val="visible"/>
                                      </p:to>
                                    </p:set>
                                  </p:childTnLst>
                                </p:cTn>
                              </p:par>
                              <p:par>
                                <p:cTn id="1203" presetID="1" presetClass="entr" presetSubtype="0" fill="hold" nodeType="withEffect">
                                  <p:stCondLst>
                                    <p:cond delay="0"/>
                                  </p:stCondLst>
                                  <p:childTnLst>
                                    <p:set>
                                      <p:cBhvr>
                                        <p:cTn id="1204" dur="1" fill="hold">
                                          <p:stCondLst>
                                            <p:cond delay="0"/>
                                          </p:stCondLst>
                                        </p:cTn>
                                        <p:tgtEl>
                                          <p:spTgt spid="606"/>
                                        </p:tgtEl>
                                        <p:attrNameLst>
                                          <p:attrName>style.visibility</p:attrName>
                                        </p:attrNameLst>
                                      </p:cBhvr>
                                      <p:to>
                                        <p:strVal val="visible"/>
                                      </p:to>
                                    </p:set>
                                  </p:childTnLst>
                                </p:cTn>
                              </p:par>
                              <p:par>
                                <p:cTn id="1205" presetID="1" presetClass="entr" presetSubtype="0" fill="hold" nodeType="withEffect">
                                  <p:stCondLst>
                                    <p:cond delay="0"/>
                                  </p:stCondLst>
                                  <p:childTnLst>
                                    <p:set>
                                      <p:cBhvr>
                                        <p:cTn id="1206" dur="1" fill="hold">
                                          <p:stCondLst>
                                            <p:cond delay="0"/>
                                          </p:stCondLst>
                                        </p:cTn>
                                        <p:tgtEl>
                                          <p:spTgt spid="607"/>
                                        </p:tgtEl>
                                        <p:attrNameLst>
                                          <p:attrName>style.visibility</p:attrName>
                                        </p:attrNameLst>
                                      </p:cBhvr>
                                      <p:to>
                                        <p:strVal val="visible"/>
                                      </p:to>
                                    </p:set>
                                  </p:childTnLst>
                                </p:cTn>
                              </p:par>
                              <p:par>
                                <p:cTn id="1207" presetID="1" presetClass="entr" presetSubtype="0" fill="hold" nodeType="withEffect">
                                  <p:stCondLst>
                                    <p:cond delay="0"/>
                                  </p:stCondLst>
                                  <p:childTnLst>
                                    <p:set>
                                      <p:cBhvr>
                                        <p:cTn id="1208" dur="1" fill="hold">
                                          <p:stCondLst>
                                            <p:cond delay="0"/>
                                          </p:stCondLst>
                                        </p:cTn>
                                        <p:tgtEl>
                                          <p:spTgt spid="608"/>
                                        </p:tgtEl>
                                        <p:attrNameLst>
                                          <p:attrName>style.visibility</p:attrName>
                                        </p:attrNameLst>
                                      </p:cBhvr>
                                      <p:to>
                                        <p:strVal val="visible"/>
                                      </p:to>
                                    </p:set>
                                  </p:childTnLst>
                                </p:cTn>
                              </p:par>
                              <p:par>
                                <p:cTn id="1209" presetID="1" presetClass="entr" presetSubtype="0" fill="hold" grpId="0" nodeType="withEffect">
                                  <p:stCondLst>
                                    <p:cond delay="0"/>
                                  </p:stCondLst>
                                  <p:childTnLst>
                                    <p:set>
                                      <p:cBhvr>
                                        <p:cTn id="1210" dur="1" fill="hold">
                                          <p:stCondLst>
                                            <p:cond delay="0"/>
                                          </p:stCondLst>
                                        </p:cTn>
                                        <p:tgtEl>
                                          <p:spTgt spid="609"/>
                                        </p:tgtEl>
                                        <p:attrNameLst>
                                          <p:attrName>style.visibility</p:attrName>
                                        </p:attrNameLst>
                                      </p:cBhvr>
                                      <p:to>
                                        <p:strVal val="visible"/>
                                      </p:to>
                                    </p:set>
                                  </p:childTnLst>
                                </p:cTn>
                              </p:par>
                            </p:childTnLst>
                          </p:cTn>
                        </p:par>
                      </p:childTnLst>
                    </p:cTn>
                  </p:par>
                  <p:par>
                    <p:cTn id="1211" fill="hold">
                      <p:stCondLst>
                        <p:cond delay="indefinite"/>
                      </p:stCondLst>
                      <p:childTnLst>
                        <p:par>
                          <p:cTn id="1212" fill="hold">
                            <p:stCondLst>
                              <p:cond delay="0"/>
                            </p:stCondLst>
                            <p:childTnLst>
                              <p:par>
                                <p:cTn id="1213" presetID="1" presetClass="entr" presetSubtype="0" fill="hold" nodeType="clickEffect">
                                  <p:stCondLst>
                                    <p:cond delay="0"/>
                                  </p:stCondLst>
                                  <p:childTnLst>
                                    <p:set>
                                      <p:cBhvr>
                                        <p:cTn id="1214" dur="1" fill="hold">
                                          <p:stCondLst>
                                            <p:cond delay="0"/>
                                          </p:stCondLst>
                                        </p:cTn>
                                        <p:tgtEl>
                                          <p:spTgt spid="611"/>
                                        </p:tgtEl>
                                        <p:attrNameLst>
                                          <p:attrName>style.visibility</p:attrName>
                                        </p:attrNameLst>
                                      </p:cBhvr>
                                      <p:to>
                                        <p:strVal val="visible"/>
                                      </p:to>
                                    </p:set>
                                  </p:childTnLst>
                                </p:cTn>
                              </p:par>
                              <p:par>
                                <p:cTn id="1215" presetID="1" presetClass="entr" presetSubtype="0" fill="hold" nodeType="withEffect">
                                  <p:stCondLst>
                                    <p:cond delay="0"/>
                                  </p:stCondLst>
                                  <p:childTnLst>
                                    <p:set>
                                      <p:cBhvr>
                                        <p:cTn id="1216" dur="1" fill="hold">
                                          <p:stCondLst>
                                            <p:cond delay="0"/>
                                          </p:stCondLst>
                                        </p:cTn>
                                        <p:tgtEl>
                                          <p:spTgt spid="612"/>
                                        </p:tgtEl>
                                        <p:attrNameLst>
                                          <p:attrName>style.visibility</p:attrName>
                                        </p:attrNameLst>
                                      </p:cBhvr>
                                      <p:to>
                                        <p:strVal val="visible"/>
                                      </p:to>
                                    </p:set>
                                  </p:childTnLst>
                                </p:cTn>
                              </p:par>
                              <p:par>
                                <p:cTn id="1217" presetID="1" presetClass="entr" presetSubtype="0" fill="hold" nodeType="withEffect">
                                  <p:stCondLst>
                                    <p:cond delay="0"/>
                                  </p:stCondLst>
                                  <p:childTnLst>
                                    <p:set>
                                      <p:cBhvr>
                                        <p:cTn id="1218" dur="1" fill="hold">
                                          <p:stCondLst>
                                            <p:cond delay="0"/>
                                          </p:stCondLst>
                                        </p:cTn>
                                        <p:tgtEl>
                                          <p:spTgt spid="613"/>
                                        </p:tgtEl>
                                        <p:attrNameLst>
                                          <p:attrName>style.visibility</p:attrName>
                                        </p:attrNameLst>
                                      </p:cBhvr>
                                      <p:to>
                                        <p:strVal val="visible"/>
                                      </p:to>
                                    </p:set>
                                  </p:childTnLst>
                                </p:cTn>
                              </p:par>
                              <p:par>
                                <p:cTn id="1219" presetID="1" presetClass="entr" presetSubtype="0" fill="hold" nodeType="withEffect">
                                  <p:stCondLst>
                                    <p:cond delay="0"/>
                                  </p:stCondLst>
                                  <p:childTnLst>
                                    <p:set>
                                      <p:cBhvr>
                                        <p:cTn id="1220" dur="1" fill="hold">
                                          <p:stCondLst>
                                            <p:cond delay="0"/>
                                          </p:stCondLst>
                                        </p:cTn>
                                        <p:tgtEl>
                                          <p:spTgt spid="614"/>
                                        </p:tgtEl>
                                        <p:attrNameLst>
                                          <p:attrName>style.visibility</p:attrName>
                                        </p:attrNameLst>
                                      </p:cBhvr>
                                      <p:to>
                                        <p:strVal val="visible"/>
                                      </p:to>
                                    </p:set>
                                  </p:childTnLst>
                                </p:cTn>
                              </p:par>
                              <p:par>
                                <p:cTn id="1221" presetID="1" presetClass="entr" presetSubtype="0" fill="hold" nodeType="withEffect">
                                  <p:stCondLst>
                                    <p:cond delay="0"/>
                                  </p:stCondLst>
                                  <p:childTnLst>
                                    <p:set>
                                      <p:cBhvr>
                                        <p:cTn id="1222" dur="1" fill="hold">
                                          <p:stCondLst>
                                            <p:cond delay="0"/>
                                          </p:stCondLst>
                                        </p:cTn>
                                        <p:tgtEl>
                                          <p:spTgt spid="615"/>
                                        </p:tgtEl>
                                        <p:attrNameLst>
                                          <p:attrName>style.visibility</p:attrName>
                                        </p:attrNameLst>
                                      </p:cBhvr>
                                      <p:to>
                                        <p:strVal val="visible"/>
                                      </p:to>
                                    </p:set>
                                  </p:childTnLst>
                                </p:cTn>
                              </p:par>
                              <p:par>
                                <p:cTn id="1223" presetID="1" presetClass="entr" presetSubtype="0" fill="hold" nodeType="withEffect">
                                  <p:stCondLst>
                                    <p:cond delay="0"/>
                                  </p:stCondLst>
                                  <p:childTnLst>
                                    <p:set>
                                      <p:cBhvr>
                                        <p:cTn id="1224" dur="1" fill="hold">
                                          <p:stCondLst>
                                            <p:cond delay="0"/>
                                          </p:stCondLst>
                                        </p:cTn>
                                        <p:tgtEl>
                                          <p:spTgt spid="616"/>
                                        </p:tgtEl>
                                        <p:attrNameLst>
                                          <p:attrName>style.visibility</p:attrName>
                                        </p:attrNameLst>
                                      </p:cBhvr>
                                      <p:to>
                                        <p:strVal val="visible"/>
                                      </p:to>
                                    </p:set>
                                  </p:childTnLst>
                                </p:cTn>
                              </p:par>
                              <p:par>
                                <p:cTn id="1225" presetID="1" presetClass="entr" presetSubtype="0" fill="hold" nodeType="withEffect">
                                  <p:stCondLst>
                                    <p:cond delay="0"/>
                                  </p:stCondLst>
                                  <p:childTnLst>
                                    <p:set>
                                      <p:cBhvr>
                                        <p:cTn id="1226" dur="1" fill="hold">
                                          <p:stCondLst>
                                            <p:cond delay="0"/>
                                          </p:stCondLst>
                                        </p:cTn>
                                        <p:tgtEl>
                                          <p:spTgt spid="617"/>
                                        </p:tgtEl>
                                        <p:attrNameLst>
                                          <p:attrName>style.visibility</p:attrName>
                                        </p:attrNameLst>
                                      </p:cBhvr>
                                      <p:to>
                                        <p:strVal val="visible"/>
                                      </p:to>
                                    </p:set>
                                  </p:childTnLst>
                                </p:cTn>
                              </p:par>
                              <p:par>
                                <p:cTn id="1227" presetID="1" presetClass="entr" presetSubtype="0" fill="hold" nodeType="withEffect">
                                  <p:stCondLst>
                                    <p:cond delay="0"/>
                                  </p:stCondLst>
                                  <p:childTnLst>
                                    <p:set>
                                      <p:cBhvr>
                                        <p:cTn id="1228" dur="1" fill="hold">
                                          <p:stCondLst>
                                            <p:cond delay="0"/>
                                          </p:stCondLst>
                                        </p:cTn>
                                        <p:tgtEl>
                                          <p:spTgt spid="618"/>
                                        </p:tgtEl>
                                        <p:attrNameLst>
                                          <p:attrName>style.visibility</p:attrName>
                                        </p:attrNameLst>
                                      </p:cBhvr>
                                      <p:to>
                                        <p:strVal val="visible"/>
                                      </p:to>
                                    </p:set>
                                  </p:childTnLst>
                                </p:cTn>
                              </p:par>
                              <p:par>
                                <p:cTn id="1229" presetID="1" presetClass="entr" presetSubtype="0" fill="hold" nodeType="withEffect">
                                  <p:stCondLst>
                                    <p:cond delay="0"/>
                                  </p:stCondLst>
                                  <p:childTnLst>
                                    <p:set>
                                      <p:cBhvr>
                                        <p:cTn id="1230" dur="1" fill="hold">
                                          <p:stCondLst>
                                            <p:cond delay="0"/>
                                          </p:stCondLst>
                                        </p:cTn>
                                        <p:tgtEl>
                                          <p:spTgt spid="619"/>
                                        </p:tgtEl>
                                        <p:attrNameLst>
                                          <p:attrName>style.visibility</p:attrName>
                                        </p:attrNameLst>
                                      </p:cBhvr>
                                      <p:to>
                                        <p:strVal val="visible"/>
                                      </p:to>
                                    </p:set>
                                  </p:childTnLst>
                                </p:cTn>
                              </p:par>
                              <p:par>
                                <p:cTn id="1231" presetID="1" presetClass="entr" presetSubtype="0" fill="hold" nodeType="withEffect">
                                  <p:stCondLst>
                                    <p:cond delay="0"/>
                                  </p:stCondLst>
                                  <p:childTnLst>
                                    <p:set>
                                      <p:cBhvr>
                                        <p:cTn id="1232" dur="1" fill="hold">
                                          <p:stCondLst>
                                            <p:cond delay="0"/>
                                          </p:stCondLst>
                                        </p:cTn>
                                        <p:tgtEl>
                                          <p:spTgt spid="620"/>
                                        </p:tgtEl>
                                        <p:attrNameLst>
                                          <p:attrName>style.visibility</p:attrName>
                                        </p:attrNameLst>
                                      </p:cBhvr>
                                      <p:to>
                                        <p:strVal val="visible"/>
                                      </p:to>
                                    </p:set>
                                  </p:childTnLst>
                                </p:cTn>
                              </p:par>
                              <p:par>
                                <p:cTn id="1233" presetID="1" presetClass="entr" presetSubtype="0" fill="hold" nodeType="withEffect">
                                  <p:stCondLst>
                                    <p:cond delay="0"/>
                                  </p:stCondLst>
                                  <p:childTnLst>
                                    <p:set>
                                      <p:cBhvr>
                                        <p:cTn id="1234" dur="1" fill="hold">
                                          <p:stCondLst>
                                            <p:cond delay="0"/>
                                          </p:stCondLst>
                                        </p:cTn>
                                        <p:tgtEl>
                                          <p:spTgt spid="621"/>
                                        </p:tgtEl>
                                        <p:attrNameLst>
                                          <p:attrName>style.visibility</p:attrName>
                                        </p:attrNameLst>
                                      </p:cBhvr>
                                      <p:to>
                                        <p:strVal val="visible"/>
                                      </p:to>
                                    </p:set>
                                  </p:childTnLst>
                                </p:cTn>
                              </p:par>
                              <p:par>
                                <p:cTn id="1235" presetID="1" presetClass="entr" presetSubtype="0" fill="hold" nodeType="withEffect">
                                  <p:stCondLst>
                                    <p:cond delay="0"/>
                                  </p:stCondLst>
                                  <p:childTnLst>
                                    <p:set>
                                      <p:cBhvr>
                                        <p:cTn id="1236" dur="1" fill="hold">
                                          <p:stCondLst>
                                            <p:cond delay="0"/>
                                          </p:stCondLst>
                                        </p:cTn>
                                        <p:tgtEl>
                                          <p:spTgt spid="622"/>
                                        </p:tgtEl>
                                        <p:attrNameLst>
                                          <p:attrName>style.visibility</p:attrName>
                                        </p:attrNameLst>
                                      </p:cBhvr>
                                      <p:to>
                                        <p:strVal val="visible"/>
                                      </p:to>
                                    </p:set>
                                  </p:childTnLst>
                                </p:cTn>
                              </p:par>
                              <p:par>
                                <p:cTn id="1237" presetID="1" presetClass="entr" presetSubtype="0" fill="hold" nodeType="withEffect">
                                  <p:stCondLst>
                                    <p:cond delay="0"/>
                                  </p:stCondLst>
                                  <p:childTnLst>
                                    <p:set>
                                      <p:cBhvr>
                                        <p:cTn id="1238" dur="1" fill="hold">
                                          <p:stCondLst>
                                            <p:cond delay="0"/>
                                          </p:stCondLst>
                                        </p:cTn>
                                        <p:tgtEl>
                                          <p:spTgt spid="623"/>
                                        </p:tgtEl>
                                        <p:attrNameLst>
                                          <p:attrName>style.visibility</p:attrName>
                                        </p:attrNameLst>
                                      </p:cBhvr>
                                      <p:to>
                                        <p:strVal val="visible"/>
                                      </p:to>
                                    </p:set>
                                  </p:childTnLst>
                                </p:cTn>
                              </p:par>
                              <p:par>
                                <p:cTn id="1239" presetID="1" presetClass="entr" presetSubtype="0" fill="hold" nodeType="withEffect">
                                  <p:stCondLst>
                                    <p:cond delay="0"/>
                                  </p:stCondLst>
                                  <p:childTnLst>
                                    <p:set>
                                      <p:cBhvr>
                                        <p:cTn id="1240" dur="1" fill="hold">
                                          <p:stCondLst>
                                            <p:cond delay="0"/>
                                          </p:stCondLst>
                                        </p:cTn>
                                        <p:tgtEl>
                                          <p:spTgt spid="624"/>
                                        </p:tgtEl>
                                        <p:attrNameLst>
                                          <p:attrName>style.visibility</p:attrName>
                                        </p:attrNameLst>
                                      </p:cBhvr>
                                      <p:to>
                                        <p:strVal val="visible"/>
                                      </p:to>
                                    </p:set>
                                  </p:childTnLst>
                                </p:cTn>
                              </p:par>
                              <p:par>
                                <p:cTn id="1241" presetID="1" presetClass="entr" presetSubtype="0" fill="hold" nodeType="withEffect">
                                  <p:stCondLst>
                                    <p:cond delay="0"/>
                                  </p:stCondLst>
                                  <p:childTnLst>
                                    <p:set>
                                      <p:cBhvr>
                                        <p:cTn id="1242" dur="1" fill="hold">
                                          <p:stCondLst>
                                            <p:cond delay="0"/>
                                          </p:stCondLst>
                                        </p:cTn>
                                        <p:tgtEl>
                                          <p:spTgt spid="625"/>
                                        </p:tgtEl>
                                        <p:attrNameLst>
                                          <p:attrName>style.visibility</p:attrName>
                                        </p:attrNameLst>
                                      </p:cBhvr>
                                      <p:to>
                                        <p:strVal val="visible"/>
                                      </p:to>
                                    </p:set>
                                  </p:childTnLst>
                                </p:cTn>
                              </p:par>
                              <p:par>
                                <p:cTn id="1243" presetID="1" presetClass="entr" presetSubtype="0" fill="hold" nodeType="withEffect">
                                  <p:stCondLst>
                                    <p:cond delay="0"/>
                                  </p:stCondLst>
                                  <p:childTnLst>
                                    <p:set>
                                      <p:cBhvr>
                                        <p:cTn id="1244" dur="1" fill="hold">
                                          <p:stCondLst>
                                            <p:cond delay="0"/>
                                          </p:stCondLst>
                                        </p:cTn>
                                        <p:tgtEl>
                                          <p:spTgt spid="626"/>
                                        </p:tgtEl>
                                        <p:attrNameLst>
                                          <p:attrName>style.visibility</p:attrName>
                                        </p:attrNameLst>
                                      </p:cBhvr>
                                      <p:to>
                                        <p:strVal val="visible"/>
                                      </p:to>
                                    </p:set>
                                  </p:childTnLst>
                                </p:cTn>
                              </p:par>
                              <p:par>
                                <p:cTn id="1245" presetID="1" presetClass="entr" presetSubtype="0" fill="hold" nodeType="withEffect">
                                  <p:stCondLst>
                                    <p:cond delay="0"/>
                                  </p:stCondLst>
                                  <p:childTnLst>
                                    <p:set>
                                      <p:cBhvr>
                                        <p:cTn id="1246" dur="1" fill="hold">
                                          <p:stCondLst>
                                            <p:cond delay="0"/>
                                          </p:stCondLst>
                                        </p:cTn>
                                        <p:tgtEl>
                                          <p:spTgt spid="627"/>
                                        </p:tgtEl>
                                        <p:attrNameLst>
                                          <p:attrName>style.visibility</p:attrName>
                                        </p:attrNameLst>
                                      </p:cBhvr>
                                      <p:to>
                                        <p:strVal val="visible"/>
                                      </p:to>
                                    </p:set>
                                  </p:childTnLst>
                                </p:cTn>
                              </p:par>
                              <p:par>
                                <p:cTn id="1247" presetID="1" presetClass="entr" presetSubtype="0" fill="hold" nodeType="withEffect">
                                  <p:stCondLst>
                                    <p:cond delay="0"/>
                                  </p:stCondLst>
                                  <p:childTnLst>
                                    <p:set>
                                      <p:cBhvr>
                                        <p:cTn id="1248" dur="1" fill="hold">
                                          <p:stCondLst>
                                            <p:cond delay="0"/>
                                          </p:stCondLst>
                                        </p:cTn>
                                        <p:tgtEl>
                                          <p:spTgt spid="628"/>
                                        </p:tgtEl>
                                        <p:attrNameLst>
                                          <p:attrName>style.visibility</p:attrName>
                                        </p:attrNameLst>
                                      </p:cBhvr>
                                      <p:to>
                                        <p:strVal val="visible"/>
                                      </p:to>
                                    </p:set>
                                  </p:childTnLst>
                                </p:cTn>
                              </p:par>
                              <p:par>
                                <p:cTn id="1249" presetID="1" presetClass="entr" presetSubtype="0" fill="hold" nodeType="withEffect">
                                  <p:stCondLst>
                                    <p:cond delay="0"/>
                                  </p:stCondLst>
                                  <p:childTnLst>
                                    <p:set>
                                      <p:cBhvr>
                                        <p:cTn id="1250" dur="1" fill="hold">
                                          <p:stCondLst>
                                            <p:cond delay="0"/>
                                          </p:stCondLst>
                                        </p:cTn>
                                        <p:tgtEl>
                                          <p:spTgt spid="629"/>
                                        </p:tgtEl>
                                        <p:attrNameLst>
                                          <p:attrName>style.visibility</p:attrName>
                                        </p:attrNameLst>
                                      </p:cBhvr>
                                      <p:to>
                                        <p:strVal val="visible"/>
                                      </p:to>
                                    </p:set>
                                  </p:childTnLst>
                                </p:cTn>
                              </p:par>
                              <p:par>
                                <p:cTn id="1251" presetID="1" presetClass="entr" presetSubtype="0" fill="hold" nodeType="withEffect">
                                  <p:stCondLst>
                                    <p:cond delay="0"/>
                                  </p:stCondLst>
                                  <p:childTnLst>
                                    <p:set>
                                      <p:cBhvr>
                                        <p:cTn id="1252" dur="1" fill="hold">
                                          <p:stCondLst>
                                            <p:cond delay="0"/>
                                          </p:stCondLst>
                                        </p:cTn>
                                        <p:tgtEl>
                                          <p:spTgt spid="630"/>
                                        </p:tgtEl>
                                        <p:attrNameLst>
                                          <p:attrName>style.visibility</p:attrName>
                                        </p:attrNameLst>
                                      </p:cBhvr>
                                      <p:to>
                                        <p:strVal val="visible"/>
                                      </p:to>
                                    </p:set>
                                  </p:childTnLst>
                                </p:cTn>
                              </p:par>
                              <p:par>
                                <p:cTn id="1253" presetID="1" presetClass="entr" presetSubtype="0" fill="hold" nodeType="withEffect">
                                  <p:stCondLst>
                                    <p:cond delay="0"/>
                                  </p:stCondLst>
                                  <p:childTnLst>
                                    <p:set>
                                      <p:cBhvr>
                                        <p:cTn id="1254" dur="1" fill="hold">
                                          <p:stCondLst>
                                            <p:cond delay="0"/>
                                          </p:stCondLst>
                                        </p:cTn>
                                        <p:tgtEl>
                                          <p:spTgt spid="631"/>
                                        </p:tgtEl>
                                        <p:attrNameLst>
                                          <p:attrName>style.visibility</p:attrName>
                                        </p:attrNameLst>
                                      </p:cBhvr>
                                      <p:to>
                                        <p:strVal val="visible"/>
                                      </p:to>
                                    </p:set>
                                  </p:childTnLst>
                                </p:cTn>
                              </p:par>
                              <p:par>
                                <p:cTn id="1255" presetID="1" presetClass="entr" presetSubtype="0" fill="hold" nodeType="withEffect">
                                  <p:stCondLst>
                                    <p:cond delay="0"/>
                                  </p:stCondLst>
                                  <p:childTnLst>
                                    <p:set>
                                      <p:cBhvr>
                                        <p:cTn id="1256" dur="1" fill="hold">
                                          <p:stCondLst>
                                            <p:cond delay="0"/>
                                          </p:stCondLst>
                                        </p:cTn>
                                        <p:tgtEl>
                                          <p:spTgt spid="632"/>
                                        </p:tgtEl>
                                        <p:attrNameLst>
                                          <p:attrName>style.visibility</p:attrName>
                                        </p:attrNameLst>
                                      </p:cBhvr>
                                      <p:to>
                                        <p:strVal val="visible"/>
                                      </p:to>
                                    </p:set>
                                  </p:childTnLst>
                                </p:cTn>
                              </p:par>
                              <p:par>
                                <p:cTn id="1257" presetID="1" presetClass="entr" presetSubtype="0" fill="hold" nodeType="withEffect">
                                  <p:stCondLst>
                                    <p:cond delay="0"/>
                                  </p:stCondLst>
                                  <p:childTnLst>
                                    <p:set>
                                      <p:cBhvr>
                                        <p:cTn id="1258" dur="1" fill="hold">
                                          <p:stCondLst>
                                            <p:cond delay="0"/>
                                          </p:stCondLst>
                                        </p:cTn>
                                        <p:tgtEl>
                                          <p:spTgt spid="633"/>
                                        </p:tgtEl>
                                        <p:attrNameLst>
                                          <p:attrName>style.visibility</p:attrName>
                                        </p:attrNameLst>
                                      </p:cBhvr>
                                      <p:to>
                                        <p:strVal val="visible"/>
                                      </p:to>
                                    </p:set>
                                  </p:childTnLst>
                                </p:cTn>
                              </p:par>
                              <p:par>
                                <p:cTn id="1259" presetID="1" presetClass="entr" presetSubtype="0" fill="hold" nodeType="withEffect">
                                  <p:stCondLst>
                                    <p:cond delay="0"/>
                                  </p:stCondLst>
                                  <p:childTnLst>
                                    <p:set>
                                      <p:cBhvr>
                                        <p:cTn id="1260" dur="1" fill="hold">
                                          <p:stCondLst>
                                            <p:cond delay="0"/>
                                          </p:stCondLst>
                                        </p:cTn>
                                        <p:tgtEl>
                                          <p:spTgt spid="634"/>
                                        </p:tgtEl>
                                        <p:attrNameLst>
                                          <p:attrName>style.visibility</p:attrName>
                                        </p:attrNameLst>
                                      </p:cBhvr>
                                      <p:to>
                                        <p:strVal val="visible"/>
                                      </p:to>
                                    </p:set>
                                  </p:childTnLst>
                                </p:cTn>
                              </p:par>
                              <p:par>
                                <p:cTn id="1261" presetID="1" presetClass="entr" presetSubtype="0" fill="hold" nodeType="withEffect">
                                  <p:stCondLst>
                                    <p:cond delay="0"/>
                                  </p:stCondLst>
                                  <p:childTnLst>
                                    <p:set>
                                      <p:cBhvr>
                                        <p:cTn id="1262" dur="1" fill="hold">
                                          <p:stCondLst>
                                            <p:cond delay="0"/>
                                          </p:stCondLst>
                                        </p:cTn>
                                        <p:tgtEl>
                                          <p:spTgt spid="635"/>
                                        </p:tgtEl>
                                        <p:attrNameLst>
                                          <p:attrName>style.visibility</p:attrName>
                                        </p:attrNameLst>
                                      </p:cBhvr>
                                      <p:to>
                                        <p:strVal val="visible"/>
                                      </p:to>
                                    </p:set>
                                  </p:childTnLst>
                                </p:cTn>
                              </p:par>
                              <p:par>
                                <p:cTn id="1263" presetID="1" presetClass="entr" presetSubtype="0" fill="hold" nodeType="withEffect">
                                  <p:stCondLst>
                                    <p:cond delay="0"/>
                                  </p:stCondLst>
                                  <p:childTnLst>
                                    <p:set>
                                      <p:cBhvr>
                                        <p:cTn id="1264" dur="1" fill="hold">
                                          <p:stCondLst>
                                            <p:cond delay="0"/>
                                          </p:stCondLst>
                                        </p:cTn>
                                        <p:tgtEl>
                                          <p:spTgt spid="636"/>
                                        </p:tgtEl>
                                        <p:attrNameLst>
                                          <p:attrName>style.visibility</p:attrName>
                                        </p:attrNameLst>
                                      </p:cBhvr>
                                      <p:to>
                                        <p:strVal val="visible"/>
                                      </p:to>
                                    </p:set>
                                  </p:childTnLst>
                                </p:cTn>
                              </p:par>
                              <p:par>
                                <p:cTn id="1265" presetID="1" presetClass="entr" presetSubtype="0" fill="hold" nodeType="withEffect">
                                  <p:stCondLst>
                                    <p:cond delay="0"/>
                                  </p:stCondLst>
                                  <p:childTnLst>
                                    <p:set>
                                      <p:cBhvr>
                                        <p:cTn id="1266" dur="1" fill="hold">
                                          <p:stCondLst>
                                            <p:cond delay="0"/>
                                          </p:stCondLst>
                                        </p:cTn>
                                        <p:tgtEl>
                                          <p:spTgt spid="637"/>
                                        </p:tgtEl>
                                        <p:attrNameLst>
                                          <p:attrName>style.visibility</p:attrName>
                                        </p:attrNameLst>
                                      </p:cBhvr>
                                      <p:to>
                                        <p:strVal val="visible"/>
                                      </p:to>
                                    </p:set>
                                  </p:childTnLst>
                                </p:cTn>
                              </p:par>
                              <p:par>
                                <p:cTn id="1267" presetID="1" presetClass="entr" presetSubtype="0" fill="hold" nodeType="withEffect">
                                  <p:stCondLst>
                                    <p:cond delay="0"/>
                                  </p:stCondLst>
                                  <p:childTnLst>
                                    <p:set>
                                      <p:cBhvr>
                                        <p:cTn id="1268" dur="1" fill="hold">
                                          <p:stCondLst>
                                            <p:cond delay="0"/>
                                          </p:stCondLst>
                                        </p:cTn>
                                        <p:tgtEl>
                                          <p:spTgt spid="638"/>
                                        </p:tgtEl>
                                        <p:attrNameLst>
                                          <p:attrName>style.visibility</p:attrName>
                                        </p:attrNameLst>
                                      </p:cBhvr>
                                      <p:to>
                                        <p:strVal val="visible"/>
                                      </p:to>
                                    </p:set>
                                  </p:childTnLst>
                                </p:cTn>
                              </p:par>
                              <p:par>
                                <p:cTn id="1269" presetID="1" presetClass="entr" presetSubtype="0" fill="hold" nodeType="withEffect">
                                  <p:stCondLst>
                                    <p:cond delay="0"/>
                                  </p:stCondLst>
                                  <p:childTnLst>
                                    <p:set>
                                      <p:cBhvr>
                                        <p:cTn id="1270" dur="1" fill="hold">
                                          <p:stCondLst>
                                            <p:cond delay="0"/>
                                          </p:stCondLst>
                                        </p:cTn>
                                        <p:tgtEl>
                                          <p:spTgt spid="639"/>
                                        </p:tgtEl>
                                        <p:attrNameLst>
                                          <p:attrName>style.visibility</p:attrName>
                                        </p:attrNameLst>
                                      </p:cBhvr>
                                      <p:to>
                                        <p:strVal val="visible"/>
                                      </p:to>
                                    </p:set>
                                  </p:childTnLst>
                                </p:cTn>
                              </p:par>
                              <p:par>
                                <p:cTn id="1271" presetID="1" presetClass="entr" presetSubtype="0" fill="hold" nodeType="withEffect">
                                  <p:stCondLst>
                                    <p:cond delay="0"/>
                                  </p:stCondLst>
                                  <p:childTnLst>
                                    <p:set>
                                      <p:cBhvr>
                                        <p:cTn id="1272" dur="1" fill="hold">
                                          <p:stCondLst>
                                            <p:cond delay="0"/>
                                          </p:stCondLst>
                                        </p:cTn>
                                        <p:tgtEl>
                                          <p:spTgt spid="640"/>
                                        </p:tgtEl>
                                        <p:attrNameLst>
                                          <p:attrName>style.visibility</p:attrName>
                                        </p:attrNameLst>
                                      </p:cBhvr>
                                      <p:to>
                                        <p:strVal val="visible"/>
                                      </p:to>
                                    </p:set>
                                  </p:childTnLst>
                                </p:cTn>
                              </p:par>
                              <p:par>
                                <p:cTn id="1273" presetID="1" presetClass="entr" presetSubtype="0" fill="hold" nodeType="withEffect">
                                  <p:stCondLst>
                                    <p:cond delay="0"/>
                                  </p:stCondLst>
                                  <p:childTnLst>
                                    <p:set>
                                      <p:cBhvr>
                                        <p:cTn id="1274" dur="1" fill="hold">
                                          <p:stCondLst>
                                            <p:cond delay="0"/>
                                          </p:stCondLst>
                                        </p:cTn>
                                        <p:tgtEl>
                                          <p:spTgt spid="641"/>
                                        </p:tgtEl>
                                        <p:attrNameLst>
                                          <p:attrName>style.visibility</p:attrName>
                                        </p:attrNameLst>
                                      </p:cBhvr>
                                      <p:to>
                                        <p:strVal val="visible"/>
                                      </p:to>
                                    </p:set>
                                  </p:childTnLst>
                                </p:cTn>
                              </p:par>
                              <p:par>
                                <p:cTn id="1275" presetID="1" presetClass="entr" presetSubtype="0" fill="hold" nodeType="withEffect">
                                  <p:stCondLst>
                                    <p:cond delay="0"/>
                                  </p:stCondLst>
                                  <p:childTnLst>
                                    <p:set>
                                      <p:cBhvr>
                                        <p:cTn id="1276" dur="1" fill="hold">
                                          <p:stCondLst>
                                            <p:cond delay="0"/>
                                          </p:stCondLst>
                                        </p:cTn>
                                        <p:tgtEl>
                                          <p:spTgt spid="642"/>
                                        </p:tgtEl>
                                        <p:attrNameLst>
                                          <p:attrName>style.visibility</p:attrName>
                                        </p:attrNameLst>
                                      </p:cBhvr>
                                      <p:to>
                                        <p:strVal val="visible"/>
                                      </p:to>
                                    </p:set>
                                  </p:childTnLst>
                                </p:cTn>
                              </p:par>
                              <p:par>
                                <p:cTn id="1277" presetID="1" presetClass="entr" presetSubtype="0" fill="hold" nodeType="withEffect">
                                  <p:stCondLst>
                                    <p:cond delay="0"/>
                                  </p:stCondLst>
                                  <p:childTnLst>
                                    <p:set>
                                      <p:cBhvr>
                                        <p:cTn id="1278" dur="1" fill="hold">
                                          <p:stCondLst>
                                            <p:cond delay="0"/>
                                          </p:stCondLst>
                                        </p:cTn>
                                        <p:tgtEl>
                                          <p:spTgt spid="643"/>
                                        </p:tgtEl>
                                        <p:attrNameLst>
                                          <p:attrName>style.visibility</p:attrName>
                                        </p:attrNameLst>
                                      </p:cBhvr>
                                      <p:to>
                                        <p:strVal val="visible"/>
                                      </p:to>
                                    </p:set>
                                  </p:childTnLst>
                                </p:cTn>
                              </p:par>
                              <p:par>
                                <p:cTn id="1279" presetID="1" presetClass="entr" presetSubtype="0" fill="hold" nodeType="withEffect">
                                  <p:stCondLst>
                                    <p:cond delay="0"/>
                                  </p:stCondLst>
                                  <p:childTnLst>
                                    <p:set>
                                      <p:cBhvr>
                                        <p:cTn id="1280" dur="1" fill="hold">
                                          <p:stCondLst>
                                            <p:cond delay="0"/>
                                          </p:stCondLst>
                                        </p:cTn>
                                        <p:tgtEl>
                                          <p:spTgt spid="644"/>
                                        </p:tgtEl>
                                        <p:attrNameLst>
                                          <p:attrName>style.visibility</p:attrName>
                                        </p:attrNameLst>
                                      </p:cBhvr>
                                      <p:to>
                                        <p:strVal val="visible"/>
                                      </p:to>
                                    </p:set>
                                  </p:childTnLst>
                                </p:cTn>
                              </p:par>
                              <p:par>
                                <p:cTn id="1281" presetID="1" presetClass="entr" presetSubtype="0" fill="hold" nodeType="withEffect">
                                  <p:stCondLst>
                                    <p:cond delay="0"/>
                                  </p:stCondLst>
                                  <p:childTnLst>
                                    <p:set>
                                      <p:cBhvr>
                                        <p:cTn id="1282" dur="1" fill="hold">
                                          <p:stCondLst>
                                            <p:cond delay="0"/>
                                          </p:stCondLst>
                                        </p:cTn>
                                        <p:tgtEl>
                                          <p:spTgt spid="645"/>
                                        </p:tgtEl>
                                        <p:attrNameLst>
                                          <p:attrName>style.visibility</p:attrName>
                                        </p:attrNameLst>
                                      </p:cBhvr>
                                      <p:to>
                                        <p:strVal val="visible"/>
                                      </p:to>
                                    </p:set>
                                  </p:childTnLst>
                                </p:cTn>
                              </p:par>
                              <p:par>
                                <p:cTn id="1283" presetID="1" presetClass="entr" presetSubtype="0" fill="hold" nodeType="withEffect">
                                  <p:stCondLst>
                                    <p:cond delay="0"/>
                                  </p:stCondLst>
                                  <p:childTnLst>
                                    <p:set>
                                      <p:cBhvr>
                                        <p:cTn id="1284" dur="1" fill="hold">
                                          <p:stCondLst>
                                            <p:cond delay="0"/>
                                          </p:stCondLst>
                                        </p:cTn>
                                        <p:tgtEl>
                                          <p:spTgt spid="646"/>
                                        </p:tgtEl>
                                        <p:attrNameLst>
                                          <p:attrName>style.visibility</p:attrName>
                                        </p:attrNameLst>
                                      </p:cBhvr>
                                      <p:to>
                                        <p:strVal val="visible"/>
                                      </p:to>
                                    </p:set>
                                  </p:childTnLst>
                                </p:cTn>
                              </p:par>
                              <p:par>
                                <p:cTn id="1285" presetID="1" presetClass="entr" presetSubtype="0" fill="hold" nodeType="withEffect">
                                  <p:stCondLst>
                                    <p:cond delay="0"/>
                                  </p:stCondLst>
                                  <p:childTnLst>
                                    <p:set>
                                      <p:cBhvr>
                                        <p:cTn id="1286" dur="1" fill="hold">
                                          <p:stCondLst>
                                            <p:cond delay="0"/>
                                          </p:stCondLst>
                                        </p:cTn>
                                        <p:tgtEl>
                                          <p:spTgt spid="647"/>
                                        </p:tgtEl>
                                        <p:attrNameLst>
                                          <p:attrName>style.visibility</p:attrName>
                                        </p:attrNameLst>
                                      </p:cBhvr>
                                      <p:to>
                                        <p:strVal val="visible"/>
                                      </p:to>
                                    </p:set>
                                  </p:childTnLst>
                                </p:cTn>
                              </p:par>
                              <p:par>
                                <p:cTn id="1287" presetID="1" presetClass="entr" presetSubtype="0" fill="hold" nodeType="withEffect">
                                  <p:stCondLst>
                                    <p:cond delay="0"/>
                                  </p:stCondLst>
                                  <p:childTnLst>
                                    <p:set>
                                      <p:cBhvr>
                                        <p:cTn id="1288" dur="1" fill="hold">
                                          <p:stCondLst>
                                            <p:cond delay="0"/>
                                          </p:stCondLst>
                                        </p:cTn>
                                        <p:tgtEl>
                                          <p:spTgt spid="648"/>
                                        </p:tgtEl>
                                        <p:attrNameLst>
                                          <p:attrName>style.visibility</p:attrName>
                                        </p:attrNameLst>
                                      </p:cBhvr>
                                      <p:to>
                                        <p:strVal val="visible"/>
                                      </p:to>
                                    </p:set>
                                  </p:childTnLst>
                                </p:cTn>
                              </p:par>
                              <p:par>
                                <p:cTn id="1289" presetID="1" presetClass="entr" presetSubtype="0" fill="hold" nodeType="withEffect">
                                  <p:stCondLst>
                                    <p:cond delay="0"/>
                                  </p:stCondLst>
                                  <p:childTnLst>
                                    <p:set>
                                      <p:cBhvr>
                                        <p:cTn id="1290" dur="1" fill="hold">
                                          <p:stCondLst>
                                            <p:cond delay="0"/>
                                          </p:stCondLst>
                                        </p:cTn>
                                        <p:tgtEl>
                                          <p:spTgt spid="649"/>
                                        </p:tgtEl>
                                        <p:attrNameLst>
                                          <p:attrName>style.visibility</p:attrName>
                                        </p:attrNameLst>
                                      </p:cBhvr>
                                      <p:to>
                                        <p:strVal val="visible"/>
                                      </p:to>
                                    </p:set>
                                  </p:childTnLst>
                                </p:cTn>
                              </p:par>
                              <p:par>
                                <p:cTn id="1291" presetID="1" presetClass="entr" presetSubtype="0" fill="hold" nodeType="withEffect">
                                  <p:stCondLst>
                                    <p:cond delay="0"/>
                                  </p:stCondLst>
                                  <p:childTnLst>
                                    <p:set>
                                      <p:cBhvr>
                                        <p:cTn id="1292" dur="1" fill="hold">
                                          <p:stCondLst>
                                            <p:cond delay="0"/>
                                          </p:stCondLst>
                                        </p:cTn>
                                        <p:tgtEl>
                                          <p:spTgt spid="650"/>
                                        </p:tgtEl>
                                        <p:attrNameLst>
                                          <p:attrName>style.visibility</p:attrName>
                                        </p:attrNameLst>
                                      </p:cBhvr>
                                      <p:to>
                                        <p:strVal val="visible"/>
                                      </p:to>
                                    </p:set>
                                  </p:childTnLst>
                                </p:cTn>
                              </p:par>
                              <p:par>
                                <p:cTn id="1293" presetID="1" presetClass="entr" presetSubtype="0" fill="hold" nodeType="withEffect">
                                  <p:stCondLst>
                                    <p:cond delay="0"/>
                                  </p:stCondLst>
                                  <p:childTnLst>
                                    <p:set>
                                      <p:cBhvr>
                                        <p:cTn id="1294" dur="1" fill="hold">
                                          <p:stCondLst>
                                            <p:cond delay="0"/>
                                          </p:stCondLst>
                                        </p:cTn>
                                        <p:tgtEl>
                                          <p:spTgt spid="651"/>
                                        </p:tgtEl>
                                        <p:attrNameLst>
                                          <p:attrName>style.visibility</p:attrName>
                                        </p:attrNameLst>
                                      </p:cBhvr>
                                      <p:to>
                                        <p:strVal val="visible"/>
                                      </p:to>
                                    </p:set>
                                  </p:childTnLst>
                                </p:cTn>
                              </p:par>
                              <p:par>
                                <p:cTn id="1295" presetID="1" presetClass="entr" presetSubtype="0" fill="hold" nodeType="withEffect">
                                  <p:stCondLst>
                                    <p:cond delay="0"/>
                                  </p:stCondLst>
                                  <p:childTnLst>
                                    <p:set>
                                      <p:cBhvr>
                                        <p:cTn id="1296" dur="1" fill="hold">
                                          <p:stCondLst>
                                            <p:cond delay="0"/>
                                          </p:stCondLst>
                                        </p:cTn>
                                        <p:tgtEl>
                                          <p:spTgt spid="652"/>
                                        </p:tgtEl>
                                        <p:attrNameLst>
                                          <p:attrName>style.visibility</p:attrName>
                                        </p:attrNameLst>
                                      </p:cBhvr>
                                      <p:to>
                                        <p:strVal val="visible"/>
                                      </p:to>
                                    </p:set>
                                  </p:childTnLst>
                                </p:cTn>
                              </p:par>
                              <p:par>
                                <p:cTn id="1297" presetID="1" presetClass="entr" presetSubtype="0" fill="hold" nodeType="withEffect">
                                  <p:stCondLst>
                                    <p:cond delay="0"/>
                                  </p:stCondLst>
                                  <p:childTnLst>
                                    <p:set>
                                      <p:cBhvr>
                                        <p:cTn id="1298" dur="1" fill="hold">
                                          <p:stCondLst>
                                            <p:cond delay="0"/>
                                          </p:stCondLst>
                                        </p:cTn>
                                        <p:tgtEl>
                                          <p:spTgt spid="653"/>
                                        </p:tgtEl>
                                        <p:attrNameLst>
                                          <p:attrName>style.visibility</p:attrName>
                                        </p:attrNameLst>
                                      </p:cBhvr>
                                      <p:to>
                                        <p:strVal val="visible"/>
                                      </p:to>
                                    </p:set>
                                  </p:childTnLst>
                                </p:cTn>
                              </p:par>
                              <p:par>
                                <p:cTn id="1299" presetID="1" presetClass="entr" presetSubtype="0" fill="hold" nodeType="withEffect">
                                  <p:stCondLst>
                                    <p:cond delay="0"/>
                                  </p:stCondLst>
                                  <p:childTnLst>
                                    <p:set>
                                      <p:cBhvr>
                                        <p:cTn id="1300" dur="1" fill="hold">
                                          <p:stCondLst>
                                            <p:cond delay="0"/>
                                          </p:stCondLst>
                                        </p:cTn>
                                        <p:tgtEl>
                                          <p:spTgt spid="654"/>
                                        </p:tgtEl>
                                        <p:attrNameLst>
                                          <p:attrName>style.visibility</p:attrName>
                                        </p:attrNameLst>
                                      </p:cBhvr>
                                      <p:to>
                                        <p:strVal val="visible"/>
                                      </p:to>
                                    </p:set>
                                  </p:childTnLst>
                                </p:cTn>
                              </p:par>
                              <p:par>
                                <p:cTn id="1301" presetID="1" presetClass="entr" presetSubtype="0" fill="hold" nodeType="withEffect">
                                  <p:stCondLst>
                                    <p:cond delay="0"/>
                                  </p:stCondLst>
                                  <p:childTnLst>
                                    <p:set>
                                      <p:cBhvr>
                                        <p:cTn id="1302" dur="1" fill="hold">
                                          <p:stCondLst>
                                            <p:cond delay="0"/>
                                          </p:stCondLst>
                                        </p:cTn>
                                        <p:tgtEl>
                                          <p:spTgt spid="655"/>
                                        </p:tgtEl>
                                        <p:attrNameLst>
                                          <p:attrName>style.visibility</p:attrName>
                                        </p:attrNameLst>
                                      </p:cBhvr>
                                      <p:to>
                                        <p:strVal val="visible"/>
                                      </p:to>
                                    </p:set>
                                  </p:childTnLst>
                                </p:cTn>
                              </p:par>
                              <p:par>
                                <p:cTn id="1303" presetID="1" presetClass="entr" presetSubtype="0" fill="hold" nodeType="withEffect">
                                  <p:stCondLst>
                                    <p:cond delay="0"/>
                                  </p:stCondLst>
                                  <p:childTnLst>
                                    <p:set>
                                      <p:cBhvr>
                                        <p:cTn id="1304" dur="1" fill="hold">
                                          <p:stCondLst>
                                            <p:cond delay="0"/>
                                          </p:stCondLst>
                                        </p:cTn>
                                        <p:tgtEl>
                                          <p:spTgt spid="656"/>
                                        </p:tgtEl>
                                        <p:attrNameLst>
                                          <p:attrName>style.visibility</p:attrName>
                                        </p:attrNameLst>
                                      </p:cBhvr>
                                      <p:to>
                                        <p:strVal val="visible"/>
                                      </p:to>
                                    </p:set>
                                  </p:childTnLst>
                                </p:cTn>
                              </p:par>
                              <p:par>
                                <p:cTn id="1305" presetID="1" presetClass="entr" presetSubtype="0" fill="hold" nodeType="withEffect">
                                  <p:stCondLst>
                                    <p:cond delay="0"/>
                                  </p:stCondLst>
                                  <p:childTnLst>
                                    <p:set>
                                      <p:cBhvr>
                                        <p:cTn id="1306" dur="1" fill="hold">
                                          <p:stCondLst>
                                            <p:cond delay="0"/>
                                          </p:stCondLst>
                                        </p:cTn>
                                        <p:tgtEl>
                                          <p:spTgt spid="657"/>
                                        </p:tgtEl>
                                        <p:attrNameLst>
                                          <p:attrName>style.visibility</p:attrName>
                                        </p:attrNameLst>
                                      </p:cBhvr>
                                      <p:to>
                                        <p:strVal val="visible"/>
                                      </p:to>
                                    </p:set>
                                  </p:childTnLst>
                                </p:cTn>
                              </p:par>
                              <p:par>
                                <p:cTn id="1307" presetID="1" presetClass="entr" presetSubtype="0" fill="hold" nodeType="withEffect">
                                  <p:stCondLst>
                                    <p:cond delay="0"/>
                                  </p:stCondLst>
                                  <p:childTnLst>
                                    <p:set>
                                      <p:cBhvr>
                                        <p:cTn id="1308" dur="1" fill="hold">
                                          <p:stCondLst>
                                            <p:cond delay="0"/>
                                          </p:stCondLst>
                                        </p:cTn>
                                        <p:tgtEl>
                                          <p:spTgt spid="658"/>
                                        </p:tgtEl>
                                        <p:attrNameLst>
                                          <p:attrName>style.visibility</p:attrName>
                                        </p:attrNameLst>
                                      </p:cBhvr>
                                      <p:to>
                                        <p:strVal val="visible"/>
                                      </p:to>
                                    </p:set>
                                  </p:childTnLst>
                                </p:cTn>
                              </p:par>
                              <p:par>
                                <p:cTn id="1309" presetID="1" presetClass="entr" presetSubtype="0" fill="hold" nodeType="withEffect">
                                  <p:stCondLst>
                                    <p:cond delay="0"/>
                                  </p:stCondLst>
                                  <p:childTnLst>
                                    <p:set>
                                      <p:cBhvr>
                                        <p:cTn id="1310" dur="1" fill="hold">
                                          <p:stCondLst>
                                            <p:cond delay="0"/>
                                          </p:stCondLst>
                                        </p:cTn>
                                        <p:tgtEl>
                                          <p:spTgt spid="659"/>
                                        </p:tgtEl>
                                        <p:attrNameLst>
                                          <p:attrName>style.visibility</p:attrName>
                                        </p:attrNameLst>
                                      </p:cBhvr>
                                      <p:to>
                                        <p:strVal val="visible"/>
                                      </p:to>
                                    </p:set>
                                  </p:childTnLst>
                                </p:cTn>
                              </p:par>
                              <p:par>
                                <p:cTn id="1311" presetID="1" presetClass="entr" presetSubtype="0" fill="hold" nodeType="withEffect">
                                  <p:stCondLst>
                                    <p:cond delay="0"/>
                                  </p:stCondLst>
                                  <p:childTnLst>
                                    <p:set>
                                      <p:cBhvr>
                                        <p:cTn id="1312" dur="1" fill="hold">
                                          <p:stCondLst>
                                            <p:cond delay="0"/>
                                          </p:stCondLst>
                                        </p:cTn>
                                        <p:tgtEl>
                                          <p:spTgt spid="660"/>
                                        </p:tgtEl>
                                        <p:attrNameLst>
                                          <p:attrName>style.visibility</p:attrName>
                                        </p:attrNameLst>
                                      </p:cBhvr>
                                      <p:to>
                                        <p:strVal val="visible"/>
                                      </p:to>
                                    </p:set>
                                  </p:childTnLst>
                                </p:cTn>
                              </p:par>
                              <p:par>
                                <p:cTn id="1313" presetID="1" presetClass="entr" presetSubtype="0" fill="hold" nodeType="withEffect">
                                  <p:stCondLst>
                                    <p:cond delay="0"/>
                                  </p:stCondLst>
                                  <p:childTnLst>
                                    <p:set>
                                      <p:cBhvr>
                                        <p:cTn id="1314" dur="1" fill="hold">
                                          <p:stCondLst>
                                            <p:cond delay="0"/>
                                          </p:stCondLst>
                                        </p:cTn>
                                        <p:tgtEl>
                                          <p:spTgt spid="661"/>
                                        </p:tgtEl>
                                        <p:attrNameLst>
                                          <p:attrName>style.visibility</p:attrName>
                                        </p:attrNameLst>
                                      </p:cBhvr>
                                      <p:to>
                                        <p:strVal val="visible"/>
                                      </p:to>
                                    </p:set>
                                  </p:childTnLst>
                                </p:cTn>
                              </p:par>
                              <p:par>
                                <p:cTn id="1315" presetID="1" presetClass="entr" presetSubtype="0" fill="hold" nodeType="withEffect">
                                  <p:stCondLst>
                                    <p:cond delay="0"/>
                                  </p:stCondLst>
                                  <p:childTnLst>
                                    <p:set>
                                      <p:cBhvr>
                                        <p:cTn id="1316" dur="1" fill="hold">
                                          <p:stCondLst>
                                            <p:cond delay="0"/>
                                          </p:stCondLst>
                                        </p:cTn>
                                        <p:tgtEl>
                                          <p:spTgt spid="662"/>
                                        </p:tgtEl>
                                        <p:attrNameLst>
                                          <p:attrName>style.visibility</p:attrName>
                                        </p:attrNameLst>
                                      </p:cBhvr>
                                      <p:to>
                                        <p:strVal val="visible"/>
                                      </p:to>
                                    </p:set>
                                  </p:childTnLst>
                                </p:cTn>
                              </p:par>
                              <p:par>
                                <p:cTn id="1317" presetID="1" presetClass="entr" presetSubtype="0" fill="hold" nodeType="withEffect">
                                  <p:stCondLst>
                                    <p:cond delay="0"/>
                                  </p:stCondLst>
                                  <p:childTnLst>
                                    <p:set>
                                      <p:cBhvr>
                                        <p:cTn id="1318" dur="1" fill="hold">
                                          <p:stCondLst>
                                            <p:cond delay="0"/>
                                          </p:stCondLst>
                                        </p:cTn>
                                        <p:tgtEl>
                                          <p:spTgt spid="663"/>
                                        </p:tgtEl>
                                        <p:attrNameLst>
                                          <p:attrName>style.visibility</p:attrName>
                                        </p:attrNameLst>
                                      </p:cBhvr>
                                      <p:to>
                                        <p:strVal val="visible"/>
                                      </p:to>
                                    </p:set>
                                  </p:childTnLst>
                                </p:cTn>
                              </p:par>
                              <p:par>
                                <p:cTn id="1319" presetID="1" presetClass="entr" presetSubtype="0" fill="hold" nodeType="withEffect">
                                  <p:stCondLst>
                                    <p:cond delay="0"/>
                                  </p:stCondLst>
                                  <p:childTnLst>
                                    <p:set>
                                      <p:cBhvr>
                                        <p:cTn id="1320" dur="1" fill="hold">
                                          <p:stCondLst>
                                            <p:cond delay="0"/>
                                          </p:stCondLst>
                                        </p:cTn>
                                        <p:tgtEl>
                                          <p:spTgt spid="664"/>
                                        </p:tgtEl>
                                        <p:attrNameLst>
                                          <p:attrName>style.visibility</p:attrName>
                                        </p:attrNameLst>
                                      </p:cBhvr>
                                      <p:to>
                                        <p:strVal val="visible"/>
                                      </p:to>
                                    </p:set>
                                  </p:childTnLst>
                                </p:cTn>
                              </p:par>
                              <p:par>
                                <p:cTn id="1321" presetID="1" presetClass="entr" presetSubtype="0" fill="hold" nodeType="withEffect">
                                  <p:stCondLst>
                                    <p:cond delay="0"/>
                                  </p:stCondLst>
                                  <p:childTnLst>
                                    <p:set>
                                      <p:cBhvr>
                                        <p:cTn id="1322" dur="1" fill="hold">
                                          <p:stCondLst>
                                            <p:cond delay="0"/>
                                          </p:stCondLst>
                                        </p:cTn>
                                        <p:tgtEl>
                                          <p:spTgt spid="665"/>
                                        </p:tgtEl>
                                        <p:attrNameLst>
                                          <p:attrName>style.visibility</p:attrName>
                                        </p:attrNameLst>
                                      </p:cBhvr>
                                      <p:to>
                                        <p:strVal val="visible"/>
                                      </p:to>
                                    </p:set>
                                  </p:childTnLst>
                                </p:cTn>
                              </p:par>
                              <p:par>
                                <p:cTn id="1323" presetID="1" presetClass="entr" presetSubtype="0" fill="hold" nodeType="withEffect">
                                  <p:stCondLst>
                                    <p:cond delay="0"/>
                                  </p:stCondLst>
                                  <p:childTnLst>
                                    <p:set>
                                      <p:cBhvr>
                                        <p:cTn id="1324" dur="1" fill="hold">
                                          <p:stCondLst>
                                            <p:cond delay="0"/>
                                          </p:stCondLst>
                                        </p:cTn>
                                        <p:tgtEl>
                                          <p:spTgt spid="666"/>
                                        </p:tgtEl>
                                        <p:attrNameLst>
                                          <p:attrName>style.visibility</p:attrName>
                                        </p:attrNameLst>
                                      </p:cBhvr>
                                      <p:to>
                                        <p:strVal val="visible"/>
                                      </p:to>
                                    </p:set>
                                  </p:childTnLst>
                                </p:cTn>
                              </p:par>
                              <p:par>
                                <p:cTn id="1325" presetID="1" presetClass="entr" presetSubtype="0" fill="hold" nodeType="withEffect">
                                  <p:stCondLst>
                                    <p:cond delay="0"/>
                                  </p:stCondLst>
                                  <p:childTnLst>
                                    <p:set>
                                      <p:cBhvr>
                                        <p:cTn id="1326" dur="1" fill="hold">
                                          <p:stCondLst>
                                            <p:cond delay="0"/>
                                          </p:stCondLst>
                                        </p:cTn>
                                        <p:tgtEl>
                                          <p:spTgt spid="667"/>
                                        </p:tgtEl>
                                        <p:attrNameLst>
                                          <p:attrName>style.visibility</p:attrName>
                                        </p:attrNameLst>
                                      </p:cBhvr>
                                      <p:to>
                                        <p:strVal val="visible"/>
                                      </p:to>
                                    </p:set>
                                  </p:childTnLst>
                                </p:cTn>
                              </p:par>
                              <p:par>
                                <p:cTn id="1327" presetID="1" presetClass="entr" presetSubtype="0" fill="hold" nodeType="withEffect">
                                  <p:stCondLst>
                                    <p:cond delay="0"/>
                                  </p:stCondLst>
                                  <p:childTnLst>
                                    <p:set>
                                      <p:cBhvr>
                                        <p:cTn id="1328" dur="1" fill="hold">
                                          <p:stCondLst>
                                            <p:cond delay="0"/>
                                          </p:stCondLst>
                                        </p:cTn>
                                        <p:tgtEl>
                                          <p:spTgt spid="668"/>
                                        </p:tgtEl>
                                        <p:attrNameLst>
                                          <p:attrName>style.visibility</p:attrName>
                                        </p:attrNameLst>
                                      </p:cBhvr>
                                      <p:to>
                                        <p:strVal val="visible"/>
                                      </p:to>
                                    </p:set>
                                  </p:childTnLst>
                                </p:cTn>
                              </p:par>
                              <p:par>
                                <p:cTn id="1329" presetID="1" presetClass="entr" presetSubtype="0" fill="hold" nodeType="withEffect">
                                  <p:stCondLst>
                                    <p:cond delay="0"/>
                                  </p:stCondLst>
                                  <p:childTnLst>
                                    <p:set>
                                      <p:cBhvr>
                                        <p:cTn id="1330" dur="1" fill="hold">
                                          <p:stCondLst>
                                            <p:cond delay="0"/>
                                          </p:stCondLst>
                                        </p:cTn>
                                        <p:tgtEl>
                                          <p:spTgt spid="669"/>
                                        </p:tgtEl>
                                        <p:attrNameLst>
                                          <p:attrName>style.visibility</p:attrName>
                                        </p:attrNameLst>
                                      </p:cBhvr>
                                      <p:to>
                                        <p:strVal val="visible"/>
                                      </p:to>
                                    </p:set>
                                  </p:childTnLst>
                                </p:cTn>
                              </p:par>
                              <p:par>
                                <p:cTn id="1331" presetID="1" presetClass="entr" presetSubtype="0" fill="hold" nodeType="withEffect">
                                  <p:stCondLst>
                                    <p:cond delay="0"/>
                                  </p:stCondLst>
                                  <p:childTnLst>
                                    <p:set>
                                      <p:cBhvr>
                                        <p:cTn id="1332" dur="1" fill="hold">
                                          <p:stCondLst>
                                            <p:cond delay="0"/>
                                          </p:stCondLst>
                                        </p:cTn>
                                        <p:tgtEl>
                                          <p:spTgt spid="670"/>
                                        </p:tgtEl>
                                        <p:attrNameLst>
                                          <p:attrName>style.visibility</p:attrName>
                                        </p:attrNameLst>
                                      </p:cBhvr>
                                      <p:to>
                                        <p:strVal val="visible"/>
                                      </p:to>
                                    </p:set>
                                  </p:childTnLst>
                                </p:cTn>
                              </p:par>
                              <p:par>
                                <p:cTn id="1333" presetID="1" presetClass="entr" presetSubtype="0" fill="hold" nodeType="withEffect">
                                  <p:stCondLst>
                                    <p:cond delay="0"/>
                                  </p:stCondLst>
                                  <p:childTnLst>
                                    <p:set>
                                      <p:cBhvr>
                                        <p:cTn id="1334" dur="1" fill="hold">
                                          <p:stCondLst>
                                            <p:cond delay="0"/>
                                          </p:stCondLst>
                                        </p:cTn>
                                        <p:tgtEl>
                                          <p:spTgt spid="671"/>
                                        </p:tgtEl>
                                        <p:attrNameLst>
                                          <p:attrName>style.visibility</p:attrName>
                                        </p:attrNameLst>
                                      </p:cBhvr>
                                      <p:to>
                                        <p:strVal val="visible"/>
                                      </p:to>
                                    </p:set>
                                  </p:childTnLst>
                                </p:cTn>
                              </p:par>
                              <p:par>
                                <p:cTn id="1335" presetID="1" presetClass="entr" presetSubtype="0" fill="hold" nodeType="withEffect">
                                  <p:stCondLst>
                                    <p:cond delay="0"/>
                                  </p:stCondLst>
                                  <p:childTnLst>
                                    <p:set>
                                      <p:cBhvr>
                                        <p:cTn id="1336" dur="1" fill="hold">
                                          <p:stCondLst>
                                            <p:cond delay="0"/>
                                          </p:stCondLst>
                                        </p:cTn>
                                        <p:tgtEl>
                                          <p:spTgt spid="672"/>
                                        </p:tgtEl>
                                        <p:attrNameLst>
                                          <p:attrName>style.visibility</p:attrName>
                                        </p:attrNameLst>
                                      </p:cBhvr>
                                      <p:to>
                                        <p:strVal val="visible"/>
                                      </p:to>
                                    </p:set>
                                  </p:childTnLst>
                                </p:cTn>
                              </p:par>
                              <p:par>
                                <p:cTn id="1337" presetID="1" presetClass="entr" presetSubtype="0" fill="hold" nodeType="withEffect">
                                  <p:stCondLst>
                                    <p:cond delay="0"/>
                                  </p:stCondLst>
                                  <p:childTnLst>
                                    <p:set>
                                      <p:cBhvr>
                                        <p:cTn id="1338" dur="1" fill="hold">
                                          <p:stCondLst>
                                            <p:cond delay="0"/>
                                          </p:stCondLst>
                                        </p:cTn>
                                        <p:tgtEl>
                                          <p:spTgt spid="673"/>
                                        </p:tgtEl>
                                        <p:attrNameLst>
                                          <p:attrName>style.visibility</p:attrName>
                                        </p:attrNameLst>
                                      </p:cBhvr>
                                      <p:to>
                                        <p:strVal val="visible"/>
                                      </p:to>
                                    </p:set>
                                  </p:childTnLst>
                                </p:cTn>
                              </p:par>
                              <p:par>
                                <p:cTn id="1339" presetID="1" presetClass="entr" presetSubtype="0" fill="hold" nodeType="withEffect">
                                  <p:stCondLst>
                                    <p:cond delay="0"/>
                                  </p:stCondLst>
                                  <p:childTnLst>
                                    <p:set>
                                      <p:cBhvr>
                                        <p:cTn id="1340" dur="1" fill="hold">
                                          <p:stCondLst>
                                            <p:cond delay="0"/>
                                          </p:stCondLst>
                                        </p:cTn>
                                        <p:tgtEl>
                                          <p:spTgt spid="674"/>
                                        </p:tgtEl>
                                        <p:attrNameLst>
                                          <p:attrName>style.visibility</p:attrName>
                                        </p:attrNameLst>
                                      </p:cBhvr>
                                      <p:to>
                                        <p:strVal val="visible"/>
                                      </p:to>
                                    </p:set>
                                  </p:childTnLst>
                                </p:cTn>
                              </p:par>
                              <p:par>
                                <p:cTn id="1341" presetID="1" presetClass="entr" presetSubtype="0" fill="hold" nodeType="withEffect">
                                  <p:stCondLst>
                                    <p:cond delay="0"/>
                                  </p:stCondLst>
                                  <p:childTnLst>
                                    <p:set>
                                      <p:cBhvr>
                                        <p:cTn id="1342" dur="1" fill="hold">
                                          <p:stCondLst>
                                            <p:cond delay="0"/>
                                          </p:stCondLst>
                                        </p:cTn>
                                        <p:tgtEl>
                                          <p:spTgt spid="675"/>
                                        </p:tgtEl>
                                        <p:attrNameLst>
                                          <p:attrName>style.visibility</p:attrName>
                                        </p:attrNameLst>
                                      </p:cBhvr>
                                      <p:to>
                                        <p:strVal val="visible"/>
                                      </p:to>
                                    </p:set>
                                  </p:childTnLst>
                                </p:cTn>
                              </p:par>
                              <p:par>
                                <p:cTn id="1343" presetID="1" presetClass="entr" presetSubtype="0" fill="hold" nodeType="withEffect">
                                  <p:stCondLst>
                                    <p:cond delay="0"/>
                                  </p:stCondLst>
                                  <p:childTnLst>
                                    <p:set>
                                      <p:cBhvr>
                                        <p:cTn id="1344" dur="1" fill="hold">
                                          <p:stCondLst>
                                            <p:cond delay="0"/>
                                          </p:stCondLst>
                                        </p:cTn>
                                        <p:tgtEl>
                                          <p:spTgt spid="676"/>
                                        </p:tgtEl>
                                        <p:attrNameLst>
                                          <p:attrName>style.visibility</p:attrName>
                                        </p:attrNameLst>
                                      </p:cBhvr>
                                      <p:to>
                                        <p:strVal val="visible"/>
                                      </p:to>
                                    </p:set>
                                  </p:childTnLst>
                                </p:cTn>
                              </p:par>
                              <p:par>
                                <p:cTn id="1345" presetID="1" presetClass="entr" presetSubtype="0" fill="hold" nodeType="withEffect">
                                  <p:stCondLst>
                                    <p:cond delay="0"/>
                                  </p:stCondLst>
                                  <p:childTnLst>
                                    <p:set>
                                      <p:cBhvr>
                                        <p:cTn id="1346" dur="1" fill="hold">
                                          <p:stCondLst>
                                            <p:cond delay="0"/>
                                          </p:stCondLst>
                                        </p:cTn>
                                        <p:tgtEl>
                                          <p:spTgt spid="677"/>
                                        </p:tgtEl>
                                        <p:attrNameLst>
                                          <p:attrName>style.visibility</p:attrName>
                                        </p:attrNameLst>
                                      </p:cBhvr>
                                      <p:to>
                                        <p:strVal val="visible"/>
                                      </p:to>
                                    </p:set>
                                  </p:childTnLst>
                                </p:cTn>
                              </p:par>
                              <p:par>
                                <p:cTn id="1347" presetID="1" presetClass="entr" presetSubtype="0" fill="hold" nodeType="withEffect">
                                  <p:stCondLst>
                                    <p:cond delay="0"/>
                                  </p:stCondLst>
                                  <p:childTnLst>
                                    <p:set>
                                      <p:cBhvr>
                                        <p:cTn id="1348" dur="1" fill="hold">
                                          <p:stCondLst>
                                            <p:cond delay="0"/>
                                          </p:stCondLst>
                                        </p:cTn>
                                        <p:tgtEl>
                                          <p:spTgt spid="678"/>
                                        </p:tgtEl>
                                        <p:attrNameLst>
                                          <p:attrName>style.visibility</p:attrName>
                                        </p:attrNameLst>
                                      </p:cBhvr>
                                      <p:to>
                                        <p:strVal val="visible"/>
                                      </p:to>
                                    </p:set>
                                  </p:childTnLst>
                                </p:cTn>
                              </p:par>
                              <p:par>
                                <p:cTn id="1349" presetID="1" presetClass="entr" presetSubtype="0" fill="hold" nodeType="withEffect">
                                  <p:stCondLst>
                                    <p:cond delay="0"/>
                                  </p:stCondLst>
                                  <p:childTnLst>
                                    <p:set>
                                      <p:cBhvr>
                                        <p:cTn id="1350" dur="1" fill="hold">
                                          <p:stCondLst>
                                            <p:cond delay="0"/>
                                          </p:stCondLst>
                                        </p:cTn>
                                        <p:tgtEl>
                                          <p:spTgt spid="679"/>
                                        </p:tgtEl>
                                        <p:attrNameLst>
                                          <p:attrName>style.visibility</p:attrName>
                                        </p:attrNameLst>
                                      </p:cBhvr>
                                      <p:to>
                                        <p:strVal val="visible"/>
                                      </p:to>
                                    </p:set>
                                  </p:childTnLst>
                                </p:cTn>
                              </p:par>
                              <p:par>
                                <p:cTn id="1351" presetID="1" presetClass="entr" presetSubtype="0" fill="hold" nodeType="withEffect">
                                  <p:stCondLst>
                                    <p:cond delay="0"/>
                                  </p:stCondLst>
                                  <p:childTnLst>
                                    <p:set>
                                      <p:cBhvr>
                                        <p:cTn id="1352" dur="1" fill="hold">
                                          <p:stCondLst>
                                            <p:cond delay="0"/>
                                          </p:stCondLst>
                                        </p:cTn>
                                        <p:tgtEl>
                                          <p:spTgt spid="680"/>
                                        </p:tgtEl>
                                        <p:attrNameLst>
                                          <p:attrName>style.visibility</p:attrName>
                                        </p:attrNameLst>
                                      </p:cBhvr>
                                      <p:to>
                                        <p:strVal val="visible"/>
                                      </p:to>
                                    </p:set>
                                  </p:childTnLst>
                                </p:cTn>
                              </p:par>
                              <p:par>
                                <p:cTn id="1353" presetID="1" presetClass="entr" presetSubtype="0" fill="hold" nodeType="withEffect">
                                  <p:stCondLst>
                                    <p:cond delay="0"/>
                                  </p:stCondLst>
                                  <p:childTnLst>
                                    <p:set>
                                      <p:cBhvr>
                                        <p:cTn id="1354" dur="1" fill="hold">
                                          <p:stCondLst>
                                            <p:cond delay="0"/>
                                          </p:stCondLst>
                                        </p:cTn>
                                        <p:tgtEl>
                                          <p:spTgt spid="681"/>
                                        </p:tgtEl>
                                        <p:attrNameLst>
                                          <p:attrName>style.visibility</p:attrName>
                                        </p:attrNameLst>
                                      </p:cBhvr>
                                      <p:to>
                                        <p:strVal val="visible"/>
                                      </p:to>
                                    </p:set>
                                  </p:childTnLst>
                                </p:cTn>
                              </p:par>
                              <p:par>
                                <p:cTn id="1355" presetID="1" presetClass="entr" presetSubtype="0" fill="hold" nodeType="withEffect">
                                  <p:stCondLst>
                                    <p:cond delay="0"/>
                                  </p:stCondLst>
                                  <p:childTnLst>
                                    <p:set>
                                      <p:cBhvr>
                                        <p:cTn id="1356" dur="1" fill="hold">
                                          <p:stCondLst>
                                            <p:cond delay="0"/>
                                          </p:stCondLst>
                                        </p:cTn>
                                        <p:tgtEl>
                                          <p:spTgt spid="682"/>
                                        </p:tgtEl>
                                        <p:attrNameLst>
                                          <p:attrName>style.visibility</p:attrName>
                                        </p:attrNameLst>
                                      </p:cBhvr>
                                      <p:to>
                                        <p:strVal val="visible"/>
                                      </p:to>
                                    </p:set>
                                  </p:childTnLst>
                                </p:cTn>
                              </p:par>
                              <p:par>
                                <p:cTn id="1357" presetID="1" presetClass="entr" presetSubtype="0" fill="hold" nodeType="withEffect">
                                  <p:stCondLst>
                                    <p:cond delay="0"/>
                                  </p:stCondLst>
                                  <p:childTnLst>
                                    <p:set>
                                      <p:cBhvr>
                                        <p:cTn id="1358" dur="1" fill="hold">
                                          <p:stCondLst>
                                            <p:cond delay="0"/>
                                          </p:stCondLst>
                                        </p:cTn>
                                        <p:tgtEl>
                                          <p:spTgt spid="683"/>
                                        </p:tgtEl>
                                        <p:attrNameLst>
                                          <p:attrName>style.visibility</p:attrName>
                                        </p:attrNameLst>
                                      </p:cBhvr>
                                      <p:to>
                                        <p:strVal val="visible"/>
                                      </p:to>
                                    </p:set>
                                  </p:childTnLst>
                                </p:cTn>
                              </p:par>
                              <p:par>
                                <p:cTn id="1359" presetID="1" presetClass="entr" presetSubtype="0" fill="hold" nodeType="withEffect">
                                  <p:stCondLst>
                                    <p:cond delay="0"/>
                                  </p:stCondLst>
                                  <p:childTnLst>
                                    <p:set>
                                      <p:cBhvr>
                                        <p:cTn id="1360" dur="1" fill="hold">
                                          <p:stCondLst>
                                            <p:cond delay="0"/>
                                          </p:stCondLst>
                                        </p:cTn>
                                        <p:tgtEl>
                                          <p:spTgt spid="684"/>
                                        </p:tgtEl>
                                        <p:attrNameLst>
                                          <p:attrName>style.visibility</p:attrName>
                                        </p:attrNameLst>
                                      </p:cBhvr>
                                      <p:to>
                                        <p:strVal val="visible"/>
                                      </p:to>
                                    </p:set>
                                  </p:childTnLst>
                                </p:cTn>
                              </p:par>
                              <p:par>
                                <p:cTn id="1361" presetID="1" presetClass="entr" presetSubtype="0" fill="hold" nodeType="withEffect">
                                  <p:stCondLst>
                                    <p:cond delay="0"/>
                                  </p:stCondLst>
                                  <p:childTnLst>
                                    <p:set>
                                      <p:cBhvr>
                                        <p:cTn id="1362" dur="1" fill="hold">
                                          <p:stCondLst>
                                            <p:cond delay="0"/>
                                          </p:stCondLst>
                                        </p:cTn>
                                        <p:tgtEl>
                                          <p:spTgt spid="685"/>
                                        </p:tgtEl>
                                        <p:attrNameLst>
                                          <p:attrName>style.visibility</p:attrName>
                                        </p:attrNameLst>
                                      </p:cBhvr>
                                      <p:to>
                                        <p:strVal val="visible"/>
                                      </p:to>
                                    </p:set>
                                  </p:childTnLst>
                                </p:cTn>
                              </p:par>
                              <p:par>
                                <p:cTn id="1363" presetID="1" presetClass="entr" presetSubtype="0" fill="hold" nodeType="withEffect">
                                  <p:stCondLst>
                                    <p:cond delay="0"/>
                                  </p:stCondLst>
                                  <p:childTnLst>
                                    <p:set>
                                      <p:cBhvr>
                                        <p:cTn id="1364" dur="1" fill="hold">
                                          <p:stCondLst>
                                            <p:cond delay="0"/>
                                          </p:stCondLst>
                                        </p:cTn>
                                        <p:tgtEl>
                                          <p:spTgt spid="686"/>
                                        </p:tgtEl>
                                        <p:attrNameLst>
                                          <p:attrName>style.visibility</p:attrName>
                                        </p:attrNameLst>
                                      </p:cBhvr>
                                      <p:to>
                                        <p:strVal val="visible"/>
                                      </p:to>
                                    </p:set>
                                  </p:childTnLst>
                                </p:cTn>
                              </p:par>
                              <p:par>
                                <p:cTn id="1365" presetID="1" presetClass="entr" presetSubtype="0" fill="hold" nodeType="withEffect">
                                  <p:stCondLst>
                                    <p:cond delay="0"/>
                                  </p:stCondLst>
                                  <p:childTnLst>
                                    <p:set>
                                      <p:cBhvr>
                                        <p:cTn id="1366" dur="1" fill="hold">
                                          <p:stCondLst>
                                            <p:cond delay="0"/>
                                          </p:stCondLst>
                                        </p:cTn>
                                        <p:tgtEl>
                                          <p:spTgt spid="687"/>
                                        </p:tgtEl>
                                        <p:attrNameLst>
                                          <p:attrName>style.visibility</p:attrName>
                                        </p:attrNameLst>
                                      </p:cBhvr>
                                      <p:to>
                                        <p:strVal val="visible"/>
                                      </p:to>
                                    </p:set>
                                  </p:childTnLst>
                                </p:cTn>
                              </p:par>
                              <p:par>
                                <p:cTn id="1367" presetID="1" presetClass="entr" presetSubtype="0" fill="hold" nodeType="withEffect">
                                  <p:stCondLst>
                                    <p:cond delay="0"/>
                                  </p:stCondLst>
                                  <p:childTnLst>
                                    <p:set>
                                      <p:cBhvr>
                                        <p:cTn id="1368" dur="1" fill="hold">
                                          <p:stCondLst>
                                            <p:cond delay="0"/>
                                          </p:stCondLst>
                                        </p:cTn>
                                        <p:tgtEl>
                                          <p:spTgt spid="688"/>
                                        </p:tgtEl>
                                        <p:attrNameLst>
                                          <p:attrName>style.visibility</p:attrName>
                                        </p:attrNameLst>
                                      </p:cBhvr>
                                      <p:to>
                                        <p:strVal val="visible"/>
                                      </p:to>
                                    </p:set>
                                  </p:childTnLst>
                                </p:cTn>
                              </p:par>
                              <p:par>
                                <p:cTn id="1369" presetID="1" presetClass="entr" presetSubtype="0" fill="hold" nodeType="withEffect">
                                  <p:stCondLst>
                                    <p:cond delay="0"/>
                                  </p:stCondLst>
                                  <p:childTnLst>
                                    <p:set>
                                      <p:cBhvr>
                                        <p:cTn id="1370" dur="1" fill="hold">
                                          <p:stCondLst>
                                            <p:cond delay="0"/>
                                          </p:stCondLst>
                                        </p:cTn>
                                        <p:tgtEl>
                                          <p:spTgt spid="689"/>
                                        </p:tgtEl>
                                        <p:attrNameLst>
                                          <p:attrName>style.visibility</p:attrName>
                                        </p:attrNameLst>
                                      </p:cBhvr>
                                      <p:to>
                                        <p:strVal val="visible"/>
                                      </p:to>
                                    </p:set>
                                  </p:childTnLst>
                                </p:cTn>
                              </p:par>
                              <p:par>
                                <p:cTn id="1371" presetID="1" presetClass="entr" presetSubtype="0" fill="hold" nodeType="withEffect">
                                  <p:stCondLst>
                                    <p:cond delay="0"/>
                                  </p:stCondLst>
                                  <p:childTnLst>
                                    <p:set>
                                      <p:cBhvr>
                                        <p:cTn id="1372" dur="1" fill="hold">
                                          <p:stCondLst>
                                            <p:cond delay="0"/>
                                          </p:stCondLst>
                                        </p:cTn>
                                        <p:tgtEl>
                                          <p:spTgt spid="690"/>
                                        </p:tgtEl>
                                        <p:attrNameLst>
                                          <p:attrName>style.visibility</p:attrName>
                                        </p:attrNameLst>
                                      </p:cBhvr>
                                      <p:to>
                                        <p:strVal val="visible"/>
                                      </p:to>
                                    </p:set>
                                  </p:childTnLst>
                                </p:cTn>
                              </p:par>
                              <p:par>
                                <p:cTn id="1373" presetID="1" presetClass="entr" presetSubtype="0" fill="hold" nodeType="withEffect">
                                  <p:stCondLst>
                                    <p:cond delay="0"/>
                                  </p:stCondLst>
                                  <p:childTnLst>
                                    <p:set>
                                      <p:cBhvr>
                                        <p:cTn id="1374" dur="1" fill="hold">
                                          <p:stCondLst>
                                            <p:cond delay="0"/>
                                          </p:stCondLst>
                                        </p:cTn>
                                        <p:tgtEl>
                                          <p:spTgt spid="691"/>
                                        </p:tgtEl>
                                        <p:attrNameLst>
                                          <p:attrName>style.visibility</p:attrName>
                                        </p:attrNameLst>
                                      </p:cBhvr>
                                      <p:to>
                                        <p:strVal val="visible"/>
                                      </p:to>
                                    </p:set>
                                  </p:childTnLst>
                                </p:cTn>
                              </p:par>
                              <p:par>
                                <p:cTn id="1375" presetID="1" presetClass="entr" presetSubtype="0" fill="hold" nodeType="withEffect">
                                  <p:stCondLst>
                                    <p:cond delay="0"/>
                                  </p:stCondLst>
                                  <p:childTnLst>
                                    <p:set>
                                      <p:cBhvr>
                                        <p:cTn id="1376" dur="1" fill="hold">
                                          <p:stCondLst>
                                            <p:cond delay="0"/>
                                          </p:stCondLst>
                                        </p:cTn>
                                        <p:tgtEl>
                                          <p:spTgt spid="692"/>
                                        </p:tgtEl>
                                        <p:attrNameLst>
                                          <p:attrName>style.visibility</p:attrName>
                                        </p:attrNameLst>
                                      </p:cBhvr>
                                      <p:to>
                                        <p:strVal val="visible"/>
                                      </p:to>
                                    </p:set>
                                  </p:childTnLst>
                                </p:cTn>
                              </p:par>
                              <p:par>
                                <p:cTn id="1377" presetID="1" presetClass="entr" presetSubtype="0" fill="hold" nodeType="withEffect">
                                  <p:stCondLst>
                                    <p:cond delay="0"/>
                                  </p:stCondLst>
                                  <p:childTnLst>
                                    <p:set>
                                      <p:cBhvr>
                                        <p:cTn id="1378" dur="1" fill="hold">
                                          <p:stCondLst>
                                            <p:cond delay="0"/>
                                          </p:stCondLst>
                                        </p:cTn>
                                        <p:tgtEl>
                                          <p:spTgt spid="693"/>
                                        </p:tgtEl>
                                        <p:attrNameLst>
                                          <p:attrName>style.visibility</p:attrName>
                                        </p:attrNameLst>
                                      </p:cBhvr>
                                      <p:to>
                                        <p:strVal val="visible"/>
                                      </p:to>
                                    </p:set>
                                  </p:childTnLst>
                                </p:cTn>
                              </p:par>
                              <p:par>
                                <p:cTn id="1379" presetID="1" presetClass="entr" presetSubtype="0" fill="hold" nodeType="withEffect">
                                  <p:stCondLst>
                                    <p:cond delay="0"/>
                                  </p:stCondLst>
                                  <p:childTnLst>
                                    <p:set>
                                      <p:cBhvr>
                                        <p:cTn id="1380" dur="1" fill="hold">
                                          <p:stCondLst>
                                            <p:cond delay="0"/>
                                          </p:stCondLst>
                                        </p:cTn>
                                        <p:tgtEl>
                                          <p:spTgt spid="694"/>
                                        </p:tgtEl>
                                        <p:attrNameLst>
                                          <p:attrName>style.visibility</p:attrName>
                                        </p:attrNameLst>
                                      </p:cBhvr>
                                      <p:to>
                                        <p:strVal val="visible"/>
                                      </p:to>
                                    </p:set>
                                  </p:childTnLst>
                                </p:cTn>
                              </p:par>
                              <p:par>
                                <p:cTn id="1381" presetID="1" presetClass="entr" presetSubtype="0" fill="hold" nodeType="withEffect">
                                  <p:stCondLst>
                                    <p:cond delay="0"/>
                                  </p:stCondLst>
                                  <p:childTnLst>
                                    <p:set>
                                      <p:cBhvr>
                                        <p:cTn id="1382" dur="1" fill="hold">
                                          <p:stCondLst>
                                            <p:cond delay="0"/>
                                          </p:stCondLst>
                                        </p:cTn>
                                        <p:tgtEl>
                                          <p:spTgt spid="695"/>
                                        </p:tgtEl>
                                        <p:attrNameLst>
                                          <p:attrName>style.visibility</p:attrName>
                                        </p:attrNameLst>
                                      </p:cBhvr>
                                      <p:to>
                                        <p:strVal val="visible"/>
                                      </p:to>
                                    </p:set>
                                  </p:childTnLst>
                                </p:cTn>
                              </p:par>
                              <p:par>
                                <p:cTn id="1383" presetID="1" presetClass="entr" presetSubtype="0" fill="hold" nodeType="withEffect">
                                  <p:stCondLst>
                                    <p:cond delay="0"/>
                                  </p:stCondLst>
                                  <p:childTnLst>
                                    <p:set>
                                      <p:cBhvr>
                                        <p:cTn id="1384" dur="1" fill="hold">
                                          <p:stCondLst>
                                            <p:cond delay="0"/>
                                          </p:stCondLst>
                                        </p:cTn>
                                        <p:tgtEl>
                                          <p:spTgt spid="696"/>
                                        </p:tgtEl>
                                        <p:attrNameLst>
                                          <p:attrName>style.visibility</p:attrName>
                                        </p:attrNameLst>
                                      </p:cBhvr>
                                      <p:to>
                                        <p:strVal val="visible"/>
                                      </p:to>
                                    </p:set>
                                  </p:childTnLst>
                                </p:cTn>
                              </p:par>
                              <p:par>
                                <p:cTn id="1385" presetID="1" presetClass="entr" presetSubtype="0" fill="hold" nodeType="withEffect">
                                  <p:stCondLst>
                                    <p:cond delay="0"/>
                                  </p:stCondLst>
                                  <p:childTnLst>
                                    <p:set>
                                      <p:cBhvr>
                                        <p:cTn id="1386" dur="1" fill="hold">
                                          <p:stCondLst>
                                            <p:cond delay="0"/>
                                          </p:stCondLst>
                                        </p:cTn>
                                        <p:tgtEl>
                                          <p:spTgt spid="697"/>
                                        </p:tgtEl>
                                        <p:attrNameLst>
                                          <p:attrName>style.visibility</p:attrName>
                                        </p:attrNameLst>
                                      </p:cBhvr>
                                      <p:to>
                                        <p:strVal val="visible"/>
                                      </p:to>
                                    </p:set>
                                  </p:childTnLst>
                                </p:cTn>
                              </p:par>
                              <p:par>
                                <p:cTn id="1387" presetID="1" presetClass="entr" presetSubtype="0" fill="hold" nodeType="withEffect">
                                  <p:stCondLst>
                                    <p:cond delay="0"/>
                                  </p:stCondLst>
                                  <p:childTnLst>
                                    <p:set>
                                      <p:cBhvr>
                                        <p:cTn id="1388" dur="1" fill="hold">
                                          <p:stCondLst>
                                            <p:cond delay="0"/>
                                          </p:stCondLst>
                                        </p:cTn>
                                        <p:tgtEl>
                                          <p:spTgt spid="698"/>
                                        </p:tgtEl>
                                        <p:attrNameLst>
                                          <p:attrName>style.visibility</p:attrName>
                                        </p:attrNameLst>
                                      </p:cBhvr>
                                      <p:to>
                                        <p:strVal val="visible"/>
                                      </p:to>
                                    </p:set>
                                  </p:childTnLst>
                                </p:cTn>
                              </p:par>
                              <p:par>
                                <p:cTn id="1389" presetID="1" presetClass="entr" presetSubtype="0" fill="hold" nodeType="withEffect">
                                  <p:stCondLst>
                                    <p:cond delay="0"/>
                                  </p:stCondLst>
                                  <p:childTnLst>
                                    <p:set>
                                      <p:cBhvr>
                                        <p:cTn id="1390" dur="1" fill="hold">
                                          <p:stCondLst>
                                            <p:cond delay="0"/>
                                          </p:stCondLst>
                                        </p:cTn>
                                        <p:tgtEl>
                                          <p:spTgt spid="699"/>
                                        </p:tgtEl>
                                        <p:attrNameLst>
                                          <p:attrName>style.visibility</p:attrName>
                                        </p:attrNameLst>
                                      </p:cBhvr>
                                      <p:to>
                                        <p:strVal val="visible"/>
                                      </p:to>
                                    </p:set>
                                  </p:childTnLst>
                                </p:cTn>
                              </p:par>
                              <p:par>
                                <p:cTn id="1391" presetID="1" presetClass="entr" presetSubtype="0" fill="hold" nodeType="withEffect">
                                  <p:stCondLst>
                                    <p:cond delay="0"/>
                                  </p:stCondLst>
                                  <p:childTnLst>
                                    <p:set>
                                      <p:cBhvr>
                                        <p:cTn id="1392" dur="1" fill="hold">
                                          <p:stCondLst>
                                            <p:cond delay="0"/>
                                          </p:stCondLst>
                                        </p:cTn>
                                        <p:tgtEl>
                                          <p:spTgt spid="700"/>
                                        </p:tgtEl>
                                        <p:attrNameLst>
                                          <p:attrName>style.visibility</p:attrName>
                                        </p:attrNameLst>
                                      </p:cBhvr>
                                      <p:to>
                                        <p:strVal val="visible"/>
                                      </p:to>
                                    </p:set>
                                  </p:childTnLst>
                                </p:cTn>
                              </p:par>
                              <p:par>
                                <p:cTn id="1393" presetID="1" presetClass="entr" presetSubtype="0" fill="hold" nodeType="withEffect">
                                  <p:stCondLst>
                                    <p:cond delay="0"/>
                                  </p:stCondLst>
                                  <p:childTnLst>
                                    <p:set>
                                      <p:cBhvr>
                                        <p:cTn id="1394" dur="1" fill="hold">
                                          <p:stCondLst>
                                            <p:cond delay="0"/>
                                          </p:stCondLst>
                                        </p:cTn>
                                        <p:tgtEl>
                                          <p:spTgt spid="701"/>
                                        </p:tgtEl>
                                        <p:attrNameLst>
                                          <p:attrName>style.visibility</p:attrName>
                                        </p:attrNameLst>
                                      </p:cBhvr>
                                      <p:to>
                                        <p:strVal val="visible"/>
                                      </p:to>
                                    </p:set>
                                  </p:childTnLst>
                                </p:cTn>
                              </p:par>
                              <p:par>
                                <p:cTn id="1395" presetID="1" presetClass="entr" presetSubtype="0" fill="hold" nodeType="withEffect">
                                  <p:stCondLst>
                                    <p:cond delay="0"/>
                                  </p:stCondLst>
                                  <p:childTnLst>
                                    <p:set>
                                      <p:cBhvr>
                                        <p:cTn id="1396" dur="1" fill="hold">
                                          <p:stCondLst>
                                            <p:cond delay="0"/>
                                          </p:stCondLst>
                                        </p:cTn>
                                        <p:tgtEl>
                                          <p:spTgt spid="702"/>
                                        </p:tgtEl>
                                        <p:attrNameLst>
                                          <p:attrName>style.visibility</p:attrName>
                                        </p:attrNameLst>
                                      </p:cBhvr>
                                      <p:to>
                                        <p:strVal val="visible"/>
                                      </p:to>
                                    </p:set>
                                  </p:childTnLst>
                                </p:cTn>
                              </p:par>
                              <p:par>
                                <p:cTn id="1397" presetID="1" presetClass="entr" presetSubtype="0" fill="hold" nodeType="withEffect">
                                  <p:stCondLst>
                                    <p:cond delay="0"/>
                                  </p:stCondLst>
                                  <p:childTnLst>
                                    <p:set>
                                      <p:cBhvr>
                                        <p:cTn id="1398" dur="1" fill="hold">
                                          <p:stCondLst>
                                            <p:cond delay="0"/>
                                          </p:stCondLst>
                                        </p:cTn>
                                        <p:tgtEl>
                                          <p:spTgt spid="703"/>
                                        </p:tgtEl>
                                        <p:attrNameLst>
                                          <p:attrName>style.visibility</p:attrName>
                                        </p:attrNameLst>
                                      </p:cBhvr>
                                      <p:to>
                                        <p:strVal val="visible"/>
                                      </p:to>
                                    </p:set>
                                  </p:childTnLst>
                                </p:cTn>
                              </p:par>
                              <p:par>
                                <p:cTn id="1399" presetID="1" presetClass="entr" presetSubtype="0" fill="hold" nodeType="withEffect">
                                  <p:stCondLst>
                                    <p:cond delay="0"/>
                                  </p:stCondLst>
                                  <p:childTnLst>
                                    <p:set>
                                      <p:cBhvr>
                                        <p:cTn id="1400" dur="1" fill="hold">
                                          <p:stCondLst>
                                            <p:cond delay="0"/>
                                          </p:stCondLst>
                                        </p:cTn>
                                        <p:tgtEl>
                                          <p:spTgt spid="704"/>
                                        </p:tgtEl>
                                        <p:attrNameLst>
                                          <p:attrName>style.visibility</p:attrName>
                                        </p:attrNameLst>
                                      </p:cBhvr>
                                      <p:to>
                                        <p:strVal val="visible"/>
                                      </p:to>
                                    </p:set>
                                  </p:childTnLst>
                                </p:cTn>
                              </p:par>
                              <p:par>
                                <p:cTn id="1401" presetID="1" presetClass="entr" presetSubtype="0" fill="hold" nodeType="withEffect">
                                  <p:stCondLst>
                                    <p:cond delay="0"/>
                                  </p:stCondLst>
                                  <p:childTnLst>
                                    <p:set>
                                      <p:cBhvr>
                                        <p:cTn id="1402" dur="1" fill="hold">
                                          <p:stCondLst>
                                            <p:cond delay="0"/>
                                          </p:stCondLst>
                                        </p:cTn>
                                        <p:tgtEl>
                                          <p:spTgt spid="705"/>
                                        </p:tgtEl>
                                        <p:attrNameLst>
                                          <p:attrName>style.visibility</p:attrName>
                                        </p:attrNameLst>
                                      </p:cBhvr>
                                      <p:to>
                                        <p:strVal val="visible"/>
                                      </p:to>
                                    </p:set>
                                  </p:childTnLst>
                                </p:cTn>
                              </p:par>
                              <p:par>
                                <p:cTn id="1403" presetID="1" presetClass="entr" presetSubtype="0" fill="hold" nodeType="withEffect">
                                  <p:stCondLst>
                                    <p:cond delay="0"/>
                                  </p:stCondLst>
                                  <p:childTnLst>
                                    <p:set>
                                      <p:cBhvr>
                                        <p:cTn id="1404" dur="1" fill="hold">
                                          <p:stCondLst>
                                            <p:cond delay="0"/>
                                          </p:stCondLst>
                                        </p:cTn>
                                        <p:tgtEl>
                                          <p:spTgt spid="706"/>
                                        </p:tgtEl>
                                        <p:attrNameLst>
                                          <p:attrName>style.visibility</p:attrName>
                                        </p:attrNameLst>
                                      </p:cBhvr>
                                      <p:to>
                                        <p:strVal val="visible"/>
                                      </p:to>
                                    </p:set>
                                  </p:childTnLst>
                                </p:cTn>
                              </p:par>
                              <p:par>
                                <p:cTn id="1405" presetID="1" presetClass="entr" presetSubtype="0" fill="hold" nodeType="withEffect">
                                  <p:stCondLst>
                                    <p:cond delay="0"/>
                                  </p:stCondLst>
                                  <p:childTnLst>
                                    <p:set>
                                      <p:cBhvr>
                                        <p:cTn id="1406" dur="1" fill="hold">
                                          <p:stCondLst>
                                            <p:cond delay="0"/>
                                          </p:stCondLst>
                                        </p:cTn>
                                        <p:tgtEl>
                                          <p:spTgt spid="707"/>
                                        </p:tgtEl>
                                        <p:attrNameLst>
                                          <p:attrName>style.visibility</p:attrName>
                                        </p:attrNameLst>
                                      </p:cBhvr>
                                      <p:to>
                                        <p:strVal val="visible"/>
                                      </p:to>
                                    </p:set>
                                  </p:childTnLst>
                                </p:cTn>
                              </p:par>
                              <p:par>
                                <p:cTn id="1407" presetID="1" presetClass="entr" presetSubtype="0" fill="hold" nodeType="withEffect">
                                  <p:stCondLst>
                                    <p:cond delay="0"/>
                                  </p:stCondLst>
                                  <p:childTnLst>
                                    <p:set>
                                      <p:cBhvr>
                                        <p:cTn id="1408" dur="1" fill="hold">
                                          <p:stCondLst>
                                            <p:cond delay="0"/>
                                          </p:stCondLst>
                                        </p:cTn>
                                        <p:tgtEl>
                                          <p:spTgt spid="708"/>
                                        </p:tgtEl>
                                        <p:attrNameLst>
                                          <p:attrName>style.visibility</p:attrName>
                                        </p:attrNameLst>
                                      </p:cBhvr>
                                      <p:to>
                                        <p:strVal val="visible"/>
                                      </p:to>
                                    </p:set>
                                  </p:childTnLst>
                                </p:cTn>
                              </p:par>
                              <p:par>
                                <p:cTn id="1409" presetID="1" presetClass="entr" presetSubtype="0" fill="hold" nodeType="withEffect">
                                  <p:stCondLst>
                                    <p:cond delay="0"/>
                                  </p:stCondLst>
                                  <p:childTnLst>
                                    <p:set>
                                      <p:cBhvr>
                                        <p:cTn id="1410" dur="1" fill="hold">
                                          <p:stCondLst>
                                            <p:cond delay="0"/>
                                          </p:stCondLst>
                                        </p:cTn>
                                        <p:tgtEl>
                                          <p:spTgt spid="709"/>
                                        </p:tgtEl>
                                        <p:attrNameLst>
                                          <p:attrName>style.visibility</p:attrName>
                                        </p:attrNameLst>
                                      </p:cBhvr>
                                      <p:to>
                                        <p:strVal val="visible"/>
                                      </p:to>
                                    </p:set>
                                  </p:childTnLst>
                                </p:cTn>
                              </p:par>
                              <p:par>
                                <p:cTn id="1411" presetID="1" presetClass="entr" presetSubtype="0" fill="hold" nodeType="withEffect">
                                  <p:stCondLst>
                                    <p:cond delay="0"/>
                                  </p:stCondLst>
                                  <p:childTnLst>
                                    <p:set>
                                      <p:cBhvr>
                                        <p:cTn id="1412" dur="1" fill="hold">
                                          <p:stCondLst>
                                            <p:cond delay="0"/>
                                          </p:stCondLst>
                                        </p:cTn>
                                        <p:tgtEl>
                                          <p:spTgt spid="710"/>
                                        </p:tgtEl>
                                        <p:attrNameLst>
                                          <p:attrName>style.visibility</p:attrName>
                                        </p:attrNameLst>
                                      </p:cBhvr>
                                      <p:to>
                                        <p:strVal val="visible"/>
                                      </p:to>
                                    </p:set>
                                  </p:childTnLst>
                                </p:cTn>
                              </p:par>
                              <p:par>
                                <p:cTn id="1413" presetID="1" presetClass="entr" presetSubtype="0" fill="hold" nodeType="withEffect">
                                  <p:stCondLst>
                                    <p:cond delay="0"/>
                                  </p:stCondLst>
                                  <p:childTnLst>
                                    <p:set>
                                      <p:cBhvr>
                                        <p:cTn id="1414" dur="1" fill="hold">
                                          <p:stCondLst>
                                            <p:cond delay="0"/>
                                          </p:stCondLst>
                                        </p:cTn>
                                        <p:tgtEl>
                                          <p:spTgt spid="711"/>
                                        </p:tgtEl>
                                        <p:attrNameLst>
                                          <p:attrName>style.visibility</p:attrName>
                                        </p:attrNameLst>
                                      </p:cBhvr>
                                      <p:to>
                                        <p:strVal val="visible"/>
                                      </p:to>
                                    </p:set>
                                  </p:childTnLst>
                                </p:cTn>
                              </p:par>
                              <p:par>
                                <p:cTn id="1415" presetID="1" presetClass="entr" presetSubtype="0" fill="hold" nodeType="withEffect">
                                  <p:stCondLst>
                                    <p:cond delay="0"/>
                                  </p:stCondLst>
                                  <p:childTnLst>
                                    <p:set>
                                      <p:cBhvr>
                                        <p:cTn id="1416" dur="1" fill="hold">
                                          <p:stCondLst>
                                            <p:cond delay="0"/>
                                          </p:stCondLst>
                                        </p:cTn>
                                        <p:tgtEl>
                                          <p:spTgt spid="712"/>
                                        </p:tgtEl>
                                        <p:attrNameLst>
                                          <p:attrName>style.visibility</p:attrName>
                                        </p:attrNameLst>
                                      </p:cBhvr>
                                      <p:to>
                                        <p:strVal val="visible"/>
                                      </p:to>
                                    </p:set>
                                  </p:childTnLst>
                                </p:cTn>
                              </p:par>
                              <p:par>
                                <p:cTn id="1417" presetID="1" presetClass="entr" presetSubtype="0" fill="hold" nodeType="withEffect">
                                  <p:stCondLst>
                                    <p:cond delay="0"/>
                                  </p:stCondLst>
                                  <p:childTnLst>
                                    <p:set>
                                      <p:cBhvr>
                                        <p:cTn id="1418" dur="1" fill="hold">
                                          <p:stCondLst>
                                            <p:cond delay="0"/>
                                          </p:stCondLst>
                                        </p:cTn>
                                        <p:tgtEl>
                                          <p:spTgt spid="713"/>
                                        </p:tgtEl>
                                        <p:attrNameLst>
                                          <p:attrName>style.visibility</p:attrName>
                                        </p:attrNameLst>
                                      </p:cBhvr>
                                      <p:to>
                                        <p:strVal val="visible"/>
                                      </p:to>
                                    </p:set>
                                  </p:childTnLst>
                                </p:cTn>
                              </p:par>
                              <p:par>
                                <p:cTn id="1419" presetID="1" presetClass="entr" presetSubtype="0" fill="hold" nodeType="withEffect">
                                  <p:stCondLst>
                                    <p:cond delay="0"/>
                                  </p:stCondLst>
                                  <p:childTnLst>
                                    <p:set>
                                      <p:cBhvr>
                                        <p:cTn id="1420" dur="1" fill="hold">
                                          <p:stCondLst>
                                            <p:cond delay="0"/>
                                          </p:stCondLst>
                                        </p:cTn>
                                        <p:tgtEl>
                                          <p:spTgt spid="714"/>
                                        </p:tgtEl>
                                        <p:attrNameLst>
                                          <p:attrName>style.visibility</p:attrName>
                                        </p:attrNameLst>
                                      </p:cBhvr>
                                      <p:to>
                                        <p:strVal val="visible"/>
                                      </p:to>
                                    </p:set>
                                  </p:childTnLst>
                                </p:cTn>
                              </p:par>
                              <p:par>
                                <p:cTn id="1421" presetID="1" presetClass="entr" presetSubtype="0" fill="hold" nodeType="withEffect">
                                  <p:stCondLst>
                                    <p:cond delay="0"/>
                                  </p:stCondLst>
                                  <p:childTnLst>
                                    <p:set>
                                      <p:cBhvr>
                                        <p:cTn id="1422" dur="1" fill="hold">
                                          <p:stCondLst>
                                            <p:cond delay="0"/>
                                          </p:stCondLst>
                                        </p:cTn>
                                        <p:tgtEl>
                                          <p:spTgt spid="715"/>
                                        </p:tgtEl>
                                        <p:attrNameLst>
                                          <p:attrName>style.visibility</p:attrName>
                                        </p:attrNameLst>
                                      </p:cBhvr>
                                      <p:to>
                                        <p:strVal val="visible"/>
                                      </p:to>
                                    </p:set>
                                  </p:childTnLst>
                                </p:cTn>
                              </p:par>
                              <p:par>
                                <p:cTn id="1423" presetID="1" presetClass="entr" presetSubtype="0" fill="hold" nodeType="withEffect">
                                  <p:stCondLst>
                                    <p:cond delay="0"/>
                                  </p:stCondLst>
                                  <p:childTnLst>
                                    <p:set>
                                      <p:cBhvr>
                                        <p:cTn id="1424" dur="1" fill="hold">
                                          <p:stCondLst>
                                            <p:cond delay="0"/>
                                          </p:stCondLst>
                                        </p:cTn>
                                        <p:tgtEl>
                                          <p:spTgt spid="716"/>
                                        </p:tgtEl>
                                        <p:attrNameLst>
                                          <p:attrName>style.visibility</p:attrName>
                                        </p:attrNameLst>
                                      </p:cBhvr>
                                      <p:to>
                                        <p:strVal val="visible"/>
                                      </p:to>
                                    </p:set>
                                  </p:childTnLst>
                                </p:cTn>
                              </p:par>
                              <p:par>
                                <p:cTn id="1425" presetID="1" presetClass="entr" presetSubtype="0" fill="hold" nodeType="withEffect">
                                  <p:stCondLst>
                                    <p:cond delay="0"/>
                                  </p:stCondLst>
                                  <p:childTnLst>
                                    <p:set>
                                      <p:cBhvr>
                                        <p:cTn id="1426" dur="1" fill="hold">
                                          <p:stCondLst>
                                            <p:cond delay="0"/>
                                          </p:stCondLst>
                                        </p:cTn>
                                        <p:tgtEl>
                                          <p:spTgt spid="717"/>
                                        </p:tgtEl>
                                        <p:attrNameLst>
                                          <p:attrName>style.visibility</p:attrName>
                                        </p:attrNameLst>
                                      </p:cBhvr>
                                      <p:to>
                                        <p:strVal val="visible"/>
                                      </p:to>
                                    </p:set>
                                  </p:childTnLst>
                                </p:cTn>
                              </p:par>
                              <p:par>
                                <p:cTn id="1427" presetID="1" presetClass="entr" presetSubtype="0" fill="hold" nodeType="withEffect">
                                  <p:stCondLst>
                                    <p:cond delay="0"/>
                                  </p:stCondLst>
                                  <p:childTnLst>
                                    <p:set>
                                      <p:cBhvr>
                                        <p:cTn id="1428" dur="1" fill="hold">
                                          <p:stCondLst>
                                            <p:cond delay="0"/>
                                          </p:stCondLst>
                                        </p:cTn>
                                        <p:tgtEl>
                                          <p:spTgt spid="718"/>
                                        </p:tgtEl>
                                        <p:attrNameLst>
                                          <p:attrName>style.visibility</p:attrName>
                                        </p:attrNameLst>
                                      </p:cBhvr>
                                      <p:to>
                                        <p:strVal val="visible"/>
                                      </p:to>
                                    </p:set>
                                  </p:childTnLst>
                                </p:cTn>
                              </p:par>
                              <p:par>
                                <p:cTn id="1429" presetID="1" presetClass="entr" presetSubtype="0" fill="hold" nodeType="withEffect">
                                  <p:stCondLst>
                                    <p:cond delay="0"/>
                                  </p:stCondLst>
                                  <p:childTnLst>
                                    <p:set>
                                      <p:cBhvr>
                                        <p:cTn id="1430" dur="1" fill="hold">
                                          <p:stCondLst>
                                            <p:cond delay="0"/>
                                          </p:stCondLst>
                                        </p:cTn>
                                        <p:tgtEl>
                                          <p:spTgt spid="719"/>
                                        </p:tgtEl>
                                        <p:attrNameLst>
                                          <p:attrName>style.visibility</p:attrName>
                                        </p:attrNameLst>
                                      </p:cBhvr>
                                      <p:to>
                                        <p:strVal val="visible"/>
                                      </p:to>
                                    </p:set>
                                  </p:childTnLst>
                                </p:cTn>
                              </p:par>
                              <p:par>
                                <p:cTn id="1431" presetID="1" presetClass="entr" presetSubtype="0" fill="hold" nodeType="withEffect">
                                  <p:stCondLst>
                                    <p:cond delay="0"/>
                                  </p:stCondLst>
                                  <p:childTnLst>
                                    <p:set>
                                      <p:cBhvr>
                                        <p:cTn id="1432" dur="1" fill="hold">
                                          <p:stCondLst>
                                            <p:cond delay="0"/>
                                          </p:stCondLst>
                                        </p:cTn>
                                        <p:tgtEl>
                                          <p:spTgt spid="720"/>
                                        </p:tgtEl>
                                        <p:attrNameLst>
                                          <p:attrName>style.visibility</p:attrName>
                                        </p:attrNameLst>
                                      </p:cBhvr>
                                      <p:to>
                                        <p:strVal val="visible"/>
                                      </p:to>
                                    </p:set>
                                  </p:childTnLst>
                                </p:cTn>
                              </p:par>
                              <p:par>
                                <p:cTn id="1433" presetID="1" presetClass="entr" presetSubtype="0" fill="hold" nodeType="withEffect">
                                  <p:stCondLst>
                                    <p:cond delay="0"/>
                                  </p:stCondLst>
                                  <p:childTnLst>
                                    <p:set>
                                      <p:cBhvr>
                                        <p:cTn id="1434" dur="1" fill="hold">
                                          <p:stCondLst>
                                            <p:cond delay="0"/>
                                          </p:stCondLst>
                                        </p:cTn>
                                        <p:tgtEl>
                                          <p:spTgt spid="721"/>
                                        </p:tgtEl>
                                        <p:attrNameLst>
                                          <p:attrName>style.visibility</p:attrName>
                                        </p:attrNameLst>
                                      </p:cBhvr>
                                      <p:to>
                                        <p:strVal val="visible"/>
                                      </p:to>
                                    </p:set>
                                  </p:childTnLst>
                                </p:cTn>
                              </p:par>
                              <p:par>
                                <p:cTn id="1435" presetID="1" presetClass="entr" presetSubtype="0" fill="hold" nodeType="withEffect">
                                  <p:stCondLst>
                                    <p:cond delay="0"/>
                                  </p:stCondLst>
                                  <p:childTnLst>
                                    <p:set>
                                      <p:cBhvr>
                                        <p:cTn id="1436" dur="1" fill="hold">
                                          <p:stCondLst>
                                            <p:cond delay="0"/>
                                          </p:stCondLst>
                                        </p:cTn>
                                        <p:tgtEl>
                                          <p:spTgt spid="722"/>
                                        </p:tgtEl>
                                        <p:attrNameLst>
                                          <p:attrName>style.visibility</p:attrName>
                                        </p:attrNameLst>
                                      </p:cBhvr>
                                      <p:to>
                                        <p:strVal val="visible"/>
                                      </p:to>
                                    </p:set>
                                  </p:childTnLst>
                                </p:cTn>
                              </p:par>
                              <p:par>
                                <p:cTn id="1437" presetID="1" presetClass="entr" presetSubtype="0" fill="hold" nodeType="withEffect">
                                  <p:stCondLst>
                                    <p:cond delay="0"/>
                                  </p:stCondLst>
                                  <p:childTnLst>
                                    <p:set>
                                      <p:cBhvr>
                                        <p:cTn id="1438" dur="1" fill="hold">
                                          <p:stCondLst>
                                            <p:cond delay="0"/>
                                          </p:stCondLst>
                                        </p:cTn>
                                        <p:tgtEl>
                                          <p:spTgt spid="723"/>
                                        </p:tgtEl>
                                        <p:attrNameLst>
                                          <p:attrName>style.visibility</p:attrName>
                                        </p:attrNameLst>
                                      </p:cBhvr>
                                      <p:to>
                                        <p:strVal val="visible"/>
                                      </p:to>
                                    </p:set>
                                  </p:childTnLst>
                                </p:cTn>
                              </p:par>
                              <p:par>
                                <p:cTn id="1439" presetID="1" presetClass="entr" presetSubtype="0" fill="hold" nodeType="withEffect">
                                  <p:stCondLst>
                                    <p:cond delay="0"/>
                                  </p:stCondLst>
                                  <p:childTnLst>
                                    <p:set>
                                      <p:cBhvr>
                                        <p:cTn id="1440" dur="1" fill="hold">
                                          <p:stCondLst>
                                            <p:cond delay="0"/>
                                          </p:stCondLst>
                                        </p:cTn>
                                        <p:tgtEl>
                                          <p:spTgt spid="724"/>
                                        </p:tgtEl>
                                        <p:attrNameLst>
                                          <p:attrName>style.visibility</p:attrName>
                                        </p:attrNameLst>
                                      </p:cBhvr>
                                      <p:to>
                                        <p:strVal val="visible"/>
                                      </p:to>
                                    </p:set>
                                  </p:childTnLst>
                                </p:cTn>
                              </p:par>
                              <p:par>
                                <p:cTn id="1441" presetID="1" presetClass="entr" presetSubtype="0" fill="hold" nodeType="withEffect">
                                  <p:stCondLst>
                                    <p:cond delay="0"/>
                                  </p:stCondLst>
                                  <p:childTnLst>
                                    <p:set>
                                      <p:cBhvr>
                                        <p:cTn id="1442" dur="1" fill="hold">
                                          <p:stCondLst>
                                            <p:cond delay="0"/>
                                          </p:stCondLst>
                                        </p:cTn>
                                        <p:tgtEl>
                                          <p:spTgt spid="725"/>
                                        </p:tgtEl>
                                        <p:attrNameLst>
                                          <p:attrName>style.visibility</p:attrName>
                                        </p:attrNameLst>
                                      </p:cBhvr>
                                      <p:to>
                                        <p:strVal val="visible"/>
                                      </p:to>
                                    </p:set>
                                  </p:childTnLst>
                                </p:cTn>
                              </p:par>
                              <p:par>
                                <p:cTn id="1443" presetID="1" presetClass="entr" presetSubtype="0" fill="hold" nodeType="withEffect">
                                  <p:stCondLst>
                                    <p:cond delay="0"/>
                                  </p:stCondLst>
                                  <p:childTnLst>
                                    <p:set>
                                      <p:cBhvr>
                                        <p:cTn id="1444" dur="1" fill="hold">
                                          <p:stCondLst>
                                            <p:cond delay="0"/>
                                          </p:stCondLst>
                                        </p:cTn>
                                        <p:tgtEl>
                                          <p:spTgt spid="726"/>
                                        </p:tgtEl>
                                        <p:attrNameLst>
                                          <p:attrName>style.visibility</p:attrName>
                                        </p:attrNameLst>
                                      </p:cBhvr>
                                      <p:to>
                                        <p:strVal val="visible"/>
                                      </p:to>
                                    </p:set>
                                  </p:childTnLst>
                                </p:cTn>
                              </p:par>
                              <p:par>
                                <p:cTn id="1445" presetID="1" presetClass="entr" presetSubtype="0" fill="hold" nodeType="withEffect">
                                  <p:stCondLst>
                                    <p:cond delay="0"/>
                                  </p:stCondLst>
                                  <p:childTnLst>
                                    <p:set>
                                      <p:cBhvr>
                                        <p:cTn id="1446" dur="1" fill="hold">
                                          <p:stCondLst>
                                            <p:cond delay="0"/>
                                          </p:stCondLst>
                                        </p:cTn>
                                        <p:tgtEl>
                                          <p:spTgt spid="727"/>
                                        </p:tgtEl>
                                        <p:attrNameLst>
                                          <p:attrName>style.visibility</p:attrName>
                                        </p:attrNameLst>
                                      </p:cBhvr>
                                      <p:to>
                                        <p:strVal val="visible"/>
                                      </p:to>
                                    </p:set>
                                  </p:childTnLst>
                                </p:cTn>
                              </p:par>
                              <p:par>
                                <p:cTn id="1447" presetID="1" presetClass="entr" presetSubtype="0" fill="hold" nodeType="withEffect">
                                  <p:stCondLst>
                                    <p:cond delay="0"/>
                                  </p:stCondLst>
                                  <p:childTnLst>
                                    <p:set>
                                      <p:cBhvr>
                                        <p:cTn id="1448" dur="1" fill="hold">
                                          <p:stCondLst>
                                            <p:cond delay="0"/>
                                          </p:stCondLst>
                                        </p:cTn>
                                        <p:tgtEl>
                                          <p:spTgt spid="728"/>
                                        </p:tgtEl>
                                        <p:attrNameLst>
                                          <p:attrName>style.visibility</p:attrName>
                                        </p:attrNameLst>
                                      </p:cBhvr>
                                      <p:to>
                                        <p:strVal val="visible"/>
                                      </p:to>
                                    </p:set>
                                  </p:childTnLst>
                                </p:cTn>
                              </p:par>
                              <p:par>
                                <p:cTn id="1449" presetID="1" presetClass="entr" presetSubtype="0" fill="hold" nodeType="withEffect">
                                  <p:stCondLst>
                                    <p:cond delay="0"/>
                                  </p:stCondLst>
                                  <p:childTnLst>
                                    <p:set>
                                      <p:cBhvr>
                                        <p:cTn id="1450" dur="1" fill="hold">
                                          <p:stCondLst>
                                            <p:cond delay="0"/>
                                          </p:stCondLst>
                                        </p:cTn>
                                        <p:tgtEl>
                                          <p:spTgt spid="729"/>
                                        </p:tgtEl>
                                        <p:attrNameLst>
                                          <p:attrName>style.visibility</p:attrName>
                                        </p:attrNameLst>
                                      </p:cBhvr>
                                      <p:to>
                                        <p:strVal val="visible"/>
                                      </p:to>
                                    </p:set>
                                  </p:childTnLst>
                                </p:cTn>
                              </p:par>
                              <p:par>
                                <p:cTn id="1451" presetID="1" presetClass="entr" presetSubtype="0" fill="hold" nodeType="withEffect">
                                  <p:stCondLst>
                                    <p:cond delay="0"/>
                                  </p:stCondLst>
                                  <p:childTnLst>
                                    <p:set>
                                      <p:cBhvr>
                                        <p:cTn id="1452" dur="1" fill="hold">
                                          <p:stCondLst>
                                            <p:cond delay="0"/>
                                          </p:stCondLst>
                                        </p:cTn>
                                        <p:tgtEl>
                                          <p:spTgt spid="730"/>
                                        </p:tgtEl>
                                        <p:attrNameLst>
                                          <p:attrName>style.visibility</p:attrName>
                                        </p:attrNameLst>
                                      </p:cBhvr>
                                      <p:to>
                                        <p:strVal val="visible"/>
                                      </p:to>
                                    </p:set>
                                  </p:childTnLst>
                                </p:cTn>
                              </p:par>
                              <p:par>
                                <p:cTn id="1453" presetID="1" presetClass="entr" presetSubtype="0" fill="hold" nodeType="withEffect">
                                  <p:stCondLst>
                                    <p:cond delay="0"/>
                                  </p:stCondLst>
                                  <p:childTnLst>
                                    <p:set>
                                      <p:cBhvr>
                                        <p:cTn id="1454" dur="1" fill="hold">
                                          <p:stCondLst>
                                            <p:cond delay="0"/>
                                          </p:stCondLst>
                                        </p:cTn>
                                        <p:tgtEl>
                                          <p:spTgt spid="731"/>
                                        </p:tgtEl>
                                        <p:attrNameLst>
                                          <p:attrName>style.visibility</p:attrName>
                                        </p:attrNameLst>
                                      </p:cBhvr>
                                      <p:to>
                                        <p:strVal val="visible"/>
                                      </p:to>
                                    </p:set>
                                  </p:childTnLst>
                                </p:cTn>
                              </p:par>
                              <p:par>
                                <p:cTn id="1455" presetID="1" presetClass="entr" presetSubtype="0" fill="hold" nodeType="withEffect">
                                  <p:stCondLst>
                                    <p:cond delay="0"/>
                                  </p:stCondLst>
                                  <p:childTnLst>
                                    <p:set>
                                      <p:cBhvr>
                                        <p:cTn id="1456" dur="1" fill="hold">
                                          <p:stCondLst>
                                            <p:cond delay="0"/>
                                          </p:stCondLst>
                                        </p:cTn>
                                        <p:tgtEl>
                                          <p:spTgt spid="732"/>
                                        </p:tgtEl>
                                        <p:attrNameLst>
                                          <p:attrName>style.visibility</p:attrName>
                                        </p:attrNameLst>
                                      </p:cBhvr>
                                      <p:to>
                                        <p:strVal val="visible"/>
                                      </p:to>
                                    </p:set>
                                  </p:childTnLst>
                                </p:cTn>
                              </p:par>
                              <p:par>
                                <p:cTn id="1457" presetID="1" presetClass="entr" presetSubtype="0" fill="hold" nodeType="withEffect">
                                  <p:stCondLst>
                                    <p:cond delay="0"/>
                                  </p:stCondLst>
                                  <p:childTnLst>
                                    <p:set>
                                      <p:cBhvr>
                                        <p:cTn id="1458" dur="1" fill="hold">
                                          <p:stCondLst>
                                            <p:cond delay="0"/>
                                          </p:stCondLst>
                                        </p:cTn>
                                        <p:tgtEl>
                                          <p:spTgt spid="733"/>
                                        </p:tgtEl>
                                        <p:attrNameLst>
                                          <p:attrName>style.visibility</p:attrName>
                                        </p:attrNameLst>
                                      </p:cBhvr>
                                      <p:to>
                                        <p:strVal val="visible"/>
                                      </p:to>
                                    </p:set>
                                  </p:childTnLst>
                                </p:cTn>
                              </p:par>
                              <p:par>
                                <p:cTn id="1459" presetID="1" presetClass="entr" presetSubtype="0" fill="hold" nodeType="withEffect">
                                  <p:stCondLst>
                                    <p:cond delay="0"/>
                                  </p:stCondLst>
                                  <p:childTnLst>
                                    <p:set>
                                      <p:cBhvr>
                                        <p:cTn id="1460" dur="1" fill="hold">
                                          <p:stCondLst>
                                            <p:cond delay="0"/>
                                          </p:stCondLst>
                                        </p:cTn>
                                        <p:tgtEl>
                                          <p:spTgt spid="734"/>
                                        </p:tgtEl>
                                        <p:attrNameLst>
                                          <p:attrName>style.visibility</p:attrName>
                                        </p:attrNameLst>
                                      </p:cBhvr>
                                      <p:to>
                                        <p:strVal val="visible"/>
                                      </p:to>
                                    </p:set>
                                  </p:childTnLst>
                                </p:cTn>
                              </p:par>
                              <p:par>
                                <p:cTn id="1461" presetID="1" presetClass="entr" presetSubtype="0" fill="hold" nodeType="withEffect">
                                  <p:stCondLst>
                                    <p:cond delay="0"/>
                                  </p:stCondLst>
                                  <p:childTnLst>
                                    <p:set>
                                      <p:cBhvr>
                                        <p:cTn id="1462" dur="1" fill="hold">
                                          <p:stCondLst>
                                            <p:cond delay="0"/>
                                          </p:stCondLst>
                                        </p:cTn>
                                        <p:tgtEl>
                                          <p:spTgt spid="735"/>
                                        </p:tgtEl>
                                        <p:attrNameLst>
                                          <p:attrName>style.visibility</p:attrName>
                                        </p:attrNameLst>
                                      </p:cBhvr>
                                      <p:to>
                                        <p:strVal val="visible"/>
                                      </p:to>
                                    </p:set>
                                  </p:childTnLst>
                                </p:cTn>
                              </p:par>
                              <p:par>
                                <p:cTn id="1463" presetID="1" presetClass="entr" presetSubtype="0" fill="hold" nodeType="withEffect">
                                  <p:stCondLst>
                                    <p:cond delay="0"/>
                                  </p:stCondLst>
                                  <p:childTnLst>
                                    <p:set>
                                      <p:cBhvr>
                                        <p:cTn id="1464" dur="1" fill="hold">
                                          <p:stCondLst>
                                            <p:cond delay="0"/>
                                          </p:stCondLst>
                                        </p:cTn>
                                        <p:tgtEl>
                                          <p:spTgt spid="736"/>
                                        </p:tgtEl>
                                        <p:attrNameLst>
                                          <p:attrName>style.visibility</p:attrName>
                                        </p:attrNameLst>
                                      </p:cBhvr>
                                      <p:to>
                                        <p:strVal val="visible"/>
                                      </p:to>
                                    </p:set>
                                  </p:childTnLst>
                                </p:cTn>
                              </p:par>
                              <p:par>
                                <p:cTn id="1465" presetID="1" presetClass="entr" presetSubtype="0" fill="hold" nodeType="withEffect">
                                  <p:stCondLst>
                                    <p:cond delay="0"/>
                                  </p:stCondLst>
                                  <p:childTnLst>
                                    <p:set>
                                      <p:cBhvr>
                                        <p:cTn id="1466" dur="1" fill="hold">
                                          <p:stCondLst>
                                            <p:cond delay="0"/>
                                          </p:stCondLst>
                                        </p:cTn>
                                        <p:tgtEl>
                                          <p:spTgt spid="737"/>
                                        </p:tgtEl>
                                        <p:attrNameLst>
                                          <p:attrName>style.visibility</p:attrName>
                                        </p:attrNameLst>
                                      </p:cBhvr>
                                      <p:to>
                                        <p:strVal val="visible"/>
                                      </p:to>
                                    </p:set>
                                  </p:childTnLst>
                                </p:cTn>
                              </p:par>
                              <p:par>
                                <p:cTn id="1467" presetID="1" presetClass="entr" presetSubtype="0" fill="hold" nodeType="withEffect">
                                  <p:stCondLst>
                                    <p:cond delay="0"/>
                                  </p:stCondLst>
                                  <p:childTnLst>
                                    <p:set>
                                      <p:cBhvr>
                                        <p:cTn id="1468" dur="1" fill="hold">
                                          <p:stCondLst>
                                            <p:cond delay="0"/>
                                          </p:stCondLst>
                                        </p:cTn>
                                        <p:tgtEl>
                                          <p:spTgt spid="738"/>
                                        </p:tgtEl>
                                        <p:attrNameLst>
                                          <p:attrName>style.visibility</p:attrName>
                                        </p:attrNameLst>
                                      </p:cBhvr>
                                      <p:to>
                                        <p:strVal val="visible"/>
                                      </p:to>
                                    </p:set>
                                  </p:childTnLst>
                                </p:cTn>
                              </p:par>
                              <p:par>
                                <p:cTn id="1469" presetID="1" presetClass="entr" presetSubtype="0" fill="hold" nodeType="withEffect">
                                  <p:stCondLst>
                                    <p:cond delay="0"/>
                                  </p:stCondLst>
                                  <p:childTnLst>
                                    <p:set>
                                      <p:cBhvr>
                                        <p:cTn id="1470" dur="1" fill="hold">
                                          <p:stCondLst>
                                            <p:cond delay="0"/>
                                          </p:stCondLst>
                                        </p:cTn>
                                        <p:tgtEl>
                                          <p:spTgt spid="739"/>
                                        </p:tgtEl>
                                        <p:attrNameLst>
                                          <p:attrName>style.visibility</p:attrName>
                                        </p:attrNameLst>
                                      </p:cBhvr>
                                      <p:to>
                                        <p:strVal val="visible"/>
                                      </p:to>
                                    </p:set>
                                  </p:childTnLst>
                                </p:cTn>
                              </p:par>
                              <p:par>
                                <p:cTn id="1471" presetID="1" presetClass="entr" presetSubtype="0" fill="hold" nodeType="withEffect">
                                  <p:stCondLst>
                                    <p:cond delay="0"/>
                                  </p:stCondLst>
                                  <p:childTnLst>
                                    <p:set>
                                      <p:cBhvr>
                                        <p:cTn id="1472" dur="1" fill="hold">
                                          <p:stCondLst>
                                            <p:cond delay="0"/>
                                          </p:stCondLst>
                                        </p:cTn>
                                        <p:tgtEl>
                                          <p:spTgt spid="740"/>
                                        </p:tgtEl>
                                        <p:attrNameLst>
                                          <p:attrName>style.visibility</p:attrName>
                                        </p:attrNameLst>
                                      </p:cBhvr>
                                      <p:to>
                                        <p:strVal val="visible"/>
                                      </p:to>
                                    </p:set>
                                  </p:childTnLst>
                                </p:cTn>
                              </p:par>
                              <p:par>
                                <p:cTn id="1473" presetID="1" presetClass="entr" presetSubtype="0" fill="hold" nodeType="withEffect">
                                  <p:stCondLst>
                                    <p:cond delay="0"/>
                                  </p:stCondLst>
                                  <p:childTnLst>
                                    <p:set>
                                      <p:cBhvr>
                                        <p:cTn id="1474" dur="1" fill="hold">
                                          <p:stCondLst>
                                            <p:cond delay="0"/>
                                          </p:stCondLst>
                                        </p:cTn>
                                        <p:tgtEl>
                                          <p:spTgt spid="741"/>
                                        </p:tgtEl>
                                        <p:attrNameLst>
                                          <p:attrName>style.visibility</p:attrName>
                                        </p:attrNameLst>
                                      </p:cBhvr>
                                      <p:to>
                                        <p:strVal val="visible"/>
                                      </p:to>
                                    </p:set>
                                  </p:childTnLst>
                                </p:cTn>
                              </p:par>
                              <p:par>
                                <p:cTn id="1475" presetID="1" presetClass="entr" presetSubtype="0" fill="hold" nodeType="withEffect">
                                  <p:stCondLst>
                                    <p:cond delay="0"/>
                                  </p:stCondLst>
                                  <p:childTnLst>
                                    <p:set>
                                      <p:cBhvr>
                                        <p:cTn id="1476" dur="1" fill="hold">
                                          <p:stCondLst>
                                            <p:cond delay="0"/>
                                          </p:stCondLst>
                                        </p:cTn>
                                        <p:tgtEl>
                                          <p:spTgt spid="742"/>
                                        </p:tgtEl>
                                        <p:attrNameLst>
                                          <p:attrName>style.visibility</p:attrName>
                                        </p:attrNameLst>
                                      </p:cBhvr>
                                      <p:to>
                                        <p:strVal val="visible"/>
                                      </p:to>
                                    </p:set>
                                  </p:childTnLst>
                                </p:cTn>
                              </p:par>
                              <p:par>
                                <p:cTn id="1477" presetID="1" presetClass="entr" presetSubtype="0" fill="hold" nodeType="withEffect">
                                  <p:stCondLst>
                                    <p:cond delay="0"/>
                                  </p:stCondLst>
                                  <p:childTnLst>
                                    <p:set>
                                      <p:cBhvr>
                                        <p:cTn id="1478" dur="1" fill="hold">
                                          <p:stCondLst>
                                            <p:cond delay="0"/>
                                          </p:stCondLst>
                                        </p:cTn>
                                        <p:tgtEl>
                                          <p:spTgt spid="743"/>
                                        </p:tgtEl>
                                        <p:attrNameLst>
                                          <p:attrName>style.visibility</p:attrName>
                                        </p:attrNameLst>
                                      </p:cBhvr>
                                      <p:to>
                                        <p:strVal val="visible"/>
                                      </p:to>
                                    </p:set>
                                  </p:childTnLst>
                                </p:cTn>
                              </p:par>
                              <p:par>
                                <p:cTn id="1479" presetID="1" presetClass="entr" presetSubtype="0" fill="hold" nodeType="withEffect">
                                  <p:stCondLst>
                                    <p:cond delay="0"/>
                                  </p:stCondLst>
                                  <p:childTnLst>
                                    <p:set>
                                      <p:cBhvr>
                                        <p:cTn id="1480" dur="1" fill="hold">
                                          <p:stCondLst>
                                            <p:cond delay="0"/>
                                          </p:stCondLst>
                                        </p:cTn>
                                        <p:tgtEl>
                                          <p:spTgt spid="744"/>
                                        </p:tgtEl>
                                        <p:attrNameLst>
                                          <p:attrName>style.visibility</p:attrName>
                                        </p:attrNameLst>
                                      </p:cBhvr>
                                      <p:to>
                                        <p:strVal val="visible"/>
                                      </p:to>
                                    </p:set>
                                  </p:childTnLst>
                                </p:cTn>
                              </p:par>
                              <p:par>
                                <p:cTn id="1481" presetID="1" presetClass="entr" presetSubtype="0" fill="hold" nodeType="withEffect">
                                  <p:stCondLst>
                                    <p:cond delay="0"/>
                                  </p:stCondLst>
                                  <p:childTnLst>
                                    <p:set>
                                      <p:cBhvr>
                                        <p:cTn id="1482" dur="1" fill="hold">
                                          <p:stCondLst>
                                            <p:cond delay="0"/>
                                          </p:stCondLst>
                                        </p:cTn>
                                        <p:tgtEl>
                                          <p:spTgt spid="745"/>
                                        </p:tgtEl>
                                        <p:attrNameLst>
                                          <p:attrName>style.visibility</p:attrName>
                                        </p:attrNameLst>
                                      </p:cBhvr>
                                      <p:to>
                                        <p:strVal val="visible"/>
                                      </p:to>
                                    </p:set>
                                  </p:childTnLst>
                                </p:cTn>
                              </p:par>
                              <p:par>
                                <p:cTn id="1483" presetID="1" presetClass="entr" presetSubtype="0" fill="hold" nodeType="withEffect">
                                  <p:stCondLst>
                                    <p:cond delay="0"/>
                                  </p:stCondLst>
                                  <p:childTnLst>
                                    <p:set>
                                      <p:cBhvr>
                                        <p:cTn id="1484" dur="1" fill="hold">
                                          <p:stCondLst>
                                            <p:cond delay="0"/>
                                          </p:stCondLst>
                                        </p:cTn>
                                        <p:tgtEl>
                                          <p:spTgt spid="746"/>
                                        </p:tgtEl>
                                        <p:attrNameLst>
                                          <p:attrName>style.visibility</p:attrName>
                                        </p:attrNameLst>
                                      </p:cBhvr>
                                      <p:to>
                                        <p:strVal val="visible"/>
                                      </p:to>
                                    </p:set>
                                  </p:childTnLst>
                                </p:cTn>
                              </p:par>
                              <p:par>
                                <p:cTn id="1485" presetID="1" presetClass="entr" presetSubtype="0" fill="hold" nodeType="withEffect">
                                  <p:stCondLst>
                                    <p:cond delay="0"/>
                                  </p:stCondLst>
                                  <p:childTnLst>
                                    <p:set>
                                      <p:cBhvr>
                                        <p:cTn id="1486" dur="1" fill="hold">
                                          <p:stCondLst>
                                            <p:cond delay="0"/>
                                          </p:stCondLst>
                                        </p:cTn>
                                        <p:tgtEl>
                                          <p:spTgt spid="747"/>
                                        </p:tgtEl>
                                        <p:attrNameLst>
                                          <p:attrName>style.visibility</p:attrName>
                                        </p:attrNameLst>
                                      </p:cBhvr>
                                      <p:to>
                                        <p:strVal val="visible"/>
                                      </p:to>
                                    </p:set>
                                  </p:childTnLst>
                                </p:cTn>
                              </p:par>
                              <p:par>
                                <p:cTn id="1487" presetID="1" presetClass="entr" presetSubtype="0" fill="hold" nodeType="withEffect">
                                  <p:stCondLst>
                                    <p:cond delay="0"/>
                                  </p:stCondLst>
                                  <p:childTnLst>
                                    <p:set>
                                      <p:cBhvr>
                                        <p:cTn id="1488" dur="1" fill="hold">
                                          <p:stCondLst>
                                            <p:cond delay="0"/>
                                          </p:stCondLst>
                                        </p:cTn>
                                        <p:tgtEl>
                                          <p:spTgt spid="748"/>
                                        </p:tgtEl>
                                        <p:attrNameLst>
                                          <p:attrName>style.visibility</p:attrName>
                                        </p:attrNameLst>
                                      </p:cBhvr>
                                      <p:to>
                                        <p:strVal val="visible"/>
                                      </p:to>
                                    </p:set>
                                  </p:childTnLst>
                                </p:cTn>
                              </p:par>
                              <p:par>
                                <p:cTn id="1489" presetID="1" presetClass="entr" presetSubtype="0" fill="hold" nodeType="withEffect">
                                  <p:stCondLst>
                                    <p:cond delay="0"/>
                                  </p:stCondLst>
                                  <p:childTnLst>
                                    <p:set>
                                      <p:cBhvr>
                                        <p:cTn id="1490" dur="1" fill="hold">
                                          <p:stCondLst>
                                            <p:cond delay="0"/>
                                          </p:stCondLst>
                                        </p:cTn>
                                        <p:tgtEl>
                                          <p:spTgt spid="749"/>
                                        </p:tgtEl>
                                        <p:attrNameLst>
                                          <p:attrName>style.visibility</p:attrName>
                                        </p:attrNameLst>
                                      </p:cBhvr>
                                      <p:to>
                                        <p:strVal val="visible"/>
                                      </p:to>
                                    </p:set>
                                  </p:childTnLst>
                                </p:cTn>
                              </p:par>
                              <p:par>
                                <p:cTn id="1491" presetID="1" presetClass="entr" presetSubtype="0" fill="hold" nodeType="withEffect">
                                  <p:stCondLst>
                                    <p:cond delay="0"/>
                                  </p:stCondLst>
                                  <p:childTnLst>
                                    <p:set>
                                      <p:cBhvr>
                                        <p:cTn id="1492" dur="1" fill="hold">
                                          <p:stCondLst>
                                            <p:cond delay="0"/>
                                          </p:stCondLst>
                                        </p:cTn>
                                        <p:tgtEl>
                                          <p:spTgt spid="750"/>
                                        </p:tgtEl>
                                        <p:attrNameLst>
                                          <p:attrName>style.visibility</p:attrName>
                                        </p:attrNameLst>
                                      </p:cBhvr>
                                      <p:to>
                                        <p:strVal val="visible"/>
                                      </p:to>
                                    </p:set>
                                  </p:childTnLst>
                                </p:cTn>
                              </p:par>
                              <p:par>
                                <p:cTn id="1493" presetID="1" presetClass="entr" presetSubtype="0" fill="hold" nodeType="withEffect">
                                  <p:stCondLst>
                                    <p:cond delay="0"/>
                                  </p:stCondLst>
                                  <p:childTnLst>
                                    <p:set>
                                      <p:cBhvr>
                                        <p:cTn id="1494" dur="1" fill="hold">
                                          <p:stCondLst>
                                            <p:cond delay="0"/>
                                          </p:stCondLst>
                                        </p:cTn>
                                        <p:tgtEl>
                                          <p:spTgt spid="751"/>
                                        </p:tgtEl>
                                        <p:attrNameLst>
                                          <p:attrName>style.visibility</p:attrName>
                                        </p:attrNameLst>
                                      </p:cBhvr>
                                      <p:to>
                                        <p:strVal val="visible"/>
                                      </p:to>
                                    </p:set>
                                  </p:childTnLst>
                                </p:cTn>
                              </p:par>
                              <p:par>
                                <p:cTn id="1495" presetID="1" presetClass="entr" presetSubtype="0" fill="hold" nodeType="withEffect">
                                  <p:stCondLst>
                                    <p:cond delay="0"/>
                                  </p:stCondLst>
                                  <p:childTnLst>
                                    <p:set>
                                      <p:cBhvr>
                                        <p:cTn id="1496" dur="1" fill="hold">
                                          <p:stCondLst>
                                            <p:cond delay="0"/>
                                          </p:stCondLst>
                                        </p:cTn>
                                        <p:tgtEl>
                                          <p:spTgt spid="752"/>
                                        </p:tgtEl>
                                        <p:attrNameLst>
                                          <p:attrName>style.visibility</p:attrName>
                                        </p:attrNameLst>
                                      </p:cBhvr>
                                      <p:to>
                                        <p:strVal val="visible"/>
                                      </p:to>
                                    </p:set>
                                  </p:childTnLst>
                                </p:cTn>
                              </p:par>
                              <p:par>
                                <p:cTn id="1497" presetID="1" presetClass="entr" presetSubtype="0" fill="hold" nodeType="withEffect">
                                  <p:stCondLst>
                                    <p:cond delay="0"/>
                                  </p:stCondLst>
                                  <p:childTnLst>
                                    <p:set>
                                      <p:cBhvr>
                                        <p:cTn id="1498" dur="1" fill="hold">
                                          <p:stCondLst>
                                            <p:cond delay="0"/>
                                          </p:stCondLst>
                                        </p:cTn>
                                        <p:tgtEl>
                                          <p:spTgt spid="753"/>
                                        </p:tgtEl>
                                        <p:attrNameLst>
                                          <p:attrName>style.visibility</p:attrName>
                                        </p:attrNameLst>
                                      </p:cBhvr>
                                      <p:to>
                                        <p:strVal val="visible"/>
                                      </p:to>
                                    </p:set>
                                  </p:childTnLst>
                                </p:cTn>
                              </p:par>
                              <p:par>
                                <p:cTn id="1499" presetID="1" presetClass="entr" presetSubtype="0" fill="hold" nodeType="withEffect">
                                  <p:stCondLst>
                                    <p:cond delay="0"/>
                                  </p:stCondLst>
                                  <p:childTnLst>
                                    <p:set>
                                      <p:cBhvr>
                                        <p:cTn id="1500" dur="1" fill="hold">
                                          <p:stCondLst>
                                            <p:cond delay="0"/>
                                          </p:stCondLst>
                                        </p:cTn>
                                        <p:tgtEl>
                                          <p:spTgt spid="754"/>
                                        </p:tgtEl>
                                        <p:attrNameLst>
                                          <p:attrName>style.visibility</p:attrName>
                                        </p:attrNameLst>
                                      </p:cBhvr>
                                      <p:to>
                                        <p:strVal val="visible"/>
                                      </p:to>
                                    </p:set>
                                  </p:childTnLst>
                                </p:cTn>
                              </p:par>
                              <p:par>
                                <p:cTn id="1501" presetID="1" presetClass="entr" presetSubtype="0" fill="hold" nodeType="withEffect">
                                  <p:stCondLst>
                                    <p:cond delay="0"/>
                                  </p:stCondLst>
                                  <p:childTnLst>
                                    <p:set>
                                      <p:cBhvr>
                                        <p:cTn id="1502" dur="1" fill="hold">
                                          <p:stCondLst>
                                            <p:cond delay="0"/>
                                          </p:stCondLst>
                                        </p:cTn>
                                        <p:tgtEl>
                                          <p:spTgt spid="755"/>
                                        </p:tgtEl>
                                        <p:attrNameLst>
                                          <p:attrName>style.visibility</p:attrName>
                                        </p:attrNameLst>
                                      </p:cBhvr>
                                      <p:to>
                                        <p:strVal val="visible"/>
                                      </p:to>
                                    </p:set>
                                  </p:childTnLst>
                                </p:cTn>
                              </p:par>
                              <p:par>
                                <p:cTn id="1503" presetID="1" presetClass="entr" presetSubtype="0" fill="hold" nodeType="withEffect">
                                  <p:stCondLst>
                                    <p:cond delay="0"/>
                                  </p:stCondLst>
                                  <p:childTnLst>
                                    <p:set>
                                      <p:cBhvr>
                                        <p:cTn id="1504" dur="1" fill="hold">
                                          <p:stCondLst>
                                            <p:cond delay="0"/>
                                          </p:stCondLst>
                                        </p:cTn>
                                        <p:tgtEl>
                                          <p:spTgt spid="756"/>
                                        </p:tgtEl>
                                        <p:attrNameLst>
                                          <p:attrName>style.visibility</p:attrName>
                                        </p:attrNameLst>
                                      </p:cBhvr>
                                      <p:to>
                                        <p:strVal val="visible"/>
                                      </p:to>
                                    </p:set>
                                  </p:childTnLst>
                                </p:cTn>
                              </p:par>
                              <p:par>
                                <p:cTn id="1505" presetID="1" presetClass="entr" presetSubtype="0" fill="hold" nodeType="withEffect">
                                  <p:stCondLst>
                                    <p:cond delay="0"/>
                                  </p:stCondLst>
                                  <p:childTnLst>
                                    <p:set>
                                      <p:cBhvr>
                                        <p:cTn id="1506" dur="1" fill="hold">
                                          <p:stCondLst>
                                            <p:cond delay="0"/>
                                          </p:stCondLst>
                                        </p:cTn>
                                        <p:tgtEl>
                                          <p:spTgt spid="757"/>
                                        </p:tgtEl>
                                        <p:attrNameLst>
                                          <p:attrName>style.visibility</p:attrName>
                                        </p:attrNameLst>
                                      </p:cBhvr>
                                      <p:to>
                                        <p:strVal val="visible"/>
                                      </p:to>
                                    </p:set>
                                  </p:childTnLst>
                                </p:cTn>
                              </p:par>
                              <p:par>
                                <p:cTn id="1507" presetID="1" presetClass="entr" presetSubtype="0" fill="hold" nodeType="withEffect">
                                  <p:stCondLst>
                                    <p:cond delay="0"/>
                                  </p:stCondLst>
                                  <p:childTnLst>
                                    <p:set>
                                      <p:cBhvr>
                                        <p:cTn id="1508" dur="1" fill="hold">
                                          <p:stCondLst>
                                            <p:cond delay="0"/>
                                          </p:stCondLst>
                                        </p:cTn>
                                        <p:tgtEl>
                                          <p:spTgt spid="758"/>
                                        </p:tgtEl>
                                        <p:attrNameLst>
                                          <p:attrName>style.visibility</p:attrName>
                                        </p:attrNameLst>
                                      </p:cBhvr>
                                      <p:to>
                                        <p:strVal val="visible"/>
                                      </p:to>
                                    </p:set>
                                  </p:childTnLst>
                                </p:cTn>
                              </p:par>
                              <p:par>
                                <p:cTn id="1509" presetID="1" presetClass="entr" presetSubtype="0" fill="hold" nodeType="withEffect">
                                  <p:stCondLst>
                                    <p:cond delay="0"/>
                                  </p:stCondLst>
                                  <p:childTnLst>
                                    <p:set>
                                      <p:cBhvr>
                                        <p:cTn id="1510" dur="1" fill="hold">
                                          <p:stCondLst>
                                            <p:cond delay="0"/>
                                          </p:stCondLst>
                                        </p:cTn>
                                        <p:tgtEl>
                                          <p:spTgt spid="759"/>
                                        </p:tgtEl>
                                        <p:attrNameLst>
                                          <p:attrName>style.visibility</p:attrName>
                                        </p:attrNameLst>
                                      </p:cBhvr>
                                      <p:to>
                                        <p:strVal val="visible"/>
                                      </p:to>
                                    </p:set>
                                  </p:childTnLst>
                                </p:cTn>
                              </p:par>
                              <p:par>
                                <p:cTn id="1511" presetID="1" presetClass="entr" presetSubtype="0" fill="hold" nodeType="withEffect">
                                  <p:stCondLst>
                                    <p:cond delay="0"/>
                                  </p:stCondLst>
                                  <p:childTnLst>
                                    <p:set>
                                      <p:cBhvr>
                                        <p:cTn id="1512" dur="1" fill="hold">
                                          <p:stCondLst>
                                            <p:cond delay="0"/>
                                          </p:stCondLst>
                                        </p:cTn>
                                        <p:tgtEl>
                                          <p:spTgt spid="760"/>
                                        </p:tgtEl>
                                        <p:attrNameLst>
                                          <p:attrName>style.visibility</p:attrName>
                                        </p:attrNameLst>
                                      </p:cBhvr>
                                      <p:to>
                                        <p:strVal val="visible"/>
                                      </p:to>
                                    </p:set>
                                  </p:childTnLst>
                                </p:cTn>
                              </p:par>
                              <p:par>
                                <p:cTn id="1513" presetID="1" presetClass="entr" presetSubtype="0" fill="hold" nodeType="withEffect">
                                  <p:stCondLst>
                                    <p:cond delay="0"/>
                                  </p:stCondLst>
                                  <p:childTnLst>
                                    <p:set>
                                      <p:cBhvr>
                                        <p:cTn id="1514" dur="1" fill="hold">
                                          <p:stCondLst>
                                            <p:cond delay="0"/>
                                          </p:stCondLst>
                                        </p:cTn>
                                        <p:tgtEl>
                                          <p:spTgt spid="761"/>
                                        </p:tgtEl>
                                        <p:attrNameLst>
                                          <p:attrName>style.visibility</p:attrName>
                                        </p:attrNameLst>
                                      </p:cBhvr>
                                      <p:to>
                                        <p:strVal val="visible"/>
                                      </p:to>
                                    </p:set>
                                  </p:childTnLst>
                                </p:cTn>
                              </p:par>
                              <p:par>
                                <p:cTn id="1515" presetID="1" presetClass="entr" presetSubtype="0" fill="hold" nodeType="withEffect">
                                  <p:stCondLst>
                                    <p:cond delay="0"/>
                                  </p:stCondLst>
                                  <p:childTnLst>
                                    <p:set>
                                      <p:cBhvr>
                                        <p:cTn id="1516" dur="1" fill="hold">
                                          <p:stCondLst>
                                            <p:cond delay="0"/>
                                          </p:stCondLst>
                                        </p:cTn>
                                        <p:tgtEl>
                                          <p:spTgt spid="762"/>
                                        </p:tgtEl>
                                        <p:attrNameLst>
                                          <p:attrName>style.visibility</p:attrName>
                                        </p:attrNameLst>
                                      </p:cBhvr>
                                      <p:to>
                                        <p:strVal val="visible"/>
                                      </p:to>
                                    </p:set>
                                  </p:childTnLst>
                                </p:cTn>
                              </p:par>
                              <p:par>
                                <p:cTn id="1517" presetID="1" presetClass="entr" presetSubtype="0" fill="hold" nodeType="withEffect">
                                  <p:stCondLst>
                                    <p:cond delay="0"/>
                                  </p:stCondLst>
                                  <p:childTnLst>
                                    <p:set>
                                      <p:cBhvr>
                                        <p:cTn id="1518" dur="1" fill="hold">
                                          <p:stCondLst>
                                            <p:cond delay="0"/>
                                          </p:stCondLst>
                                        </p:cTn>
                                        <p:tgtEl>
                                          <p:spTgt spid="763"/>
                                        </p:tgtEl>
                                        <p:attrNameLst>
                                          <p:attrName>style.visibility</p:attrName>
                                        </p:attrNameLst>
                                      </p:cBhvr>
                                      <p:to>
                                        <p:strVal val="visible"/>
                                      </p:to>
                                    </p:set>
                                  </p:childTnLst>
                                </p:cTn>
                              </p:par>
                              <p:par>
                                <p:cTn id="1519" presetID="1" presetClass="entr" presetSubtype="0" fill="hold" nodeType="withEffect">
                                  <p:stCondLst>
                                    <p:cond delay="0"/>
                                  </p:stCondLst>
                                  <p:childTnLst>
                                    <p:set>
                                      <p:cBhvr>
                                        <p:cTn id="1520" dur="1" fill="hold">
                                          <p:stCondLst>
                                            <p:cond delay="0"/>
                                          </p:stCondLst>
                                        </p:cTn>
                                        <p:tgtEl>
                                          <p:spTgt spid="764"/>
                                        </p:tgtEl>
                                        <p:attrNameLst>
                                          <p:attrName>style.visibility</p:attrName>
                                        </p:attrNameLst>
                                      </p:cBhvr>
                                      <p:to>
                                        <p:strVal val="visible"/>
                                      </p:to>
                                    </p:set>
                                  </p:childTnLst>
                                </p:cTn>
                              </p:par>
                              <p:par>
                                <p:cTn id="1521" presetID="1" presetClass="entr" presetSubtype="0" fill="hold" nodeType="withEffect">
                                  <p:stCondLst>
                                    <p:cond delay="0"/>
                                  </p:stCondLst>
                                  <p:childTnLst>
                                    <p:set>
                                      <p:cBhvr>
                                        <p:cTn id="1522" dur="1" fill="hold">
                                          <p:stCondLst>
                                            <p:cond delay="0"/>
                                          </p:stCondLst>
                                        </p:cTn>
                                        <p:tgtEl>
                                          <p:spTgt spid="765"/>
                                        </p:tgtEl>
                                        <p:attrNameLst>
                                          <p:attrName>style.visibility</p:attrName>
                                        </p:attrNameLst>
                                      </p:cBhvr>
                                      <p:to>
                                        <p:strVal val="visible"/>
                                      </p:to>
                                    </p:set>
                                  </p:childTnLst>
                                </p:cTn>
                              </p:par>
                              <p:par>
                                <p:cTn id="1523" presetID="1" presetClass="entr" presetSubtype="0" fill="hold" nodeType="withEffect">
                                  <p:stCondLst>
                                    <p:cond delay="0"/>
                                  </p:stCondLst>
                                  <p:childTnLst>
                                    <p:set>
                                      <p:cBhvr>
                                        <p:cTn id="1524" dur="1" fill="hold">
                                          <p:stCondLst>
                                            <p:cond delay="0"/>
                                          </p:stCondLst>
                                        </p:cTn>
                                        <p:tgtEl>
                                          <p:spTgt spid="766"/>
                                        </p:tgtEl>
                                        <p:attrNameLst>
                                          <p:attrName>style.visibility</p:attrName>
                                        </p:attrNameLst>
                                      </p:cBhvr>
                                      <p:to>
                                        <p:strVal val="visible"/>
                                      </p:to>
                                    </p:set>
                                  </p:childTnLst>
                                </p:cTn>
                              </p:par>
                              <p:par>
                                <p:cTn id="1525" presetID="1" presetClass="entr" presetSubtype="0" fill="hold" nodeType="withEffect">
                                  <p:stCondLst>
                                    <p:cond delay="0"/>
                                  </p:stCondLst>
                                  <p:childTnLst>
                                    <p:set>
                                      <p:cBhvr>
                                        <p:cTn id="1526" dur="1" fill="hold">
                                          <p:stCondLst>
                                            <p:cond delay="0"/>
                                          </p:stCondLst>
                                        </p:cTn>
                                        <p:tgtEl>
                                          <p:spTgt spid="767"/>
                                        </p:tgtEl>
                                        <p:attrNameLst>
                                          <p:attrName>style.visibility</p:attrName>
                                        </p:attrNameLst>
                                      </p:cBhvr>
                                      <p:to>
                                        <p:strVal val="visible"/>
                                      </p:to>
                                    </p:set>
                                  </p:childTnLst>
                                </p:cTn>
                              </p:par>
                              <p:par>
                                <p:cTn id="1527" presetID="1" presetClass="entr" presetSubtype="0" fill="hold" nodeType="withEffect">
                                  <p:stCondLst>
                                    <p:cond delay="0"/>
                                  </p:stCondLst>
                                  <p:childTnLst>
                                    <p:set>
                                      <p:cBhvr>
                                        <p:cTn id="1528" dur="1" fill="hold">
                                          <p:stCondLst>
                                            <p:cond delay="0"/>
                                          </p:stCondLst>
                                        </p:cTn>
                                        <p:tgtEl>
                                          <p:spTgt spid="768"/>
                                        </p:tgtEl>
                                        <p:attrNameLst>
                                          <p:attrName>style.visibility</p:attrName>
                                        </p:attrNameLst>
                                      </p:cBhvr>
                                      <p:to>
                                        <p:strVal val="visible"/>
                                      </p:to>
                                    </p:set>
                                  </p:childTnLst>
                                </p:cTn>
                              </p:par>
                              <p:par>
                                <p:cTn id="1529" presetID="1" presetClass="entr" presetSubtype="0" fill="hold" nodeType="withEffect">
                                  <p:stCondLst>
                                    <p:cond delay="0"/>
                                  </p:stCondLst>
                                  <p:childTnLst>
                                    <p:set>
                                      <p:cBhvr>
                                        <p:cTn id="1530" dur="1" fill="hold">
                                          <p:stCondLst>
                                            <p:cond delay="0"/>
                                          </p:stCondLst>
                                        </p:cTn>
                                        <p:tgtEl>
                                          <p:spTgt spid="769"/>
                                        </p:tgtEl>
                                        <p:attrNameLst>
                                          <p:attrName>style.visibility</p:attrName>
                                        </p:attrNameLst>
                                      </p:cBhvr>
                                      <p:to>
                                        <p:strVal val="visible"/>
                                      </p:to>
                                    </p:set>
                                  </p:childTnLst>
                                </p:cTn>
                              </p:par>
                              <p:par>
                                <p:cTn id="1531" presetID="1" presetClass="entr" presetSubtype="0" fill="hold" nodeType="withEffect">
                                  <p:stCondLst>
                                    <p:cond delay="0"/>
                                  </p:stCondLst>
                                  <p:childTnLst>
                                    <p:set>
                                      <p:cBhvr>
                                        <p:cTn id="1532" dur="1" fill="hold">
                                          <p:stCondLst>
                                            <p:cond delay="0"/>
                                          </p:stCondLst>
                                        </p:cTn>
                                        <p:tgtEl>
                                          <p:spTgt spid="770"/>
                                        </p:tgtEl>
                                        <p:attrNameLst>
                                          <p:attrName>style.visibility</p:attrName>
                                        </p:attrNameLst>
                                      </p:cBhvr>
                                      <p:to>
                                        <p:strVal val="visible"/>
                                      </p:to>
                                    </p:set>
                                  </p:childTnLst>
                                </p:cTn>
                              </p:par>
                              <p:par>
                                <p:cTn id="1533" presetID="1" presetClass="entr" presetSubtype="0" fill="hold" nodeType="withEffect">
                                  <p:stCondLst>
                                    <p:cond delay="0"/>
                                  </p:stCondLst>
                                  <p:childTnLst>
                                    <p:set>
                                      <p:cBhvr>
                                        <p:cTn id="1534" dur="1" fill="hold">
                                          <p:stCondLst>
                                            <p:cond delay="0"/>
                                          </p:stCondLst>
                                        </p:cTn>
                                        <p:tgtEl>
                                          <p:spTgt spid="771"/>
                                        </p:tgtEl>
                                        <p:attrNameLst>
                                          <p:attrName>style.visibility</p:attrName>
                                        </p:attrNameLst>
                                      </p:cBhvr>
                                      <p:to>
                                        <p:strVal val="visible"/>
                                      </p:to>
                                    </p:set>
                                  </p:childTnLst>
                                </p:cTn>
                              </p:par>
                              <p:par>
                                <p:cTn id="1535" presetID="1" presetClass="entr" presetSubtype="0" fill="hold" nodeType="withEffect">
                                  <p:stCondLst>
                                    <p:cond delay="0"/>
                                  </p:stCondLst>
                                  <p:childTnLst>
                                    <p:set>
                                      <p:cBhvr>
                                        <p:cTn id="1536" dur="1" fill="hold">
                                          <p:stCondLst>
                                            <p:cond delay="0"/>
                                          </p:stCondLst>
                                        </p:cTn>
                                        <p:tgtEl>
                                          <p:spTgt spid="772"/>
                                        </p:tgtEl>
                                        <p:attrNameLst>
                                          <p:attrName>style.visibility</p:attrName>
                                        </p:attrNameLst>
                                      </p:cBhvr>
                                      <p:to>
                                        <p:strVal val="visible"/>
                                      </p:to>
                                    </p:set>
                                  </p:childTnLst>
                                </p:cTn>
                              </p:par>
                              <p:par>
                                <p:cTn id="1537" presetID="1" presetClass="entr" presetSubtype="0" fill="hold" nodeType="withEffect">
                                  <p:stCondLst>
                                    <p:cond delay="0"/>
                                  </p:stCondLst>
                                  <p:childTnLst>
                                    <p:set>
                                      <p:cBhvr>
                                        <p:cTn id="1538" dur="1" fill="hold">
                                          <p:stCondLst>
                                            <p:cond delay="0"/>
                                          </p:stCondLst>
                                        </p:cTn>
                                        <p:tgtEl>
                                          <p:spTgt spid="773"/>
                                        </p:tgtEl>
                                        <p:attrNameLst>
                                          <p:attrName>style.visibility</p:attrName>
                                        </p:attrNameLst>
                                      </p:cBhvr>
                                      <p:to>
                                        <p:strVal val="visible"/>
                                      </p:to>
                                    </p:set>
                                  </p:childTnLst>
                                </p:cTn>
                              </p:par>
                              <p:par>
                                <p:cTn id="1539" presetID="1" presetClass="entr" presetSubtype="0" fill="hold" nodeType="withEffect">
                                  <p:stCondLst>
                                    <p:cond delay="0"/>
                                  </p:stCondLst>
                                  <p:childTnLst>
                                    <p:set>
                                      <p:cBhvr>
                                        <p:cTn id="1540" dur="1" fill="hold">
                                          <p:stCondLst>
                                            <p:cond delay="0"/>
                                          </p:stCondLst>
                                        </p:cTn>
                                        <p:tgtEl>
                                          <p:spTgt spid="774"/>
                                        </p:tgtEl>
                                        <p:attrNameLst>
                                          <p:attrName>style.visibility</p:attrName>
                                        </p:attrNameLst>
                                      </p:cBhvr>
                                      <p:to>
                                        <p:strVal val="visible"/>
                                      </p:to>
                                    </p:set>
                                  </p:childTnLst>
                                </p:cTn>
                              </p:par>
                              <p:par>
                                <p:cTn id="1541" presetID="1" presetClass="entr" presetSubtype="0" fill="hold" nodeType="withEffect">
                                  <p:stCondLst>
                                    <p:cond delay="0"/>
                                  </p:stCondLst>
                                  <p:childTnLst>
                                    <p:set>
                                      <p:cBhvr>
                                        <p:cTn id="1542" dur="1" fill="hold">
                                          <p:stCondLst>
                                            <p:cond delay="0"/>
                                          </p:stCondLst>
                                        </p:cTn>
                                        <p:tgtEl>
                                          <p:spTgt spid="775"/>
                                        </p:tgtEl>
                                        <p:attrNameLst>
                                          <p:attrName>style.visibility</p:attrName>
                                        </p:attrNameLst>
                                      </p:cBhvr>
                                      <p:to>
                                        <p:strVal val="visible"/>
                                      </p:to>
                                    </p:set>
                                  </p:childTnLst>
                                </p:cTn>
                              </p:par>
                              <p:par>
                                <p:cTn id="1543" presetID="1" presetClass="entr" presetSubtype="0" fill="hold" nodeType="withEffect">
                                  <p:stCondLst>
                                    <p:cond delay="0"/>
                                  </p:stCondLst>
                                  <p:childTnLst>
                                    <p:set>
                                      <p:cBhvr>
                                        <p:cTn id="1544" dur="1" fill="hold">
                                          <p:stCondLst>
                                            <p:cond delay="0"/>
                                          </p:stCondLst>
                                        </p:cTn>
                                        <p:tgtEl>
                                          <p:spTgt spid="776"/>
                                        </p:tgtEl>
                                        <p:attrNameLst>
                                          <p:attrName>style.visibility</p:attrName>
                                        </p:attrNameLst>
                                      </p:cBhvr>
                                      <p:to>
                                        <p:strVal val="visible"/>
                                      </p:to>
                                    </p:set>
                                  </p:childTnLst>
                                </p:cTn>
                              </p:par>
                              <p:par>
                                <p:cTn id="1545" presetID="1" presetClass="entr" presetSubtype="0" fill="hold" nodeType="withEffect">
                                  <p:stCondLst>
                                    <p:cond delay="0"/>
                                  </p:stCondLst>
                                  <p:childTnLst>
                                    <p:set>
                                      <p:cBhvr>
                                        <p:cTn id="1546" dur="1" fill="hold">
                                          <p:stCondLst>
                                            <p:cond delay="0"/>
                                          </p:stCondLst>
                                        </p:cTn>
                                        <p:tgtEl>
                                          <p:spTgt spid="777"/>
                                        </p:tgtEl>
                                        <p:attrNameLst>
                                          <p:attrName>style.visibility</p:attrName>
                                        </p:attrNameLst>
                                      </p:cBhvr>
                                      <p:to>
                                        <p:strVal val="visible"/>
                                      </p:to>
                                    </p:set>
                                  </p:childTnLst>
                                </p:cTn>
                              </p:par>
                              <p:par>
                                <p:cTn id="1547" presetID="1" presetClass="entr" presetSubtype="0" fill="hold" nodeType="withEffect">
                                  <p:stCondLst>
                                    <p:cond delay="0"/>
                                  </p:stCondLst>
                                  <p:childTnLst>
                                    <p:set>
                                      <p:cBhvr>
                                        <p:cTn id="1548" dur="1" fill="hold">
                                          <p:stCondLst>
                                            <p:cond delay="0"/>
                                          </p:stCondLst>
                                        </p:cTn>
                                        <p:tgtEl>
                                          <p:spTgt spid="778"/>
                                        </p:tgtEl>
                                        <p:attrNameLst>
                                          <p:attrName>style.visibility</p:attrName>
                                        </p:attrNameLst>
                                      </p:cBhvr>
                                      <p:to>
                                        <p:strVal val="visible"/>
                                      </p:to>
                                    </p:set>
                                  </p:childTnLst>
                                </p:cTn>
                              </p:par>
                              <p:par>
                                <p:cTn id="1549" presetID="1" presetClass="entr" presetSubtype="0" fill="hold" nodeType="withEffect">
                                  <p:stCondLst>
                                    <p:cond delay="0"/>
                                  </p:stCondLst>
                                  <p:childTnLst>
                                    <p:set>
                                      <p:cBhvr>
                                        <p:cTn id="1550" dur="1" fill="hold">
                                          <p:stCondLst>
                                            <p:cond delay="0"/>
                                          </p:stCondLst>
                                        </p:cTn>
                                        <p:tgtEl>
                                          <p:spTgt spid="779"/>
                                        </p:tgtEl>
                                        <p:attrNameLst>
                                          <p:attrName>style.visibility</p:attrName>
                                        </p:attrNameLst>
                                      </p:cBhvr>
                                      <p:to>
                                        <p:strVal val="visible"/>
                                      </p:to>
                                    </p:set>
                                  </p:childTnLst>
                                </p:cTn>
                              </p:par>
                              <p:par>
                                <p:cTn id="1551" presetID="1" presetClass="entr" presetSubtype="0" fill="hold" nodeType="withEffect">
                                  <p:stCondLst>
                                    <p:cond delay="0"/>
                                  </p:stCondLst>
                                  <p:childTnLst>
                                    <p:set>
                                      <p:cBhvr>
                                        <p:cTn id="1552" dur="1" fill="hold">
                                          <p:stCondLst>
                                            <p:cond delay="0"/>
                                          </p:stCondLst>
                                        </p:cTn>
                                        <p:tgtEl>
                                          <p:spTgt spid="780"/>
                                        </p:tgtEl>
                                        <p:attrNameLst>
                                          <p:attrName>style.visibility</p:attrName>
                                        </p:attrNameLst>
                                      </p:cBhvr>
                                      <p:to>
                                        <p:strVal val="visible"/>
                                      </p:to>
                                    </p:set>
                                  </p:childTnLst>
                                </p:cTn>
                              </p:par>
                              <p:par>
                                <p:cTn id="1553" presetID="1" presetClass="entr" presetSubtype="0" fill="hold" nodeType="withEffect">
                                  <p:stCondLst>
                                    <p:cond delay="0"/>
                                  </p:stCondLst>
                                  <p:childTnLst>
                                    <p:set>
                                      <p:cBhvr>
                                        <p:cTn id="1554" dur="1" fill="hold">
                                          <p:stCondLst>
                                            <p:cond delay="0"/>
                                          </p:stCondLst>
                                        </p:cTn>
                                        <p:tgtEl>
                                          <p:spTgt spid="781"/>
                                        </p:tgtEl>
                                        <p:attrNameLst>
                                          <p:attrName>style.visibility</p:attrName>
                                        </p:attrNameLst>
                                      </p:cBhvr>
                                      <p:to>
                                        <p:strVal val="visible"/>
                                      </p:to>
                                    </p:set>
                                  </p:childTnLst>
                                </p:cTn>
                              </p:par>
                              <p:par>
                                <p:cTn id="1555" presetID="1" presetClass="entr" presetSubtype="0" fill="hold" nodeType="withEffect">
                                  <p:stCondLst>
                                    <p:cond delay="0"/>
                                  </p:stCondLst>
                                  <p:childTnLst>
                                    <p:set>
                                      <p:cBhvr>
                                        <p:cTn id="1556" dur="1" fill="hold">
                                          <p:stCondLst>
                                            <p:cond delay="0"/>
                                          </p:stCondLst>
                                        </p:cTn>
                                        <p:tgtEl>
                                          <p:spTgt spid="782"/>
                                        </p:tgtEl>
                                        <p:attrNameLst>
                                          <p:attrName>style.visibility</p:attrName>
                                        </p:attrNameLst>
                                      </p:cBhvr>
                                      <p:to>
                                        <p:strVal val="visible"/>
                                      </p:to>
                                    </p:set>
                                  </p:childTnLst>
                                </p:cTn>
                              </p:par>
                              <p:par>
                                <p:cTn id="1557" presetID="1" presetClass="entr" presetSubtype="0" fill="hold" nodeType="withEffect">
                                  <p:stCondLst>
                                    <p:cond delay="0"/>
                                  </p:stCondLst>
                                  <p:childTnLst>
                                    <p:set>
                                      <p:cBhvr>
                                        <p:cTn id="1558" dur="1" fill="hold">
                                          <p:stCondLst>
                                            <p:cond delay="0"/>
                                          </p:stCondLst>
                                        </p:cTn>
                                        <p:tgtEl>
                                          <p:spTgt spid="783"/>
                                        </p:tgtEl>
                                        <p:attrNameLst>
                                          <p:attrName>style.visibility</p:attrName>
                                        </p:attrNameLst>
                                      </p:cBhvr>
                                      <p:to>
                                        <p:strVal val="visible"/>
                                      </p:to>
                                    </p:set>
                                  </p:childTnLst>
                                </p:cTn>
                              </p:par>
                              <p:par>
                                <p:cTn id="1559" presetID="1" presetClass="entr" presetSubtype="0" fill="hold" nodeType="withEffect">
                                  <p:stCondLst>
                                    <p:cond delay="0"/>
                                  </p:stCondLst>
                                  <p:childTnLst>
                                    <p:set>
                                      <p:cBhvr>
                                        <p:cTn id="1560" dur="1" fill="hold">
                                          <p:stCondLst>
                                            <p:cond delay="0"/>
                                          </p:stCondLst>
                                        </p:cTn>
                                        <p:tgtEl>
                                          <p:spTgt spid="784"/>
                                        </p:tgtEl>
                                        <p:attrNameLst>
                                          <p:attrName>style.visibility</p:attrName>
                                        </p:attrNameLst>
                                      </p:cBhvr>
                                      <p:to>
                                        <p:strVal val="visible"/>
                                      </p:to>
                                    </p:set>
                                  </p:childTnLst>
                                </p:cTn>
                              </p:par>
                              <p:par>
                                <p:cTn id="1561" presetID="1" presetClass="entr" presetSubtype="0" fill="hold" nodeType="withEffect">
                                  <p:stCondLst>
                                    <p:cond delay="0"/>
                                  </p:stCondLst>
                                  <p:childTnLst>
                                    <p:set>
                                      <p:cBhvr>
                                        <p:cTn id="1562" dur="1" fill="hold">
                                          <p:stCondLst>
                                            <p:cond delay="0"/>
                                          </p:stCondLst>
                                        </p:cTn>
                                        <p:tgtEl>
                                          <p:spTgt spid="785"/>
                                        </p:tgtEl>
                                        <p:attrNameLst>
                                          <p:attrName>style.visibility</p:attrName>
                                        </p:attrNameLst>
                                      </p:cBhvr>
                                      <p:to>
                                        <p:strVal val="visible"/>
                                      </p:to>
                                    </p:set>
                                  </p:childTnLst>
                                </p:cTn>
                              </p:par>
                              <p:par>
                                <p:cTn id="1563" presetID="1" presetClass="entr" presetSubtype="0" fill="hold" nodeType="withEffect">
                                  <p:stCondLst>
                                    <p:cond delay="0"/>
                                  </p:stCondLst>
                                  <p:childTnLst>
                                    <p:set>
                                      <p:cBhvr>
                                        <p:cTn id="1564" dur="1" fill="hold">
                                          <p:stCondLst>
                                            <p:cond delay="0"/>
                                          </p:stCondLst>
                                        </p:cTn>
                                        <p:tgtEl>
                                          <p:spTgt spid="786"/>
                                        </p:tgtEl>
                                        <p:attrNameLst>
                                          <p:attrName>style.visibility</p:attrName>
                                        </p:attrNameLst>
                                      </p:cBhvr>
                                      <p:to>
                                        <p:strVal val="visible"/>
                                      </p:to>
                                    </p:set>
                                  </p:childTnLst>
                                </p:cTn>
                              </p:par>
                              <p:par>
                                <p:cTn id="1565" presetID="1" presetClass="entr" presetSubtype="0" fill="hold" nodeType="withEffect">
                                  <p:stCondLst>
                                    <p:cond delay="0"/>
                                  </p:stCondLst>
                                  <p:childTnLst>
                                    <p:set>
                                      <p:cBhvr>
                                        <p:cTn id="1566" dur="1" fill="hold">
                                          <p:stCondLst>
                                            <p:cond delay="0"/>
                                          </p:stCondLst>
                                        </p:cTn>
                                        <p:tgtEl>
                                          <p:spTgt spid="787"/>
                                        </p:tgtEl>
                                        <p:attrNameLst>
                                          <p:attrName>style.visibility</p:attrName>
                                        </p:attrNameLst>
                                      </p:cBhvr>
                                      <p:to>
                                        <p:strVal val="visible"/>
                                      </p:to>
                                    </p:set>
                                  </p:childTnLst>
                                </p:cTn>
                              </p:par>
                              <p:par>
                                <p:cTn id="1567" presetID="1" presetClass="entr" presetSubtype="0" fill="hold" nodeType="withEffect">
                                  <p:stCondLst>
                                    <p:cond delay="0"/>
                                  </p:stCondLst>
                                  <p:childTnLst>
                                    <p:set>
                                      <p:cBhvr>
                                        <p:cTn id="1568" dur="1" fill="hold">
                                          <p:stCondLst>
                                            <p:cond delay="0"/>
                                          </p:stCondLst>
                                        </p:cTn>
                                        <p:tgtEl>
                                          <p:spTgt spid="788"/>
                                        </p:tgtEl>
                                        <p:attrNameLst>
                                          <p:attrName>style.visibility</p:attrName>
                                        </p:attrNameLst>
                                      </p:cBhvr>
                                      <p:to>
                                        <p:strVal val="visible"/>
                                      </p:to>
                                    </p:set>
                                  </p:childTnLst>
                                </p:cTn>
                              </p:par>
                              <p:par>
                                <p:cTn id="1569" presetID="1" presetClass="entr" presetSubtype="0" fill="hold" nodeType="withEffect">
                                  <p:stCondLst>
                                    <p:cond delay="0"/>
                                  </p:stCondLst>
                                  <p:childTnLst>
                                    <p:set>
                                      <p:cBhvr>
                                        <p:cTn id="1570" dur="1" fill="hold">
                                          <p:stCondLst>
                                            <p:cond delay="0"/>
                                          </p:stCondLst>
                                        </p:cTn>
                                        <p:tgtEl>
                                          <p:spTgt spid="789"/>
                                        </p:tgtEl>
                                        <p:attrNameLst>
                                          <p:attrName>style.visibility</p:attrName>
                                        </p:attrNameLst>
                                      </p:cBhvr>
                                      <p:to>
                                        <p:strVal val="visible"/>
                                      </p:to>
                                    </p:set>
                                  </p:childTnLst>
                                </p:cTn>
                              </p:par>
                              <p:par>
                                <p:cTn id="1571" presetID="1" presetClass="entr" presetSubtype="0" fill="hold" nodeType="withEffect">
                                  <p:stCondLst>
                                    <p:cond delay="0"/>
                                  </p:stCondLst>
                                  <p:childTnLst>
                                    <p:set>
                                      <p:cBhvr>
                                        <p:cTn id="1572" dur="1" fill="hold">
                                          <p:stCondLst>
                                            <p:cond delay="0"/>
                                          </p:stCondLst>
                                        </p:cTn>
                                        <p:tgtEl>
                                          <p:spTgt spid="790"/>
                                        </p:tgtEl>
                                        <p:attrNameLst>
                                          <p:attrName>style.visibility</p:attrName>
                                        </p:attrNameLst>
                                      </p:cBhvr>
                                      <p:to>
                                        <p:strVal val="visible"/>
                                      </p:to>
                                    </p:set>
                                  </p:childTnLst>
                                </p:cTn>
                              </p:par>
                              <p:par>
                                <p:cTn id="1573" presetID="1" presetClass="entr" presetSubtype="0" fill="hold" nodeType="withEffect">
                                  <p:stCondLst>
                                    <p:cond delay="0"/>
                                  </p:stCondLst>
                                  <p:childTnLst>
                                    <p:set>
                                      <p:cBhvr>
                                        <p:cTn id="1574" dur="1" fill="hold">
                                          <p:stCondLst>
                                            <p:cond delay="0"/>
                                          </p:stCondLst>
                                        </p:cTn>
                                        <p:tgtEl>
                                          <p:spTgt spid="791"/>
                                        </p:tgtEl>
                                        <p:attrNameLst>
                                          <p:attrName>style.visibility</p:attrName>
                                        </p:attrNameLst>
                                      </p:cBhvr>
                                      <p:to>
                                        <p:strVal val="visible"/>
                                      </p:to>
                                    </p:set>
                                  </p:childTnLst>
                                </p:cTn>
                              </p:par>
                              <p:par>
                                <p:cTn id="1575" presetID="1" presetClass="entr" presetSubtype="0" fill="hold" nodeType="withEffect">
                                  <p:stCondLst>
                                    <p:cond delay="0"/>
                                  </p:stCondLst>
                                  <p:childTnLst>
                                    <p:set>
                                      <p:cBhvr>
                                        <p:cTn id="1576" dur="1" fill="hold">
                                          <p:stCondLst>
                                            <p:cond delay="0"/>
                                          </p:stCondLst>
                                        </p:cTn>
                                        <p:tgtEl>
                                          <p:spTgt spid="792"/>
                                        </p:tgtEl>
                                        <p:attrNameLst>
                                          <p:attrName>style.visibility</p:attrName>
                                        </p:attrNameLst>
                                      </p:cBhvr>
                                      <p:to>
                                        <p:strVal val="visible"/>
                                      </p:to>
                                    </p:set>
                                  </p:childTnLst>
                                </p:cTn>
                              </p:par>
                              <p:par>
                                <p:cTn id="1577" presetID="1" presetClass="entr" presetSubtype="0" fill="hold" nodeType="withEffect">
                                  <p:stCondLst>
                                    <p:cond delay="0"/>
                                  </p:stCondLst>
                                  <p:childTnLst>
                                    <p:set>
                                      <p:cBhvr>
                                        <p:cTn id="1578" dur="1" fill="hold">
                                          <p:stCondLst>
                                            <p:cond delay="0"/>
                                          </p:stCondLst>
                                        </p:cTn>
                                        <p:tgtEl>
                                          <p:spTgt spid="793"/>
                                        </p:tgtEl>
                                        <p:attrNameLst>
                                          <p:attrName>style.visibility</p:attrName>
                                        </p:attrNameLst>
                                      </p:cBhvr>
                                      <p:to>
                                        <p:strVal val="visible"/>
                                      </p:to>
                                    </p:set>
                                  </p:childTnLst>
                                </p:cTn>
                              </p:par>
                              <p:par>
                                <p:cTn id="1579" presetID="1" presetClass="entr" presetSubtype="0" fill="hold" nodeType="withEffect">
                                  <p:stCondLst>
                                    <p:cond delay="0"/>
                                  </p:stCondLst>
                                  <p:childTnLst>
                                    <p:set>
                                      <p:cBhvr>
                                        <p:cTn id="1580" dur="1" fill="hold">
                                          <p:stCondLst>
                                            <p:cond delay="0"/>
                                          </p:stCondLst>
                                        </p:cTn>
                                        <p:tgtEl>
                                          <p:spTgt spid="794"/>
                                        </p:tgtEl>
                                        <p:attrNameLst>
                                          <p:attrName>style.visibility</p:attrName>
                                        </p:attrNameLst>
                                      </p:cBhvr>
                                      <p:to>
                                        <p:strVal val="visible"/>
                                      </p:to>
                                    </p:set>
                                  </p:childTnLst>
                                </p:cTn>
                              </p:par>
                              <p:par>
                                <p:cTn id="1581" presetID="1" presetClass="entr" presetSubtype="0" fill="hold" nodeType="withEffect">
                                  <p:stCondLst>
                                    <p:cond delay="0"/>
                                  </p:stCondLst>
                                  <p:childTnLst>
                                    <p:set>
                                      <p:cBhvr>
                                        <p:cTn id="1582" dur="1" fill="hold">
                                          <p:stCondLst>
                                            <p:cond delay="0"/>
                                          </p:stCondLst>
                                        </p:cTn>
                                        <p:tgtEl>
                                          <p:spTgt spid="795"/>
                                        </p:tgtEl>
                                        <p:attrNameLst>
                                          <p:attrName>style.visibility</p:attrName>
                                        </p:attrNameLst>
                                      </p:cBhvr>
                                      <p:to>
                                        <p:strVal val="visible"/>
                                      </p:to>
                                    </p:set>
                                  </p:childTnLst>
                                </p:cTn>
                              </p:par>
                              <p:par>
                                <p:cTn id="1583" presetID="1" presetClass="entr" presetSubtype="0" fill="hold" nodeType="withEffect">
                                  <p:stCondLst>
                                    <p:cond delay="0"/>
                                  </p:stCondLst>
                                  <p:childTnLst>
                                    <p:set>
                                      <p:cBhvr>
                                        <p:cTn id="1584" dur="1" fill="hold">
                                          <p:stCondLst>
                                            <p:cond delay="0"/>
                                          </p:stCondLst>
                                        </p:cTn>
                                        <p:tgtEl>
                                          <p:spTgt spid="796"/>
                                        </p:tgtEl>
                                        <p:attrNameLst>
                                          <p:attrName>style.visibility</p:attrName>
                                        </p:attrNameLst>
                                      </p:cBhvr>
                                      <p:to>
                                        <p:strVal val="visible"/>
                                      </p:to>
                                    </p:set>
                                  </p:childTnLst>
                                </p:cTn>
                              </p:par>
                              <p:par>
                                <p:cTn id="1585" presetID="1" presetClass="entr" presetSubtype="0" fill="hold" nodeType="withEffect">
                                  <p:stCondLst>
                                    <p:cond delay="0"/>
                                  </p:stCondLst>
                                  <p:childTnLst>
                                    <p:set>
                                      <p:cBhvr>
                                        <p:cTn id="1586" dur="1" fill="hold">
                                          <p:stCondLst>
                                            <p:cond delay="0"/>
                                          </p:stCondLst>
                                        </p:cTn>
                                        <p:tgtEl>
                                          <p:spTgt spid="797"/>
                                        </p:tgtEl>
                                        <p:attrNameLst>
                                          <p:attrName>style.visibility</p:attrName>
                                        </p:attrNameLst>
                                      </p:cBhvr>
                                      <p:to>
                                        <p:strVal val="visible"/>
                                      </p:to>
                                    </p:set>
                                  </p:childTnLst>
                                </p:cTn>
                              </p:par>
                              <p:par>
                                <p:cTn id="1587" presetID="1" presetClass="entr" presetSubtype="0" fill="hold" nodeType="withEffect">
                                  <p:stCondLst>
                                    <p:cond delay="0"/>
                                  </p:stCondLst>
                                  <p:childTnLst>
                                    <p:set>
                                      <p:cBhvr>
                                        <p:cTn id="1588" dur="1" fill="hold">
                                          <p:stCondLst>
                                            <p:cond delay="0"/>
                                          </p:stCondLst>
                                        </p:cTn>
                                        <p:tgtEl>
                                          <p:spTgt spid="798"/>
                                        </p:tgtEl>
                                        <p:attrNameLst>
                                          <p:attrName>style.visibility</p:attrName>
                                        </p:attrNameLst>
                                      </p:cBhvr>
                                      <p:to>
                                        <p:strVal val="visible"/>
                                      </p:to>
                                    </p:set>
                                  </p:childTnLst>
                                </p:cTn>
                              </p:par>
                              <p:par>
                                <p:cTn id="1589" presetID="1" presetClass="entr" presetSubtype="0" fill="hold" nodeType="withEffect">
                                  <p:stCondLst>
                                    <p:cond delay="0"/>
                                  </p:stCondLst>
                                  <p:childTnLst>
                                    <p:set>
                                      <p:cBhvr>
                                        <p:cTn id="1590" dur="1" fill="hold">
                                          <p:stCondLst>
                                            <p:cond delay="0"/>
                                          </p:stCondLst>
                                        </p:cTn>
                                        <p:tgtEl>
                                          <p:spTgt spid="799"/>
                                        </p:tgtEl>
                                        <p:attrNameLst>
                                          <p:attrName>style.visibility</p:attrName>
                                        </p:attrNameLst>
                                      </p:cBhvr>
                                      <p:to>
                                        <p:strVal val="visible"/>
                                      </p:to>
                                    </p:set>
                                  </p:childTnLst>
                                </p:cTn>
                              </p:par>
                              <p:par>
                                <p:cTn id="1591" presetID="1" presetClass="entr" presetSubtype="0" fill="hold" nodeType="withEffect">
                                  <p:stCondLst>
                                    <p:cond delay="0"/>
                                  </p:stCondLst>
                                  <p:childTnLst>
                                    <p:set>
                                      <p:cBhvr>
                                        <p:cTn id="1592" dur="1" fill="hold">
                                          <p:stCondLst>
                                            <p:cond delay="0"/>
                                          </p:stCondLst>
                                        </p:cTn>
                                        <p:tgtEl>
                                          <p:spTgt spid="800"/>
                                        </p:tgtEl>
                                        <p:attrNameLst>
                                          <p:attrName>style.visibility</p:attrName>
                                        </p:attrNameLst>
                                      </p:cBhvr>
                                      <p:to>
                                        <p:strVal val="visible"/>
                                      </p:to>
                                    </p:set>
                                  </p:childTnLst>
                                </p:cTn>
                              </p:par>
                              <p:par>
                                <p:cTn id="1593" presetID="1" presetClass="entr" presetSubtype="0" fill="hold" nodeType="withEffect">
                                  <p:stCondLst>
                                    <p:cond delay="0"/>
                                  </p:stCondLst>
                                  <p:childTnLst>
                                    <p:set>
                                      <p:cBhvr>
                                        <p:cTn id="1594" dur="1" fill="hold">
                                          <p:stCondLst>
                                            <p:cond delay="0"/>
                                          </p:stCondLst>
                                        </p:cTn>
                                        <p:tgtEl>
                                          <p:spTgt spid="801"/>
                                        </p:tgtEl>
                                        <p:attrNameLst>
                                          <p:attrName>style.visibility</p:attrName>
                                        </p:attrNameLst>
                                      </p:cBhvr>
                                      <p:to>
                                        <p:strVal val="visible"/>
                                      </p:to>
                                    </p:set>
                                  </p:childTnLst>
                                </p:cTn>
                              </p:par>
                              <p:par>
                                <p:cTn id="1595" presetID="1" presetClass="entr" presetSubtype="0" fill="hold" nodeType="withEffect">
                                  <p:stCondLst>
                                    <p:cond delay="0"/>
                                  </p:stCondLst>
                                  <p:childTnLst>
                                    <p:set>
                                      <p:cBhvr>
                                        <p:cTn id="1596" dur="1" fill="hold">
                                          <p:stCondLst>
                                            <p:cond delay="0"/>
                                          </p:stCondLst>
                                        </p:cTn>
                                        <p:tgtEl>
                                          <p:spTgt spid="802"/>
                                        </p:tgtEl>
                                        <p:attrNameLst>
                                          <p:attrName>style.visibility</p:attrName>
                                        </p:attrNameLst>
                                      </p:cBhvr>
                                      <p:to>
                                        <p:strVal val="visible"/>
                                      </p:to>
                                    </p:set>
                                  </p:childTnLst>
                                </p:cTn>
                              </p:par>
                              <p:par>
                                <p:cTn id="1597" presetID="1" presetClass="entr" presetSubtype="0" fill="hold" nodeType="withEffect">
                                  <p:stCondLst>
                                    <p:cond delay="0"/>
                                  </p:stCondLst>
                                  <p:childTnLst>
                                    <p:set>
                                      <p:cBhvr>
                                        <p:cTn id="1598" dur="1" fill="hold">
                                          <p:stCondLst>
                                            <p:cond delay="0"/>
                                          </p:stCondLst>
                                        </p:cTn>
                                        <p:tgtEl>
                                          <p:spTgt spid="803"/>
                                        </p:tgtEl>
                                        <p:attrNameLst>
                                          <p:attrName>style.visibility</p:attrName>
                                        </p:attrNameLst>
                                      </p:cBhvr>
                                      <p:to>
                                        <p:strVal val="visible"/>
                                      </p:to>
                                    </p:set>
                                  </p:childTnLst>
                                </p:cTn>
                              </p:par>
                              <p:par>
                                <p:cTn id="1599" presetID="1" presetClass="entr" presetSubtype="0" fill="hold" nodeType="withEffect">
                                  <p:stCondLst>
                                    <p:cond delay="0"/>
                                  </p:stCondLst>
                                  <p:childTnLst>
                                    <p:set>
                                      <p:cBhvr>
                                        <p:cTn id="1600" dur="1" fill="hold">
                                          <p:stCondLst>
                                            <p:cond delay="0"/>
                                          </p:stCondLst>
                                        </p:cTn>
                                        <p:tgtEl>
                                          <p:spTgt spid="804"/>
                                        </p:tgtEl>
                                        <p:attrNameLst>
                                          <p:attrName>style.visibility</p:attrName>
                                        </p:attrNameLst>
                                      </p:cBhvr>
                                      <p:to>
                                        <p:strVal val="visible"/>
                                      </p:to>
                                    </p:set>
                                  </p:childTnLst>
                                </p:cTn>
                              </p:par>
                              <p:par>
                                <p:cTn id="1601" presetID="1" presetClass="entr" presetSubtype="0" fill="hold" nodeType="withEffect">
                                  <p:stCondLst>
                                    <p:cond delay="0"/>
                                  </p:stCondLst>
                                  <p:childTnLst>
                                    <p:set>
                                      <p:cBhvr>
                                        <p:cTn id="1602" dur="1" fill="hold">
                                          <p:stCondLst>
                                            <p:cond delay="0"/>
                                          </p:stCondLst>
                                        </p:cTn>
                                        <p:tgtEl>
                                          <p:spTgt spid="805"/>
                                        </p:tgtEl>
                                        <p:attrNameLst>
                                          <p:attrName>style.visibility</p:attrName>
                                        </p:attrNameLst>
                                      </p:cBhvr>
                                      <p:to>
                                        <p:strVal val="visible"/>
                                      </p:to>
                                    </p:set>
                                  </p:childTnLst>
                                </p:cTn>
                              </p:par>
                              <p:par>
                                <p:cTn id="1603" presetID="1" presetClass="entr" presetSubtype="0" fill="hold" nodeType="withEffect">
                                  <p:stCondLst>
                                    <p:cond delay="0"/>
                                  </p:stCondLst>
                                  <p:childTnLst>
                                    <p:set>
                                      <p:cBhvr>
                                        <p:cTn id="1604" dur="1" fill="hold">
                                          <p:stCondLst>
                                            <p:cond delay="0"/>
                                          </p:stCondLst>
                                        </p:cTn>
                                        <p:tgtEl>
                                          <p:spTgt spid="806"/>
                                        </p:tgtEl>
                                        <p:attrNameLst>
                                          <p:attrName>style.visibility</p:attrName>
                                        </p:attrNameLst>
                                      </p:cBhvr>
                                      <p:to>
                                        <p:strVal val="visible"/>
                                      </p:to>
                                    </p:set>
                                  </p:childTnLst>
                                </p:cTn>
                              </p:par>
                              <p:par>
                                <p:cTn id="1605" presetID="1" presetClass="entr" presetSubtype="0" fill="hold" nodeType="withEffect">
                                  <p:stCondLst>
                                    <p:cond delay="0"/>
                                  </p:stCondLst>
                                  <p:childTnLst>
                                    <p:set>
                                      <p:cBhvr>
                                        <p:cTn id="1606" dur="1" fill="hold">
                                          <p:stCondLst>
                                            <p:cond delay="0"/>
                                          </p:stCondLst>
                                        </p:cTn>
                                        <p:tgtEl>
                                          <p:spTgt spid="807"/>
                                        </p:tgtEl>
                                        <p:attrNameLst>
                                          <p:attrName>style.visibility</p:attrName>
                                        </p:attrNameLst>
                                      </p:cBhvr>
                                      <p:to>
                                        <p:strVal val="visible"/>
                                      </p:to>
                                    </p:set>
                                  </p:childTnLst>
                                </p:cTn>
                              </p:par>
                              <p:par>
                                <p:cTn id="1607" presetID="1" presetClass="entr" presetSubtype="0" fill="hold" nodeType="withEffect">
                                  <p:stCondLst>
                                    <p:cond delay="0"/>
                                  </p:stCondLst>
                                  <p:childTnLst>
                                    <p:set>
                                      <p:cBhvr>
                                        <p:cTn id="1608" dur="1" fill="hold">
                                          <p:stCondLst>
                                            <p:cond delay="0"/>
                                          </p:stCondLst>
                                        </p:cTn>
                                        <p:tgtEl>
                                          <p:spTgt spid="808"/>
                                        </p:tgtEl>
                                        <p:attrNameLst>
                                          <p:attrName>style.visibility</p:attrName>
                                        </p:attrNameLst>
                                      </p:cBhvr>
                                      <p:to>
                                        <p:strVal val="visible"/>
                                      </p:to>
                                    </p:set>
                                  </p:childTnLst>
                                </p:cTn>
                              </p:par>
                              <p:par>
                                <p:cTn id="1609" presetID="1" presetClass="entr" presetSubtype="0" fill="hold" nodeType="withEffect">
                                  <p:stCondLst>
                                    <p:cond delay="0"/>
                                  </p:stCondLst>
                                  <p:childTnLst>
                                    <p:set>
                                      <p:cBhvr>
                                        <p:cTn id="1610" dur="1" fill="hold">
                                          <p:stCondLst>
                                            <p:cond delay="0"/>
                                          </p:stCondLst>
                                        </p:cTn>
                                        <p:tgtEl>
                                          <p:spTgt spid="809"/>
                                        </p:tgtEl>
                                        <p:attrNameLst>
                                          <p:attrName>style.visibility</p:attrName>
                                        </p:attrNameLst>
                                      </p:cBhvr>
                                      <p:to>
                                        <p:strVal val="visible"/>
                                      </p:to>
                                    </p:set>
                                  </p:childTnLst>
                                </p:cTn>
                              </p:par>
                              <p:par>
                                <p:cTn id="1611" presetID="1" presetClass="entr" presetSubtype="0" fill="hold" nodeType="withEffect">
                                  <p:stCondLst>
                                    <p:cond delay="0"/>
                                  </p:stCondLst>
                                  <p:childTnLst>
                                    <p:set>
                                      <p:cBhvr>
                                        <p:cTn id="1612" dur="1" fill="hold">
                                          <p:stCondLst>
                                            <p:cond delay="0"/>
                                          </p:stCondLst>
                                        </p:cTn>
                                        <p:tgtEl>
                                          <p:spTgt spid="810"/>
                                        </p:tgtEl>
                                        <p:attrNameLst>
                                          <p:attrName>style.visibility</p:attrName>
                                        </p:attrNameLst>
                                      </p:cBhvr>
                                      <p:to>
                                        <p:strVal val="visible"/>
                                      </p:to>
                                    </p:set>
                                  </p:childTnLst>
                                </p:cTn>
                              </p:par>
                              <p:par>
                                <p:cTn id="1613" presetID="1" presetClass="entr" presetSubtype="0" fill="hold" nodeType="withEffect">
                                  <p:stCondLst>
                                    <p:cond delay="0"/>
                                  </p:stCondLst>
                                  <p:childTnLst>
                                    <p:set>
                                      <p:cBhvr>
                                        <p:cTn id="1614" dur="1" fill="hold">
                                          <p:stCondLst>
                                            <p:cond delay="0"/>
                                          </p:stCondLst>
                                        </p:cTn>
                                        <p:tgtEl>
                                          <p:spTgt spid="811"/>
                                        </p:tgtEl>
                                        <p:attrNameLst>
                                          <p:attrName>style.visibility</p:attrName>
                                        </p:attrNameLst>
                                      </p:cBhvr>
                                      <p:to>
                                        <p:strVal val="visible"/>
                                      </p:to>
                                    </p:set>
                                  </p:childTnLst>
                                </p:cTn>
                              </p:par>
                              <p:par>
                                <p:cTn id="1615" presetID="1" presetClass="entr" presetSubtype="0" fill="hold" nodeType="withEffect">
                                  <p:stCondLst>
                                    <p:cond delay="0"/>
                                  </p:stCondLst>
                                  <p:childTnLst>
                                    <p:set>
                                      <p:cBhvr>
                                        <p:cTn id="1616" dur="1" fill="hold">
                                          <p:stCondLst>
                                            <p:cond delay="0"/>
                                          </p:stCondLst>
                                        </p:cTn>
                                        <p:tgtEl>
                                          <p:spTgt spid="812"/>
                                        </p:tgtEl>
                                        <p:attrNameLst>
                                          <p:attrName>style.visibility</p:attrName>
                                        </p:attrNameLst>
                                      </p:cBhvr>
                                      <p:to>
                                        <p:strVal val="visible"/>
                                      </p:to>
                                    </p:set>
                                  </p:childTnLst>
                                </p:cTn>
                              </p:par>
                              <p:par>
                                <p:cTn id="1617" presetID="1" presetClass="entr" presetSubtype="0" fill="hold" nodeType="withEffect">
                                  <p:stCondLst>
                                    <p:cond delay="0"/>
                                  </p:stCondLst>
                                  <p:childTnLst>
                                    <p:set>
                                      <p:cBhvr>
                                        <p:cTn id="1618" dur="1" fill="hold">
                                          <p:stCondLst>
                                            <p:cond delay="0"/>
                                          </p:stCondLst>
                                        </p:cTn>
                                        <p:tgtEl>
                                          <p:spTgt spid="813"/>
                                        </p:tgtEl>
                                        <p:attrNameLst>
                                          <p:attrName>style.visibility</p:attrName>
                                        </p:attrNameLst>
                                      </p:cBhvr>
                                      <p:to>
                                        <p:strVal val="visible"/>
                                      </p:to>
                                    </p:set>
                                  </p:childTnLst>
                                </p:cTn>
                              </p:par>
                              <p:par>
                                <p:cTn id="1619" presetID="1" presetClass="entr" presetSubtype="0" fill="hold" nodeType="withEffect">
                                  <p:stCondLst>
                                    <p:cond delay="0"/>
                                  </p:stCondLst>
                                  <p:childTnLst>
                                    <p:set>
                                      <p:cBhvr>
                                        <p:cTn id="1620" dur="1" fill="hold">
                                          <p:stCondLst>
                                            <p:cond delay="0"/>
                                          </p:stCondLst>
                                        </p:cTn>
                                        <p:tgtEl>
                                          <p:spTgt spid="814"/>
                                        </p:tgtEl>
                                        <p:attrNameLst>
                                          <p:attrName>style.visibility</p:attrName>
                                        </p:attrNameLst>
                                      </p:cBhvr>
                                      <p:to>
                                        <p:strVal val="visible"/>
                                      </p:to>
                                    </p:set>
                                  </p:childTnLst>
                                </p:cTn>
                              </p:par>
                              <p:par>
                                <p:cTn id="1621" presetID="1" presetClass="entr" presetSubtype="0" fill="hold" nodeType="withEffect">
                                  <p:stCondLst>
                                    <p:cond delay="0"/>
                                  </p:stCondLst>
                                  <p:childTnLst>
                                    <p:set>
                                      <p:cBhvr>
                                        <p:cTn id="1622" dur="1" fill="hold">
                                          <p:stCondLst>
                                            <p:cond delay="0"/>
                                          </p:stCondLst>
                                        </p:cTn>
                                        <p:tgtEl>
                                          <p:spTgt spid="815"/>
                                        </p:tgtEl>
                                        <p:attrNameLst>
                                          <p:attrName>style.visibility</p:attrName>
                                        </p:attrNameLst>
                                      </p:cBhvr>
                                      <p:to>
                                        <p:strVal val="visible"/>
                                      </p:to>
                                    </p:set>
                                  </p:childTnLst>
                                </p:cTn>
                              </p:par>
                              <p:par>
                                <p:cTn id="1623" presetID="1" presetClass="entr" presetSubtype="0" fill="hold" nodeType="withEffect">
                                  <p:stCondLst>
                                    <p:cond delay="0"/>
                                  </p:stCondLst>
                                  <p:childTnLst>
                                    <p:set>
                                      <p:cBhvr>
                                        <p:cTn id="1624" dur="1" fill="hold">
                                          <p:stCondLst>
                                            <p:cond delay="0"/>
                                          </p:stCondLst>
                                        </p:cTn>
                                        <p:tgtEl>
                                          <p:spTgt spid="816"/>
                                        </p:tgtEl>
                                        <p:attrNameLst>
                                          <p:attrName>style.visibility</p:attrName>
                                        </p:attrNameLst>
                                      </p:cBhvr>
                                      <p:to>
                                        <p:strVal val="visible"/>
                                      </p:to>
                                    </p:set>
                                  </p:childTnLst>
                                </p:cTn>
                              </p:par>
                              <p:par>
                                <p:cTn id="1625" presetID="1" presetClass="entr" presetSubtype="0" fill="hold" nodeType="withEffect">
                                  <p:stCondLst>
                                    <p:cond delay="0"/>
                                  </p:stCondLst>
                                  <p:childTnLst>
                                    <p:set>
                                      <p:cBhvr>
                                        <p:cTn id="1626" dur="1" fill="hold">
                                          <p:stCondLst>
                                            <p:cond delay="0"/>
                                          </p:stCondLst>
                                        </p:cTn>
                                        <p:tgtEl>
                                          <p:spTgt spid="817"/>
                                        </p:tgtEl>
                                        <p:attrNameLst>
                                          <p:attrName>style.visibility</p:attrName>
                                        </p:attrNameLst>
                                      </p:cBhvr>
                                      <p:to>
                                        <p:strVal val="visible"/>
                                      </p:to>
                                    </p:set>
                                  </p:childTnLst>
                                </p:cTn>
                              </p:par>
                              <p:par>
                                <p:cTn id="1627" presetID="1" presetClass="entr" presetSubtype="0" fill="hold" nodeType="withEffect">
                                  <p:stCondLst>
                                    <p:cond delay="0"/>
                                  </p:stCondLst>
                                  <p:childTnLst>
                                    <p:set>
                                      <p:cBhvr>
                                        <p:cTn id="1628" dur="1" fill="hold">
                                          <p:stCondLst>
                                            <p:cond delay="0"/>
                                          </p:stCondLst>
                                        </p:cTn>
                                        <p:tgtEl>
                                          <p:spTgt spid="818"/>
                                        </p:tgtEl>
                                        <p:attrNameLst>
                                          <p:attrName>style.visibility</p:attrName>
                                        </p:attrNameLst>
                                      </p:cBhvr>
                                      <p:to>
                                        <p:strVal val="visible"/>
                                      </p:to>
                                    </p:set>
                                  </p:childTnLst>
                                </p:cTn>
                              </p:par>
                              <p:par>
                                <p:cTn id="1629" presetID="1" presetClass="entr" presetSubtype="0" fill="hold" nodeType="withEffect">
                                  <p:stCondLst>
                                    <p:cond delay="0"/>
                                  </p:stCondLst>
                                  <p:childTnLst>
                                    <p:set>
                                      <p:cBhvr>
                                        <p:cTn id="1630" dur="1" fill="hold">
                                          <p:stCondLst>
                                            <p:cond delay="0"/>
                                          </p:stCondLst>
                                        </p:cTn>
                                        <p:tgtEl>
                                          <p:spTgt spid="819"/>
                                        </p:tgtEl>
                                        <p:attrNameLst>
                                          <p:attrName>style.visibility</p:attrName>
                                        </p:attrNameLst>
                                      </p:cBhvr>
                                      <p:to>
                                        <p:strVal val="visible"/>
                                      </p:to>
                                    </p:set>
                                  </p:childTnLst>
                                </p:cTn>
                              </p:par>
                              <p:par>
                                <p:cTn id="1631" presetID="1" presetClass="entr" presetSubtype="0" fill="hold" nodeType="withEffect">
                                  <p:stCondLst>
                                    <p:cond delay="0"/>
                                  </p:stCondLst>
                                  <p:childTnLst>
                                    <p:set>
                                      <p:cBhvr>
                                        <p:cTn id="1632" dur="1" fill="hold">
                                          <p:stCondLst>
                                            <p:cond delay="0"/>
                                          </p:stCondLst>
                                        </p:cTn>
                                        <p:tgtEl>
                                          <p:spTgt spid="820"/>
                                        </p:tgtEl>
                                        <p:attrNameLst>
                                          <p:attrName>style.visibility</p:attrName>
                                        </p:attrNameLst>
                                      </p:cBhvr>
                                      <p:to>
                                        <p:strVal val="visible"/>
                                      </p:to>
                                    </p:set>
                                  </p:childTnLst>
                                </p:cTn>
                              </p:par>
                              <p:par>
                                <p:cTn id="1633" presetID="1" presetClass="entr" presetSubtype="0" fill="hold" nodeType="withEffect">
                                  <p:stCondLst>
                                    <p:cond delay="0"/>
                                  </p:stCondLst>
                                  <p:childTnLst>
                                    <p:set>
                                      <p:cBhvr>
                                        <p:cTn id="1634" dur="1" fill="hold">
                                          <p:stCondLst>
                                            <p:cond delay="0"/>
                                          </p:stCondLst>
                                        </p:cTn>
                                        <p:tgtEl>
                                          <p:spTgt spid="821"/>
                                        </p:tgtEl>
                                        <p:attrNameLst>
                                          <p:attrName>style.visibility</p:attrName>
                                        </p:attrNameLst>
                                      </p:cBhvr>
                                      <p:to>
                                        <p:strVal val="visible"/>
                                      </p:to>
                                    </p:set>
                                  </p:childTnLst>
                                </p:cTn>
                              </p:par>
                              <p:par>
                                <p:cTn id="1635" presetID="1" presetClass="entr" presetSubtype="0" fill="hold" nodeType="withEffect">
                                  <p:stCondLst>
                                    <p:cond delay="0"/>
                                  </p:stCondLst>
                                  <p:childTnLst>
                                    <p:set>
                                      <p:cBhvr>
                                        <p:cTn id="1636" dur="1" fill="hold">
                                          <p:stCondLst>
                                            <p:cond delay="0"/>
                                          </p:stCondLst>
                                        </p:cTn>
                                        <p:tgtEl>
                                          <p:spTgt spid="822"/>
                                        </p:tgtEl>
                                        <p:attrNameLst>
                                          <p:attrName>style.visibility</p:attrName>
                                        </p:attrNameLst>
                                      </p:cBhvr>
                                      <p:to>
                                        <p:strVal val="visible"/>
                                      </p:to>
                                    </p:set>
                                  </p:childTnLst>
                                </p:cTn>
                              </p:par>
                              <p:par>
                                <p:cTn id="1637" presetID="1" presetClass="entr" presetSubtype="0" fill="hold" nodeType="withEffect">
                                  <p:stCondLst>
                                    <p:cond delay="0"/>
                                  </p:stCondLst>
                                  <p:childTnLst>
                                    <p:set>
                                      <p:cBhvr>
                                        <p:cTn id="1638" dur="1" fill="hold">
                                          <p:stCondLst>
                                            <p:cond delay="0"/>
                                          </p:stCondLst>
                                        </p:cTn>
                                        <p:tgtEl>
                                          <p:spTgt spid="823"/>
                                        </p:tgtEl>
                                        <p:attrNameLst>
                                          <p:attrName>style.visibility</p:attrName>
                                        </p:attrNameLst>
                                      </p:cBhvr>
                                      <p:to>
                                        <p:strVal val="visible"/>
                                      </p:to>
                                    </p:set>
                                  </p:childTnLst>
                                </p:cTn>
                              </p:par>
                              <p:par>
                                <p:cTn id="1639" presetID="1" presetClass="entr" presetSubtype="0" fill="hold" nodeType="withEffect">
                                  <p:stCondLst>
                                    <p:cond delay="0"/>
                                  </p:stCondLst>
                                  <p:childTnLst>
                                    <p:set>
                                      <p:cBhvr>
                                        <p:cTn id="1640" dur="1" fill="hold">
                                          <p:stCondLst>
                                            <p:cond delay="0"/>
                                          </p:stCondLst>
                                        </p:cTn>
                                        <p:tgtEl>
                                          <p:spTgt spid="824"/>
                                        </p:tgtEl>
                                        <p:attrNameLst>
                                          <p:attrName>style.visibility</p:attrName>
                                        </p:attrNameLst>
                                      </p:cBhvr>
                                      <p:to>
                                        <p:strVal val="visible"/>
                                      </p:to>
                                    </p:set>
                                  </p:childTnLst>
                                </p:cTn>
                              </p:par>
                              <p:par>
                                <p:cTn id="1641" presetID="1" presetClass="entr" presetSubtype="0" fill="hold" nodeType="withEffect">
                                  <p:stCondLst>
                                    <p:cond delay="0"/>
                                  </p:stCondLst>
                                  <p:childTnLst>
                                    <p:set>
                                      <p:cBhvr>
                                        <p:cTn id="1642" dur="1" fill="hold">
                                          <p:stCondLst>
                                            <p:cond delay="0"/>
                                          </p:stCondLst>
                                        </p:cTn>
                                        <p:tgtEl>
                                          <p:spTgt spid="825"/>
                                        </p:tgtEl>
                                        <p:attrNameLst>
                                          <p:attrName>style.visibility</p:attrName>
                                        </p:attrNameLst>
                                      </p:cBhvr>
                                      <p:to>
                                        <p:strVal val="visible"/>
                                      </p:to>
                                    </p:set>
                                  </p:childTnLst>
                                </p:cTn>
                              </p:par>
                              <p:par>
                                <p:cTn id="1643" presetID="1" presetClass="entr" presetSubtype="0" fill="hold" nodeType="withEffect">
                                  <p:stCondLst>
                                    <p:cond delay="0"/>
                                  </p:stCondLst>
                                  <p:childTnLst>
                                    <p:set>
                                      <p:cBhvr>
                                        <p:cTn id="1644" dur="1" fill="hold">
                                          <p:stCondLst>
                                            <p:cond delay="0"/>
                                          </p:stCondLst>
                                        </p:cTn>
                                        <p:tgtEl>
                                          <p:spTgt spid="826"/>
                                        </p:tgtEl>
                                        <p:attrNameLst>
                                          <p:attrName>style.visibility</p:attrName>
                                        </p:attrNameLst>
                                      </p:cBhvr>
                                      <p:to>
                                        <p:strVal val="visible"/>
                                      </p:to>
                                    </p:set>
                                  </p:childTnLst>
                                </p:cTn>
                              </p:par>
                              <p:par>
                                <p:cTn id="1645" presetID="1" presetClass="entr" presetSubtype="0" fill="hold" nodeType="withEffect">
                                  <p:stCondLst>
                                    <p:cond delay="0"/>
                                  </p:stCondLst>
                                  <p:childTnLst>
                                    <p:set>
                                      <p:cBhvr>
                                        <p:cTn id="1646" dur="1" fill="hold">
                                          <p:stCondLst>
                                            <p:cond delay="0"/>
                                          </p:stCondLst>
                                        </p:cTn>
                                        <p:tgtEl>
                                          <p:spTgt spid="827"/>
                                        </p:tgtEl>
                                        <p:attrNameLst>
                                          <p:attrName>style.visibility</p:attrName>
                                        </p:attrNameLst>
                                      </p:cBhvr>
                                      <p:to>
                                        <p:strVal val="visible"/>
                                      </p:to>
                                    </p:set>
                                  </p:childTnLst>
                                </p:cTn>
                              </p:par>
                              <p:par>
                                <p:cTn id="1647" presetID="1" presetClass="entr" presetSubtype="0" fill="hold" nodeType="withEffect">
                                  <p:stCondLst>
                                    <p:cond delay="0"/>
                                  </p:stCondLst>
                                  <p:childTnLst>
                                    <p:set>
                                      <p:cBhvr>
                                        <p:cTn id="1648" dur="1" fill="hold">
                                          <p:stCondLst>
                                            <p:cond delay="0"/>
                                          </p:stCondLst>
                                        </p:cTn>
                                        <p:tgtEl>
                                          <p:spTgt spid="828"/>
                                        </p:tgtEl>
                                        <p:attrNameLst>
                                          <p:attrName>style.visibility</p:attrName>
                                        </p:attrNameLst>
                                      </p:cBhvr>
                                      <p:to>
                                        <p:strVal val="visible"/>
                                      </p:to>
                                    </p:set>
                                  </p:childTnLst>
                                </p:cTn>
                              </p:par>
                              <p:par>
                                <p:cTn id="1649" presetID="1" presetClass="entr" presetSubtype="0" fill="hold" nodeType="withEffect">
                                  <p:stCondLst>
                                    <p:cond delay="0"/>
                                  </p:stCondLst>
                                  <p:childTnLst>
                                    <p:set>
                                      <p:cBhvr>
                                        <p:cTn id="1650" dur="1" fill="hold">
                                          <p:stCondLst>
                                            <p:cond delay="0"/>
                                          </p:stCondLst>
                                        </p:cTn>
                                        <p:tgtEl>
                                          <p:spTgt spid="829"/>
                                        </p:tgtEl>
                                        <p:attrNameLst>
                                          <p:attrName>style.visibility</p:attrName>
                                        </p:attrNameLst>
                                      </p:cBhvr>
                                      <p:to>
                                        <p:strVal val="visible"/>
                                      </p:to>
                                    </p:set>
                                  </p:childTnLst>
                                </p:cTn>
                              </p:par>
                              <p:par>
                                <p:cTn id="1651" presetID="1" presetClass="entr" presetSubtype="0" fill="hold" nodeType="withEffect">
                                  <p:stCondLst>
                                    <p:cond delay="0"/>
                                  </p:stCondLst>
                                  <p:childTnLst>
                                    <p:set>
                                      <p:cBhvr>
                                        <p:cTn id="1652" dur="1" fill="hold">
                                          <p:stCondLst>
                                            <p:cond delay="0"/>
                                          </p:stCondLst>
                                        </p:cTn>
                                        <p:tgtEl>
                                          <p:spTgt spid="830"/>
                                        </p:tgtEl>
                                        <p:attrNameLst>
                                          <p:attrName>style.visibility</p:attrName>
                                        </p:attrNameLst>
                                      </p:cBhvr>
                                      <p:to>
                                        <p:strVal val="visible"/>
                                      </p:to>
                                    </p:set>
                                  </p:childTnLst>
                                </p:cTn>
                              </p:par>
                              <p:par>
                                <p:cTn id="1653" presetID="1" presetClass="entr" presetSubtype="0" fill="hold" nodeType="withEffect">
                                  <p:stCondLst>
                                    <p:cond delay="0"/>
                                  </p:stCondLst>
                                  <p:childTnLst>
                                    <p:set>
                                      <p:cBhvr>
                                        <p:cTn id="1654" dur="1" fill="hold">
                                          <p:stCondLst>
                                            <p:cond delay="0"/>
                                          </p:stCondLst>
                                        </p:cTn>
                                        <p:tgtEl>
                                          <p:spTgt spid="831"/>
                                        </p:tgtEl>
                                        <p:attrNameLst>
                                          <p:attrName>style.visibility</p:attrName>
                                        </p:attrNameLst>
                                      </p:cBhvr>
                                      <p:to>
                                        <p:strVal val="visible"/>
                                      </p:to>
                                    </p:set>
                                  </p:childTnLst>
                                </p:cTn>
                              </p:par>
                              <p:par>
                                <p:cTn id="1655" presetID="1" presetClass="entr" presetSubtype="0" fill="hold" nodeType="withEffect">
                                  <p:stCondLst>
                                    <p:cond delay="0"/>
                                  </p:stCondLst>
                                  <p:childTnLst>
                                    <p:set>
                                      <p:cBhvr>
                                        <p:cTn id="1656" dur="1" fill="hold">
                                          <p:stCondLst>
                                            <p:cond delay="0"/>
                                          </p:stCondLst>
                                        </p:cTn>
                                        <p:tgtEl>
                                          <p:spTgt spid="832"/>
                                        </p:tgtEl>
                                        <p:attrNameLst>
                                          <p:attrName>style.visibility</p:attrName>
                                        </p:attrNameLst>
                                      </p:cBhvr>
                                      <p:to>
                                        <p:strVal val="visible"/>
                                      </p:to>
                                    </p:set>
                                  </p:childTnLst>
                                </p:cTn>
                              </p:par>
                              <p:par>
                                <p:cTn id="1657" presetID="1" presetClass="entr" presetSubtype="0" fill="hold" nodeType="withEffect">
                                  <p:stCondLst>
                                    <p:cond delay="0"/>
                                  </p:stCondLst>
                                  <p:childTnLst>
                                    <p:set>
                                      <p:cBhvr>
                                        <p:cTn id="1658" dur="1" fill="hold">
                                          <p:stCondLst>
                                            <p:cond delay="0"/>
                                          </p:stCondLst>
                                        </p:cTn>
                                        <p:tgtEl>
                                          <p:spTgt spid="833"/>
                                        </p:tgtEl>
                                        <p:attrNameLst>
                                          <p:attrName>style.visibility</p:attrName>
                                        </p:attrNameLst>
                                      </p:cBhvr>
                                      <p:to>
                                        <p:strVal val="visible"/>
                                      </p:to>
                                    </p:set>
                                  </p:childTnLst>
                                </p:cTn>
                              </p:par>
                              <p:par>
                                <p:cTn id="1659" presetID="1" presetClass="entr" presetSubtype="0" fill="hold" nodeType="withEffect">
                                  <p:stCondLst>
                                    <p:cond delay="0"/>
                                  </p:stCondLst>
                                  <p:childTnLst>
                                    <p:set>
                                      <p:cBhvr>
                                        <p:cTn id="1660" dur="1" fill="hold">
                                          <p:stCondLst>
                                            <p:cond delay="0"/>
                                          </p:stCondLst>
                                        </p:cTn>
                                        <p:tgtEl>
                                          <p:spTgt spid="834"/>
                                        </p:tgtEl>
                                        <p:attrNameLst>
                                          <p:attrName>style.visibility</p:attrName>
                                        </p:attrNameLst>
                                      </p:cBhvr>
                                      <p:to>
                                        <p:strVal val="visible"/>
                                      </p:to>
                                    </p:set>
                                  </p:childTnLst>
                                </p:cTn>
                              </p:par>
                              <p:par>
                                <p:cTn id="1661" presetID="1" presetClass="entr" presetSubtype="0" fill="hold" nodeType="withEffect">
                                  <p:stCondLst>
                                    <p:cond delay="0"/>
                                  </p:stCondLst>
                                  <p:childTnLst>
                                    <p:set>
                                      <p:cBhvr>
                                        <p:cTn id="1662" dur="1" fill="hold">
                                          <p:stCondLst>
                                            <p:cond delay="0"/>
                                          </p:stCondLst>
                                        </p:cTn>
                                        <p:tgtEl>
                                          <p:spTgt spid="835"/>
                                        </p:tgtEl>
                                        <p:attrNameLst>
                                          <p:attrName>style.visibility</p:attrName>
                                        </p:attrNameLst>
                                      </p:cBhvr>
                                      <p:to>
                                        <p:strVal val="visible"/>
                                      </p:to>
                                    </p:set>
                                  </p:childTnLst>
                                </p:cTn>
                              </p:par>
                              <p:par>
                                <p:cTn id="1663" presetID="1" presetClass="entr" presetSubtype="0" fill="hold" nodeType="withEffect">
                                  <p:stCondLst>
                                    <p:cond delay="0"/>
                                  </p:stCondLst>
                                  <p:childTnLst>
                                    <p:set>
                                      <p:cBhvr>
                                        <p:cTn id="1664" dur="1" fill="hold">
                                          <p:stCondLst>
                                            <p:cond delay="0"/>
                                          </p:stCondLst>
                                        </p:cTn>
                                        <p:tgtEl>
                                          <p:spTgt spid="836"/>
                                        </p:tgtEl>
                                        <p:attrNameLst>
                                          <p:attrName>style.visibility</p:attrName>
                                        </p:attrNameLst>
                                      </p:cBhvr>
                                      <p:to>
                                        <p:strVal val="visible"/>
                                      </p:to>
                                    </p:set>
                                  </p:childTnLst>
                                </p:cTn>
                              </p:par>
                              <p:par>
                                <p:cTn id="1665" presetID="1" presetClass="entr" presetSubtype="0" fill="hold" nodeType="withEffect">
                                  <p:stCondLst>
                                    <p:cond delay="0"/>
                                  </p:stCondLst>
                                  <p:childTnLst>
                                    <p:set>
                                      <p:cBhvr>
                                        <p:cTn id="1666" dur="1" fill="hold">
                                          <p:stCondLst>
                                            <p:cond delay="0"/>
                                          </p:stCondLst>
                                        </p:cTn>
                                        <p:tgtEl>
                                          <p:spTgt spid="837"/>
                                        </p:tgtEl>
                                        <p:attrNameLst>
                                          <p:attrName>style.visibility</p:attrName>
                                        </p:attrNameLst>
                                      </p:cBhvr>
                                      <p:to>
                                        <p:strVal val="visible"/>
                                      </p:to>
                                    </p:set>
                                  </p:childTnLst>
                                </p:cTn>
                              </p:par>
                              <p:par>
                                <p:cTn id="1667" presetID="1" presetClass="entr" presetSubtype="0" fill="hold" nodeType="withEffect">
                                  <p:stCondLst>
                                    <p:cond delay="0"/>
                                  </p:stCondLst>
                                  <p:childTnLst>
                                    <p:set>
                                      <p:cBhvr>
                                        <p:cTn id="1668" dur="1" fill="hold">
                                          <p:stCondLst>
                                            <p:cond delay="0"/>
                                          </p:stCondLst>
                                        </p:cTn>
                                        <p:tgtEl>
                                          <p:spTgt spid="838"/>
                                        </p:tgtEl>
                                        <p:attrNameLst>
                                          <p:attrName>style.visibility</p:attrName>
                                        </p:attrNameLst>
                                      </p:cBhvr>
                                      <p:to>
                                        <p:strVal val="visible"/>
                                      </p:to>
                                    </p:set>
                                  </p:childTnLst>
                                </p:cTn>
                              </p:par>
                              <p:par>
                                <p:cTn id="1669" presetID="1" presetClass="entr" presetSubtype="0" fill="hold" nodeType="withEffect">
                                  <p:stCondLst>
                                    <p:cond delay="0"/>
                                  </p:stCondLst>
                                  <p:childTnLst>
                                    <p:set>
                                      <p:cBhvr>
                                        <p:cTn id="1670" dur="1" fill="hold">
                                          <p:stCondLst>
                                            <p:cond delay="0"/>
                                          </p:stCondLst>
                                        </p:cTn>
                                        <p:tgtEl>
                                          <p:spTgt spid="839"/>
                                        </p:tgtEl>
                                        <p:attrNameLst>
                                          <p:attrName>style.visibility</p:attrName>
                                        </p:attrNameLst>
                                      </p:cBhvr>
                                      <p:to>
                                        <p:strVal val="visible"/>
                                      </p:to>
                                    </p:set>
                                  </p:childTnLst>
                                </p:cTn>
                              </p:par>
                              <p:par>
                                <p:cTn id="1671" presetID="1" presetClass="entr" presetSubtype="0" fill="hold" nodeType="withEffect">
                                  <p:stCondLst>
                                    <p:cond delay="0"/>
                                  </p:stCondLst>
                                  <p:childTnLst>
                                    <p:set>
                                      <p:cBhvr>
                                        <p:cTn id="1672" dur="1" fill="hold">
                                          <p:stCondLst>
                                            <p:cond delay="0"/>
                                          </p:stCondLst>
                                        </p:cTn>
                                        <p:tgtEl>
                                          <p:spTgt spid="840"/>
                                        </p:tgtEl>
                                        <p:attrNameLst>
                                          <p:attrName>style.visibility</p:attrName>
                                        </p:attrNameLst>
                                      </p:cBhvr>
                                      <p:to>
                                        <p:strVal val="visible"/>
                                      </p:to>
                                    </p:set>
                                  </p:childTnLst>
                                </p:cTn>
                              </p:par>
                              <p:par>
                                <p:cTn id="1673" presetID="1" presetClass="entr" presetSubtype="0" fill="hold" nodeType="withEffect">
                                  <p:stCondLst>
                                    <p:cond delay="0"/>
                                  </p:stCondLst>
                                  <p:childTnLst>
                                    <p:set>
                                      <p:cBhvr>
                                        <p:cTn id="1674" dur="1" fill="hold">
                                          <p:stCondLst>
                                            <p:cond delay="0"/>
                                          </p:stCondLst>
                                        </p:cTn>
                                        <p:tgtEl>
                                          <p:spTgt spid="841"/>
                                        </p:tgtEl>
                                        <p:attrNameLst>
                                          <p:attrName>style.visibility</p:attrName>
                                        </p:attrNameLst>
                                      </p:cBhvr>
                                      <p:to>
                                        <p:strVal val="visible"/>
                                      </p:to>
                                    </p:set>
                                  </p:childTnLst>
                                </p:cTn>
                              </p:par>
                              <p:par>
                                <p:cTn id="1675" presetID="1" presetClass="entr" presetSubtype="0" fill="hold" nodeType="withEffect">
                                  <p:stCondLst>
                                    <p:cond delay="0"/>
                                  </p:stCondLst>
                                  <p:childTnLst>
                                    <p:set>
                                      <p:cBhvr>
                                        <p:cTn id="1676" dur="1" fill="hold">
                                          <p:stCondLst>
                                            <p:cond delay="0"/>
                                          </p:stCondLst>
                                        </p:cTn>
                                        <p:tgtEl>
                                          <p:spTgt spid="842"/>
                                        </p:tgtEl>
                                        <p:attrNameLst>
                                          <p:attrName>style.visibility</p:attrName>
                                        </p:attrNameLst>
                                      </p:cBhvr>
                                      <p:to>
                                        <p:strVal val="visible"/>
                                      </p:to>
                                    </p:set>
                                  </p:childTnLst>
                                </p:cTn>
                              </p:par>
                              <p:par>
                                <p:cTn id="1677" presetID="1" presetClass="entr" presetSubtype="0" fill="hold" nodeType="withEffect">
                                  <p:stCondLst>
                                    <p:cond delay="0"/>
                                  </p:stCondLst>
                                  <p:childTnLst>
                                    <p:set>
                                      <p:cBhvr>
                                        <p:cTn id="1678" dur="1" fill="hold">
                                          <p:stCondLst>
                                            <p:cond delay="0"/>
                                          </p:stCondLst>
                                        </p:cTn>
                                        <p:tgtEl>
                                          <p:spTgt spid="843"/>
                                        </p:tgtEl>
                                        <p:attrNameLst>
                                          <p:attrName>style.visibility</p:attrName>
                                        </p:attrNameLst>
                                      </p:cBhvr>
                                      <p:to>
                                        <p:strVal val="visible"/>
                                      </p:to>
                                    </p:set>
                                  </p:childTnLst>
                                </p:cTn>
                              </p:par>
                              <p:par>
                                <p:cTn id="1679" presetID="1" presetClass="entr" presetSubtype="0" fill="hold" nodeType="withEffect">
                                  <p:stCondLst>
                                    <p:cond delay="0"/>
                                  </p:stCondLst>
                                  <p:childTnLst>
                                    <p:set>
                                      <p:cBhvr>
                                        <p:cTn id="1680" dur="1" fill="hold">
                                          <p:stCondLst>
                                            <p:cond delay="0"/>
                                          </p:stCondLst>
                                        </p:cTn>
                                        <p:tgtEl>
                                          <p:spTgt spid="844"/>
                                        </p:tgtEl>
                                        <p:attrNameLst>
                                          <p:attrName>style.visibility</p:attrName>
                                        </p:attrNameLst>
                                      </p:cBhvr>
                                      <p:to>
                                        <p:strVal val="visible"/>
                                      </p:to>
                                    </p:set>
                                  </p:childTnLst>
                                </p:cTn>
                              </p:par>
                              <p:par>
                                <p:cTn id="1681" presetID="1" presetClass="entr" presetSubtype="0" fill="hold" nodeType="withEffect">
                                  <p:stCondLst>
                                    <p:cond delay="0"/>
                                  </p:stCondLst>
                                  <p:childTnLst>
                                    <p:set>
                                      <p:cBhvr>
                                        <p:cTn id="1682" dur="1" fill="hold">
                                          <p:stCondLst>
                                            <p:cond delay="0"/>
                                          </p:stCondLst>
                                        </p:cTn>
                                        <p:tgtEl>
                                          <p:spTgt spid="845"/>
                                        </p:tgtEl>
                                        <p:attrNameLst>
                                          <p:attrName>style.visibility</p:attrName>
                                        </p:attrNameLst>
                                      </p:cBhvr>
                                      <p:to>
                                        <p:strVal val="visible"/>
                                      </p:to>
                                    </p:set>
                                  </p:childTnLst>
                                </p:cTn>
                              </p:par>
                              <p:par>
                                <p:cTn id="1683" presetID="1" presetClass="entr" presetSubtype="0" fill="hold" nodeType="withEffect">
                                  <p:stCondLst>
                                    <p:cond delay="0"/>
                                  </p:stCondLst>
                                  <p:childTnLst>
                                    <p:set>
                                      <p:cBhvr>
                                        <p:cTn id="1684" dur="1" fill="hold">
                                          <p:stCondLst>
                                            <p:cond delay="0"/>
                                          </p:stCondLst>
                                        </p:cTn>
                                        <p:tgtEl>
                                          <p:spTgt spid="846"/>
                                        </p:tgtEl>
                                        <p:attrNameLst>
                                          <p:attrName>style.visibility</p:attrName>
                                        </p:attrNameLst>
                                      </p:cBhvr>
                                      <p:to>
                                        <p:strVal val="visible"/>
                                      </p:to>
                                    </p:set>
                                  </p:childTnLst>
                                </p:cTn>
                              </p:par>
                              <p:par>
                                <p:cTn id="1685" presetID="1" presetClass="entr" presetSubtype="0" fill="hold" nodeType="withEffect">
                                  <p:stCondLst>
                                    <p:cond delay="0"/>
                                  </p:stCondLst>
                                  <p:childTnLst>
                                    <p:set>
                                      <p:cBhvr>
                                        <p:cTn id="1686" dur="1" fill="hold">
                                          <p:stCondLst>
                                            <p:cond delay="0"/>
                                          </p:stCondLst>
                                        </p:cTn>
                                        <p:tgtEl>
                                          <p:spTgt spid="847"/>
                                        </p:tgtEl>
                                        <p:attrNameLst>
                                          <p:attrName>style.visibility</p:attrName>
                                        </p:attrNameLst>
                                      </p:cBhvr>
                                      <p:to>
                                        <p:strVal val="visible"/>
                                      </p:to>
                                    </p:set>
                                  </p:childTnLst>
                                </p:cTn>
                              </p:par>
                              <p:par>
                                <p:cTn id="1687" presetID="1" presetClass="entr" presetSubtype="0" fill="hold" nodeType="withEffect">
                                  <p:stCondLst>
                                    <p:cond delay="0"/>
                                  </p:stCondLst>
                                  <p:childTnLst>
                                    <p:set>
                                      <p:cBhvr>
                                        <p:cTn id="1688" dur="1" fill="hold">
                                          <p:stCondLst>
                                            <p:cond delay="0"/>
                                          </p:stCondLst>
                                        </p:cTn>
                                        <p:tgtEl>
                                          <p:spTgt spid="848"/>
                                        </p:tgtEl>
                                        <p:attrNameLst>
                                          <p:attrName>style.visibility</p:attrName>
                                        </p:attrNameLst>
                                      </p:cBhvr>
                                      <p:to>
                                        <p:strVal val="visible"/>
                                      </p:to>
                                    </p:set>
                                  </p:childTnLst>
                                </p:cTn>
                              </p:par>
                              <p:par>
                                <p:cTn id="1689" presetID="1" presetClass="entr" presetSubtype="0" fill="hold" nodeType="withEffect">
                                  <p:stCondLst>
                                    <p:cond delay="0"/>
                                  </p:stCondLst>
                                  <p:childTnLst>
                                    <p:set>
                                      <p:cBhvr>
                                        <p:cTn id="1690" dur="1" fill="hold">
                                          <p:stCondLst>
                                            <p:cond delay="0"/>
                                          </p:stCondLst>
                                        </p:cTn>
                                        <p:tgtEl>
                                          <p:spTgt spid="849"/>
                                        </p:tgtEl>
                                        <p:attrNameLst>
                                          <p:attrName>style.visibility</p:attrName>
                                        </p:attrNameLst>
                                      </p:cBhvr>
                                      <p:to>
                                        <p:strVal val="visible"/>
                                      </p:to>
                                    </p:set>
                                  </p:childTnLst>
                                </p:cTn>
                              </p:par>
                              <p:par>
                                <p:cTn id="1691" presetID="1" presetClass="entr" presetSubtype="0" fill="hold" nodeType="withEffect">
                                  <p:stCondLst>
                                    <p:cond delay="0"/>
                                  </p:stCondLst>
                                  <p:childTnLst>
                                    <p:set>
                                      <p:cBhvr>
                                        <p:cTn id="1692" dur="1" fill="hold">
                                          <p:stCondLst>
                                            <p:cond delay="0"/>
                                          </p:stCondLst>
                                        </p:cTn>
                                        <p:tgtEl>
                                          <p:spTgt spid="850"/>
                                        </p:tgtEl>
                                        <p:attrNameLst>
                                          <p:attrName>style.visibility</p:attrName>
                                        </p:attrNameLst>
                                      </p:cBhvr>
                                      <p:to>
                                        <p:strVal val="visible"/>
                                      </p:to>
                                    </p:set>
                                  </p:childTnLst>
                                </p:cTn>
                              </p:par>
                              <p:par>
                                <p:cTn id="1693" presetID="1" presetClass="entr" presetSubtype="0" fill="hold" nodeType="withEffect">
                                  <p:stCondLst>
                                    <p:cond delay="0"/>
                                  </p:stCondLst>
                                  <p:childTnLst>
                                    <p:set>
                                      <p:cBhvr>
                                        <p:cTn id="1694" dur="1" fill="hold">
                                          <p:stCondLst>
                                            <p:cond delay="0"/>
                                          </p:stCondLst>
                                        </p:cTn>
                                        <p:tgtEl>
                                          <p:spTgt spid="851"/>
                                        </p:tgtEl>
                                        <p:attrNameLst>
                                          <p:attrName>style.visibility</p:attrName>
                                        </p:attrNameLst>
                                      </p:cBhvr>
                                      <p:to>
                                        <p:strVal val="visible"/>
                                      </p:to>
                                    </p:set>
                                  </p:childTnLst>
                                </p:cTn>
                              </p:par>
                              <p:par>
                                <p:cTn id="1695" presetID="1" presetClass="entr" presetSubtype="0" fill="hold" nodeType="withEffect">
                                  <p:stCondLst>
                                    <p:cond delay="0"/>
                                  </p:stCondLst>
                                  <p:childTnLst>
                                    <p:set>
                                      <p:cBhvr>
                                        <p:cTn id="1696" dur="1" fill="hold">
                                          <p:stCondLst>
                                            <p:cond delay="0"/>
                                          </p:stCondLst>
                                        </p:cTn>
                                        <p:tgtEl>
                                          <p:spTgt spid="852"/>
                                        </p:tgtEl>
                                        <p:attrNameLst>
                                          <p:attrName>style.visibility</p:attrName>
                                        </p:attrNameLst>
                                      </p:cBhvr>
                                      <p:to>
                                        <p:strVal val="visible"/>
                                      </p:to>
                                    </p:set>
                                  </p:childTnLst>
                                </p:cTn>
                              </p:par>
                              <p:par>
                                <p:cTn id="1697" presetID="1" presetClass="entr" presetSubtype="0" fill="hold" nodeType="withEffect">
                                  <p:stCondLst>
                                    <p:cond delay="0"/>
                                  </p:stCondLst>
                                  <p:childTnLst>
                                    <p:set>
                                      <p:cBhvr>
                                        <p:cTn id="1698" dur="1" fill="hold">
                                          <p:stCondLst>
                                            <p:cond delay="0"/>
                                          </p:stCondLst>
                                        </p:cTn>
                                        <p:tgtEl>
                                          <p:spTgt spid="853"/>
                                        </p:tgtEl>
                                        <p:attrNameLst>
                                          <p:attrName>style.visibility</p:attrName>
                                        </p:attrNameLst>
                                      </p:cBhvr>
                                      <p:to>
                                        <p:strVal val="visible"/>
                                      </p:to>
                                    </p:set>
                                  </p:childTnLst>
                                </p:cTn>
                              </p:par>
                              <p:par>
                                <p:cTn id="1699" presetID="1" presetClass="entr" presetSubtype="0" fill="hold" nodeType="withEffect">
                                  <p:stCondLst>
                                    <p:cond delay="0"/>
                                  </p:stCondLst>
                                  <p:childTnLst>
                                    <p:set>
                                      <p:cBhvr>
                                        <p:cTn id="1700" dur="1" fill="hold">
                                          <p:stCondLst>
                                            <p:cond delay="0"/>
                                          </p:stCondLst>
                                        </p:cTn>
                                        <p:tgtEl>
                                          <p:spTgt spid="854"/>
                                        </p:tgtEl>
                                        <p:attrNameLst>
                                          <p:attrName>style.visibility</p:attrName>
                                        </p:attrNameLst>
                                      </p:cBhvr>
                                      <p:to>
                                        <p:strVal val="visible"/>
                                      </p:to>
                                    </p:set>
                                  </p:childTnLst>
                                </p:cTn>
                              </p:par>
                              <p:par>
                                <p:cTn id="1701" presetID="1" presetClass="entr" presetSubtype="0" fill="hold" nodeType="withEffect">
                                  <p:stCondLst>
                                    <p:cond delay="0"/>
                                  </p:stCondLst>
                                  <p:childTnLst>
                                    <p:set>
                                      <p:cBhvr>
                                        <p:cTn id="1702" dur="1" fill="hold">
                                          <p:stCondLst>
                                            <p:cond delay="0"/>
                                          </p:stCondLst>
                                        </p:cTn>
                                        <p:tgtEl>
                                          <p:spTgt spid="855"/>
                                        </p:tgtEl>
                                        <p:attrNameLst>
                                          <p:attrName>style.visibility</p:attrName>
                                        </p:attrNameLst>
                                      </p:cBhvr>
                                      <p:to>
                                        <p:strVal val="visible"/>
                                      </p:to>
                                    </p:set>
                                  </p:childTnLst>
                                </p:cTn>
                              </p:par>
                              <p:par>
                                <p:cTn id="1703" presetID="1" presetClass="entr" presetSubtype="0" fill="hold" nodeType="withEffect">
                                  <p:stCondLst>
                                    <p:cond delay="0"/>
                                  </p:stCondLst>
                                  <p:childTnLst>
                                    <p:set>
                                      <p:cBhvr>
                                        <p:cTn id="1704" dur="1" fill="hold">
                                          <p:stCondLst>
                                            <p:cond delay="0"/>
                                          </p:stCondLst>
                                        </p:cTn>
                                        <p:tgtEl>
                                          <p:spTgt spid="856"/>
                                        </p:tgtEl>
                                        <p:attrNameLst>
                                          <p:attrName>style.visibility</p:attrName>
                                        </p:attrNameLst>
                                      </p:cBhvr>
                                      <p:to>
                                        <p:strVal val="visible"/>
                                      </p:to>
                                    </p:set>
                                  </p:childTnLst>
                                </p:cTn>
                              </p:par>
                              <p:par>
                                <p:cTn id="1705" presetID="1" presetClass="entr" presetSubtype="0" fill="hold" nodeType="withEffect">
                                  <p:stCondLst>
                                    <p:cond delay="0"/>
                                  </p:stCondLst>
                                  <p:childTnLst>
                                    <p:set>
                                      <p:cBhvr>
                                        <p:cTn id="1706" dur="1" fill="hold">
                                          <p:stCondLst>
                                            <p:cond delay="0"/>
                                          </p:stCondLst>
                                        </p:cTn>
                                        <p:tgtEl>
                                          <p:spTgt spid="857"/>
                                        </p:tgtEl>
                                        <p:attrNameLst>
                                          <p:attrName>style.visibility</p:attrName>
                                        </p:attrNameLst>
                                      </p:cBhvr>
                                      <p:to>
                                        <p:strVal val="visible"/>
                                      </p:to>
                                    </p:set>
                                  </p:childTnLst>
                                </p:cTn>
                              </p:par>
                              <p:par>
                                <p:cTn id="1707" presetID="1" presetClass="entr" presetSubtype="0" fill="hold" nodeType="withEffect">
                                  <p:stCondLst>
                                    <p:cond delay="0"/>
                                  </p:stCondLst>
                                  <p:childTnLst>
                                    <p:set>
                                      <p:cBhvr>
                                        <p:cTn id="1708" dur="1" fill="hold">
                                          <p:stCondLst>
                                            <p:cond delay="0"/>
                                          </p:stCondLst>
                                        </p:cTn>
                                        <p:tgtEl>
                                          <p:spTgt spid="858"/>
                                        </p:tgtEl>
                                        <p:attrNameLst>
                                          <p:attrName>style.visibility</p:attrName>
                                        </p:attrNameLst>
                                      </p:cBhvr>
                                      <p:to>
                                        <p:strVal val="visible"/>
                                      </p:to>
                                    </p:set>
                                  </p:childTnLst>
                                </p:cTn>
                              </p:par>
                              <p:par>
                                <p:cTn id="1709" presetID="1" presetClass="entr" presetSubtype="0" fill="hold" nodeType="withEffect">
                                  <p:stCondLst>
                                    <p:cond delay="0"/>
                                  </p:stCondLst>
                                  <p:childTnLst>
                                    <p:set>
                                      <p:cBhvr>
                                        <p:cTn id="1710" dur="1" fill="hold">
                                          <p:stCondLst>
                                            <p:cond delay="0"/>
                                          </p:stCondLst>
                                        </p:cTn>
                                        <p:tgtEl>
                                          <p:spTgt spid="859"/>
                                        </p:tgtEl>
                                        <p:attrNameLst>
                                          <p:attrName>style.visibility</p:attrName>
                                        </p:attrNameLst>
                                      </p:cBhvr>
                                      <p:to>
                                        <p:strVal val="visible"/>
                                      </p:to>
                                    </p:set>
                                  </p:childTnLst>
                                </p:cTn>
                              </p:par>
                              <p:par>
                                <p:cTn id="1711" presetID="1" presetClass="entr" presetSubtype="0" fill="hold" nodeType="withEffect">
                                  <p:stCondLst>
                                    <p:cond delay="0"/>
                                  </p:stCondLst>
                                  <p:childTnLst>
                                    <p:set>
                                      <p:cBhvr>
                                        <p:cTn id="1712" dur="1" fill="hold">
                                          <p:stCondLst>
                                            <p:cond delay="0"/>
                                          </p:stCondLst>
                                        </p:cTn>
                                        <p:tgtEl>
                                          <p:spTgt spid="860"/>
                                        </p:tgtEl>
                                        <p:attrNameLst>
                                          <p:attrName>style.visibility</p:attrName>
                                        </p:attrNameLst>
                                      </p:cBhvr>
                                      <p:to>
                                        <p:strVal val="visible"/>
                                      </p:to>
                                    </p:set>
                                  </p:childTnLst>
                                </p:cTn>
                              </p:par>
                              <p:par>
                                <p:cTn id="1713" presetID="1" presetClass="entr" presetSubtype="0" fill="hold" nodeType="withEffect">
                                  <p:stCondLst>
                                    <p:cond delay="0"/>
                                  </p:stCondLst>
                                  <p:childTnLst>
                                    <p:set>
                                      <p:cBhvr>
                                        <p:cTn id="1714" dur="1" fill="hold">
                                          <p:stCondLst>
                                            <p:cond delay="0"/>
                                          </p:stCondLst>
                                        </p:cTn>
                                        <p:tgtEl>
                                          <p:spTgt spid="861"/>
                                        </p:tgtEl>
                                        <p:attrNameLst>
                                          <p:attrName>style.visibility</p:attrName>
                                        </p:attrNameLst>
                                      </p:cBhvr>
                                      <p:to>
                                        <p:strVal val="visible"/>
                                      </p:to>
                                    </p:set>
                                  </p:childTnLst>
                                </p:cTn>
                              </p:par>
                              <p:par>
                                <p:cTn id="1715" presetID="1" presetClass="entr" presetSubtype="0" fill="hold" nodeType="withEffect">
                                  <p:stCondLst>
                                    <p:cond delay="0"/>
                                  </p:stCondLst>
                                  <p:childTnLst>
                                    <p:set>
                                      <p:cBhvr>
                                        <p:cTn id="1716" dur="1" fill="hold">
                                          <p:stCondLst>
                                            <p:cond delay="0"/>
                                          </p:stCondLst>
                                        </p:cTn>
                                        <p:tgtEl>
                                          <p:spTgt spid="862"/>
                                        </p:tgtEl>
                                        <p:attrNameLst>
                                          <p:attrName>style.visibility</p:attrName>
                                        </p:attrNameLst>
                                      </p:cBhvr>
                                      <p:to>
                                        <p:strVal val="visible"/>
                                      </p:to>
                                    </p:set>
                                  </p:childTnLst>
                                </p:cTn>
                              </p:par>
                              <p:par>
                                <p:cTn id="1717" presetID="1" presetClass="entr" presetSubtype="0" fill="hold" nodeType="withEffect">
                                  <p:stCondLst>
                                    <p:cond delay="0"/>
                                  </p:stCondLst>
                                  <p:childTnLst>
                                    <p:set>
                                      <p:cBhvr>
                                        <p:cTn id="1718" dur="1" fill="hold">
                                          <p:stCondLst>
                                            <p:cond delay="0"/>
                                          </p:stCondLst>
                                        </p:cTn>
                                        <p:tgtEl>
                                          <p:spTgt spid="863"/>
                                        </p:tgtEl>
                                        <p:attrNameLst>
                                          <p:attrName>style.visibility</p:attrName>
                                        </p:attrNameLst>
                                      </p:cBhvr>
                                      <p:to>
                                        <p:strVal val="visible"/>
                                      </p:to>
                                    </p:set>
                                  </p:childTnLst>
                                </p:cTn>
                              </p:par>
                              <p:par>
                                <p:cTn id="1719" presetID="1" presetClass="entr" presetSubtype="0" fill="hold" nodeType="withEffect">
                                  <p:stCondLst>
                                    <p:cond delay="0"/>
                                  </p:stCondLst>
                                  <p:childTnLst>
                                    <p:set>
                                      <p:cBhvr>
                                        <p:cTn id="1720" dur="1" fill="hold">
                                          <p:stCondLst>
                                            <p:cond delay="0"/>
                                          </p:stCondLst>
                                        </p:cTn>
                                        <p:tgtEl>
                                          <p:spTgt spid="864"/>
                                        </p:tgtEl>
                                        <p:attrNameLst>
                                          <p:attrName>style.visibility</p:attrName>
                                        </p:attrNameLst>
                                      </p:cBhvr>
                                      <p:to>
                                        <p:strVal val="visible"/>
                                      </p:to>
                                    </p:set>
                                  </p:childTnLst>
                                </p:cTn>
                              </p:par>
                              <p:par>
                                <p:cTn id="1721" presetID="1" presetClass="entr" presetSubtype="0" fill="hold" nodeType="withEffect">
                                  <p:stCondLst>
                                    <p:cond delay="0"/>
                                  </p:stCondLst>
                                  <p:childTnLst>
                                    <p:set>
                                      <p:cBhvr>
                                        <p:cTn id="1722" dur="1" fill="hold">
                                          <p:stCondLst>
                                            <p:cond delay="0"/>
                                          </p:stCondLst>
                                        </p:cTn>
                                        <p:tgtEl>
                                          <p:spTgt spid="865"/>
                                        </p:tgtEl>
                                        <p:attrNameLst>
                                          <p:attrName>style.visibility</p:attrName>
                                        </p:attrNameLst>
                                      </p:cBhvr>
                                      <p:to>
                                        <p:strVal val="visible"/>
                                      </p:to>
                                    </p:set>
                                  </p:childTnLst>
                                </p:cTn>
                              </p:par>
                              <p:par>
                                <p:cTn id="1723" presetID="1" presetClass="entr" presetSubtype="0" fill="hold" nodeType="withEffect">
                                  <p:stCondLst>
                                    <p:cond delay="0"/>
                                  </p:stCondLst>
                                  <p:childTnLst>
                                    <p:set>
                                      <p:cBhvr>
                                        <p:cTn id="1724" dur="1" fill="hold">
                                          <p:stCondLst>
                                            <p:cond delay="0"/>
                                          </p:stCondLst>
                                        </p:cTn>
                                        <p:tgtEl>
                                          <p:spTgt spid="866"/>
                                        </p:tgtEl>
                                        <p:attrNameLst>
                                          <p:attrName>style.visibility</p:attrName>
                                        </p:attrNameLst>
                                      </p:cBhvr>
                                      <p:to>
                                        <p:strVal val="visible"/>
                                      </p:to>
                                    </p:set>
                                  </p:childTnLst>
                                </p:cTn>
                              </p:par>
                              <p:par>
                                <p:cTn id="1725" presetID="1" presetClass="entr" presetSubtype="0" fill="hold" nodeType="withEffect">
                                  <p:stCondLst>
                                    <p:cond delay="0"/>
                                  </p:stCondLst>
                                  <p:childTnLst>
                                    <p:set>
                                      <p:cBhvr>
                                        <p:cTn id="1726" dur="1" fill="hold">
                                          <p:stCondLst>
                                            <p:cond delay="0"/>
                                          </p:stCondLst>
                                        </p:cTn>
                                        <p:tgtEl>
                                          <p:spTgt spid="867"/>
                                        </p:tgtEl>
                                        <p:attrNameLst>
                                          <p:attrName>style.visibility</p:attrName>
                                        </p:attrNameLst>
                                      </p:cBhvr>
                                      <p:to>
                                        <p:strVal val="visible"/>
                                      </p:to>
                                    </p:set>
                                  </p:childTnLst>
                                </p:cTn>
                              </p:par>
                              <p:par>
                                <p:cTn id="1727" presetID="1" presetClass="entr" presetSubtype="0" fill="hold" nodeType="withEffect">
                                  <p:stCondLst>
                                    <p:cond delay="0"/>
                                  </p:stCondLst>
                                  <p:childTnLst>
                                    <p:set>
                                      <p:cBhvr>
                                        <p:cTn id="1728" dur="1" fill="hold">
                                          <p:stCondLst>
                                            <p:cond delay="0"/>
                                          </p:stCondLst>
                                        </p:cTn>
                                        <p:tgtEl>
                                          <p:spTgt spid="868"/>
                                        </p:tgtEl>
                                        <p:attrNameLst>
                                          <p:attrName>style.visibility</p:attrName>
                                        </p:attrNameLst>
                                      </p:cBhvr>
                                      <p:to>
                                        <p:strVal val="visible"/>
                                      </p:to>
                                    </p:set>
                                  </p:childTnLst>
                                </p:cTn>
                              </p:par>
                              <p:par>
                                <p:cTn id="1729" presetID="1" presetClass="entr" presetSubtype="0" fill="hold" nodeType="withEffect">
                                  <p:stCondLst>
                                    <p:cond delay="0"/>
                                  </p:stCondLst>
                                  <p:childTnLst>
                                    <p:set>
                                      <p:cBhvr>
                                        <p:cTn id="1730" dur="1" fill="hold">
                                          <p:stCondLst>
                                            <p:cond delay="0"/>
                                          </p:stCondLst>
                                        </p:cTn>
                                        <p:tgtEl>
                                          <p:spTgt spid="869"/>
                                        </p:tgtEl>
                                        <p:attrNameLst>
                                          <p:attrName>style.visibility</p:attrName>
                                        </p:attrNameLst>
                                      </p:cBhvr>
                                      <p:to>
                                        <p:strVal val="visible"/>
                                      </p:to>
                                    </p:set>
                                  </p:childTnLst>
                                </p:cTn>
                              </p:par>
                              <p:par>
                                <p:cTn id="1731" presetID="1" presetClass="entr" presetSubtype="0" fill="hold" nodeType="withEffect">
                                  <p:stCondLst>
                                    <p:cond delay="0"/>
                                  </p:stCondLst>
                                  <p:childTnLst>
                                    <p:set>
                                      <p:cBhvr>
                                        <p:cTn id="1732" dur="1" fill="hold">
                                          <p:stCondLst>
                                            <p:cond delay="0"/>
                                          </p:stCondLst>
                                        </p:cTn>
                                        <p:tgtEl>
                                          <p:spTgt spid="870"/>
                                        </p:tgtEl>
                                        <p:attrNameLst>
                                          <p:attrName>style.visibility</p:attrName>
                                        </p:attrNameLst>
                                      </p:cBhvr>
                                      <p:to>
                                        <p:strVal val="visible"/>
                                      </p:to>
                                    </p:set>
                                  </p:childTnLst>
                                </p:cTn>
                              </p:par>
                              <p:par>
                                <p:cTn id="1733" presetID="1" presetClass="entr" presetSubtype="0" fill="hold" nodeType="withEffect">
                                  <p:stCondLst>
                                    <p:cond delay="0"/>
                                  </p:stCondLst>
                                  <p:childTnLst>
                                    <p:set>
                                      <p:cBhvr>
                                        <p:cTn id="1734" dur="1" fill="hold">
                                          <p:stCondLst>
                                            <p:cond delay="0"/>
                                          </p:stCondLst>
                                        </p:cTn>
                                        <p:tgtEl>
                                          <p:spTgt spid="871"/>
                                        </p:tgtEl>
                                        <p:attrNameLst>
                                          <p:attrName>style.visibility</p:attrName>
                                        </p:attrNameLst>
                                      </p:cBhvr>
                                      <p:to>
                                        <p:strVal val="visible"/>
                                      </p:to>
                                    </p:set>
                                  </p:childTnLst>
                                </p:cTn>
                              </p:par>
                              <p:par>
                                <p:cTn id="1735" presetID="1" presetClass="entr" presetSubtype="0" fill="hold" nodeType="withEffect">
                                  <p:stCondLst>
                                    <p:cond delay="0"/>
                                  </p:stCondLst>
                                  <p:childTnLst>
                                    <p:set>
                                      <p:cBhvr>
                                        <p:cTn id="1736" dur="1" fill="hold">
                                          <p:stCondLst>
                                            <p:cond delay="0"/>
                                          </p:stCondLst>
                                        </p:cTn>
                                        <p:tgtEl>
                                          <p:spTgt spid="872"/>
                                        </p:tgtEl>
                                        <p:attrNameLst>
                                          <p:attrName>style.visibility</p:attrName>
                                        </p:attrNameLst>
                                      </p:cBhvr>
                                      <p:to>
                                        <p:strVal val="visible"/>
                                      </p:to>
                                    </p:set>
                                  </p:childTnLst>
                                </p:cTn>
                              </p:par>
                              <p:par>
                                <p:cTn id="1737" presetID="1" presetClass="entr" presetSubtype="0" fill="hold" nodeType="withEffect">
                                  <p:stCondLst>
                                    <p:cond delay="0"/>
                                  </p:stCondLst>
                                  <p:childTnLst>
                                    <p:set>
                                      <p:cBhvr>
                                        <p:cTn id="1738" dur="1" fill="hold">
                                          <p:stCondLst>
                                            <p:cond delay="0"/>
                                          </p:stCondLst>
                                        </p:cTn>
                                        <p:tgtEl>
                                          <p:spTgt spid="873"/>
                                        </p:tgtEl>
                                        <p:attrNameLst>
                                          <p:attrName>style.visibility</p:attrName>
                                        </p:attrNameLst>
                                      </p:cBhvr>
                                      <p:to>
                                        <p:strVal val="visible"/>
                                      </p:to>
                                    </p:set>
                                  </p:childTnLst>
                                </p:cTn>
                              </p:par>
                              <p:par>
                                <p:cTn id="1739" presetID="1" presetClass="entr" presetSubtype="0" fill="hold" nodeType="withEffect">
                                  <p:stCondLst>
                                    <p:cond delay="0"/>
                                  </p:stCondLst>
                                  <p:childTnLst>
                                    <p:set>
                                      <p:cBhvr>
                                        <p:cTn id="1740" dur="1" fill="hold">
                                          <p:stCondLst>
                                            <p:cond delay="0"/>
                                          </p:stCondLst>
                                        </p:cTn>
                                        <p:tgtEl>
                                          <p:spTgt spid="874"/>
                                        </p:tgtEl>
                                        <p:attrNameLst>
                                          <p:attrName>style.visibility</p:attrName>
                                        </p:attrNameLst>
                                      </p:cBhvr>
                                      <p:to>
                                        <p:strVal val="visible"/>
                                      </p:to>
                                    </p:set>
                                  </p:childTnLst>
                                </p:cTn>
                              </p:par>
                              <p:par>
                                <p:cTn id="1741" presetID="1" presetClass="entr" presetSubtype="0" fill="hold" nodeType="withEffect">
                                  <p:stCondLst>
                                    <p:cond delay="0"/>
                                  </p:stCondLst>
                                  <p:childTnLst>
                                    <p:set>
                                      <p:cBhvr>
                                        <p:cTn id="1742" dur="1" fill="hold">
                                          <p:stCondLst>
                                            <p:cond delay="0"/>
                                          </p:stCondLst>
                                        </p:cTn>
                                        <p:tgtEl>
                                          <p:spTgt spid="875"/>
                                        </p:tgtEl>
                                        <p:attrNameLst>
                                          <p:attrName>style.visibility</p:attrName>
                                        </p:attrNameLst>
                                      </p:cBhvr>
                                      <p:to>
                                        <p:strVal val="visible"/>
                                      </p:to>
                                    </p:set>
                                  </p:childTnLst>
                                </p:cTn>
                              </p:par>
                              <p:par>
                                <p:cTn id="1743" presetID="1" presetClass="entr" presetSubtype="0" fill="hold" nodeType="withEffect">
                                  <p:stCondLst>
                                    <p:cond delay="0"/>
                                  </p:stCondLst>
                                  <p:childTnLst>
                                    <p:set>
                                      <p:cBhvr>
                                        <p:cTn id="1744" dur="1" fill="hold">
                                          <p:stCondLst>
                                            <p:cond delay="0"/>
                                          </p:stCondLst>
                                        </p:cTn>
                                        <p:tgtEl>
                                          <p:spTgt spid="876"/>
                                        </p:tgtEl>
                                        <p:attrNameLst>
                                          <p:attrName>style.visibility</p:attrName>
                                        </p:attrNameLst>
                                      </p:cBhvr>
                                      <p:to>
                                        <p:strVal val="visible"/>
                                      </p:to>
                                    </p:set>
                                  </p:childTnLst>
                                </p:cTn>
                              </p:par>
                              <p:par>
                                <p:cTn id="1745" presetID="1" presetClass="entr" presetSubtype="0" fill="hold" nodeType="withEffect">
                                  <p:stCondLst>
                                    <p:cond delay="0"/>
                                  </p:stCondLst>
                                  <p:childTnLst>
                                    <p:set>
                                      <p:cBhvr>
                                        <p:cTn id="1746" dur="1" fill="hold">
                                          <p:stCondLst>
                                            <p:cond delay="0"/>
                                          </p:stCondLst>
                                        </p:cTn>
                                        <p:tgtEl>
                                          <p:spTgt spid="877"/>
                                        </p:tgtEl>
                                        <p:attrNameLst>
                                          <p:attrName>style.visibility</p:attrName>
                                        </p:attrNameLst>
                                      </p:cBhvr>
                                      <p:to>
                                        <p:strVal val="visible"/>
                                      </p:to>
                                    </p:set>
                                  </p:childTnLst>
                                </p:cTn>
                              </p:par>
                              <p:par>
                                <p:cTn id="1747" presetID="1" presetClass="entr" presetSubtype="0" fill="hold" nodeType="withEffect">
                                  <p:stCondLst>
                                    <p:cond delay="0"/>
                                  </p:stCondLst>
                                  <p:childTnLst>
                                    <p:set>
                                      <p:cBhvr>
                                        <p:cTn id="1748" dur="1" fill="hold">
                                          <p:stCondLst>
                                            <p:cond delay="0"/>
                                          </p:stCondLst>
                                        </p:cTn>
                                        <p:tgtEl>
                                          <p:spTgt spid="878"/>
                                        </p:tgtEl>
                                        <p:attrNameLst>
                                          <p:attrName>style.visibility</p:attrName>
                                        </p:attrNameLst>
                                      </p:cBhvr>
                                      <p:to>
                                        <p:strVal val="visible"/>
                                      </p:to>
                                    </p:set>
                                  </p:childTnLst>
                                </p:cTn>
                              </p:par>
                              <p:par>
                                <p:cTn id="1749" presetID="1" presetClass="entr" presetSubtype="0" fill="hold" nodeType="withEffect">
                                  <p:stCondLst>
                                    <p:cond delay="0"/>
                                  </p:stCondLst>
                                  <p:childTnLst>
                                    <p:set>
                                      <p:cBhvr>
                                        <p:cTn id="1750" dur="1" fill="hold">
                                          <p:stCondLst>
                                            <p:cond delay="0"/>
                                          </p:stCondLst>
                                        </p:cTn>
                                        <p:tgtEl>
                                          <p:spTgt spid="879"/>
                                        </p:tgtEl>
                                        <p:attrNameLst>
                                          <p:attrName>style.visibility</p:attrName>
                                        </p:attrNameLst>
                                      </p:cBhvr>
                                      <p:to>
                                        <p:strVal val="visible"/>
                                      </p:to>
                                    </p:set>
                                  </p:childTnLst>
                                </p:cTn>
                              </p:par>
                              <p:par>
                                <p:cTn id="1751" presetID="1" presetClass="entr" presetSubtype="0" fill="hold" nodeType="withEffect">
                                  <p:stCondLst>
                                    <p:cond delay="0"/>
                                  </p:stCondLst>
                                  <p:childTnLst>
                                    <p:set>
                                      <p:cBhvr>
                                        <p:cTn id="1752" dur="1" fill="hold">
                                          <p:stCondLst>
                                            <p:cond delay="0"/>
                                          </p:stCondLst>
                                        </p:cTn>
                                        <p:tgtEl>
                                          <p:spTgt spid="880"/>
                                        </p:tgtEl>
                                        <p:attrNameLst>
                                          <p:attrName>style.visibility</p:attrName>
                                        </p:attrNameLst>
                                      </p:cBhvr>
                                      <p:to>
                                        <p:strVal val="visible"/>
                                      </p:to>
                                    </p:set>
                                  </p:childTnLst>
                                </p:cTn>
                              </p:par>
                              <p:par>
                                <p:cTn id="1753" presetID="1" presetClass="entr" presetSubtype="0" fill="hold" nodeType="withEffect">
                                  <p:stCondLst>
                                    <p:cond delay="0"/>
                                  </p:stCondLst>
                                  <p:childTnLst>
                                    <p:set>
                                      <p:cBhvr>
                                        <p:cTn id="1754" dur="1" fill="hold">
                                          <p:stCondLst>
                                            <p:cond delay="0"/>
                                          </p:stCondLst>
                                        </p:cTn>
                                        <p:tgtEl>
                                          <p:spTgt spid="881"/>
                                        </p:tgtEl>
                                        <p:attrNameLst>
                                          <p:attrName>style.visibility</p:attrName>
                                        </p:attrNameLst>
                                      </p:cBhvr>
                                      <p:to>
                                        <p:strVal val="visible"/>
                                      </p:to>
                                    </p:set>
                                  </p:childTnLst>
                                </p:cTn>
                              </p:par>
                              <p:par>
                                <p:cTn id="1755" presetID="1" presetClass="entr" presetSubtype="0" fill="hold" nodeType="withEffect">
                                  <p:stCondLst>
                                    <p:cond delay="0"/>
                                  </p:stCondLst>
                                  <p:childTnLst>
                                    <p:set>
                                      <p:cBhvr>
                                        <p:cTn id="1756" dur="1" fill="hold">
                                          <p:stCondLst>
                                            <p:cond delay="0"/>
                                          </p:stCondLst>
                                        </p:cTn>
                                        <p:tgtEl>
                                          <p:spTgt spid="882"/>
                                        </p:tgtEl>
                                        <p:attrNameLst>
                                          <p:attrName>style.visibility</p:attrName>
                                        </p:attrNameLst>
                                      </p:cBhvr>
                                      <p:to>
                                        <p:strVal val="visible"/>
                                      </p:to>
                                    </p:set>
                                  </p:childTnLst>
                                </p:cTn>
                              </p:par>
                              <p:par>
                                <p:cTn id="1757" presetID="1" presetClass="entr" presetSubtype="0" fill="hold" nodeType="withEffect">
                                  <p:stCondLst>
                                    <p:cond delay="0"/>
                                  </p:stCondLst>
                                  <p:childTnLst>
                                    <p:set>
                                      <p:cBhvr>
                                        <p:cTn id="1758" dur="1" fill="hold">
                                          <p:stCondLst>
                                            <p:cond delay="0"/>
                                          </p:stCondLst>
                                        </p:cTn>
                                        <p:tgtEl>
                                          <p:spTgt spid="883"/>
                                        </p:tgtEl>
                                        <p:attrNameLst>
                                          <p:attrName>style.visibility</p:attrName>
                                        </p:attrNameLst>
                                      </p:cBhvr>
                                      <p:to>
                                        <p:strVal val="visible"/>
                                      </p:to>
                                    </p:set>
                                  </p:childTnLst>
                                </p:cTn>
                              </p:par>
                              <p:par>
                                <p:cTn id="1759" presetID="1" presetClass="entr" presetSubtype="0" fill="hold" nodeType="withEffect">
                                  <p:stCondLst>
                                    <p:cond delay="0"/>
                                  </p:stCondLst>
                                  <p:childTnLst>
                                    <p:set>
                                      <p:cBhvr>
                                        <p:cTn id="1760" dur="1" fill="hold">
                                          <p:stCondLst>
                                            <p:cond delay="0"/>
                                          </p:stCondLst>
                                        </p:cTn>
                                        <p:tgtEl>
                                          <p:spTgt spid="884"/>
                                        </p:tgtEl>
                                        <p:attrNameLst>
                                          <p:attrName>style.visibility</p:attrName>
                                        </p:attrNameLst>
                                      </p:cBhvr>
                                      <p:to>
                                        <p:strVal val="visible"/>
                                      </p:to>
                                    </p:set>
                                  </p:childTnLst>
                                </p:cTn>
                              </p:par>
                              <p:par>
                                <p:cTn id="1761" presetID="1" presetClass="entr" presetSubtype="0" fill="hold" nodeType="withEffect">
                                  <p:stCondLst>
                                    <p:cond delay="0"/>
                                  </p:stCondLst>
                                  <p:childTnLst>
                                    <p:set>
                                      <p:cBhvr>
                                        <p:cTn id="1762" dur="1" fill="hold">
                                          <p:stCondLst>
                                            <p:cond delay="0"/>
                                          </p:stCondLst>
                                        </p:cTn>
                                        <p:tgtEl>
                                          <p:spTgt spid="885"/>
                                        </p:tgtEl>
                                        <p:attrNameLst>
                                          <p:attrName>style.visibility</p:attrName>
                                        </p:attrNameLst>
                                      </p:cBhvr>
                                      <p:to>
                                        <p:strVal val="visible"/>
                                      </p:to>
                                    </p:set>
                                  </p:childTnLst>
                                </p:cTn>
                              </p:par>
                              <p:par>
                                <p:cTn id="1763" presetID="1" presetClass="entr" presetSubtype="0" fill="hold" nodeType="withEffect">
                                  <p:stCondLst>
                                    <p:cond delay="0"/>
                                  </p:stCondLst>
                                  <p:childTnLst>
                                    <p:set>
                                      <p:cBhvr>
                                        <p:cTn id="1764" dur="1" fill="hold">
                                          <p:stCondLst>
                                            <p:cond delay="0"/>
                                          </p:stCondLst>
                                        </p:cTn>
                                        <p:tgtEl>
                                          <p:spTgt spid="886"/>
                                        </p:tgtEl>
                                        <p:attrNameLst>
                                          <p:attrName>style.visibility</p:attrName>
                                        </p:attrNameLst>
                                      </p:cBhvr>
                                      <p:to>
                                        <p:strVal val="visible"/>
                                      </p:to>
                                    </p:set>
                                  </p:childTnLst>
                                </p:cTn>
                              </p:par>
                              <p:par>
                                <p:cTn id="1765" presetID="1" presetClass="entr" presetSubtype="0" fill="hold" nodeType="withEffect">
                                  <p:stCondLst>
                                    <p:cond delay="0"/>
                                  </p:stCondLst>
                                  <p:childTnLst>
                                    <p:set>
                                      <p:cBhvr>
                                        <p:cTn id="1766" dur="1" fill="hold">
                                          <p:stCondLst>
                                            <p:cond delay="0"/>
                                          </p:stCondLst>
                                        </p:cTn>
                                        <p:tgtEl>
                                          <p:spTgt spid="887"/>
                                        </p:tgtEl>
                                        <p:attrNameLst>
                                          <p:attrName>style.visibility</p:attrName>
                                        </p:attrNameLst>
                                      </p:cBhvr>
                                      <p:to>
                                        <p:strVal val="visible"/>
                                      </p:to>
                                    </p:set>
                                  </p:childTnLst>
                                </p:cTn>
                              </p:par>
                              <p:par>
                                <p:cTn id="1767" presetID="1" presetClass="entr" presetSubtype="0" fill="hold" nodeType="withEffect">
                                  <p:stCondLst>
                                    <p:cond delay="0"/>
                                  </p:stCondLst>
                                  <p:childTnLst>
                                    <p:set>
                                      <p:cBhvr>
                                        <p:cTn id="1768" dur="1" fill="hold">
                                          <p:stCondLst>
                                            <p:cond delay="0"/>
                                          </p:stCondLst>
                                        </p:cTn>
                                        <p:tgtEl>
                                          <p:spTgt spid="888"/>
                                        </p:tgtEl>
                                        <p:attrNameLst>
                                          <p:attrName>style.visibility</p:attrName>
                                        </p:attrNameLst>
                                      </p:cBhvr>
                                      <p:to>
                                        <p:strVal val="visible"/>
                                      </p:to>
                                    </p:set>
                                  </p:childTnLst>
                                </p:cTn>
                              </p:par>
                              <p:par>
                                <p:cTn id="1769" presetID="1" presetClass="entr" presetSubtype="0" fill="hold" nodeType="withEffect">
                                  <p:stCondLst>
                                    <p:cond delay="0"/>
                                  </p:stCondLst>
                                  <p:childTnLst>
                                    <p:set>
                                      <p:cBhvr>
                                        <p:cTn id="1770" dur="1" fill="hold">
                                          <p:stCondLst>
                                            <p:cond delay="0"/>
                                          </p:stCondLst>
                                        </p:cTn>
                                        <p:tgtEl>
                                          <p:spTgt spid="889"/>
                                        </p:tgtEl>
                                        <p:attrNameLst>
                                          <p:attrName>style.visibility</p:attrName>
                                        </p:attrNameLst>
                                      </p:cBhvr>
                                      <p:to>
                                        <p:strVal val="visible"/>
                                      </p:to>
                                    </p:set>
                                  </p:childTnLst>
                                </p:cTn>
                              </p:par>
                              <p:par>
                                <p:cTn id="1771" presetID="1" presetClass="entr" presetSubtype="0" fill="hold" nodeType="withEffect">
                                  <p:stCondLst>
                                    <p:cond delay="0"/>
                                  </p:stCondLst>
                                  <p:childTnLst>
                                    <p:set>
                                      <p:cBhvr>
                                        <p:cTn id="1772" dur="1" fill="hold">
                                          <p:stCondLst>
                                            <p:cond delay="0"/>
                                          </p:stCondLst>
                                        </p:cTn>
                                        <p:tgtEl>
                                          <p:spTgt spid="890"/>
                                        </p:tgtEl>
                                        <p:attrNameLst>
                                          <p:attrName>style.visibility</p:attrName>
                                        </p:attrNameLst>
                                      </p:cBhvr>
                                      <p:to>
                                        <p:strVal val="visible"/>
                                      </p:to>
                                    </p:set>
                                  </p:childTnLst>
                                </p:cTn>
                              </p:par>
                              <p:par>
                                <p:cTn id="1773" presetID="1" presetClass="entr" presetSubtype="0" fill="hold" nodeType="withEffect">
                                  <p:stCondLst>
                                    <p:cond delay="0"/>
                                  </p:stCondLst>
                                  <p:childTnLst>
                                    <p:set>
                                      <p:cBhvr>
                                        <p:cTn id="1774" dur="1" fill="hold">
                                          <p:stCondLst>
                                            <p:cond delay="0"/>
                                          </p:stCondLst>
                                        </p:cTn>
                                        <p:tgtEl>
                                          <p:spTgt spid="891"/>
                                        </p:tgtEl>
                                        <p:attrNameLst>
                                          <p:attrName>style.visibility</p:attrName>
                                        </p:attrNameLst>
                                      </p:cBhvr>
                                      <p:to>
                                        <p:strVal val="visible"/>
                                      </p:to>
                                    </p:set>
                                  </p:childTnLst>
                                </p:cTn>
                              </p:par>
                              <p:par>
                                <p:cTn id="1775" presetID="1" presetClass="entr" presetSubtype="0" fill="hold" nodeType="withEffect">
                                  <p:stCondLst>
                                    <p:cond delay="0"/>
                                  </p:stCondLst>
                                  <p:childTnLst>
                                    <p:set>
                                      <p:cBhvr>
                                        <p:cTn id="1776" dur="1" fill="hold">
                                          <p:stCondLst>
                                            <p:cond delay="0"/>
                                          </p:stCondLst>
                                        </p:cTn>
                                        <p:tgtEl>
                                          <p:spTgt spid="892"/>
                                        </p:tgtEl>
                                        <p:attrNameLst>
                                          <p:attrName>style.visibility</p:attrName>
                                        </p:attrNameLst>
                                      </p:cBhvr>
                                      <p:to>
                                        <p:strVal val="visible"/>
                                      </p:to>
                                    </p:set>
                                  </p:childTnLst>
                                </p:cTn>
                              </p:par>
                              <p:par>
                                <p:cTn id="1777" presetID="1" presetClass="entr" presetSubtype="0" fill="hold" nodeType="withEffect">
                                  <p:stCondLst>
                                    <p:cond delay="0"/>
                                  </p:stCondLst>
                                  <p:childTnLst>
                                    <p:set>
                                      <p:cBhvr>
                                        <p:cTn id="1778" dur="1" fill="hold">
                                          <p:stCondLst>
                                            <p:cond delay="0"/>
                                          </p:stCondLst>
                                        </p:cTn>
                                        <p:tgtEl>
                                          <p:spTgt spid="893"/>
                                        </p:tgtEl>
                                        <p:attrNameLst>
                                          <p:attrName>style.visibility</p:attrName>
                                        </p:attrNameLst>
                                      </p:cBhvr>
                                      <p:to>
                                        <p:strVal val="visible"/>
                                      </p:to>
                                    </p:set>
                                  </p:childTnLst>
                                </p:cTn>
                              </p:par>
                              <p:par>
                                <p:cTn id="1779" presetID="1" presetClass="entr" presetSubtype="0" fill="hold" nodeType="withEffect">
                                  <p:stCondLst>
                                    <p:cond delay="0"/>
                                  </p:stCondLst>
                                  <p:childTnLst>
                                    <p:set>
                                      <p:cBhvr>
                                        <p:cTn id="1780" dur="1" fill="hold">
                                          <p:stCondLst>
                                            <p:cond delay="0"/>
                                          </p:stCondLst>
                                        </p:cTn>
                                        <p:tgtEl>
                                          <p:spTgt spid="894"/>
                                        </p:tgtEl>
                                        <p:attrNameLst>
                                          <p:attrName>style.visibility</p:attrName>
                                        </p:attrNameLst>
                                      </p:cBhvr>
                                      <p:to>
                                        <p:strVal val="visible"/>
                                      </p:to>
                                    </p:set>
                                  </p:childTnLst>
                                </p:cTn>
                              </p:par>
                              <p:par>
                                <p:cTn id="1781" presetID="1" presetClass="entr" presetSubtype="0" fill="hold" nodeType="withEffect">
                                  <p:stCondLst>
                                    <p:cond delay="0"/>
                                  </p:stCondLst>
                                  <p:childTnLst>
                                    <p:set>
                                      <p:cBhvr>
                                        <p:cTn id="1782" dur="1" fill="hold">
                                          <p:stCondLst>
                                            <p:cond delay="0"/>
                                          </p:stCondLst>
                                        </p:cTn>
                                        <p:tgtEl>
                                          <p:spTgt spid="895"/>
                                        </p:tgtEl>
                                        <p:attrNameLst>
                                          <p:attrName>style.visibility</p:attrName>
                                        </p:attrNameLst>
                                      </p:cBhvr>
                                      <p:to>
                                        <p:strVal val="visible"/>
                                      </p:to>
                                    </p:set>
                                  </p:childTnLst>
                                </p:cTn>
                              </p:par>
                              <p:par>
                                <p:cTn id="1783" presetID="1" presetClass="entr" presetSubtype="0" fill="hold" nodeType="withEffect">
                                  <p:stCondLst>
                                    <p:cond delay="0"/>
                                  </p:stCondLst>
                                  <p:childTnLst>
                                    <p:set>
                                      <p:cBhvr>
                                        <p:cTn id="1784" dur="1" fill="hold">
                                          <p:stCondLst>
                                            <p:cond delay="0"/>
                                          </p:stCondLst>
                                        </p:cTn>
                                        <p:tgtEl>
                                          <p:spTgt spid="896"/>
                                        </p:tgtEl>
                                        <p:attrNameLst>
                                          <p:attrName>style.visibility</p:attrName>
                                        </p:attrNameLst>
                                      </p:cBhvr>
                                      <p:to>
                                        <p:strVal val="visible"/>
                                      </p:to>
                                    </p:set>
                                  </p:childTnLst>
                                </p:cTn>
                              </p:par>
                              <p:par>
                                <p:cTn id="1785" presetID="1" presetClass="entr" presetSubtype="0" fill="hold" nodeType="withEffect">
                                  <p:stCondLst>
                                    <p:cond delay="0"/>
                                  </p:stCondLst>
                                  <p:childTnLst>
                                    <p:set>
                                      <p:cBhvr>
                                        <p:cTn id="1786" dur="1" fill="hold">
                                          <p:stCondLst>
                                            <p:cond delay="0"/>
                                          </p:stCondLst>
                                        </p:cTn>
                                        <p:tgtEl>
                                          <p:spTgt spid="897"/>
                                        </p:tgtEl>
                                        <p:attrNameLst>
                                          <p:attrName>style.visibility</p:attrName>
                                        </p:attrNameLst>
                                      </p:cBhvr>
                                      <p:to>
                                        <p:strVal val="visible"/>
                                      </p:to>
                                    </p:set>
                                  </p:childTnLst>
                                </p:cTn>
                              </p:par>
                              <p:par>
                                <p:cTn id="1787" presetID="1" presetClass="entr" presetSubtype="0" fill="hold" nodeType="withEffect">
                                  <p:stCondLst>
                                    <p:cond delay="0"/>
                                  </p:stCondLst>
                                  <p:childTnLst>
                                    <p:set>
                                      <p:cBhvr>
                                        <p:cTn id="1788" dur="1" fill="hold">
                                          <p:stCondLst>
                                            <p:cond delay="0"/>
                                          </p:stCondLst>
                                        </p:cTn>
                                        <p:tgtEl>
                                          <p:spTgt spid="898"/>
                                        </p:tgtEl>
                                        <p:attrNameLst>
                                          <p:attrName>style.visibility</p:attrName>
                                        </p:attrNameLst>
                                      </p:cBhvr>
                                      <p:to>
                                        <p:strVal val="visible"/>
                                      </p:to>
                                    </p:set>
                                  </p:childTnLst>
                                </p:cTn>
                              </p:par>
                              <p:par>
                                <p:cTn id="1789" presetID="1" presetClass="entr" presetSubtype="0" fill="hold" nodeType="withEffect">
                                  <p:stCondLst>
                                    <p:cond delay="0"/>
                                  </p:stCondLst>
                                  <p:childTnLst>
                                    <p:set>
                                      <p:cBhvr>
                                        <p:cTn id="1790" dur="1" fill="hold">
                                          <p:stCondLst>
                                            <p:cond delay="0"/>
                                          </p:stCondLst>
                                        </p:cTn>
                                        <p:tgtEl>
                                          <p:spTgt spid="899"/>
                                        </p:tgtEl>
                                        <p:attrNameLst>
                                          <p:attrName>style.visibility</p:attrName>
                                        </p:attrNameLst>
                                      </p:cBhvr>
                                      <p:to>
                                        <p:strVal val="visible"/>
                                      </p:to>
                                    </p:set>
                                  </p:childTnLst>
                                </p:cTn>
                              </p:par>
                              <p:par>
                                <p:cTn id="1791" presetID="1" presetClass="entr" presetSubtype="0" fill="hold" nodeType="withEffect">
                                  <p:stCondLst>
                                    <p:cond delay="0"/>
                                  </p:stCondLst>
                                  <p:childTnLst>
                                    <p:set>
                                      <p:cBhvr>
                                        <p:cTn id="1792" dur="1" fill="hold">
                                          <p:stCondLst>
                                            <p:cond delay="0"/>
                                          </p:stCondLst>
                                        </p:cTn>
                                        <p:tgtEl>
                                          <p:spTgt spid="900"/>
                                        </p:tgtEl>
                                        <p:attrNameLst>
                                          <p:attrName>style.visibility</p:attrName>
                                        </p:attrNameLst>
                                      </p:cBhvr>
                                      <p:to>
                                        <p:strVal val="visible"/>
                                      </p:to>
                                    </p:set>
                                  </p:childTnLst>
                                </p:cTn>
                              </p:par>
                              <p:par>
                                <p:cTn id="1793" presetID="1" presetClass="entr" presetSubtype="0" fill="hold" nodeType="withEffect">
                                  <p:stCondLst>
                                    <p:cond delay="0"/>
                                  </p:stCondLst>
                                  <p:childTnLst>
                                    <p:set>
                                      <p:cBhvr>
                                        <p:cTn id="1794" dur="1" fill="hold">
                                          <p:stCondLst>
                                            <p:cond delay="0"/>
                                          </p:stCondLst>
                                        </p:cTn>
                                        <p:tgtEl>
                                          <p:spTgt spid="901"/>
                                        </p:tgtEl>
                                        <p:attrNameLst>
                                          <p:attrName>style.visibility</p:attrName>
                                        </p:attrNameLst>
                                      </p:cBhvr>
                                      <p:to>
                                        <p:strVal val="visible"/>
                                      </p:to>
                                    </p:set>
                                  </p:childTnLst>
                                </p:cTn>
                              </p:par>
                              <p:par>
                                <p:cTn id="1795" presetID="1" presetClass="entr" presetSubtype="0" fill="hold" nodeType="withEffect">
                                  <p:stCondLst>
                                    <p:cond delay="0"/>
                                  </p:stCondLst>
                                  <p:childTnLst>
                                    <p:set>
                                      <p:cBhvr>
                                        <p:cTn id="1796" dur="1" fill="hold">
                                          <p:stCondLst>
                                            <p:cond delay="0"/>
                                          </p:stCondLst>
                                        </p:cTn>
                                        <p:tgtEl>
                                          <p:spTgt spid="902"/>
                                        </p:tgtEl>
                                        <p:attrNameLst>
                                          <p:attrName>style.visibility</p:attrName>
                                        </p:attrNameLst>
                                      </p:cBhvr>
                                      <p:to>
                                        <p:strVal val="visible"/>
                                      </p:to>
                                    </p:set>
                                  </p:childTnLst>
                                </p:cTn>
                              </p:par>
                              <p:par>
                                <p:cTn id="1797" presetID="1" presetClass="entr" presetSubtype="0" fill="hold" nodeType="withEffect">
                                  <p:stCondLst>
                                    <p:cond delay="0"/>
                                  </p:stCondLst>
                                  <p:childTnLst>
                                    <p:set>
                                      <p:cBhvr>
                                        <p:cTn id="1798" dur="1" fill="hold">
                                          <p:stCondLst>
                                            <p:cond delay="0"/>
                                          </p:stCondLst>
                                        </p:cTn>
                                        <p:tgtEl>
                                          <p:spTgt spid="903"/>
                                        </p:tgtEl>
                                        <p:attrNameLst>
                                          <p:attrName>style.visibility</p:attrName>
                                        </p:attrNameLst>
                                      </p:cBhvr>
                                      <p:to>
                                        <p:strVal val="visible"/>
                                      </p:to>
                                    </p:set>
                                  </p:childTnLst>
                                </p:cTn>
                              </p:par>
                              <p:par>
                                <p:cTn id="1799" presetID="1" presetClass="entr" presetSubtype="0" fill="hold" nodeType="withEffect">
                                  <p:stCondLst>
                                    <p:cond delay="0"/>
                                  </p:stCondLst>
                                  <p:childTnLst>
                                    <p:set>
                                      <p:cBhvr>
                                        <p:cTn id="1800" dur="1" fill="hold">
                                          <p:stCondLst>
                                            <p:cond delay="0"/>
                                          </p:stCondLst>
                                        </p:cTn>
                                        <p:tgtEl>
                                          <p:spTgt spid="904"/>
                                        </p:tgtEl>
                                        <p:attrNameLst>
                                          <p:attrName>style.visibility</p:attrName>
                                        </p:attrNameLst>
                                      </p:cBhvr>
                                      <p:to>
                                        <p:strVal val="visible"/>
                                      </p:to>
                                    </p:set>
                                  </p:childTnLst>
                                </p:cTn>
                              </p:par>
                              <p:par>
                                <p:cTn id="1801" presetID="1" presetClass="entr" presetSubtype="0" fill="hold" nodeType="withEffect">
                                  <p:stCondLst>
                                    <p:cond delay="0"/>
                                  </p:stCondLst>
                                  <p:childTnLst>
                                    <p:set>
                                      <p:cBhvr>
                                        <p:cTn id="1802" dur="1" fill="hold">
                                          <p:stCondLst>
                                            <p:cond delay="0"/>
                                          </p:stCondLst>
                                        </p:cTn>
                                        <p:tgtEl>
                                          <p:spTgt spid="905"/>
                                        </p:tgtEl>
                                        <p:attrNameLst>
                                          <p:attrName>style.visibility</p:attrName>
                                        </p:attrNameLst>
                                      </p:cBhvr>
                                      <p:to>
                                        <p:strVal val="visible"/>
                                      </p:to>
                                    </p:set>
                                  </p:childTnLst>
                                </p:cTn>
                              </p:par>
                              <p:par>
                                <p:cTn id="1803" presetID="1" presetClass="entr" presetSubtype="0" fill="hold" nodeType="withEffect">
                                  <p:stCondLst>
                                    <p:cond delay="0"/>
                                  </p:stCondLst>
                                  <p:childTnLst>
                                    <p:set>
                                      <p:cBhvr>
                                        <p:cTn id="1804" dur="1" fill="hold">
                                          <p:stCondLst>
                                            <p:cond delay="0"/>
                                          </p:stCondLst>
                                        </p:cTn>
                                        <p:tgtEl>
                                          <p:spTgt spid="906"/>
                                        </p:tgtEl>
                                        <p:attrNameLst>
                                          <p:attrName>style.visibility</p:attrName>
                                        </p:attrNameLst>
                                      </p:cBhvr>
                                      <p:to>
                                        <p:strVal val="visible"/>
                                      </p:to>
                                    </p:set>
                                  </p:childTnLst>
                                </p:cTn>
                              </p:par>
                              <p:par>
                                <p:cTn id="1805" presetID="1" presetClass="entr" presetSubtype="0" fill="hold" nodeType="withEffect">
                                  <p:stCondLst>
                                    <p:cond delay="0"/>
                                  </p:stCondLst>
                                  <p:childTnLst>
                                    <p:set>
                                      <p:cBhvr>
                                        <p:cTn id="1806" dur="1" fill="hold">
                                          <p:stCondLst>
                                            <p:cond delay="0"/>
                                          </p:stCondLst>
                                        </p:cTn>
                                        <p:tgtEl>
                                          <p:spTgt spid="907"/>
                                        </p:tgtEl>
                                        <p:attrNameLst>
                                          <p:attrName>style.visibility</p:attrName>
                                        </p:attrNameLst>
                                      </p:cBhvr>
                                      <p:to>
                                        <p:strVal val="visible"/>
                                      </p:to>
                                    </p:set>
                                  </p:childTnLst>
                                </p:cTn>
                              </p:par>
                              <p:par>
                                <p:cTn id="1807" presetID="1" presetClass="entr" presetSubtype="0" fill="hold" nodeType="withEffect">
                                  <p:stCondLst>
                                    <p:cond delay="0"/>
                                  </p:stCondLst>
                                  <p:childTnLst>
                                    <p:set>
                                      <p:cBhvr>
                                        <p:cTn id="1808" dur="1" fill="hold">
                                          <p:stCondLst>
                                            <p:cond delay="0"/>
                                          </p:stCondLst>
                                        </p:cTn>
                                        <p:tgtEl>
                                          <p:spTgt spid="908"/>
                                        </p:tgtEl>
                                        <p:attrNameLst>
                                          <p:attrName>style.visibility</p:attrName>
                                        </p:attrNameLst>
                                      </p:cBhvr>
                                      <p:to>
                                        <p:strVal val="visible"/>
                                      </p:to>
                                    </p:set>
                                  </p:childTnLst>
                                </p:cTn>
                              </p:par>
                              <p:par>
                                <p:cTn id="1809" presetID="1" presetClass="entr" presetSubtype="0" fill="hold" nodeType="withEffect">
                                  <p:stCondLst>
                                    <p:cond delay="0"/>
                                  </p:stCondLst>
                                  <p:childTnLst>
                                    <p:set>
                                      <p:cBhvr>
                                        <p:cTn id="1810" dur="1" fill="hold">
                                          <p:stCondLst>
                                            <p:cond delay="0"/>
                                          </p:stCondLst>
                                        </p:cTn>
                                        <p:tgtEl>
                                          <p:spTgt spid="909"/>
                                        </p:tgtEl>
                                        <p:attrNameLst>
                                          <p:attrName>style.visibility</p:attrName>
                                        </p:attrNameLst>
                                      </p:cBhvr>
                                      <p:to>
                                        <p:strVal val="visible"/>
                                      </p:to>
                                    </p:set>
                                  </p:childTnLst>
                                </p:cTn>
                              </p:par>
                              <p:par>
                                <p:cTn id="1811" presetID="1" presetClass="entr" presetSubtype="0" fill="hold" nodeType="withEffect">
                                  <p:stCondLst>
                                    <p:cond delay="0"/>
                                  </p:stCondLst>
                                  <p:childTnLst>
                                    <p:set>
                                      <p:cBhvr>
                                        <p:cTn id="1812" dur="1" fill="hold">
                                          <p:stCondLst>
                                            <p:cond delay="0"/>
                                          </p:stCondLst>
                                        </p:cTn>
                                        <p:tgtEl>
                                          <p:spTgt spid="910"/>
                                        </p:tgtEl>
                                        <p:attrNameLst>
                                          <p:attrName>style.visibility</p:attrName>
                                        </p:attrNameLst>
                                      </p:cBhvr>
                                      <p:to>
                                        <p:strVal val="visible"/>
                                      </p:to>
                                    </p:set>
                                  </p:childTnLst>
                                </p:cTn>
                              </p:par>
                              <p:par>
                                <p:cTn id="1813" presetID="1" presetClass="entr" presetSubtype="0" fill="hold" grpId="0" nodeType="withEffect">
                                  <p:stCondLst>
                                    <p:cond delay="0"/>
                                  </p:stCondLst>
                                  <p:childTnLst>
                                    <p:set>
                                      <p:cBhvr>
                                        <p:cTn id="1814" dur="1" fill="hold">
                                          <p:stCondLst>
                                            <p:cond delay="0"/>
                                          </p:stCondLst>
                                        </p:cTn>
                                        <p:tgtEl>
                                          <p:spTgt spid="911"/>
                                        </p:tgtEl>
                                        <p:attrNameLst>
                                          <p:attrName>style.visibility</p:attrName>
                                        </p:attrNameLst>
                                      </p:cBhvr>
                                      <p:to>
                                        <p:strVal val="visible"/>
                                      </p:to>
                                    </p:set>
                                  </p:childTnLst>
                                </p:cTn>
                              </p:par>
                            </p:childTnLst>
                          </p:cTn>
                        </p:par>
                      </p:childTnLst>
                    </p:cTn>
                  </p:par>
                  <p:par>
                    <p:cTn id="1815" fill="hold">
                      <p:stCondLst>
                        <p:cond delay="indefinite"/>
                      </p:stCondLst>
                      <p:childTnLst>
                        <p:par>
                          <p:cTn id="1816" fill="hold">
                            <p:stCondLst>
                              <p:cond delay="0"/>
                            </p:stCondLst>
                            <p:childTnLst>
                              <p:par>
                                <p:cTn id="1817" presetID="1" presetClass="entr" presetSubtype="0" fill="hold" grpId="0" nodeType="clickEffect">
                                  <p:stCondLst>
                                    <p:cond delay="0"/>
                                  </p:stCondLst>
                                  <p:childTnLst>
                                    <p:set>
                                      <p:cBhvr>
                                        <p:cTn id="1818" dur="1" fill="hold">
                                          <p:stCondLst>
                                            <p:cond delay="0"/>
                                          </p:stCondLst>
                                        </p:cTn>
                                        <p:tgtEl>
                                          <p:spTgt spid="9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7" grpId="0"/>
      <p:bldP spid="609" grpId="0"/>
      <p:bldP spid="911" grpId="0"/>
      <p:bldP spid="912"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14" name="object-1">
            <a:extLst>
              <a:ext uri="{FF2B5EF4-FFF2-40B4-BE49-F238E27FC236}">
                <a16:creationId xmlns:a16="http://schemas.microsoft.com/office/drawing/2014/main" id="{9CB6A16C-A24B-44CE-BA95-47C8437C58FF}"/>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74B4A8CE-98F7-4D30-8C4E-15955FDB4D34}"/>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6B240495-77D3-4169-977D-FC780FF76D97}"/>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Order 3.6, 358/100, 362% from smallest to greatest.</a:t>
            </a:r>
          </a:p>
        </p:txBody>
      </p:sp>
      <p:sp>
        <p:nvSpPr>
          <p:cNvPr id="4" name="object-4">
            <a:extLst>
              <a:ext uri="{FF2B5EF4-FFF2-40B4-BE49-F238E27FC236}">
                <a16:creationId xmlns:a16="http://schemas.microsoft.com/office/drawing/2014/main" id="{2F6E73CA-9441-4C9D-9866-6CAED00D54B9}"/>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9D4D965B-4000-4783-B0BA-41A7C5BEFE34}"/>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Compare fractions decimals and percentages</a:t>
            </a:r>
          </a:p>
        </p:txBody>
      </p:sp>
      <p:sp>
        <p:nvSpPr>
          <p:cNvPr id="6" name="object-6">
            <a:extLst>
              <a:ext uri="{FF2B5EF4-FFF2-40B4-BE49-F238E27FC236}">
                <a16:creationId xmlns:a16="http://schemas.microsoft.com/office/drawing/2014/main" id="{DBF810DC-9CFC-4367-8D01-8F1852891B0E}"/>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5</a:t>
            </a:r>
          </a:p>
        </p:txBody>
      </p:sp>
      <p:sp>
        <p:nvSpPr>
          <p:cNvPr id="7" name="object-7">
            <a:extLst>
              <a:ext uri="{FF2B5EF4-FFF2-40B4-BE49-F238E27FC236}">
                <a16:creationId xmlns:a16="http://schemas.microsoft.com/office/drawing/2014/main" id="{A69684CB-CD0C-4BE8-BEAE-D9BA7EA02446}"/>
              </a:ext>
            </a:extLst>
          </p:cNvPr>
          <p:cNvSpPr>
            <a:spLocks noGrp="1"/>
          </p:cNvSpPr>
          <p:nvPr/>
        </p:nvSpPr>
        <p:spPr>
          <a:xfrm>
            <a:off x="833438" y="2857500"/>
            <a:ext cx="1905000" cy="714375"/>
          </a:xfrm>
          <a:prstGeom prst="rect">
            <a:avLst/>
          </a:prstGeom>
          <a:noFill/>
          <a:ln w="0">
            <a:noFill/>
          </a:ln>
        </p:spPr>
        <p:txBody>
          <a:bodyPr anchor="ctr">
            <a:noAutofit/>
          </a:bodyPr>
          <a:lstStyle/>
          <a:p>
            <a:pPr algn="l">
              <a:defRPr sz="3375" b="1">
                <a:solidFill>
                  <a:srgbClr val="1D4ED8"/>
                </a:solidFill>
                <a:latin typeface="Arial"/>
                <a:ea typeface="Arial"/>
                <a:cs typeface="Arial"/>
              </a:defRPr>
            </a:pPr>
            <a:r>
              <a:rPr sz="3375" b="1">
                <a:solidFill>
                  <a:srgbClr val="1D4ED8"/>
                </a:solidFill>
                <a:latin typeface="Arial"/>
                <a:ea typeface="Arial"/>
                <a:cs typeface="Arial"/>
              </a:rPr>
              <a:t>3.6</a:t>
            </a:r>
          </a:p>
        </p:txBody>
      </p:sp>
      <p:sp>
        <p:nvSpPr>
          <p:cNvPr id="8" name="object-8">
            <a:extLst>
              <a:ext uri="{FF2B5EF4-FFF2-40B4-BE49-F238E27FC236}">
                <a16:creationId xmlns:a16="http://schemas.microsoft.com/office/drawing/2014/main" id="{5C65287E-7A71-41FF-ACC2-61B4282D0984}"/>
              </a:ext>
            </a:extLst>
          </p:cNvPr>
          <p:cNvSpPr>
            <a:spLocks noGrp="1"/>
          </p:cNvSpPr>
          <p:nvPr/>
        </p:nvSpPr>
        <p:spPr>
          <a:xfrm>
            <a:off x="2976563" y="2857500"/>
            <a:ext cx="26194" cy="547688"/>
          </a:xfrm>
          <a:prstGeom prst="rect">
            <a:avLst/>
          </a:prstGeom>
          <a:solidFill>
            <a:srgbClr val="1D4ED8"/>
          </a:solidFill>
          <a:ln w="13097">
            <a:solidFill>
              <a:srgbClr val="172B4D"/>
            </a:solidFill>
          </a:ln>
        </p:spPr>
      </p:sp>
      <p:sp>
        <p:nvSpPr>
          <p:cNvPr id="9" name="object-9">
            <a:extLst>
              <a:ext uri="{FF2B5EF4-FFF2-40B4-BE49-F238E27FC236}">
                <a16:creationId xmlns:a16="http://schemas.microsoft.com/office/drawing/2014/main" id="{89EFEE68-3264-4498-B811-BA5D43209347}"/>
              </a:ext>
            </a:extLst>
          </p:cNvPr>
          <p:cNvSpPr>
            <a:spLocks noGrp="1"/>
          </p:cNvSpPr>
          <p:nvPr/>
        </p:nvSpPr>
        <p:spPr>
          <a:xfrm>
            <a:off x="3002756" y="2857500"/>
            <a:ext cx="26194" cy="547688"/>
          </a:xfrm>
          <a:prstGeom prst="rect">
            <a:avLst/>
          </a:prstGeom>
          <a:solidFill>
            <a:srgbClr val="1D4ED8"/>
          </a:solidFill>
          <a:ln w="13097">
            <a:solidFill>
              <a:srgbClr val="172B4D"/>
            </a:solidFill>
          </a:ln>
        </p:spPr>
      </p:sp>
      <p:sp>
        <p:nvSpPr>
          <p:cNvPr id="10" name="object-10">
            <a:extLst>
              <a:ext uri="{FF2B5EF4-FFF2-40B4-BE49-F238E27FC236}">
                <a16:creationId xmlns:a16="http://schemas.microsoft.com/office/drawing/2014/main" id="{386A98B5-2642-430F-95E4-C2053A9366BA}"/>
              </a:ext>
            </a:extLst>
          </p:cNvPr>
          <p:cNvSpPr>
            <a:spLocks noGrp="1"/>
          </p:cNvSpPr>
          <p:nvPr/>
        </p:nvSpPr>
        <p:spPr>
          <a:xfrm>
            <a:off x="3028950" y="2857500"/>
            <a:ext cx="26194" cy="547688"/>
          </a:xfrm>
          <a:prstGeom prst="rect">
            <a:avLst/>
          </a:prstGeom>
          <a:solidFill>
            <a:srgbClr val="1D4ED8"/>
          </a:solidFill>
          <a:ln w="13097">
            <a:solidFill>
              <a:srgbClr val="172B4D"/>
            </a:solidFill>
          </a:ln>
        </p:spPr>
      </p:sp>
      <p:sp>
        <p:nvSpPr>
          <p:cNvPr id="11" name="object-11">
            <a:extLst>
              <a:ext uri="{FF2B5EF4-FFF2-40B4-BE49-F238E27FC236}">
                <a16:creationId xmlns:a16="http://schemas.microsoft.com/office/drawing/2014/main" id="{269844A1-66FF-45F2-8395-BCAAC44CB150}"/>
              </a:ext>
            </a:extLst>
          </p:cNvPr>
          <p:cNvSpPr>
            <a:spLocks noGrp="1"/>
          </p:cNvSpPr>
          <p:nvPr/>
        </p:nvSpPr>
        <p:spPr>
          <a:xfrm>
            <a:off x="3055144" y="2857500"/>
            <a:ext cx="26194" cy="547688"/>
          </a:xfrm>
          <a:prstGeom prst="rect">
            <a:avLst/>
          </a:prstGeom>
          <a:solidFill>
            <a:srgbClr val="1D4ED8"/>
          </a:solidFill>
          <a:ln w="13097">
            <a:solidFill>
              <a:srgbClr val="172B4D"/>
            </a:solidFill>
          </a:ln>
        </p:spPr>
      </p:sp>
      <p:sp>
        <p:nvSpPr>
          <p:cNvPr id="12" name="object-12">
            <a:extLst>
              <a:ext uri="{FF2B5EF4-FFF2-40B4-BE49-F238E27FC236}">
                <a16:creationId xmlns:a16="http://schemas.microsoft.com/office/drawing/2014/main" id="{A870148B-E4E5-47B6-B4B9-928F454692AA}"/>
              </a:ext>
            </a:extLst>
          </p:cNvPr>
          <p:cNvSpPr>
            <a:spLocks noGrp="1"/>
          </p:cNvSpPr>
          <p:nvPr/>
        </p:nvSpPr>
        <p:spPr>
          <a:xfrm>
            <a:off x="3081338" y="2857500"/>
            <a:ext cx="26194" cy="547688"/>
          </a:xfrm>
          <a:prstGeom prst="rect">
            <a:avLst/>
          </a:prstGeom>
          <a:solidFill>
            <a:srgbClr val="1D4ED8"/>
          </a:solidFill>
          <a:ln w="13097">
            <a:solidFill>
              <a:srgbClr val="172B4D"/>
            </a:solidFill>
          </a:ln>
        </p:spPr>
      </p:sp>
      <p:sp>
        <p:nvSpPr>
          <p:cNvPr id="13" name="object-13">
            <a:extLst>
              <a:ext uri="{FF2B5EF4-FFF2-40B4-BE49-F238E27FC236}">
                <a16:creationId xmlns:a16="http://schemas.microsoft.com/office/drawing/2014/main" id="{176D232B-417A-4A33-B3CE-9B782DE5268C}"/>
              </a:ext>
            </a:extLst>
          </p:cNvPr>
          <p:cNvSpPr>
            <a:spLocks noGrp="1"/>
          </p:cNvSpPr>
          <p:nvPr/>
        </p:nvSpPr>
        <p:spPr>
          <a:xfrm>
            <a:off x="3107531" y="2857500"/>
            <a:ext cx="26194" cy="547688"/>
          </a:xfrm>
          <a:prstGeom prst="rect">
            <a:avLst/>
          </a:prstGeom>
          <a:solidFill>
            <a:srgbClr val="1D4ED8"/>
          </a:solidFill>
          <a:ln w="13097">
            <a:solidFill>
              <a:srgbClr val="172B4D"/>
            </a:solidFill>
          </a:ln>
        </p:spPr>
      </p:sp>
      <p:sp>
        <p:nvSpPr>
          <p:cNvPr id="14" name="object-14">
            <a:extLst>
              <a:ext uri="{FF2B5EF4-FFF2-40B4-BE49-F238E27FC236}">
                <a16:creationId xmlns:a16="http://schemas.microsoft.com/office/drawing/2014/main" id="{F99994AC-1A8D-4ED3-81AC-0E268BA9C711}"/>
              </a:ext>
            </a:extLst>
          </p:cNvPr>
          <p:cNvSpPr>
            <a:spLocks noGrp="1"/>
          </p:cNvSpPr>
          <p:nvPr/>
        </p:nvSpPr>
        <p:spPr>
          <a:xfrm>
            <a:off x="3133725" y="2857500"/>
            <a:ext cx="26194" cy="547688"/>
          </a:xfrm>
          <a:prstGeom prst="rect">
            <a:avLst/>
          </a:prstGeom>
          <a:solidFill>
            <a:srgbClr val="1D4ED8"/>
          </a:solidFill>
          <a:ln w="13097">
            <a:solidFill>
              <a:srgbClr val="172B4D"/>
            </a:solidFill>
          </a:ln>
        </p:spPr>
      </p:sp>
      <p:sp>
        <p:nvSpPr>
          <p:cNvPr id="15" name="object-15">
            <a:extLst>
              <a:ext uri="{FF2B5EF4-FFF2-40B4-BE49-F238E27FC236}">
                <a16:creationId xmlns:a16="http://schemas.microsoft.com/office/drawing/2014/main" id="{0D9FEA07-03D2-42AB-ADA1-633EB92645B6}"/>
              </a:ext>
            </a:extLst>
          </p:cNvPr>
          <p:cNvSpPr>
            <a:spLocks noGrp="1"/>
          </p:cNvSpPr>
          <p:nvPr/>
        </p:nvSpPr>
        <p:spPr>
          <a:xfrm>
            <a:off x="3159919" y="2857500"/>
            <a:ext cx="26194" cy="547688"/>
          </a:xfrm>
          <a:prstGeom prst="rect">
            <a:avLst/>
          </a:prstGeom>
          <a:solidFill>
            <a:srgbClr val="1D4ED8"/>
          </a:solidFill>
          <a:ln w="13097">
            <a:solidFill>
              <a:srgbClr val="172B4D"/>
            </a:solidFill>
          </a:ln>
        </p:spPr>
      </p:sp>
      <p:sp>
        <p:nvSpPr>
          <p:cNvPr id="16" name="object-16">
            <a:extLst>
              <a:ext uri="{FF2B5EF4-FFF2-40B4-BE49-F238E27FC236}">
                <a16:creationId xmlns:a16="http://schemas.microsoft.com/office/drawing/2014/main" id="{CD19AD9B-83B0-425A-A8A8-99A3AFB06733}"/>
              </a:ext>
            </a:extLst>
          </p:cNvPr>
          <p:cNvSpPr>
            <a:spLocks noGrp="1"/>
          </p:cNvSpPr>
          <p:nvPr/>
        </p:nvSpPr>
        <p:spPr>
          <a:xfrm>
            <a:off x="3186113" y="2857500"/>
            <a:ext cx="26194" cy="547688"/>
          </a:xfrm>
          <a:prstGeom prst="rect">
            <a:avLst/>
          </a:prstGeom>
          <a:solidFill>
            <a:srgbClr val="1D4ED8"/>
          </a:solidFill>
          <a:ln w="13097">
            <a:solidFill>
              <a:srgbClr val="172B4D"/>
            </a:solidFill>
          </a:ln>
        </p:spPr>
      </p:sp>
      <p:sp>
        <p:nvSpPr>
          <p:cNvPr id="17" name="object-17">
            <a:extLst>
              <a:ext uri="{FF2B5EF4-FFF2-40B4-BE49-F238E27FC236}">
                <a16:creationId xmlns:a16="http://schemas.microsoft.com/office/drawing/2014/main" id="{BAE2E696-CB08-4CCD-BBAE-D5A51A525B05}"/>
              </a:ext>
            </a:extLst>
          </p:cNvPr>
          <p:cNvSpPr>
            <a:spLocks noGrp="1"/>
          </p:cNvSpPr>
          <p:nvPr/>
        </p:nvSpPr>
        <p:spPr>
          <a:xfrm>
            <a:off x="3212306" y="2857500"/>
            <a:ext cx="26194" cy="547688"/>
          </a:xfrm>
          <a:prstGeom prst="rect">
            <a:avLst/>
          </a:prstGeom>
          <a:solidFill>
            <a:srgbClr val="1D4ED8"/>
          </a:solidFill>
          <a:ln w="13097">
            <a:solidFill>
              <a:srgbClr val="172B4D"/>
            </a:solidFill>
          </a:ln>
        </p:spPr>
      </p:sp>
      <p:sp>
        <p:nvSpPr>
          <p:cNvPr id="18" name="object-18">
            <a:extLst>
              <a:ext uri="{FF2B5EF4-FFF2-40B4-BE49-F238E27FC236}">
                <a16:creationId xmlns:a16="http://schemas.microsoft.com/office/drawing/2014/main" id="{9643014E-AE6C-4471-8A40-1E64D7B93091}"/>
              </a:ext>
            </a:extLst>
          </p:cNvPr>
          <p:cNvSpPr>
            <a:spLocks noGrp="1"/>
          </p:cNvSpPr>
          <p:nvPr/>
        </p:nvSpPr>
        <p:spPr>
          <a:xfrm>
            <a:off x="3238500" y="2857500"/>
            <a:ext cx="26194" cy="547688"/>
          </a:xfrm>
          <a:prstGeom prst="rect">
            <a:avLst/>
          </a:prstGeom>
          <a:solidFill>
            <a:srgbClr val="1D4ED8"/>
          </a:solidFill>
          <a:ln w="13097">
            <a:solidFill>
              <a:srgbClr val="172B4D"/>
            </a:solidFill>
          </a:ln>
        </p:spPr>
      </p:sp>
      <p:sp>
        <p:nvSpPr>
          <p:cNvPr id="19" name="object-19">
            <a:extLst>
              <a:ext uri="{FF2B5EF4-FFF2-40B4-BE49-F238E27FC236}">
                <a16:creationId xmlns:a16="http://schemas.microsoft.com/office/drawing/2014/main" id="{4EAEC6BF-4036-4FDF-9740-A5833F379505}"/>
              </a:ext>
            </a:extLst>
          </p:cNvPr>
          <p:cNvSpPr>
            <a:spLocks noGrp="1"/>
          </p:cNvSpPr>
          <p:nvPr/>
        </p:nvSpPr>
        <p:spPr>
          <a:xfrm>
            <a:off x="3264694" y="2857500"/>
            <a:ext cx="26194" cy="547688"/>
          </a:xfrm>
          <a:prstGeom prst="rect">
            <a:avLst/>
          </a:prstGeom>
          <a:solidFill>
            <a:srgbClr val="1D4ED8"/>
          </a:solidFill>
          <a:ln w="13097">
            <a:solidFill>
              <a:srgbClr val="172B4D"/>
            </a:solidFill>
          </a:ln>
        </p:spPr>
      </p:sp>
      <p:sp>
        <p:nvSpPr>
          <p:cNvPr id="20" name="object-20">
            <a:extLst>
              <a:ext uri="{FF2B5EF4-FFF2-40B4-BE49-F238E27FC236}">
                <a16:creationId xmlns:a16="http://schemas.microsoft.com/office/drawing/2014/main" id="{FFF2B031-51D7-46FD-AB3B-B23E9BA0BAE7}"/>
              </a:ext>
            </a:extLst>
          </p:cNvPr>
          <p:cNvSpPr>
            <a:spLocks noGrp="1"/>
          </p:cNvSpPr>
          <p:nvPr/>
        </p:nvSpPr>
        <p:spPr>
          <a:xfrm>
            <a:off x="3290888" y="2857500"/>
            <a:ext cx="26194" cy="547688"/>
          </a:xfrm>
          <a:prstGeom prst="rect">
            <a:avLst/>
          </a:prstGeom>
          <a:solidFill>
            <a:srgbClr val="1D4ED8"/>
          </a:solidFill>
          <a:ln w="13097">
            <a:solidFill>
              <a:srgbClr val="172B4D"/>
            </a:solidFill>
          </a:ln>
        </p:spPr>
      </p:sp>
      <p:sp>
        <p:nvSpPr>
          <p:cNvPr id="21" name="object-21">
            <a:extLst>
              <a:ext uri="{FF2B5EF4-FFF2-40B4-BE49-F238E27FC236}">
                <a16:creationId xmlns:a16="http://schemas.microsoft.com/office/drawing/2014/main" id="{55CCBCE3-3DA0-4BA4-A439-522C9A38AEEA}"/>
              </a:ext>
            </a:extLst>
          </p:cNvPr>
          <p:cNvSpPr>
            <a:spLocks noGrp="1"/>
          </p:cNvSpPr>
          <p:nvPr/>
        </p:nvSpPr>
        <p:spPr>
          <a:xfrm>
            <a:off x="3317081" y="2857500"/>
            <a:ext cx="26194" cy="547688"/>
          </a:xfrm>
          <a:prstGeom prst="rect">
            <a:avLst/>
          </a:prstGeom>
          <a:solidFill>
            <a:srgbClr val="1D4ED8"/>
          </a:solidFill>
          <a:ln w="13097">
            <a:solidFill>
              <a:srgbClr val="172B4D"/>
            </a:solidFill>
          </a:ln>
        </p:spPr>
      </p:sp>
      <p:sp>
        <p:nvSpPr>
          <p:cNvPr id="22" name="object-22">
            <a:extLst>
              <a:ext uri="{FF2B5EF4-FFF2-40B4-BE49-F238E27FC236}">
                <a16:creationId xmlns:a16="http://schemas.microsoft.com/office/drawing/2014/main" id="{78B7C235-0C66-4F21-9FB1-7DD492CE6C30}"/>
              </a:ext>
            </a:extLst>
          </p:cNvPr>
          <p:cNvSpPr>
            <a:spLocks noGrp="1"/>
          </p:cNvSpPr>
          <p:nvPr/>
        </p:nvSpPr>
        <p:spPr>
          <a:xfrm>
            <a:off x="3343275" y="2857500"/>
            <a:ext cx="26194" cy="547688"/>
          </a:xfrm>
          <a:prstGeom prst="rect">
            <a:avLst/>
          </a:prstGeom>
          <a:solidFill>
            <a:srgbClr val="1D4ED8"/>
          </a:solidFill>
          <a:ln w="13097">
            <a:solidFill>
              <a:srgbClr val="172B4D"/>
            </a:solidFill>
          </a:ln>
        </p:spPr>
      </p:sp>
      <p:sp>
        <p:nvSpPr>
          <p:cNvPr id="23" name="object-23">
            <a:extLst>
              <a:ext uri="{FF2B5EF4-FFF2-40B4-BE49-F238E27FC236}">
                <a16:creationId xmlns:a16="http://schemas.microsoft.com/office/drawing/2014/main" id="{CF751CD4-76D6-4BE1-BBDD-3530C584BC31}"/>
              </a:ext>
            </a:extLst>
          </p:cNvPr>
          <p:cNvSpPr>
            <a:spLocks noGrp="1"/>
          </p:cNvSpPr>
          <p:nvPr/>
        </p:nvSpPr>
        <p:spPr>
          <a:xfrm>
            <a:off x="3369469" y="2857500"/>
            <a:ext cx="26194" cy="547688"/>
          </a:xfrm>
          <a:prstGeom prst="rect">
            <a:avLst/>
          </a:prstGeom>
          <a:solidFill>
            <a:srgbClr val="1D4ED8"/>
          </a:solidFill>
          <a:ln w="13097">
            <a:solidFill>
              <a:srgbClr val="172B4D"/>
            </a:solidFill>
          </a:ln>
        </p:spPr>
      </p:sp>
      <p:sp>
        <p:nvSpPr>
          <p:cNvPr id="24" name="object-24">
            <a:extLst>
              <a:ext uri="{FF2B5EF4-FFF2-40B4-BE49-F238E27FC236}">
                <a16:creationId xmlns:a16="http://schemas.microsoft.com/office/drawing/2014/main" id="{790F25F7-B19C-41D2-9CD6-B272E3257C66}"/>
              </a:ext>
            </a:extLst>
          </p:cNvPr>
          <p:cNvSpPr>
            <a:spLocks noGrp="1"/>
          </p:cNvSpPr>
          <p:nvPr/>
        </p:nvSpPr>
        <p:spPr>
          <a:xfrm>
            <a:off x="3395663" y="2857500"/>
            <a:ext cx="26194" cy="547688"/>
          </a:xfrm>
          <a:prstGeom prst="rect">
            <a:avLst/>
          </a:prstGeom>
          <a:solidFill>
            <a:srgbClr val="1D4ED8"/>
          </a:solidFill>
          <a:ln w="13097">
            <a:solidFill>
              <a:srgbClr val="172B4D"/>
            </a:solidFill>
          </a:ln>
        </p:spPr>
      </p:sp>
      <p:sp>
        <p:nvSpPr>
          <p:cNvPr id="25" name="object-25">
            <a:extLst>
              <a:ext uri="{FF2B5EF4-FFF2-40B4-BE49-F238E27FC236}">
                <a16:creationId xmlns:a16="http://schemas.microsoft.com/office/drawing/2014/main" id="{8D1B5FCE-9BBB-4DA0-8FB4-FDAA0CB95269}"/>
              </a:ext>
            </a:extLst>
          </p:cNvPr>
          <p:cNvSpPr>
            <a:spLocks noGrp="1"/>
          </p:cNvSpPr>
          <p:nvPr/>
        </p:nvSpPr>
        <p:spPr>
          <a:xfrm>
            <a:off x="3421856" y="2857500"/>
            <a:ext cx="26194" cy="547688"/>
          </a:xfrm>
          <a:prstGeom prst="rect">
            <a:avLst/>
          </a:prstGeom>
          <a:solidFill>
            <a:srgbClr val="1D4ED8"/>
          </a:solidFill>
          <a:ln w="13097">
            <a:solidFill>
              <a:srgbClr val="172B4D"/>
            </a:solidFill>
          </a:ln>
        </p:spPr>
      </p:sp>
      <p:sp>
        <p:nvSpPr>
          <p:cNvPr id="26" name="object-26">
            <a:extLst>
              <a:ext uri="{FF2B5EF4-FFF2-40B4-BE49-F238E27FC236}">
                <a16:creationId xmlns:a16="http://schemas.microsoft.com/office/drawing/2014/main" id="{DAEA4798-2B70-4B8D-BFE6-009ECD2217E2}"/>
              </a:ext>
            </a:extLst>
          </p:cNvPr>
          <p:cNvSpPr>
            <a:spLocks noGrp="1"/>
          </p:cNvSpPr>
          <p:nvPr/>
        </p:nvSpPr>
        <p:spPr>
          <a:xfrm>
            <a:off x="3448050" y="2857500"/>
            <a:ext cx="26194" cy="547688"/>
          </a:xfrm>
          <a:prstGeom prst="rect">
            <a:avLst/>
          </a:prstGeom>
          <a:solidFill>
            <a:srgbClr val="1D4ED8"/>
          </a:solidFill>
          <a:ln w="13097">
            <a:solidFill>
              <a:srgbClr val="172B4D"/>
            </a:solidFill>
          </a:ln>
        </p:spPr>
      </p:sp>
      <p:sp>
        <p:nvSpPr>
          <p:cNvPr id="27" name="object-27">
            <a:extLst>
              <a:ext uri="{FF2B5EF4-FFF2-40B4-BE49-F238E27FC236}">
                <a16:creationId xmlns:a16="http://schemas.microsoft.com/office/drawing/2014/main" id="{4DE4EAF5-AF88-44F2-A66B-3819FE8A2D69}"/>
              </a:ext>
            </a:extLst>
          </p:cNvPr>
          <p:cNvSpPr>
            <a:spLocks noGrp="1"/>
          </p:cNvSpPr>
          <p:nvPr/>
        </p:nvSpPr>
        <p:spPr>
          <a:xfrm>
            <a:off x="3474244" y="2857500"/>
            <a:ext cx="26194" cy="547688"/>
          </a:xfrm>
          <a:prstGeom prst="rect">
            <a:avLst/>
          </a:prstGeom>
          <a:solidFill>
            <a:srgbClr val="1D4ED8"/>
          </a:solidFill>
          <a:ln w="13097">
            <a:solidFill>
              <a:srgbClr val="172B4D"/>
            </a:solidFill>
          </a:ln>
        </p:spPr>
      </p:sp>
      <p:sp>
        <p:nvSpPr>
          <p:cNvPr id="28" name="object-28">
            <a:extLst>
              <a:ext uri="{FF2B5EF4-FFF2-40B4-BE49-F238E27FC236}">
                <a16:creationId xmlns:a16="http://schemas.microsoft.com/office/drawing/2014/main" id="{ACD3791C-1068-4F3D-A2B1-195C2D1A9B10}"/>
              </a:ext>
            </a:extLst>
          </p:cNvPr>
          <p:cNvSpPr>
            <a:spLocks noGrp="1"/>
          </p:cNvSpPr>
          <p:nvPr/>
        </p:nvSpPr>
        <p:spPr>
          <a:xfrm>
            <a:off x="3500438" y="2857500"/>
            <a:ext cx="26194" cy="547688"/>
          </a:xfrm>
          <a:prstGeom prst="rect">
            <a:avLst/>
          </a:prstGeom>
          <a:solidFill>
            <a:srgbClr val="1D4ED8"/>
          </a:solidFill>
          <a:ln w="13097">
            <a:solidFill>
              <a:srgbClr val="172B4D"/>
            </a:solidFill>
          </a:ln>
        </p:spPr>
      </p:sp>
      <p:sp>
        <p:nvSpPr>
          <p:cNvPr id="29" name="object-29">
            <a:extLst>
              <a:ext uri="{FF2B5EF4-FFF2-40B4-BE49-F238E27FC236}">
                <a16:creationId xmlns:a16="http://schemas.microsoft.com/office/drawing/2014/main" id="{69B6D39F-12C4-4A5E-B942-7E4E10CE152F}"/>
              </a:ext>
            </a:extLst>
          </p:cNvPr>
          <p:cNvSpPr>
            <a:spLocks noGrp="1"/>
          </p:cNvSpPr>
          <p:nvPr/>
        </p:nvSpPr>
        <p:spPr>
          <a:xfrm>
            <a:off x="3526631" y="2857500"/>
            <a:ext cx="26194" cy="547688"/>
          </a:xfrm>
          <a:prstGeom prst="rect">
            <a:avLst/>
          </a:prstGeom>
          <a:solidFill>
            <a:srgbClr val="1D4ED8"/>
          </a:solidFill>
          <a:ln w="13097">
            <a:solidFill>
              <a:srgbClr val="172B4D"/>
            </a:solidFill>
          </a:ln>
        </p:spPr>
      </p:sp>
      <p:sp>
        <p:nvSpPr>
          <p:cNvPr id="30" name="object-30">
            <a:extLst>
              <a:ext uri="{FF2B5EF4-FFF2-40B4-BE49-F238E27FC236}">
                <a16:creationId xmlns:a16="http://schemas.microsoft.com/office/drawing/2014/main" id="{51E04444-B286-430D-8A0E-ABC1D50BED89}"/>
              </a:ext>
            </a:extLst>
          </p:cNvPr>
          <p:cNvSpPr>
            <a:spLocks noGrp="1"/>
          </p:cNvSpPr>
          <p:nvPr/>
        </p:nvSpPr>
        <p:spPr>
          <a:xfrm>
            <a:off x="3552825" y="2857500"/>
            <a:ext cx="26194" cy="547688"/>
          </a:xfrm>
          <a:prstGeom prst="rect">
            <a:avLst/>
          </a:prstGeom>
          <a:solidFill>
            <a:srgbClr val="1D4ED8"/>
          </a:solidFill>
          <a:ln w="13097">
            <a:solidFill>
              <a:srgbClr val="172B4D"/>
            </a:solidFill>
          </a:ln>
        </p:spPr>
      </p:sp>
      <p:sp>
        <p:nvSpPr>
          <p:cNvPr id="31" name="object-31">
            <a:extLst>
              <a:ext uri="{FF2B5EF4-FFF2-40B4-BE49-F238E27FC236}">
                <a16:creationId xmlns:a16="http://schemas.microsoft.com/office/drawing/2014/main" id="{92E03065-A09D-46E8-8E9C-4008C8724FE6}"/>
              </a:ext>
            </a:extLst>
          </p:cNvPr>
          <p:cNvSpPr>
            <a:spLocks noGrp="1"/>
          </p:cNvSpPr>
          <p:nvPr/>
        </p:nvSpPr>
        <p:spPr>
          <a:xfrm>
            <a:off x="3579019" y="2857500"/>
            <a:ext cx="26194" cy="547688"/>
          </a:xfrm>
          <a:prstGeom prst="rect">
            <a:avLst/>
          </a:prstGeom>
          <a:solidFill>
            <a:srgbClr val="1D4ED8"/>
          </a:solidFill>
          <a:ln w="13097">
            <a:solidFill>
              <a:srgbClr val="172B4D"/>
            </a:solidFill>
          </a:ln>
        </p:spPr>
      </p:sp>
      <p:sp>
        <p:nvSpPr>
          <p:cNvPr id="32" name="object-32">
            <a:extLst>
              <a:ext uri="{FF2B5EF4-FFF2-40B4-BE49-F238E27FC236}">
                <a16:creationId xmlns:a16="http://schemas.microsoft.com/office/drawing/2014/main" id="{4F8B4DDA-7D4E-47E4-98BA-D0ABABC56A8D}"/>
              </a:ext>
            </a:extLst>
          </p:cNvPr>
          <p:cNvSpPr>
            <a:spLocks noGrp="1"/>
          </p:cNvSpPr>
          <p:nvPr/>
        </p:nvSpPr>
        <p:spPr>
          <a:xfrm>
            <a:off x="3605213" y="2857500"/>
            <a:ext cx="26194" cy="547688"/>
          </a:xfrm>
          <a:prstGeom prst="rect">
            <a:avLst/>
          </a:prstGeom>
          <a:solidFill>
            <a:srgbClr val="1D4ED8"/>
          </a:solidFill>
          <a:ln w="13097">
            <a:solidFill>
              <a:srgbClr val="172B4D"/>
            </a:solidFill>
          </a:ln>
        </p:spPr>
      </p:sp>
      <p:sp>
        <p:nvSpPr>
          <p:cNvPr id="33" name="object-33">
            <a:extLst>
              <a:ext uri="{FF2B5EF4-FFF2-40B4-BE49-F238E27FC236}">
                <a16:creationId xmlns:a16="http://schemas.microsoft.com/office/drawing/2014/main" id="{F16809C8-5C0C-4BBF-8530-227115B31DA1}"/>
              </a:ext>
            </a:extLst>
          </p:cNvPr>
          <p:cNvSpPr>
            <a:spLocks noGrp="1"/>
          </p:cNvSpPr>
          <p:nvPr/>
        </p:nvSpPr>
        <p:spPr>
          <a:xfrm>
            <a:off x="3631406" y="2857500"/>
            <a:ext cx="26194" cy="547688"/>
          </a:xfrm>
          <a:prstGeom prst="rect">
            <a:avLst/>
          </a:prstGeom>
          <a:solidFill>
            <a:srgbClr val="1D4ED8"/>
          </a:solidFill>
          <a:ln w="13097">
            <a:solidFill>
              <a:srgbClr val="172B4D"/>
            </a:solidFill>
          </a:ln>
        </p:spPr>
      </p:sp>
      <p:sp>
        <p:nvSpPr>
          <p:cNvPr id="34" name="object-34">
            <a:extLst>
              <a:ext uri="{FF2B5EF4-FFF2-40B4-BE49-F238E27FC236}">
                <a16:creationId xmlns:a16="http://schemas.microsoft.com/office/drawing/2014/main" id="{FFB6D914-4D7D-4766-98FA-EA57A16FAD76}"/>
              </a:ext>
            </a:extLst>
          </p:cNvPr>
          <p:cNvSpPr>
            <a:spLocks noGrp="1"/>
          </p:cNvSpPr>
          <p:nvPr/>
        </p:nvSpPr>
        <p:spPr>
          <a:xfrm>
            <a:off x="3657600" y="2857500"/>
            <a:ext cx="26194" cy="547688"/>
          </a:xfrm>
          <a:prstGeom prst="rect">
            <a:avLst/>
          </a:prstGeom>
          <a:solidFill>
            <a:srgbClr val="1D4ED8"/>
          </a:solidFill>
          <a:ln w="13097">
            <a:solidFill>
              <a:srgbClr val="172B4D"/>
            </a:solidFill>
          </a:ln>
        </p:spPr>
      </p:sp>
      <p:sp>
        <p:nvSpPr>
          <p:cNvPr id="35" name="object-35">
            <a:extLst>
              <a:ext uri="{FF2B5EF4-FFF2-40B4-BE49-F238E27FC236}">
                <a16:creationId xmlns:a16="http://schemas.microsoft.com/office/drawing/2014/main" id="{5697F806-9982-4516-AB8E-B5446C768445}"/>
              </a:ext>
            </a:extLst>
          </p:cNvPr>
          <p:cNvSpPr>
            <a:spLocks noGrp="1"/>
          </p:cNvSpPr>
          <p:nvPr/>
        </p:nvSpPr>
        <p:spPr>
          <a:xfrm>
            <a:off x="3683794" y="2857500"/>
            <a:ext cx="26194" cy="547688"/>
          </a:xfrm>
          <a:prstGeom prst="rect">
            <a:avLst/>
          </a:prstGeom>
          <a:solidFill>
            <a:srgbClr val="1D4ED8"/>
          </a:solidFill>
          <a:ln w="13097">
            <a:solidFill>
              <a:srgbClr val="172B4D"/>
            </a:solidFill>
          </a:ln>
        </p:spPr>
      </p:sp>
      <p:sp>
        <p:nvSpPr>
          <p:cNvPr id="36" name="object-36">
            <a:extLst>
              <a:ext uri="{FF2B5EF4-FFF2-40B4-BE49-F238E27FC236}">
                <a16:creationId xmlns:a16="http://schemas.microsoft.com/office/drawing/2014/main" id="{433BC208-0A3E-414F-A364-FB8B77298BC0}"/>
              </a:ext>
            </a:extLst>
          </p:cNvPr>
          <p:cNvSpPr>
            <a:spLocks noGrp="1"/>
          </p:cNvSpPr>
          <p:nvPr/>
        </p:nvSpPr>
        <p:spPr>
          <a:xfrm>
            <a:off x="3709988" y="2857500"/>
            <a:ext cx="26194" cy="547688"/>
          </a:xfrm>
          <a:prstGeom prst="rect">
            <a:avLst/>
          </a:prstGeom>
          <a:solidFill>
            <a:srgbClr val="1D4ED8"/>
          </a:solidFill>
          <a:ln w="13097">
            <a:solidFill>
              <a:srgbClr val="172B4D"/>
            </a:solidFill>
          </a:ln>
        </p:spPr>
      </p:sp>
      <p:sp>
        <p:nvSpPr>
          <p:cNvPr id="37" name="object-37">
            <a:extLst>
              <a:ext uri="{FF2B5EF4-FFF2-40B4-BE49-F238E27FC236}">
                <a16:creationId xmlns:a16="http://schemas.microsoft.com/office/drawing/2014/main" id="{9A31D0E8-0877-466D-83CB-DD5E66879308}"/>
              </a:ext>
            </a:extLst>
          </p:cNvPr>
          <p:cNvSpPr>
            <a:spLocks noGrp="1"/>
          </p:cNvSpPr>
          <p:nvPr/>
        </p:nvSpPr>
        <p:spPr>
          <a:xfrm>
            <a:off x="3736181" y="2857500"/>
            <a:ext cx="26194" cy="547688"/>
          </a:xfrm>
          <a:prstGeom prst="rect">
            <a:avLst/>
          </a:prstGeom>
          <a:solidFill>
            <a:srgbClr val="1D4ED8"/>
          </a:solidFill>
          <a:ln w="13097">
            <a:solidFill>
              <a:srgbClr val="172B4D"/>
            </a:solidFill>
          </a:ln>
        </p:spPr>
      </p:sp>
      <p:sp>
        <p:nvSpPr>
          <p:cNvPr id="38" name="object-38">
            <a:extLst>
              <a:ext uri="{FF2B5EF4-FFF2-40B4-BE49-F238E27FC236}">
                <a16:creationId xmlns:a16="http://schemas.microsoft.com/office/drawing/2014/main" id="{5A9E421D-81BF-49A7-ADD1-C31ACBBEB9BD}"/>
              </a:ext>
            </a:extLst>
          </p:cNvPr>
          <p:cNvSpPr>
            <a:spLocks noGrp="1"/>
          </p:cNvSpPr>
          <p:nvPr/>
        </p:nvSpPr>
        <p:spPr>
          <a:xfrm>
            <a:off x="3762375" y="2857500"/>
            <a:ext cx="26194" cy="547688"/>
          </a:xfrm>
          <a:prstGeom prst="rect">
            <a:avLst/>
          </a:prstGeom>
          <a:solidFill>
            <a:srgbClr val="1D4ED8"/>
          </a:solidFill>
          <a:ln w="13097">
            <a:solidFill>
              <a:srgbClr val="172B4D"/>
            </a:solidFill>
          </a:ln>
        </p:spPr>
      </p:sp>
      <p:sp>
        <p:nvSpPr>
          <p:cNvPr id="39" name="object-39">
            <a:extLst>
              <a:ext uri="{FF2B5EF4-FFF2-40B4-BE49-F238E27FC236}">
                <a16:creationId xmlns:a16="http://schemas.microsoft.com/office/drawing/2014/main" id="{AF78FF4F-7A7A-445B-81FC-19BAD6C290ED}"/>
              </a:ext>
            </a:extLst>
          </p:cNvPr>
          <p:cNvSpPr>
            <a:spLocks noGrp="1"/>
          </p:cNvSpPr>
          <p:nvPr/>
        </p:nvSpPr>
        <p:spPr>
          <a:xfrm>
            <a:off x="3788569" y="2857500"/>
            <a:ext cx="26194" cy="547688"/>
          </a:xfrm>
          <a:prstGeom prst="rect">
            <a:avLst/>
          </a:prstGeom>
          <a:solidFill>
            <a:srgbClr val="1D4ED8"/>
          </a:solidFill>
          <a:ln w="13097">
            <a:solidFill>
              <a:srgbClr val="172B4D"/>
            </a:solidFill>
          </a:ln>
        </p:spPr>
      </p:sp>
      <p:sp>
        <p:nvSpPr>
          <p:cNvPr id="40" name="object-40">
            <a:extLst>
              <a:ext uri="{FF2B5EF4-FFF2-40B4-BE49-F238E27FC236}">
                <a16:creationId xmlns:a16="http://schemas.microsoft.com/office/drawing/2014/main" id="{F867199A-413F-444F-B2B2-A678DD4A4C34}"/>
              </a:ext>
            </a:extLst>
          </p:cNvPr>
          <p:cNvSpPr>
            <a:spLocks noGrp="1"/>
          </p:cNvSpPr>
          <p:nvPr/>
        </p:nvSpPr>
        <p:spPr>
          <a:xfrm>
            <a:off x="3814763" y="2857500"/>
            <a:ext cx="26194" cy="547688"/>
          </a:xfrm>
          <a:prstGeom prst="rect">
            <a:avLst/>
          </a:prstGeom>
          <a:solidFill>
            <a:srgbClr val="1D4ED8"/>
          </a:solidFill>
          <a:ln w="13097">
            <a:solidFill>
              <a:srgbClr val="172B4D"/>
            </a:solidFill>
          </a:ln>
        </p:spPr>
      </p:sp>
      <p:sp>
        <p:nvSpPr>
          <p:cNvPr id="41" name="object-41">
            <a:extLst>
              <a:ext uri="{FF2B5EF4-FFF2-40B4-BE49-F238E27FC236}">
                <a16:creationId xmlns:a16="http://schemas.microsoft.com/office/drawing/2014/main" id="{761D0985-AE1A-4B38-A70A-E622D55C49E7}"/>
              </a:ext>
            </a:extLst>
          </p:cNvPr>
          <p:cNvSpPr>
            <a:spLocks noGrp="1"/>
          </p:cNvSpPr>
          <p:nvPr/>
        </p:nvSpPr>
        <p:spPr>
          <a:xfrm>
            <a:off x="3840956" y="2857500"/>
            <a:ext cx="26194" cy="547688"/>
          </a:xfrm>
          <a:prstGeom prst="rect">
            <a:avLst/>
          </a:prstGeom>
          <a:solidFill>
            <a:srgbClr val="1D4ED8"/>
          </a:solidFill>
          <a:ln w="13097">
            <a:solidFill>
              <a:srgbClr val="172B4D"/>
            </a:solidFill>
          </a:ln>
        </p:spPr>
      </p:sp>
      <p:sp>
        <p:nvSpPr>
          <p:cNvPr id="42" name="object-42">
            <a:extLst>
              <a:ext uri="{FF2B5EF4-FFF2-40B4-BE49-F238E27FC236}">
                <a16:creationId xmlns:a16="http://schemas.microsoft.com/office/drawing/2014/main" id="{DBE6D4EC-E18A-4B23-9D3A-3C57FA4012C4}"/>
              </a:ext>
            </a:extLst>
          </p:cNvPr>
          <p:cNvSpPr>
            <a:spLocks noGrp="1"/>
          </p:cNvSpPr>
          <p:nvPr/>
        </p:nvSpPr>
        <p:spPr>
          <a:xfrm>
            <a:off x="3867150" y="2857500"/>
            <a:ext cx="26194" cy="547688"/>
          </a:xfrm>
          <a:prstGeom prst="rect">
            <a:avLst/>
          </a:prstGeom>
          <a:solidFill>
            <a:srgbClr val="1D4ED8"/>
          </a:solidFill>
          <a:ln w="13097">
            <a:solidFill>
              <a:srgbClr val="172B4D"/>
            </a:solidFill>
          </a:ln>
        </p:spPr>
      </p:sp>
      <p:sp>
        <p:nvSpPr>
          <p:cNvPr id="43" name="object-43">
            <a:extLst>
              <a:ext uri="{FF2B5EF4-FFF2-40B4-BE49-F238E27FC236}">
                <a16:creationId xmlns:a16="http://schemas.microsoft.com/office/drawing/2014/main" id="{5E332874-2402-42C3-8DF8-60CDBBD71E87}"/>
              </a:ext>
            </a:extLst>
          </p:cNvPr>
          <p:cNvSpPr>
            <a:spLocks noGrp="1"/>
          </p:cNvSpPr>
          <p:nvPr/>
        </p:nvSpPr>
        <p:spPr>
          <a:xfrm>
            <a:off x="3893344" y="2857500"/>
            <a:ext cx="26194" cy="547688"/>
          </a:xfrm>
          <a:prstGeom prst="rect">
            <a:avLst/>
          </a:prstGeom>
          <a:solidFill>
            <a:srgbClr val="1D4ED8"/>
          </a:solidFill>
          <a:ln w="13097">
            <a:solidFill>
              <a:srgbClr val="172B4D"/>
            </a:solidFill>
          </a:ln>
        </p:spPr>
      </p:sp>
      <p:sp>
        <p:nvSpPr>
          <p:cNvPr id="44" name="object-44">
            <a:extLst>
              <a:ext uri="{FF2B5EF4-FFF2-40B4-BE49-F238E27FC236}">
                <a16:creationId xmlns:a16="http://schemas.microsoft.com/office/drawing/2014/main" id="{77B734E7-71AF-4A16-BB56-BC05799A920C}"/>
              </a:ext>
            </a:extLst>
          </p:cNvPr>
          <p:cNvSpPr>
            <a:spLocks noGrp="1"/>
          </p:cNvSpPr>
          <p:nvPr/>
        </p:nvSpPr>
        <p:spPr>
          <a:xfrm>
            <a:off x="3919538" y="2857500"/>
            <a:ext cx="26194" cy="547688"/>
          </a:xfrm>
          <a:prstGeom prst="rect">
            <a:avLst/>
          </a:prstGeom>
          <a:solidFill>
            <a:srgbClr val="1D4ED8"/>
          </a:solidFill>
          <a:ln w="13097">
            <a:solidFill>
              <a:srgbClr val="172B4D"/>
            </a:solidFill>
          </a:ln>
        </p:spPr>
      </p:sp>
      <p:sp>
        <p:nvSpPr>
          <p:cNvPr id="45" name="object-45">
            <a:extLst>
              <a:ext uri="{FF2B5EF4-FFF2-40B4-BE49-F238E27FC236}">
                <a16:creationId xmlns:a16="http://schemas.microsoft.com/office/drawing/2014/main" id="{CCA69605-3ECF-4C47-8450-8B283BA624A3}"/>
              </a:ext>
            </a:extLst>
          </p:cNvPr>
          <p:cNvSpPr>
            <a:spLocks noGrp="1"/>
          </p:cNvSpPr>
          <p:nvPr/>
        </p:nvSpPr>
        <p:spPr>
          <a:xfrm>
            <a:off x="3945731" y="2857500"/>
            <a:ext cx="26194" cy="547688"/>
          </a:xfrm>
          <a:prstGeom prst="rect">
            <a:avLst/>
          </a:prstGeom>
          <a:solidFill>
            <a:srgbClr val="1D4ED8"/>
          </a:solidFill>
          <a:ln w="13097">
            <a:solidFill>
              <a:srgbClr val="172B4D"/>
            </a:solidFill>
          </a:ln>
        </p:spPr>
      </p:sp>
      <p:sp>
        <p:nvSpPr>
          <p:cNvPr id="46" name="object-46">
            <a:extLst>
              <a:ext uri="{FF2B5EF4-FFF2-40B4-BE49-F238E27FC236}">
                <a16:creationId xmlns:a16="http://schemas.microsoft.com/office/drawing/2014/main" id="{AD341A86-0D5F-4049-B1B5-94A96BF18FDC}"/>
              </a:ext>
            </a:extLst>
          </p:cNvPr>
          <p:cNvSpPr>
            <a:spLocks noGrp="1"/>
          </p:cNvSpPr>
          <p:nvPr/>
        </p:nvSpPr>
        <p:spPr>
          <a:xfrm>
            <a:off x="3971925" y="2857500"/>
            <a:ext cx="26194" cy="547688"/>
          </a:xfrm>
          <a:prstGeom prst="rect">
            <a:avLst/>
          </a:prstGeom>
          <a:solidFill>
            <a:srgbClr val="1D4ED8"/>
          </a:solidFill>
          <a:ln w="13097">
            <a:solidFill>
              <a:srgbClr val="172B4D"/>
            </a:solidFill>
          </a:ln>
        </p:spPr>
      </p:sp>
      <p:sp>
        <p:nvSpPr>
          <p:cNvPr id="47" name="object-47">
            <a:extLst>
              <a:ext uri="{FF2B5EF4-FFF2-40B4-BE49-F238E27FC236}">
                <a16:creationId xmlns:a16="http://schemas.microsoft.com/office/drawing/2014/main" id="{D1565E9C-B4FA-45FA-8C95-1835C02F2A46}"/>
              </a:ext>
            </a:extLst>
          </p:cNvPr>
          <p:cNvSpPr>
            <a:spLocks noGrp="1"/>
          </p:cNvSpPr>
          <p:nvPr/>
        </p:nvSpPr>
        <p:spPr>
          <a:xfrm>
            <a:off x="3998119" y="2857500"/>
            <a:ext cx="26194" cy="547688"/>
          </a:xfrm>
          <a:prstGeom prst="rect">
            <a:avLst/>
          </a:prstGeom>
          <a:solidFill>
            <a:srgbClr val="1D4ED8"/>
          </a:solidFill>
          <a:ln w="13097">
            <a:solidFill>
              <a:srgbClr val="172B4D"/>
            </a:solidFill>
          </a:ln>
        </p:spPr>
      </p:sp>
      <p:sp>
        <p:nvSpPr>
          <p:cNvPr id="48" name="object-48">
            <a:extLst>
              <a:ext uri="{FF2B5EF4-FFF2-40B4-BE49-F238E27FC236}">
                <a16:creationId xmlns:a16="http://schemas.microsoft.com/office/drawing/2014/main" id="{68754520-C6D3-4EB6-A507-98BEF99825EA}"/>
              </a:ext>
            </a:extLst>
          </p:cNvPr>
          <p:cNvSpPr>
            <a:spLocks noGrp="1"/>
          </p:cNvSpPr>
          <p:nvPr/>
        </p:nvSpPr>
        <p:spPr>
          <a:xfrm>
            <a:off x="4024313" y="2857500"/>
            <a:ext cx="26194" cy="547688"/>
          </a:xfrm>
          <a:prstGeom prst="rect">
            <a:avLst/>
          </a:prstGeom>
          <a:solidFill>
            <a:srgbClr val="1D4ED8"/>
          </a:solidFill>
          <a:ln w="13097">
            <a:solidFill>
              <a:srgbClr val="172B4D"/>
            </a:solidFill>
          </a:ln>
        </p:spPr>
      </p:sp>
      <p:sp>
        <p:nvSpPr>
          <p:cNvPr id="49" name="object-49">
            <a:extLst>
              <a:ext uri="{FF2B5EF4-FFF2-40B4-BE49-F238E27FC236}">
                <a16:creationId xmlns:a16="http://schemas.microsoft.com/office/drawing/2014/main" id="{70D37A18-08C1-48A3-80C7-0477DEB3544F}"/>
              </a:ext>
            </a:extLst>
          </p:cNvPr>
          <p:cNvSpPr>
            <a:spLocks noGrp="1"/>
          </p:cNvSpPr>
          <p:nvPr/>
        </p:nvSpPr>
        <p:spPr>
          <a:xfrm>
            <a:off x="4050506" y="2857500"/>
            <a:ext cx="26194" cy="547688"/>
          </a:xfrm>
          <a:prstGeom prst="rect">
            <a:avLst/>
          </a:prstGeom>
          <a:solidFill>
            <a:srgbClr val="1D4ED8"/>
          </a:solidFill>
          <a:ln w="13097">
            <a:solidFill>
              <a:srgbClr val="172B4D"/>
            </a:solidFill>
          </a:ln>
        </p:spPr>
      </p:sp>
      <p:sp>
        <p:nvSpPr>
          <p:cNvPr id="50" name="object-50">
            <a:extLst>
              <a:ext uri="{FF2B5EF4-FFF2-40B4-BE49-F238E27FC236}">
                <a16:creationId xmlns:a16="http://schemas.microsoft.com/office/drawing/2014/main" id="{0C44234D-DE50-4D21-B8A7-5209A040FCEC}"/>
              </a:ext>
            </a:extLst>
          </p:cNvPr>
          <p:cNvSpPr>
            <a:spLocks noGrp="1"/>
          </p:cNvSpPr>
          <p:nvPr/>
        </p:nvSpPr>
        <p:spPr>
          <a:xfrm>
            <a:off x="4076700" y="2857500"/>
            <a:ext cx="26194" cy="547688"/>
          </a:xfrm>
          <a:prstGeom prst="rect">
            <a:avLst/>
          </a:prstGeom>
          <a:solidFill>
            <a:srgbClr val="1D4ED8"/>
          </a:solidFill>
          <a:ln w="13097">
            <a:solidFill>
              <a:srgbClr val="172B4D"/>
            </a:solidFill>
          </a:ln>
        </p:spPr>
      </p:sp>
      <p:sp>
        <p:nvSpPr>
          <p:cNvPr id="51" name="object-51">
            <a:extLst>
              <a:ext uri="{FF2B5EF4-FFF2-40B4-BE49-F238E27FC236}">
                <a16:creationId xmlns:a16="http://schemas.microsoft.com/office/drawing/2014/main" id="{5DDCB0A4-6C67-4F46-83DA-4E88F7E66142}"/>
              </a:ext>
            </a:extLst>
          </p:cNvPr>
          <p:cNvSpPr>
            <a:spLocks noGrp="1"/>
          </p:cNvSpPr>
          <p:nvPr/>
        </p:nvSpPr>
        <p:spPr>
          <a:xfrm>
            <a:off x="4102894" y="2857500"/>
            <a:ext cx="26194" cy="547688"/>
          </a:xfrm>
          <a:prstGeom prst="rect">
            <a:avLst/>
          </a:prstGeom>
          <a:solidFill>
            <a:srgbClr val="1D4ED8"/>
          </a:solidFill>
          <a:ln w="13097">
            <a:solidFill>
              <a:srgbClr val="172B4D"/>
            </a:solidFill>
          </a:ln>
        </p:spPr>
      </p:sp>
      <p:sp>
        <p:nvSpPr>
          <p:cNvPr id="52" name="object-52">
            <a:extLst>
              <a:ext uri="{FF2B5EF4-FFF2-40B4-BE49-F238E27FC236}">
                <a16:creationId xmlns:a16="http://schemas.microsoft.com/office/drawing/2014/main" id="{30B012F7-3F56-40BB-ADCF-85CE1318C9F5}"/>
              </a:ext>
            </a:extLst>
          </p:cNvPr>
          <p:cNvSpPr>
            <a:spLocks noGrp="1"/>
          </p:cNvSpPr>
          <p:nvPr/>
        </p:nvSpPr>
        <p:spPr>
          <a:xfrm>
            <a:off x="4129088" y="2857500"/>
            <a:ext cx="26194" cy="547688"/>
          </a:xfrm>
          <a:prstGeom prst="rect">
            <a:avLst/>
          </a:prstGeom>
          <a:solidFill>
            <a:srgbClr val="1D4ED8"/>
          </a:solidFill>
          <a:ln w="13097">
            <a:solidFill>
              <a:srgbClr val="172B4D"/>
            </a:solidFill>
          </a:ln>
        </p:spPr>
      </p:sp>
      <p:sp>
        <p:nvSpPr>
          <p:cNvPr id="53" name="object-53">
            <a:extLst>
              <a:ext uri="{FF2B5EF4-FFF2-40B4-BE49-F238E27FC236}">
                <a16:creationId xmlns:a16="http://schemas.microsoft.com/office/drawing/2014/main" id="{BE78ADE4-AEE5-4111-95DA-E913FBA1C9C4}"/>
              </a:ext>
            </a:extLst>
          </p:cNvPr>
          <p:cNvSpPr>
            <a:spLocks noGrp="1"/>
          </p:cNvSpPr>
          <p:nvPr/>
        </p:nvSpPr>
        <p:spPr>
          <a:xfrm>
            <a:off x="4155281" y="2857500"/>
            <a:ext cx="26194" cy="547688"/>
          </a:xfrm>
          <a:prstGeom prst="rect">
            <a:avLst/>
          </a:prstGeom>
          <a:solidFill>
            <a:srgbClr val="1D4ED8"/>
          </a:solidFill>
          <a:ln w="13097">
            <a:solidFill>
              <a:srgbClr val="172B4D"/>
            </a:solidFill>
          </a:ln>
        </p:spPr>
      </p:sp>
      <p:sp>
        <p:nvSpPr>
          <p:cNvPr id="54" name="object-54">
            <a:extLst>
              <a:ext uri="{FF2B5EF4-FFF2-40B4-BE49-F238E27FC236}">
                <a16:creationId xmlns:a16="http://schemas.microsoft.com/office/drawing/2014/main" id="{F82E1BC2-3BE4-417C-BAF4-9223743717B9}"/>
              </a:ext>
            </a:extLst>
          </p:cNvPr>
          <p:cNvSpPr>
            <a:spLocks noGrp="1"/>
          </p:cNvSpPr>
          <p:nvPr/>
        </p:nvSpPr>
        <p:spPr>
          <a:xfrm>
            <a:off x="4181475" y="2857500"/>
            <a:ext cx="26194" cy="547688"/>
          </a:xfrm>
          <a:prstGeom prst="rect">
            <a:avLst/>
          </a:prstGeom>
          <a:solidFill>
            <a:srgbClr val="1D4ED8"/>
          </a:solidFill>
          <a:ln w="13097">
            <a:solidFill>
              <a:srgbClr val="172B4D"/>
            </a:solidFill>
          </a:ln>
        </p:spPr>
      </p:sp>
      <p:sp>
        <p:nvSpPr>
          <p:cNvPr id="55" name="object-55">
            <a:extLst>
              <a:ext uri="{FF2B5EF4-FFF2-40B4-BE49-F238E27FC236}">
                <a16:creationId xmlns:a16="http://schemas.microsoft.com/office/drawing/2014/main" id="{6D1094DA-7E48-48E6-BDFD-D87B183C15D1}"/>
              </a:ext>
            </a:extLst>
          </p:cNvPr>
          <p:cNvSpPr>
            <a:spLocks noGrp="1"/>
          </p:cNvSpPr>
          <p:nvPr/>
        </p:nvSpPr>
        <p:spPr>
          <a:xfrm>
            <a:off x="4207669" y="2857500"/>
            <a:ext cx="26194" cy="547688"/>
          </a:xfrm>
          <a:prstGeom prst="rect">
            <a:avLst/>
          </a:prstGeom>
          <a:solidFill>
            <a:srgbClr val="1D4ED8"/>
          </a:solidFill>
          <a:ln w="13097">
            <a:solidFill>
              <a:srgbClr val="172B4D"/>
            </a:solidFill>
          </a:ln>
        </p:spPr>
      </p:sp>
      <p:sp>
        <p:nvSpPr>
          <p:cNvPr id="56" name="object-56">
            <a:extLst>
              <a:ext uri="{FF2B5EF4-FFF2-40B4-BE49-F238E27FC236}">
                <a16:creationId xmlns:a16="http://schemas.microsoft.com/office/drawing/2014/main" id="{F2F41120-4047-4C73-862D-45A80C79BD9F}"/>
              </a:ext>
            </a:extLst>
          </p:cNvPr>
          <p:cNvSpPr>
            <a:spLocks noGrp="1"/>
          </p:cNvSpPr>
          <p:nvPr/>
        </p:nvSpPr>
        <p:spPr>
          <a:xfrm>
            <a:off x="4233863" y="2857500"/>
            <a:ext cx="26194" cy="547688"/>
          </a:xfrm>
          <a:prstGeom prst="rect">
            <a:avLst/>
          </a:prstGeom>
          <a:solidFill>
            <a:srgbClr val="1D4ED8"/>
          </a:solidFill>
          <a:ln w="13097">
            <a:solidFill>
              <a:srgbClr val="172B4D"/>
            </a:solidFill>
          </a:ln>
        </p:spPr>
      </p:sp>
      <p:sp>
        <p:nvSpPr>
          <p:cNvPr id="57" name="object-57">
            <a:extLst>
              <a:ext uri="{FF2B5EF4-FFF2-40B4-BE49-F238E27FC236}">
                <a16:creationId xmlns:a16="http://schemas.microsoft.com/office/drawing/2014/main" id="{F3D38937-AB1D-4633-BEEC-A7779D90E8A4}"/>
              </a:ext>
            </a:extLst>
          </p:cNvPr>
          <p:cNvSpPr>
            <a:spLocks noGrp="1"/>
          </p:cNvSpPr>
          <p:nvPr/>
        </p:nvSpPr>
        <p:spPr>
          <a:xfrm>
            <a:off x="4260056" y="2857500"/>
            <a:ext cx="26194" cy="547688"/>
          </a:xfrm>
          <a:prstGeom prst="rect">
            <a:avLst/>
          </a:prstGeom>
          <a:solidFill>
            <a:srgbClr val="1D4ED8"/>
          </a:solidFill>
          <a:ln w="13097">
            <a:solidFill>
              <a:srgbClr val="172B4D"/>
            </a:solidFill>
          </a:ln>
        </p:spPr>
      </p:sp>
      <p:sp>
        <p:nvSpPr>
          <p:cNvPr id="58" name="object-58">
            <a:extLst>
              <a:ext uri="{FF2B5EF4-FFF2-40B4-BE49-F238E27FC236}">
                <a16:creationId xmlns:a16="http://schemas.microsoft.com/office/drawing/2014/main" id="{4530466C-97F0-4FB4-A656-FC77EC567EE1}"/>
              </a:ext>
            </a:extLst>
          </p:cNvPr>
          <p:cNvSpPr>
            <a:spLocks noGrp="1"/>
          </p:cNvSpPr>
          <p:nvPr/>
        </p:nvSpPr>
        <p:spPr>
          <a:xfrm>
            <a:off x="4286250" y="2857500"/>
            <a:ext cx="26194" cy="547688"/>
          </a:xfrm>
          <a:prstGeom prst="rect">
            <a:avLst/>
          </a:prstGeom>
          <a:solidFill>
            <a:srgbClr val="1D4ED8"/>
          </a:solidFill>
          <a:ln w="13097">
            <a:solidFill>
              <a:srgbClr val="172B4D"/>
            </a:solidFill>
          </a:ln>
        </p:spPr>
      </p:sp>
      <p:sp>
        <p:nvSpPr>
          <p:cNvPr id="59" name="object-59">
            <a:extLst>
              <a:ext uri="{FF2B5EF4-FFF2-40B4-BE49-F238E27FC236}">
                <a16:creationId xmlns:a16="http://schemas.microsoft.com/office/drawing/2014/main" id="{B93E5FC1-E3B2-426D-B877-FCE1520D9B68}"/>
              </a:ext>
            </a:extLst>
          </p:cNvPr>
          <p:cNvSpPr>
            <a:spLocks noGrp="1"/>
          </p:cNvSpPr>
          <p:nvPr/>
        </p:nvSpPr>
        <p:spPr>
          <a:xfrm>
            <a:off x="4312444" y="2857500"/>
            <a:ext cx="26194" cy="547688"/>
          </a:xfrm>
          <a:prstGeom prst="rect">
            <a:avLst/>
          </a:prstGeom>
          <a:solidFill>
            <a:srgbClr val="1D4ED8"/>
          </a:solidFill>
          <a:ln w="13097">
            <a:solidFill>
              <a:srgbClr val="172B4D"/>
            </a:solidFill>
          </a:ln>
        </p:spPr>
      </p:sp>
      <p:sp>
        <p:nvSpPr>
          <p:cNvPr id="60" name="object-60">
            <a:extLst>
              <a:ext uri="{FF2B5EF4-FFF2-40B4-BE49-F238E27FC236}">
                <a16:creationId xmlns:a16="http://schemas.microsoft.com/office/drawing/2014/main" id="{98F9F04E-C50E-43B9-ADA2-F594B9836193}"/>
              </a:ext>
            </a:extLst>
          </p:cNvPr>
          <p:cNvSpPr>
            <a:spLocks noGrp="1"/>
          </p:cNvSpPr>
          <p:nvPr/>
        </p:nvSpPr>
        <p:spPr>
          <a:xfrm>
            <a:off x="4338638" y="2857500"/>
            <a:ext cx="26194" cy="547688"/>
          </a:xfrm>
          <a:prstGeom prst="rect">
            <a:avLst/>
          </a:prstGeom>
          <a:solidFill>
            <a:srgbClr val="1D4ED8"/>
          </a:solidFill>
          <a:ln w="13097">
            <a:solidFill>
              <a:srgbClr val="172B4D"/>
            </a:solidFill>
          </a:ln>
        </p:spPr>
      </p:sp>
      <p:sp>
        <p:nvSpPr>
          <p:cNvPr id="61" name="object-61">
            <a:extLst>
              <a:ext uri="{FF2B5EF4-FFF2-40B4-BE49-F238E27FC236}">
                <a16:creationId xmlns:a16="http://schemas.microsoft.com/office/drawing/2014/main" id="{A0D1BEDE-E0AF-470D-81AF-D2903BD85576}"/>
              </a:ext>
            </a:extLst>
          </p:cNvPr>
          <p:cNvSpPr>
            <a:spLocks noGrp="1"/>
          </p:cNvSpPr>
          <p:nvPr/>
        </p:nvSpPr>
        <p:spPr>
          <a:xfrm>
            <a:off x="4364831" y="2857500"/>
            <a:ext cx="26194" cy="547688"/>
          </a:xfrm>
          <a:prstGeom prst="rect">
            <a:avLst/>
          </a:prstGeom>
          <a:solidFill>
            <a:srgbClr val="1D4ED8"/>
          </a:solidFill>
          <a:ln w="13097">
            <a:solidFill>
              <a:srgbClr val="172B4D"/>
            </a:solidFill>
          </a:ln>
        </p:spPr>
      </p:sp>
      <p:sp>
        <p:nvSpPr>
          <p:cNvPr id="62" name="object-62">
            <a:extLst>
              <a:ext uri="{FF2B5EF4-FFF2-40B4-BE49-F238E27FC236}">
                <a16:creationId xmlns:a16="http://schemas.microsoft.com/office/drawing/2014/main" id="{11FDA4A0-9FFE-4C19-BE80-0548915D13FD}"/>
              </a:ext>
            </a:extLst>
          </p:cNvPr>
          <p:cNvSpPr>
            <a:spLocks noGrp="1"/>
          </p:cNvSpPr>
          <p:nvPr/>
        </p:nvSpPr>
        <p:spPr>
          <a:xfrm>
            <a:off x="4391025" y="2857500"/>
            <a:ext cx="26194" cy="547688"/>
          </a:xfrm>
          <a:prstGeom prst="rect">
            <a:avLst/>
          </a:prstGeom>
          <a:solidFill>
            <a:srgbClr val="1D4ED8"/>
          </a:solidFill>
          <a:ln w="13097">
            <a:solidFill>
              <a:srgbClr val="172B4D"/>
            </a:solidFill>
          </a:ln>
        </p:spPr>
      </p:sp>
      <p:sp>
        <p:nvSpPr>
          <p:cNvPr id="63" name="object-63">
            <a:extLst>
              <a:ext uri="{FF2B5EF4-FFF2-40B4-BE49-F238E27FC236}">
                <a16:creationId xmlns:a16="http://schemas.microsoft.com/office/drawing/2014/main" id="{899DEBA4-FB17-4B7C-9C88-6540BB3E64CF}"/>
              </a:ext>
            </a:extLst>
          </p:cNvPr>
          <p:cNvSpPr>
            <a:spLocks noGrp="1"/>
          </p:cNvSpPr>
          <p:nvPr/>
        </p:nvSpPr>
        <p:spPr>
          <a:xfrm>
            <a:off x="4417219" y="2857500"/>
            <a:ext cx="26194" cy="547688"/>
          </a:xfrm>
          <a:prstGeom prst="rect">
            <a:avLst/>
          </a:prstGeom>
          <a:solidFill>
            <a:srgbClr val="1D4ED8"/>
          </a:solidFill>
          <a:ln w="13097">
            <a:solidFill>
              <a:srgbClr val="172B4D"/>
            </a:solidFill>
          </a:ln>
        </p:spPr>
      </p:sp>
      <p:sp>
        <p:nvSpPr>
          <p:cNvPr id="64" name="object-64">
            <a:extLst>
              <a:ext uri="{FF2B5EF4-FFF2-40B4-BE49-F238E27FC236}">
                <a16:creationId xmlns:a16="http://schemas.microsoft.com/office/drawing/2014/main" id="{460DB21A-A3B2-45ED-97D0-8AC5A72CEA17}"/>
              </a:ext>
            </a:extLst>
          </p:cNvPr>
          <p:cNvSpPr>
            <a:spLocks noGrp="1"/>
          </p:cNvSpPr>
          <p:nvPr/>
        </p:nvSpPr>
        <p:spPr>
          <a:xfrm>
            <a:off x="4443413" y="2857500"/>
            <a:ext cx="26194" cy="547688"/>
          </a:xfrm>
          <a:prstGeom prst="rect">
            <a:avLst/>
          </a:prstGeom>
          <a:solidFill>
            <a:srgbClr val="1D4ED8"/>
          </a:solidFill>
          <a:ln w="13097">
            <a:solidFill>
              <a:srgbClr val="172B4D"/>
            </a:solidFill>
          </a:ln>
        </p:spPr>
      </p:sp>
      <p:sp>
        <p:nvSpPr>
          <p:cNvPr id="65" name="object-65">
            <a:extLst>
              <a:ext uri="{FF2B5EF4-FFF2-40B4-BE49-F238E27FC236}">
                <a16:creationId xmlns:a16="http://schemas.microsoft.com/office/drawing/2014/main" id="{F39C2A80-AF36-4149-A1EA-6CC54B38B0E6}"/>
              </a:ext>
            </a:extLst>
          </p:cNvPr>
          <p:cNvSpPr>
            <a:spLocks noGrp="1"/>
          </p:cNvSpPr>
          <p:nvPr/>
        </p:nvSpPr>
        <p:spPr>
          <a:xfrm>
            <a:off x="4469606" y="2857500"/>
            <a:ext cx="26194" cy="547688"/>
          </a:xfrm>
          <a:prstGeom prst="rect">
            <a:avLst/>
          </a:prstGeom>
          <a:solidFill>
            <a:srgbClr val="1D4ED8"/>
          </a:solidFill>
          <a:ln w="13097">
            <a:solidFill>
              <a:srgbClr val="172B4D"/>
            </a:solidFill>
          </a:ln>
        </p:spPr>
      </p:sp>
      <p:sp>
        <p:nvSpPr>
          <p:cNvPr id="66" name="object-66">
            <a:extLst>
              <a:ext uri="{FF2B5EF4-FFF2-40B4-BE49-F238E27FC236}">
                <a16:creationId xmlns:a16="http://schemas.microsoft.com/office/drawing/2014/main" id="{148E7599-7520-4EC3-AC44-74E7AFEBEDA1}"/>
              </a:ext>
            </a:extLst>
          </p:cNvPr>
          <p:cNvSpPr>
            <a:spLocks noGrp="1"/>
          </p:cNvSpPr>
          <p:nvPr/>
        </p:nvSpPr>
        <p:spPr>
          <a:xfrm>
            <a:off x="4495800" y="2857500"/>
            <a:ext cx="26194" cy="547688"/>
          </a:xfrm>
          <a:prstGeom prst="rect">
            <a:avLst/>
          </a:prstGeom>
          <a:solidFill>
            <a:srgbClr val="1D4ED8"/>
          </a:solidFill>
          <a:ln w="13097">
            <a:solidFill>
              <a:srgbClr val="172B4D"/>
            </a:solidFill>
          </a:ln>
        </p:spPr>
      </p:sp>
      <p:sp>
        <p:nvSpPr>
          <p:cNvPr id="67" name="object-67">
            <a:extLst>
              <a:ext uri="{FF2B5EF4-FFF2-40B4-BE49-F238E27FC236}">
                <a16:creationId xmlns:a16="http://schemas.microsoft.com/office/drawing/2014/main" id="{1F1178B1-67F4-45B5-895B-747B27260868}"/>
              </a:ext>
            </a:extLst>
          </p:cNvPr>
          <p:cNvSpPr>
            <a:spLocks noGrp="1"/>
          </p:cNvSpPr>
          <p:nvPr/>
        </p:nvSpPr>
        <p:spPr>
          <a:xfrm>
            <a:off x="4521994" y="2857500"/>
            <a:ext cx="26194" cy="547688"/>
          </a:xfrm>
          <a:prstGeom prst="rect">
            <a:avLst/>
          </a:prstGeom>
          <a:solidFill>
            <a:srgbClr val="1D4ED8"/>
          </a:solidFill>
          <a:ln w="13097">
            <a:solidFill>
              <a:srgbClr val="172B4D"/>
            </a:solidFill>
          </a:ln>
        </p:spPr>
      </p:sp>
      <p:sp>
        <p:nvSpPr>
          <p:cNvPr id="68" name="object-68">
            <a:extLst>
              <a:ext uri="{FF2B5EF4-FFF2-40B4-BE49-F238E27FC236}">
                <a16:creationId xmlns:a16="http://schemas.microsoft.com/office/drawing/2014/main" id="{076FBB98-7262-4EAC-BC2E-717F3A6E2C6A}"/>
              </a:ext>
            </a:extLst>
          </p:cNvPr>
          <p:cNvSpPr>
            <a:spLocks noGrp="1"/>
          </p:cNvSpPr>
          <p:nvPr/>
        </p:nvSpPr>
        <p:spPr>
          <a:xfrm>
            <a:off x="4548188" y="2857500"/>
            <a:ext cx="26194" cy="547688"/>
          </a:xfrm>
          <a:prstGeom prst="rect">
            <a:avLst/>
          </a:prstGeom>
          <a:solidFill>
            <a:srgbClr val="1D4ED8"/>
          </a:solidFill>
          <a:ln w="13097">
            <a:solidFill>
              <a:srgbClr val="172B4D"/>
            </a:solidFill>
          </a:ln>
        </p:spPr>
      </p:sp>
      <p:sp>
        <p:nvSpPr>
          <p:cNvPr id="69" name="object-69">
            <a:extLst>
              <a:ext uri="{FF2B5EF4-FFF2-40B4-BE49-F238E27FC236}">
                <a16:creationId xmlns:a16="http://schemas.microsoft.com/office/drawing/2014/main" id="{40175658-9AB0-4797-BF99-E8233965A98C}"/>
              </a:ext>
            </a:extLst>
          </p:cNvPr>
          <p:cNvSpPr>
            <a:spLocks noGrp="1"/>
          </p:cNvSpPr>
          <p:nvPr/>
        </p:nvSpPr>
        <p:spPr>
          <a:xfrm>
            <a:off x="4574381" y="2857500"/>
            <a:ext cx="26194" cy="547688"/>
          </a:xfrm>
          <a:prstGeom prst="rect">
            <a:avLst/>
          </a:prstGeom>
          <a:solidFill>
            <a:srgbClr val="1D4ED8"/>
          </a:solidFill>
          <a:ln w="13097">
            <a:solidFill>
              <a:srgbClr val="172B4D"/>
            </a:solidFill>
          </a:ln>
        </p:spPr>
      </p:sp>
      <p:sp>
        <p:nvSpPr>
          <p:cNvPr id="70" name="object-70">
            <a:extLst>
              <a:ext uri="{FF2B5EF4-FFF2-40B4-BE49-F238E27FC236}">
                <a16:creationId xmlns:a16="http://schemas.microsoft.com/office/drawing/2014/main" id="{8AE4CFA7-092D-4182-8C67-C784EE378FB1}"/>
              </a:ext>
            </a:extLst>
          </p:cNvPr>
          <p:cNvSpPr>
            <a:spLocks noGrp="1"/>
          </p:cNvSpPr>
          <p:nvPr/>
        </p:nvSpPr>
        <p:spPr>
          <a:xfrm>
            <a:off x="4600575" y="2857500"/>
            <a:ext cx="26194" cy="547688"/>
          </a:xfrm>
          <a:prstGeom prst="rect">
            <a:avLst/>
          </a:prstGeom>
          <a:solidFill>
            <a:srgbClr val="1D4ED8"/>
          </a:solidFill>
          <a:ln w="13097">
            <a:solidFill>
              <a:srgbClr val="172B4D"/>
            </a:solidFill>
          </a:ln>
        </p:spPr>
      </p:sp>
      <p:sp>
        <p:nvSpPr>
          <p:cNvPr id="71" name="object-71">
            <a:extLst>
              <a:ext uri="{FF2B5EF4-FFF2-40B4-BE49-F238E27FC236}">
                <a16:creationId xmlns:a16="http://schemas.microsoft.com/office/drawing/2014/main" id="{F0B2D07F-B80B-4A23-9A4C-67A7BF6194B9}"/>
              </a:ext>
            </a:extLst>
          </p:cNvPr>
          <p:cNvSpPr>
            <a:spLocks noGrp="1"/>
          </p:cNvSpPr>
          <p:nvPr/>
        </p:nvSpPr>
        <p:spPr>
          <a:xfrm>
            <a:off x="4626769" y="2857500"/>
            <a:ext cx="26194" cy="547688"/>
          </a:xfrm>
          <a:prstGeom prst="rect">
            <a:avLst/>
          </a:prstGeom>
          <a:solidFill>
            <a:srgbClr val="1D4ED8"/>
          </a:solidFill>
          <a:ln w="13097">
            <a:solidFill>
              <a:srgbClr val="172B4D"/>
            </a:solidFill>
          </a:ln>
        </p:spPr>
      </p:sp>
      <p:sp>
        <p:nvSpPr>
          <p:cNvPr id="72" name="object-72">
            <a:extLst>
              <a:ext uri="{FF2B5EF4-FFF2-40B4-BE49-F238E27FC236}">
                <a16:creationId xmlns:a16="http://schemas.microsoft.com/office/drawing/2014/main" id="{0A1B1991-9ECC-4572-AC6F-A0D691484EB3}"/>
              </a:ext>
            </a:extLst>
          </p:cNvPr>
          <p:cNvSpPr>
            <a:spLocks noGrp="1"/>
          </p:cNvSpPr>
          <p:nvPr/>
        </p:nvSpPr>
        <p:spPr>
          <a:xfrm>
            <a:off x="4652963" y="2857500"/>
            <a:ext cx="26194" cy="547688"/>
          </a:xfrm>
          <a:prstGeom prst="rect">
            <a:avLst/>
          </a:prstGeom>
          <a:solidFill>
            <a:srgbClr val="1D4ED8"/>
          </a:solidFill>
          <a:ln w="13097">
            <a:solidFill>
              <a:srgbClr val="172B4D"/>
            </a:solidFill>
          </a:ln>
        </p:spPr>
      </p:sp>
      <p:sp>
        <p:nvSpPr>
          <p:cNvPr id="73" name="object-73">
            <a:extLst>
              <a:ext uri="{FF2B5EF4-FFF2-40B4-BE49-F238E27FC236}">
                <a16:creationId xmlns:a16="http://schemas.microsoft.com/office/drawing/2014/main" id="{062EF899-7744-4916-A6E9-4FA9E878A0D9}"/>
              </a:ext>
            </a:extLst>
          </p:cNvPr>
          <p:cNvSpPr>
            <a:spLocks noGrp="1"/>
          </p:cNvSpPr>
          <p:nvPr/>
        </p:nvSpPr>
        <p:spPr>
          <a:xfrm>
            <a:off x="4679156" y="2857500"/>
            <a:ext cx="26194" cy="547688"/>
          </a:xfrm>
          <a:prstGeom prst="rect">
            <a:avLst/>
          </a:prstGeom>
          <a:solidFill>
            <a:srgbClr val="1D4ED8"/>
          </a:solidFill>
          <a:ln w="13097">
            <a:solidFill>
              <a:srgbClr val="172B4D"/>
            </a:solidFill>
          </a:ln>
        </p:spPr>
      </p:sp>
      <p:sp>
        <p:nvSpPr>
          <p:cNvPr id="74" name="object-74">
            <a:extLst>
              <a:ext uri="{FF2B5EF4-FFF2-40B4-BE49-F238E27FC236}">
                <a16:creationId xmlns:a16="http://schemas.microsoft.com/office/drawing/2014/main" id="{356B62FC-E1D2-416B-9A2C-6410C89EE76D}"/>
              </a:ext>
            </a:extLst>
          </p:cNvPr>
          <p:cNvSpPr>
            <a:spLocks noGrp="1"/>
          </p:cNvSpPr>
          <p:nvPr/>
        </p:nvSpPr>
        <p:spPr>
          <a:xfrm>
            <a:off x="4705350" y="2857500"/>
            <a:ext cx="26194" cy="547688"/>
          </a:xfrm>
          <a:prstGeom prst="rect">
            <a:avLst/>
          </a:prstGeom>
          <a:solidFill>
            <a:srgbClr val="1D4ED8"/>
          </a:solidFill>
          <a:ln w="13097">
            <a:solidFill>
              <a:srgbClr val="172B4D"/>
            </a:solidFill>
          </a:ln>
        </p:spPr>
      </p:sp>
      <p:sp>
        <p:nvSpPr>
          <p:cNvPr id="75" name="object-75">
            <a:extLst>
              <a:ext uri="{FF2B5EF4-FFF2-40B4-BE49-F238E27FC236}">
                <a16:creationId xmlns:a16="http://schemas.microsoft.com/office/drawing/2014/main" id="{791080DF-7C94-42AF-AC85-5DC3C0A26F22}"/>
              </a:ext>
            </a:extLst>
          </p:cNvPr>
          <p:cNvSpPr>
            <a:spLocks noGrp="1"/>
          </p:cNvSpPr>
          <p:nvPr/>
        </p:nvSpPr>
        <p:spPr>
          <a:xfrm>
            <a:off x="4731544" y="2857500"/>
            <a:ext cx="26194" cy="547688"/>
          </a:xfrm>
          <a:prstGeom prst="rect">
            <a:avLst/>
          </a:prstGeom>
          <a:solidFill>
            <a:srgbClr val="1D4ED8"/>
          </a:solidFill>
          <a:ln w="13097">
            <a:solidFill>
              <a:srgbClr val="172B4D"/>
            </a:solidFill>
          </a:ln>
        </p:spPr>
      </p:sp>
      <p:sp>
        <p:nvSpPr>
          <p:cNvPr id="76" name="object-76">
            <a:extLst>
              <a:ext uri="{FF2B5EF4-FFF2-40B4-BE49-F238E27FC236}">
                <a16:creationId xmlns:a16="http://schemas.microsoft.com/office/drawing/2014/main" id="{8D473595-5037-4CD1-8552-27E60969E6A3}"/>
              </a:ext>
            </a:extLst>
          </p:cNvPr>
          <p:cNvSpPr>
            <a:spLocks noGrp="1"/>
          </p:cNvSpPr>
          <p:nvPr/>
        </p:nvSpPr>
        <p:spPr>
          <a:xfrm>
            <a:off x="4757738" y="2857500"/>
            <a:ext cx="26194" cy="547688"/>
          </a:xfrm>
          <a:prstGeom prst="rect">
            <a:avLst/>
          </a:prstGeom>
          <a:solidFill>
            <a:srgbClr val="1D4ED8"/>
          </a:solidFill>
          <a:ln w="13097">
            <a:solidFill>
              <a:srgbClr val="172B4D"/>
            </a:solidFill>
          </a:ln>
        </p:spPr>
      </p:sp>
      <p:sp>
        <p:nvSpPr>
          <p:cNvPr id="77" name="object-77">
            <a:extLst>
              <a:ext uri="{FF2B5EF4-FFF2-40B4-BE49-F238E27FC236}">
                <a16:creationId xmlns:a16="http://schemas.microsoft.com/office/drawing/2014/main" id="{5FDD1F4B-45A0-4105-9B56-F5D007EE3242}"/>
              </a:ext>
            </a:extLst>
          </p:cNvPr>
          <p:cNvSpPr>
            <a:spLocks noGrp="1"/>
          </p:cNvSpPr>
          <p:nvPr/>
        </p:nvSpPr>
        <p:spPr>
          <a:xfrm>
            <a:off x="4783931" y="2857500"/>
            <a:ext cx="26194" cy="547688"/>
          </a:xfrm>
          <a:prstGeom prst="rect">
            <a:avLst/>
          </a:prstGeom>
          <a:solidFill>
            <a:srgbClr val="1D4ED8"/>
          </a:solidFill>
          <a:ln w="13097">
            <a:solidFill>
              <a:srgbClr val="172B4D"/>
            </a:solidFill>
          </a:ln>
        </p:spPr>
      </p:sp>
      <p:sp>
        <p:nvSpPr>
          <p:cNvPr id="78" name="object-78">
            <a:extLst>
              <a:ext uri="{FF2B5EF4-FFF2-40B4-BE49-F238E27FC236}">
                <a16:creationId xmlns:a16="http://schemas.microsoft.com/office/drawing/2014/main" id="{7F5AEC5F-B378-4120-B55D-886030E5D4E5}"/>
              </a:ext>
            </a:extLst>
          </p:cNvPr>
          <p:cNvSpPr>
            <a:spLocks noGrp="1"/>
          </p:cNvSpPr>
          <p:nvPr/>
        </p:nvSpPr>
        <p:spPr>
          <a:xfrm>
            <a:off x="4810125" y="2857500"/>
            <a:ext cx="26194" cy="547688"/>
          </a:xfrm>
          <a:prstGeom prst="rect">
            <a:avLst/>
          </a:prstGeom>
          <a:solidFill>
            <a:srgbClr val="1D4ED8"/>
          </a:solidFill>
          <a:ln w="13097">
            <a:solidFill>
              <a:srgbClr val="172B4D"/>
            </a:solidFill>
          </a:ln>
        </p:spPr>
      </p:sp>
      <p:sp>
        <p:nvSpPr>
          <p:cNvPr id="79" name="object-79">
            <a:extLst>
              <a:ext uri="{FF2B5EF4-FFF2-40B4-BE49-F238E27FC236}">
                <a16:creationId xmlns:a16="http://schemas.microsoft.com/office/drawing/2014/main" id="{AC6CCD37-5CD7-4D02-A7D5-E3BD20072D79}"/>
              </a:ext>
            </a:extLst>
          </p:cNvPr>
          <p:cNvSpPr>
            <a:spLocks noGrp="1"/>
          </p:cNvSpPr>
          <p:nvPr/>
        </p:nvSpPr>
        <p:spPr>
          <a:xfrm>
            <a:off x="4836319" y="2857500"/>
            <a:ext cx="26194" cy="547688"/>
          </a:xfrm>
          <a:prstGeom prst="rect">
            <a:avLst/>
          </a:prstGeom>
          <a:solidFill>
            <a:srgbClr val="1D4ED8"/>
          </a:solidFill>
          <a:ln w="13097">
            <a:solidFill>
              <a:srgbClr val="172B4D"/>
            </a:solidFill>
          </a:ln>
        </p:spPr>
      </p:sp>
      <p:sp>
        <p:nvSpPr>
          <p:cNvPr id="80" name="object-80">
            <a:extLst>
              <a:ext uri="{FF2B5EF4-FFF2-40B4-BE49-F238E27FC236}">
                <a16:creationId xmlns:a16="http://schemas.microsoft.com/office/drawing/2014/main" id="{C3FF71FD-3D97-4541-9176-23F17CB82470}"/>
              </a:ext>
            </a:extLst>
          </p:cNvPr>
          <p:cNvSpPr>
            <a:spLocks noGrp="1"/>
          </p:cNvSpPr>
          <p:nvPr/>
        </p:nvSpPr>
        <p:spPr>
          <a:xfrm>
            <a:off x="4862513" y="2857500"/>
            <a:ext cx="26194" cy="547688"/>
          </a:xfrm>
          <a:prstGeom prst="rect">
            <a:avLst/>
          </a:prstGeom>
          <a:solidFill>
            <a:srgbClr val="1D4ED8"/>
          </a:solidFill>
          <a:ln w="13097">
            <a:solidFill>
              <a:srgbClr val="172B4D"/>
            </a:solidFill>
          </a:ln>
        </p:spPr>
      </p:sp>
      <p:sp>
        <p:nvSpPr>
          <p:cNvPr id="81" name="object-81">
            <a:extLst>
              <a:ext uri="{FF2B5EF4-FFF2-40B4-BE49-F238E27FC236}">
                <a16:creationId xmlns:a16="http://schemas.microsoft.com/office/drawing/2014/main" id="{AB2988CB-CA61-420F-91DB-296C58374DE5}"/>
              </a:ext>
            </a:extLst>
          </p:cNvPr>
          <p:cNvSpPr>
            <a:spLocks noGrp="1"/>
          </p:cNvSpPr>
          <p:nvPr/>
        </p:nvSpPr>
        <p:spPr>
          <a:xfrm>
            <a:off x="4888706" y="2857500"/>
            <a:ext cx="26194" cy="547688"/>
          </a:xfrm>
          <a:prstGeom prst="rect">
            <a:avLst/>
          </a:prstGeom>
          <a:solidFill>
            <a:srgbClr val="1D4ED8"/>
          </a:solidFill>
          <a:ln w="13097">
            <a:solidFill>
              <a:srgbClr val="172B4D"/>
            </a:solidFill>
          </a:ln>
        </p:spPr>
      </p:sp>
      <p:sp>
        <p:nvSpPr>
          <p:cNvPr id="82" name="object-82">
            <a:extLst>
              <a:ext uri="{FF2B5EF4-FFF2-40B4-BE49-F238E27FC236}">
                <a16:creationId xmlns:a16="http://schemas.microsoft.com/office/drawing/2014/main" id="{582916D6-D075-49CD-92CB-14FA15B8B6FA}"/>
              </a:ext>
            </a:extLst>
          </p:cNvPr>
          <p:cNvSpPr>
            <a:spLocks noGrp="1"/>
          </p:cNvSpPr>
          <p:nvPr/>
        </p:nvSpPr>
        <p:spPr>
          <a:xfrm>
            <a:off x="4914900" y="2857500"/>
            <a:ext cx="26194" cy="547688"/>
          </a:xfrm>
          <a:prstGeom prst="rect">
            <a:avLst/>
          </a:prstGeom>
          <a:solidFill>
            <a:srgbClr val="1D4ED8"/>
          </a:solidFill>
          <a:ln w="13097">
            <a:solidFill>
              <a:srgbClr val="172B4D"/>
            </a:solidFill>
          </a:ln>
        </p:spPr>
      </p:sp>
      <p:sp>
        <p:nvSpPr>
          <p:cNvPr id="83" name="object-83">
            <a:extLst>
              <a:ext uri="{FF2B5EF4-FFF2-40B4-BE49-F238E27FC236}">
                <a16:creationId xmlns:a16="http://schemas.microsoft.com/office/drawing/2014/main" id="{214A541A-4A7F-4672-AD23-276A0F666993}"/>
              </a:ext>
            </a:extLst>
          </p:cNvPr>
          <p:cNvSpPr>
            <a:spLocks noGrp="1"/>
          </p:cNvSpPr>
          <p:nvPr/>
        </p:nvSpPr>
        <p:spPr>
          <a:xfrm>
            <a:off x="4941094" y="2857500"/>
            <a:ext cx="26194" cy="547688"/>
          </a:xfrm>
          <a:prstGeom prst="rect">
            <a:avLst/>
          </a:prstGeom>
          <a:solidFill>
            <a:srgbClr val="1D4ED8"/>
          </a:solidFill>
          <a:ln w="13097">
            <a:solidFill>
              <a:srgbClr val="172B4D"/>
            </a:solidFill>
          </a:ln>
        </p:spPr>
      </p:sp>
      <p:sp>
        <p:nvSpPr>
          <p:cNvPr id="84" name="object-84">
            <a:extLst>
              <a:ext uri="{FF2B5EF4-FFF2-40B4-BE49-F238E27FC236}">
                <a16:creationId xmlns:a16="http://schemas.microsoft.com/office/drawing/2014/main" id="{434B47B8-A8E5-4C90-9E2D-DAFB390F1442}"/>
              </a:ext>
            </a:extLst>
          </p:cNvPr>
          <p:cNvSpPr>
            <a:spLocks noGrp="1"/>
          </p:cNvSpPr>
          <p:nvPr/>
        </p:nvSpPr>
        <p:spPr>
          <a:xfrm>
            <a:off x="4967288" y="2857500"/>
            <a:ext cx="26194" cy="547688"/>
          </a:xfrm>
          <a:prstGeom prst="rect">
            <a:avLst/>
          </a:prstGeom>
          <a:solidFill>
            <a:srgbClr val="1D4ED8"/>
          </a:solidFill>
          <a:ln w="13097">
            <a:solidFill>
              <a:srgbClr val="172B4D"/>
            </a:solidFill>
          </a:ln>
        </p:spPr>
      </p:sp>
      <p:sp>
        <p:nvSpPr>
          <p:cNvPr id="85" name="object-85">
            <a:extLst>
              <a:ext uri="{FF2B5EF4-FFF2-40B4-BE49-F238E27FC236}">
                <a16:creationId xmlns:a16="http://schemas.microsoft.com/office/drawing/2014/main" id="{E7DD9A61-DF79-487D-B04A-5865BA4EC14A}"/>
              </a:ext>
            </a:extLst>
          </p:cNvPr>
          <p:cNvSpPr>
            <a:spLocks noGrp="1"/>
          </p:cNvSpPr>
          <p:nvPr/>
        </p:nvSpPr>
        <p:spPr>
          <a:xfrm>
            <a:off x="4993481" y="2857500"/>
            <a:ext cx="26194" cy="547688"/>
          </a:xfrm>
          <a:prstGeom prst="rect">
            <a:avLst/>
          </a:prstGeom>
          <a:solidFill>
            <a:srgbClr val="1D4ED8"/>
          </a:solidFill>
          <a:ln w="13097">
            <a:solidFill>
              <a:srgbClr val="172B4D"/>
            </a:solidFill>
          </a:ln>
        </p:spPr>
      </p:sp>
      <p:sp>
        <p:nvSpPr>
          <p:cNvPr id="86" name="object-86">
            <a:extLst>
              <a:ext uri="{FF2B5EF4-FFF2-40B4-BE49-F238E27FC236}">
                <a16:creationId xmlns:a16="http://schemas.microsoft.com/office/drawing/2014/main" id="{DF8D4EFE-6FA2-47D8-8F64-6E8F791CA890}"/>
              </a:ext>
            </a:extLst>
          </p:cNvPr>
          <p:cNvSpPr>
            <a:spLocks noGrp="1"/>
          </p:cNvSpPr>
          <p:nvPr/>
        </p:nvSpPr>
        <p:spPr>
          <a:xfrm>
            <a:off x="5019675" y="2857500"/>
            <a:ext cx="26194" cy="547688"/>
          </a:xfrm>
          <a:prstGeom prst="rect">
            <a:avLst/>
          </a:prstGeom>
          <a:solidFill>
            <a:srgbClr val="1D4ED8"/>
          </a:solidFill>
          <a:ln w="13097">
            <a:solidFill>
              <a:srgbClr val="172B4D"/>
            </a:solidFill>
          </a:ln>
        </p:spPr>
      </p:sp>
      <p:sp>
        <p:nvSpPr>
          <p:cNvPr id="87" name="object-87">
            <a:extLst>
              <a:ext uri="{FF2B5EF4-FFF2-40B4-BE49-F238E27FC236}">
                <a16:creationId xmlns:a16="http://schemas.microsoft.com/office/drawing/2014/main" id="{DEA0B84B-D0BE-4933-9B9D-1F3C63624AF6}"/>
              </a:ext>
            </a:extLst>
          </p:cNvPr>
          <p:cNvSpPr>
            <a:spLocks noGrp="1"/>
          </p:cNvSpPr>
          <p:nvPr/>
        </p:nvSpPr>
        <p:spPr>
          <a:xfrm>
            <a:off x="5045869" y="2857500"/>
            <a:ext cx="26194" cy="547688"/>
          </a:xfrm>
          <a:prstGeom prst="rect">
            <a:avLst/>
          </a:prstGeom>
          <a:solidFill>
            <a:srgbClr val="1D4ED8"/>
          </a:solidFill>
          <a:ln w="13097">
            <a:solidFill>
              <a:srgbClr val="172B4D"/>
            </a:solidFill>
          </a:ln>
        </p:spPr>
      </p:sp>
      <p:sp>
        <p:nvSpPr>
          <p:cNvPr id="88" name="object-88">
            <a:extLst>
              <a:ext uri="{FF2B5EF4-FFF2-40B4-BE49-F238E27FC236}">
                <a16:creationId xmlns:a16="http://schemas.microsoft.com/office/drawing/2014/main" id="{C9E5E095-383D-4EAE-A043-C3EA6297ECC7}"/>
              </a:ext>
            </a:extLst>
          </p:cNvPr>
          <p:cNvSpPr>
            <a:spLocks noGrp="1"/>
          </p:cNvSpPr>
          <p:nvPr/>
        </p:nvSpPr>
        <p:spPr>
          <a:xfrm>
            <a:off x="5072063" y="2857500"/>
            <a:ext cx="26194" cy="547688"/>
          </a:xfrm>
          <a:prstGeom prst="rect">
            <a:avLst/>
          </a:prstGeom>
          <a:solidFill>
            <a:srgbClr val="1D4ED8"/>
          </a:solidFill>
          <a:ln w="13097">
            <a:solidFill>
              <a:srgbClr val="172B4D"/>
            </a:solidFill>
          </a:ln>
        </p:spPr>
      </p:sp>
      <p:sp>
        <p:nvSpPr>
          <p:cNvPr id="89" name="object-89">
            <a:extLst>
              <a:ext uri="{FF2B5EF4-FFF2-40B4-BE49-F238E27FC236}">
                <a16:creationId xmlns:a16="http://schemas.microsoft.com/office/drawing/2014/main" id="{9B7D2495-659B-4478-822E-8CD8FDD0D5D1}"/>
              </a:ext>
            </a:extLst>
          </p:cNvPr>
          <p:cNvSpPr>
            <a:spLocks noGrp="1"/>
          </p:cNvSpPr>
          <p:nvPr/>
        </p:nvSpPr>
        <p:spPr>
          <a:xfrm>
            <a:off x="5098256" y="2857500"/>
            <a:ext cx="26194" cy="547688"/>
          </a:xfrm>
          <a:prstGeom prst="rect">
            <a:avLst/>
          </a:prstGeom>
          <a:solidFill>
            <a:srgbClr val="1D4ED8"/>
          </a:solidFill>
          <a:ln w="13097">
            <a:solidFill>
              <a:srgbClr val="172B4D"/>
            </a:solidFill>
          </a:ln>
        </p:spPr>
      </p:sp>
      <p:sp>
        <p:nvSpPr>
          <p:cNvPr id="90" name="object-90">
            <a:extLst>
              <a:ext uri="{FF2B5EF4-FFF2-40B4-BE49-F238E27FC236}">
                <a16:creationId xmlns:a16="http://schemas.microsoft.com/office/drawing/2014/main" id="{B28F6630-E850-4623-941A-D84B067D830A}"/>
              </a:ext>
            </a:extLst>
          </p:cNvPr>
          <p:cNvSpPr>
            <a:spLocks noGrp="1"/>
          </p:cNvSpPr>
          <p:nvPr/>
        </p:nvSpPr>
        <p:spPr>
          <a:xfrm>
            <a:off x="5124450" y="2857500"/>
            <a:ext cx="26194" cy="547688"/>
          </a:xfrm>
          <a:prstGeom prst="rect">
            <a:avLst/>
          </a:prstGeom>
          <a:solidFill>
            <a:srgbClr val="1D4ED8"/>
          </a:solidFill>
          <a:ln w="13097">
            <a:solidFill>
              <a:srgbClr val="172B4D"/>
            </a:solidFill>
          </a:ln>
        </p:spPr>
      </p:sp>
      <p:sp>
        <p:nvSpPr>
          <p:cNvPr id="91" name="object-91">
            <a:extLst>
              <a:ext uri="{FF2B5EF4-FFF2-40B4-BE49-F238E27FC236}">
                <a16:creationId xmlns:a16="http://schemas.microsoft.com/office/drawing/2014/main" id="{34EDA0C5-3685-4D6F-8DAA-AED9D958A00E}"/>
              </a:ext>
            </a:extLst>
          </p:cNvPr>
          <p:cNvSpPr>
            <a:spLocks noGrp="1"/>
          </p:cNvSpPr>
          <p:nvPr/>
        </p:nvSpPr>
        <p:spPr>
          <a:xfrm>
            <a:off x="5150644" y="2857500"/>
            <a:ext cx="26194" cy="547688"/>
          </a:xfrm>
          <a:prstGeom prst="rect">
            <a:avLst/>
          </a:prstGeom>
          <a:solidFill>
            <a:srgbClr val="1D4ED8"/>
          </a:solidFill>
          <a:ln w="13097">
            <a:solidFill>
              <a:srgbClr val="172B4D"/>
            </a:solidFill>
          </a:ln>
        </p:spPr>
      </p:sp>
      <p:sp>
        <p:nvSpPr>
          <p:cNvPr id="92" name="object-92">
            <a:extLst>
              <a:ext uri="{FF2B5EF4-FFF2-40B4-BE49-F238E27FC236}">
                <a16:creationId xmlns:a16="http://schemas.microsoft.com/office/drawing/2014/main" id="{B364B7F0-2345-4920-BD34-F91CB14A5A7A}"/>
              </a:ext>
            </a:extLst>
          </p:cNvPr>
          <p:cNvSpPr>
            <a:spLocks noGrp="1"/>
          </p:cNvSpPr>
          <p:nvPr/>
        </p:nvSpPr>
        <p:spPr>
          <a:xfrm>
            <a:off x="5176838" y="2857500"/>
            <a:ext cx="26194" cy="547688"/>
          </a:xfrm>
          <a:prstGeom prst="rect">
            <a:avLst/>
          </a:prstGeom>
          <a:solidFill>
            <a:srgbClr val="1D4ED8"/>
          </a:solidFill>
          <a:ln w="13097">
            <a:solidFill>
              <a:srgbClr val="172B4D"/>
            </a:solidFill>
          </a:ln>
        </p:spPr>
      </p:sp>
      <p:sp>
        <p:nvSpPr>
          <p:cNvPr id="93" name="object-93">
            <a:extLst>
              <a:ext uri="{FF2B5EF4-FFF2-40B4-BE49-F238E27FC236}">
                <a16:creationId xmlns:a16="http://schemas.microsoft.com/office/drawing/2014/main" id="{F5E8AEA9-1AF7-4F7B-A01B-2676513AF2AA}"/>
              </a:ext>
            </a:extLst>
          </p:cNvPr>
          <p:cNvSpPr>
            <a:spLocks noGrp="1"/>
          </p:cNvSpPr>
          <p:nvPr/>
        </p:nvSpPr>
        <p:spPr>
          <a:xfrm>
            <a:off x="5203031" y="2857500"/>
            <a:ext cx="26194" cy="547688"/>
          </a:xfrm>
          <a:prstGeom prst="rect">
            <a:avLst/>
          </a:prstGeom>
          <a:solidFill>
            <a:srgbClr val="1D4ED8"/>
          </a:solidFill>
          <a:ln w="13097">
            <a:solidFill>
              <a:srgbClr val="172B4D"/>
            </a:solidFill>
          </a:ln>
        </p:spPr>
      </p:sp>
      <p:sp>
        <p:nvSpPr>
          <p:cNvPr id="94" name="object-94">
            <a:extLst>
              <a:ext uri="{FF2B5EF4-FFF2-40B4-BE49-F238E27FC236}">
                <a16:creationId xmlns:a16="http://schemas.microsoft.com/office/drawing/2014/main" id="{3356505D-4764-42BA-8B80-1A0D808700CE}"/>
              </a:ext>
            </a:extLst>
          </p:cNvPr>
          <p:cNvSpPr>
            <a:spLocks noGrp="1"/>
          </p:cNvSpPr>
          <p:nvPr/>
        </p:nvSpPr>
        <p:spPr>
          <a:xfrm>
            <a:off x="5229225" y="2857500"/>
            <a:ext cx="26194" cy="547688"/>
          </a:xfrm>
          <a:prstGeom prst="rect">
            <a:avLst/>
          </a:prstGeom>
          <a:solidFill>
            <a:srgbClr val="1D4ED8"/>
          </a:solidFill>
          <a:ln w="13097">
            <a:solidFill>
              <a:srgbClr val="172B4D"/>
            </a:solidFill>
          </a:ln>
        </p:spPr>
      </p:sp>
      <p:sp>
        <p:nvSpPr>
          <p:cNvPr id="95" name="object-95">
            <a:extLst>
              <a:ext uri="{FF2B5EF4-FFF2-40B4-BE49-F238E27FC236}">
                <a16:creationId xmlns:a16="http://schemas.microsoft.com/office/drawing/2014/main" id="{DF9C55BC-A4D1-43B0-9F46-E99A9D8C37E5}"/>
              </a:ext>
            </a:extLst>
          </p:cNvPr>
          <p:cNvSpPr>
            <a:spLocks noGrp="1"/>
          </p:cNvSpPr>
          <p:nvPr/>
        </p:nvSpPr>
        <p:spPr>
          <a:xfrm>
            <a:off x="5255419" y="2857500"/>
            <a:ext cx="26194" cy="547688"/>
          </a:xfrm>
          <a:prstGeom prst="rect">
            <a:avLst/>
          </a:prstGeom>
          <a:solidFill>
            <a:srgbClr val="1D4ED8"/>
          </a:solidFill>
          <a:ln w="13097">
            <a:solidFill>
              <a:srgbClr val="172B4D"/>
            </a:solidFill>
          </a:ln>
        </p:spPr>
      </p:sp>
      <p:sp>
        <p:nvSpPr>
          <p:cNvPr id="96" name="object-96">
            <a:extLst>
              <a:ext uri="{FF2B5EF4-FFF2-40B4-BE49-F238E27FC236}">
                <a16:creationId xmlns:a16="http://schemas.microsoft.com/office/drawing/2014/main" id="{AE57E622-4E2D-4034-BF61-E3EBD5C2A8D7}"/>
              </a:ext>
            </a:extLst>
          </p:cNvPr>
          <p:cNvSpPr>
            <a:spLocks noGrp="1"/>
          </p:cNvSpPr>
          <p:nvPr/>
        </p:nvSpPr>
        <p:spPr>
          <a:xfrm>
            <a:off x="5281613" y="2857500"/>
            <a:ext cx="26194" cy="547688"/>
          </a:xfrm>
          <a:prstGeom prst="rect">
            <a:avLst/>
          </a:prstGeom>
          <a:solidFill>
            <a:srgbClr val="1D4ED8"/>
          </a:solidFill>
          <a:ln w="13097">
            <a:solidFill>
              <a:srgbClr val="172B4D"/>
            </a:solidFill>
          </a:ln>
        </p:spPr>
      </p:sp>
      <p:sp>
        <p:nvSpPr>
          <p:cNvPr id="97" name="object-97">
            <a:extLst>
              <a:ext uri="{FF2B5EF4-FFF2-40B4-BE49-F238E27FC236}">
                <a16:creationId xmlns:a16="http://schemas.microsoft.com/office/drawing/2014/main" id="{798822FB-ED11-4F01-BFEE-F95DCB16804B}"/>
              </a:ext>
            </a:extLst>
          </p:cNvPr>
          <p:cNvSpPr>
            <a:spLocks noGrp="1"/>
          </p:cNvSpPr>
          <p:nvPr/>
        </p:nvSpPr>
        <p:spPr>
          <a:xfrm>
            <a:off x="5307806" y="2857500"/>
            <a:ext cx="26194" cy="547688"/>
          </a:xfrm>
          <a:prstGeom prst="rect">
            <a:avLst/>
          </a:prstGeom>
          <a:solidFill>
            <a:srgbClr val="1D4ED8"/>
          </a:solidFill>
          <a:ln w="13097">
            <a:solidFill>
              <a:srgbClr val="172B4D"/>
            </a:solidFill>
          </a:ln>
        </p:spPr>
      </p:sp>
      <p:sp>
        <p:nvSpPr>
          <p:cNvPr id="98" name="object-98">
            <a:extLst>
              <a:ext uri="{FF2B5EF4-FFF2-40B4-BE49-F238E27FC236}">
                <a16:creationId xmlns:a16="http://schemas.microsoft.com/office/drawing/2014/main" id="{530F2669-C686-4413-911A-C216832EB38F}"/>
              </a:ext>
            </a:extLst>
          </p:cNvPr>
          <p:cNvSpPr>
            <a:spLocks noGrp="1"/>
          </p:cNvSpPr>
          <p:nvPr/>
        </p:nvSpPr>
        <p:spPr>
          <a:xfrm>
            <a:off x="5334000" y="2857500"/>
            <a:ext cx="26194" cy="547688"/>
          </a:xfrm>
          <a:prstGeom prst="rect">
            <a:avLst/>
          </a:prstGeom>
          <a:solidFill>
            <a:srgbClr val="1D4ED8"/>
          </a:solidFill>
          <a:ln w="13097">
            <a:solidFill>
              <a:srgbClr val="172B4D"/>
            </a:solidFill>
          </a:ln>
        </p:spPr>
      </p:sp>
      <p:sp>
        <p:nvSpPr>
          <p:cNvPr id="99" name="object-99">
            <a:extLst>
              <a:ext uri="{FF2B5EF4-FFF2-40B4-BE49-F238E27FC236}">
                <a16:creationId xmlns:a16="http://schemas.microsoft.com/office/drawing/2014/main" id="{D81951FF-B0C0-4794-BAE7-A58A80B37C79}"/>
              </a:ext>
            </a:extLst>
          </p:cNvPr>
          <p:cNvSpPr>
            <a:spLocks noGrp="1"/>
          </p:cNvSpPr>
          <p:nvPr/>
        </p:nvSpPr>
        <p:spPr>
          <a:xfrm>
            <a:off x="5360194" y="2857500"/>
            <a:ext cx="26194" cy="547688"/>
          </a:xfrm>
          <a:prstGeom prst="rect">
            <a:avLst/>
          </a:prstGeom>
          <a:solidFill>
            <a:srgbClr val="1D4ED8"/>
          </a:solidFill>
          <a:ln w="13097">
            <a:solidFill>
              <a:srgbClr val="172B4D"/>
            </a:solidFill>
          </a:ln>
        </p:spPr>
      </p:sp>
      <p:sp>
        <p:nvSpPr>
          <p:cNvPr id="100" name="object-100">
            <a:extLst>
              <a:ext uri="{FF2B5EF4-FFF2-40B4-BE49-F238E27FC236}">
                <a16:creationId xmlns:a16="http://schemas.microsoft.com/office/drawing/2014/main" id="{9C438D98-B001-4513-B027-CAF875FD9908}"/>
              </a:ext>
            </a:extLst>
          </p:cNvPr>
          <p:cNvSpPr>
            <a:spLocks noGrp="1"/>
          </p:cNvSpPr>
          <p:nvPr/>
        </p:nvSpPr>
        <p:spPr>
          <a:xfrm>
            <a:off x="5386388" y="2857500"/>
            <a:ext cx="26194" cy="547688"/>
          </a:xfrm>
          <a:prstGeom prst="rect">
            <a:avLst/>
          </a:prstGeom>
          <a:solidFill>
            <a:srgbClr val="1D4ED8"/>
          </a:solidFill>
          <a:ln w="13097">
            <a:solidFill>
              <a:srgbClr val="172B4D"/>
            </a:solidFill>
          </a:ln>
        </p:spPr>
      </p:sp>
      <p:sp>
        <p:nvSpPr>
          <p:cNvPr id="101" name="object-101">
            <a:extLst>
              <a:ext uri="{FF2B5EF4-FFF2-40B4-BE49-F238E27FC236}">
                <a16:creationId xmlns:a16="http://schemas.microsoft.com/office/drawing/2014/main" id="{D64AC206-FA75-40B6-B7D5-282F18A8597D}"/>
              </a:ext>
            </a:extLst>
          </p:cNvPr>
          <p:cNvSpPr>
            <a:spLocks noGrp="1"/>
          </p:cNvSpPr>
          <p:nvPr/>
        </p:nvSpPr>
        <p:spPr>
          <a:xfrm>
            <a:off x="5412581" y="2857500"/>
            <a:ext cx="26194" cy="547688"/>
          </a:xfrm>
          <a:prstGeom prst="rect">
            <a:avLst/>
          </a:prstGeom>
          <a:solidFill>
            <a:srgbClr val="1D4ED8"/>
          </a:solidFill>
          <a:ln w="13097">
            <a:solidFill>
              <a:srgbClr val="172B4D"/>
            </a:solidFill>
          </a:ln>
        </p:spPr>
      </p:sp>
      <p:sp>
        <p:nvSpPr>
          <p:cNvPr id="102" name="object-102">
            <a:extLst>
              <a:ext uri="{FF2B5EF4-FFF2-40B4-BE49-F238E27FC236}">
                <a16:creationId xmlns:a16="http://schemas.microsoft.com/office/drawing/2014/main" id="{94538033-8843-4DEB-BCA7-69DC3FABFC98}"/>
              </a:ext>
            </a:extLst>
          </p:cNvPr>
          <p:cNvSpPr>
            <a:spLocks noGrp="1"/>
          </p:cNvSpPr>
          <p:nvPr/>
        </p:nvSpPr>
        <p:spPr>
          <a:xfrm>
            <a:off x="5438775" y="2857500"/>
            <a:ext cx="26194" cy="547688"/>
          </a:xfrm>
          <a:prstGeom prst="rect">
            <a:avLst/>
          </a:prstGeom>
          <a:solidFill>
            <a:srgbClr val="1D4ED8"/>
          </a:solidFill>
          <a:ln w="13097">
            <a:solidFill>
              <a:srgbClr val="172B4D"/>
            </a:solidFill>
          </a:ln>
        </p:spPr>
      </p:sp>
      <p:sp>
        <p:nvSpPr>
          <p:cNvPr id="103" name="object-103">
            <a:extLst>
              <a:ext uri="{FF2B5EF4-FFF2-40B4-BE49-F238E27FC236}">
                <a16:creationId xmlns:a16="http://schemas.microsoft.com/office/drawing/2014/main" id="{135E466A-9728-43A0-A39C-150386DFEAB2}"/>
              </a:ext>
            </a:extLst>
          </p:cNvPr>
          <p:cNvSpPr>
            <a:spLocks noGrp="1"/>
          </p:cNvSpPr>
          <p:nvPr/>
        </p:nvSpPr>
        <p:spPr>
          <a:xfrm>
            <a:off x="5464969" y="2857500"/>
            <a:ext cx="26194" cy="547688"/>
          </a:xfrm>
          <a:prstGeom prst="rect">
            <a:avLst/>
          </a:prstGeom>
          <a:solidFill>
            <a:srgbClr val="1D4ED8"/>
          </a:solidFill>
          <a:ln w="13097">
            <a:solidFill>
              <a:srgbClr val="172B4D"/>
            </a:solidFill>
          </a:ln>
        </p:spPr>
      </p:sp>
      <p:sp>
        <p:nvSpPr>
          <p:cNvPr id="104" name="object-104">
            <a:extLst>
              <a:ext uri="{FF2B5EF4-FFF2-40B4-BE49-F238E27FC236}">
                <a16:creationId xmlns:a16="http://schemas.microsoft.com/office/drawing/2014/main" id="{57C2761D-AACE-45BC-84F6-FE118FA2CFD0}"/>
              </a:ext>
            </a:extLst>
          </p:cNvPr>
          <p:cNvSpPr>
            <a:spLocks noGrp="1"/>
          </p:cNvSpPr>
          <p:nvPr/>
        </p:nvSpPr>
        <p:spPr>
          <a:xfrm>
            <a:off x="5491163" y="2857500"/>
            <a:ext cx="26194" cy="547688"/>
          </a:xfrm>
          <a:prstGeom prst="rect">
            <a:avLst/>
          </a:prstGeom>
          <a:solidFill>
            <a:srgbClr val="1D4ED8"/>
          </a:solidFill>
          <a:ln w="13097">
            <a:solidFill>
              <a:srgbClr val="172B4D"/>
            </a:solidFill>
          </a:ln>
        </p:spPr>
      </p:sp>
      <p:sp>
        <p:nvSpPr>
          <p:cNvPr id="105" name="object-105">
            <a:extLst>
              <a:ext uri="{FF2B5EF4-FFF2-40B4-BE49-F238E27FC236}">
                <a16:creationId xmlns:a16="http://schemas.microsoft.com/office/drawing/2014/main" id="{C279BF14-14F0-4A4A-852C-A1CD900E7BD9}"/>
              </a:ext>
            </a:extLst>
          </p:cNvPr>
          <p:cNvSpPr>
            <a:spLocks noGrp="1"/>
          </p:cNvSpPr>
          <p:nvPr/>
        </p:nvSpPr>
        <p:spPr>
          <a:xfrm>
            <a:off x="5517356" y="2857500"/>
            <a:ext cx="26194" cy="547688"/>
          </a:xfrm>
          <a:prstGeom prst="rect">
            <a:avLst/>
          </a:prstGeom>
          <a:solidFill>
            <a:srgbClr val="1D4ED8"/>
          </a:solidFill>
          <a:ln w="13097">
            <a:solidFill>
              <a:srgbClr val="172B4D"/>
            </a:solidFill>
          </a:ln>
        </p:spPr>
      </p:sp>
      <p:sp>
        <p:nvSpPr>
          <p:cNvPr id="106" name="object-106">
            <a:extLst>
              <a:ext uri="{FF2B5EF4-FFF2-40B4-BE49-F238E27FC236}">
                <a16:creationId xmlns:a16="http://schemas.microsoft.com/office/drawing/2014/main" id="{A0B06BDE-52A3-4259-87B3-1B7F412D0936}"/>
              </a:ext>
            </a:extLst>
          </p:cNvPr>
          <p:cNvSpPr>
            <a:spLocks noGrp="1"/>
          </p:cNvSpPr>
          <p:nvPr/>
        </p:nvSpPr>
        <p:spPr>
          <a:xfrm>
            <a:off x="5543550" y="2857500"/>
            <a:ext cx="26194" cy="547688"/>
          </a:xfrm>
          <a:prstGeom prst="rect">
            <a:avLst/>
          </a:prstGeom>
          <a:solidFill>
            <a:srgbClr val="1D4ED8"/>
          </a:solidFill>
          <a:ln w="13097">
            <a:solidFill>
              <a:srgbClr val="172B4D"/>
            </a:solidFill>
          </a:ln>
        </p:spPr>
      </p:sp>
      <p:sp>
        <p:nvSpPr>
          <p:cNvPr id="107" name="object-107">
            <a:extLst>
              <a:ext uri="{FF2B5EF4-FFF2-40B4-BE49-F238E27FC236}">
                <a16:creationId xmlns:a16="http://schemas.microsoft.com/office/drawing/2014/main" id="{B6D12B77-EDE2-4B4B-933F-6896A251785C}"/>
              </a:ext>
            </a:extLst>
          </p:cNvPr>
          <p:cNvSpPr>
            <a:spLocks noGrp="1"/>
          </p:cNvSpPr>
          <p:nvPr/>
        </p:nvSpPr>
        <p:spPr>
          <a:xfrm>
            <a:off x="5569744" y="2857500"/>
            <a:ext cx="26194" cy="547688"/>
          </a:xfrm>
          <a:prstGeom prst="rect">
            <a:avLst/>
          </a:prstGeom>
          <a:solidFill>
            <a:srgbClr val="1D4ED8"/>
          </a:solidFill>
          <a:ln w="13097">
            <a:solidFill>
              <a:srgbClr val="172B4D"/>
            </a:solidFill>
          </a:ln>
        </p:spPr>
      </p:sp>
      <p:sp>
        <p:nvSpPr>
          <p:cNvPr id="108" name="object-108">
            <a:extLst>
              <a:ext uri="{FF2B5EF4-FFF2-40B4-BE49-F238E27FC236}">
                <a16:creationId xmlns:a16="http://schemas.microsoft.com/office/drawing/2014/main" id="{24644B23-D116-49DA-B3FF-46977EF9432B}"/>
              </a:ext>
            </a:extLst>
          </p:cNvPr>
          <p:cNvSpPr>
            <a:spLocks noGrp="1"/>
          </p:cNvSpPr>
          <p:nvPr/>
        </p:nvSpPr>
        <p:spPr>
          <a:xfrm>
            <a:off x="5595938" y="2857500"/>
            <a:ext cx="26194" cy="547688"/>
          </a:xfrm>
          <a:prstGeom prst="rect">
            <a:avLst/>
          </a:prstGeom>
          <a:solidFill>
            <a:srgbClr val="1D4ED8"/>
          </a:solidFill>
          <a:ln w="13097">
            <a:solidFill>
              <a:srgbClr val="172B4D"/>
            </a:solidFill>
          </a:ln>
        </p:spPr>
      </p:sp>
      <p:sp>
        <p:nvSpPr>
          <p:cNvPr id="109" name="object-109">
            <a:extLst>
              <a:ext uri="{FF2B5EF4-FFF2-40B4-BE49-F238E27FC236}">
                <a16:creationId xmlns:a16="http://schemas.microsoft.com/office/drawing/2014/main" id="{4A1D9B0F-EFAD-4402-9FB5-85F18C0D0516}"/>
              </a:ext>
            </a:extLst>
          </p:cNvPr>
          <p:cNvSpPr>
            <a:spLocks noGrp="1"/>
          </p:cNvSpPr>
          <p:nvPr/>
        </p:nvSpPr>
        <p:spPr>
          <a:xfrm>
            <a:off x="5622131" y="2857500"/>
            <a:ext cx="26194" cy="547688"/>
          </a:xfrm>
          <a:prstGeom prst="rect">
            <a:avLst/>
          </a:prstGeom>
          <a:solidFill>
            <a:srgbClr val="1D4ED8"/>
          </a:solidFill>
          <a:ln w="13097">
            <a:solidFill>
              <a:srgbClr val="172B4D"/>
            </a:solidFill>
          </a:ln>
        </p:spPr>
      </p:sp>
      <p:sp>
        <p:nvSpPr>
          <p:cNvPr id="110" name="object-110">
            <a:extLst>
              <a:ext uri="{FF2B5EF4-FFF2-40B4-BE49-F238E27FC236}">
                <a16:creationId xmlns:a16="http://schemas.microsoft.com/office/drawing/2014/main" id="{18B27D90-B60C-41A1-8319-CCCDA15CE0DB}"/>
              </a:ext>
            </a:extLst>
          </p:cNvPr>
          <p:cNvSpPr>
            <a:spLocks noGrp="1"/>
          </p:cNvSpPr>
          <p:nvPr/>
        </p:nvSpPr>
        <p:spPr>
          <a:xfrm>
            <a:off x="5648325" y="2857500"/>
            <a:ext cx="26194" cy="547688"/>
          </a:xfrm>
          <a:prstGeom prst="rect">
            <a:avLst/>
          </a:prstGeom>
          <a:solidFill>
            <a:srgbClr val="1D4ED8"/>
          </a:solidFill>
          <a:ln w="13097">
            <a:solidFill>
              <a:srgbClr val="172B4D"/>
            </a:solidFill>
          </a:ln>
        </p:spPr>
      </p:sp>
      <p:sp>
        <p:nvSpPr>
          <p:cNvPr id="111" name="object-111">
            <a:extLst>
              <a:ext uri="{FF2B5EF4-FFF2-40B4-BE49-F238E27FC236}">
                <a16:creationId xmlns:a16="http://schemas.microsoft.com/office/drawing/2014/main" id="{39355EFC-ED2C-4863-98E1-429FFAD0948B}"/>
              </a:ext>
            </a:extLst>
          </p:cNvPr>
          <p:cNvSpPr>
            <a:spLocks noGrp="1"/>
          </p:cNvSpPr>
          <p:nvPr/>
        </p:nvSpPr>
        <p:spPr>
          <a:xfrm>
            <a:off x="5674519" y="2857500"/>
            <a:ext cx="26194" cy="547688"/>
          </a:xfrm>
          <a:prstGeom prst="rect">
            <a:avLst/>
          </a:prstGeom>
          <a:solidFill>
            <a:srgbClr val="1D4ED8"/>
          </a:solidFill>
          <a:ln w="13097">
            <a:solidFill>
              <a:srgbClr val="172B4D"/>
            </a:solidFill>
          </a:ln>
        </p:spPr>
      </p:sp>
      <p:sp>
        <p:nvSpPr>
          <p:cNvPr id="112" name="object-112">
            <a:extLst>
              <a:ext uri="{FF2B5EF4-FFF2-40B4-BE49-F238E27FC236}">
                <a16:creationId xmlns:a16="http://schemas.microsoft.com/office/drawing/2014/main" id="{9A4CFB13-8835-4710-AEE3-7284F6F12F17}"/>
              </a:ext>
            </a:extLst>
          </p:cNvPr>
          <p:cNvSpPr>
            <a:spLocks noGrp="1"/>
          </p:cNvSpPr>
          <p:nvPr/>
        </p:nvSpPr>
        <p:spPr>
          <a:xfrm>
            <a:off x="5700713" y="2857500"/>
            <a:ext cx="26194" cy="547688"/>
          </a:xfrm>
          <a:prstGeom prst="rect">
            <a:avLst/>
          </a:prstGeom>
          <a:solidFill>
            <a:srgbClr val="1D4ED8"/>
          </a:solidFill>
          <a:ln w="13097">
            <a:solidFill>
              <a:srgbClr val="172B4D"/>
            </a:solidFill>
          </a:ln>
        </p:spPr>
      </p:sp>
      <p:sp>
        <p:nvSpPr>
          <p:cNvPr id="113" name="object-113">
            <a:extLst>
              <a:ext uri="{FF2B5EF4-FFF2-40B4-BE49-F238E27FC236}">
                <a16:creationId xmlns:a16="http://schemas.microsoft.com/office/drawing/2014/main" id="{A946DA7C-9553-438C-A30F-098386093FEB}"/>
              </a:ext>
            </a:extLst>
          </p:cNvPr>
          <p:cNvSpPr>
            <a:spLocks noGrp="1"/>
          </p:cNvSpPr>
          <p:nvPr/>
        </p:nvSpPr>
        <p:spPr>
          <a:xfrm>
            <a:off x="5726906" y="2857500"/>
            <a:ext cx="26194" cy="547688"/>
          </a:xfrm>
          <a:prstGeom prst="rect">
            <a:avLst/>
          </a:prstGeom>
          <a:solidFill>
            <a:srgbClr val="1D4ED8"/>
          </a:solidFill>
          <a:ln w="13097">
            <a:solidFill>
              <a:srgbClr val="172B4D"/>
            </a:solidFill>
          </a:ln>
        </p:spPr>
      </p:sp>
      <p:sp>
        <p:nvSpPr>
          <p:cNvPr id="114" name="object-114">
            <a:extLst>
              <a:ext uri="{FF2B5EF4-FFF2-40B4-BE49-F238E27FC236}">
                <a16:creationId xmlns:a16="http://schemas.microsoft.com/office/drawing/2014/main" id="{48F238CE-D6BA-45A6-B454-62C47E4F9DF5}"/>
              </a:ext>
            </a:extLst>
          </p:cNvPr>
          <p:cNvSpPr>
            <a:spLocks noGrp="1"/>
          </p:cNvSpPr>
          <p:nvPr/>
        </p:nvSpPr>
        <p:spPr>
          <a:xfrm>
            <a:off x="5753100" y="2857500"/>
            <a:ext cx="26194" cy="547688"/>
          </a:xfrm>
          <a:prstGeom prst="rect">
            <a:avLst/>
          </a:prstGeom>
          <a:solidFill>
            <a:srgbClr val="1D4ED8"/>
          </a:solidFill>
          <a:ln w="13097">
            <a:solidFill>
              <a:srgbClr val="172B4D"/>
            </a:solidFill>
          </a:ln>
        </p:spPr>
      </p:sp>
      <p:sp>
        <p:nvSpPr>
          <p:cNvPr id="115" name="object-115">
            <a:extLst>
              <a:ext uri="{FF2B5EF4-FFF2-40B4-BE49-F238E27FC236}">
                <a16:creationId xmlns:a16="http://schemas.microsoft.com/office/drawing/2014/main" id="{15A21C40-3A50-42CE-8BFE-EE060EC2D7F6}"/>
              </a:ext>
            </a:extLst>
          </p:cNvPr>
          <p:cNvSpPr>
            <a:spLocks noGrp="1"/>
          </p:cNvSpPr>
          <p:nvPr/>
        </p:nvSpPr>
        <p:spPr>
          <a:xfrm>
            <a:off x="5779294" y="2857500"/>
            <a:ext cx="26194" cy="547688"/>
          </a:xfrm>
          <a:prstGeom prst="rect">
            <a:avLst/>
          </a:prstGeom>
          <a:solidFill>
            <a:srgbClr val="1D4ED8"/>
          </a:solidFill>
          <a:ln w="13097">
            <a:solidFill>
              <a:srgbClr val="172B4D"/>
            </a:solidFill>
          </a:ln>
        </p:spPr>
      </p:sp>
      <p:sp>
        <p:nvSpPr>
          <p:cNvPr id="116" name="object-116">
            <a:extLst>
              <a:ext uri="{FF2B5EF4-FFF2-40B4-BE49-F238E27FC236}">
                <a16:creationId xmlns:a16="http://schemas.microsoft.com/office/drawing/2014/main" id="{187CAC53-6A67-492A-880C-FEA7D420F3BA}"/>
              </a:ext>
            </a:extLst>
          </p:cNvPr>
          <p:cNvSpPr>
            <a:spLocks noGrp="1"/>
          </p:cNvSpPr>
          <p:nvPr/>
        </p:nvSpPr>
        <p:spPr>
          <a:xfrm>
            <a:off x="5805488" y="2857500"/>
            <a:ext cx="26194" cy="547688"/>
          </a:xfrm>
          <a:prstGeom prst="rect">
            <a:avLst/>
          </a:prstGeom>
          <a:solidFill>
            <a:srgbClr val="1D4ED8"/>
          </a:solidFill>
          <a:ln w="13097">
            <a:solidFill>
              <a:srgbClr val="172B4D"/>
            </a:solidFill>
          </a:ln>
        </p:spPr>
      </p:sp>
      <p:sp>
        <p:nvSpPr>
          <p:cNvPr id="117" name="object-117">
            <a:extLst>
              <a:ext uri="{FF2B5EF4-FFF2-40B4-BE49-F238E27FC236}">
                <a16:creationId xmlns:a16="http://schemas.microsoft.com/office/drawing/2014/main" id="{43E2002D-A624-47FD-B4BA-2AA756AD51CA}"/>
              </a:ext>
            </a:extLst>
          </p:cNvPr>
          <p:cNvSpPr>
            <a:spLocks noGrp="1"/>
          </p:cNvSpPr>
          <p:nvPr/>
        </p:nvSpPr>
        <p:spPr>
          <a:xfrm>
            <a:off x="5831681" y="2857500"/>
            <a:ext cx="26194" cy="547688"/>
          </a:xfrm>
          <a:prstGeom prst="rect">
            <a:avLst/>
          </a:prstGeom>
          <a:solidFill>
            <a:srgbClr val="1D4ED8"/>
          </a:solidFill>
          <a:ln w="13097">
            <a:solidFill>
              <a:srgbClr val="172B4D"/>
            </a:solidFill>
          </a:ln>
        </p:spPr>
      </p:sp>
      <p:sp>
        <p:nvSpPr>
          <p:cNvPr id="118" name="object-118">
            <a:extLst>
              <a:ext uri="{FF2B5EF4-FFF2-40B4-BE49-F238E27FC236}">
                <a16:creationId xmlns:a16="http://schemas.microsoft.com/office/drawing/2014/main" id="{3CF33A52-AA73-4EB7-9541-65A0FF1C0457}"/>
              </a:ext>
            </a:extLst>
          </p:cNvPr>
          <p:cNvSpPr>
            <a:spLocks noGrp="1"/>
          </p:cNvSpPr>
          <p:nvPr/>
        </p:nvSpPr>
        <p:spPr>
          <a:xfrm>
            <a:off x="5857875" y="2857500"/>
            <a:ext cx="26194" cy="547688"/>
          </a:xfrm>
          <a:prstGeom prst="rect">
            <a:avLst/>
          </a:prstGeom>
          <a:solidFill>
            <a:srgbClr val="1D4ED8"/>
          </a:solidFill>
          <a:ln w="13097">
            <a:solidFill>
              <a:srgbClr val="172B4D"/>
            </a:solidFill>
          </a:ln>
        </p:spPr>
      </p:sp>
      <p:sp>
        <p:nvSpPr>
          <p:cNvPr id="119" name="object-119">
            <a:extLst>
              <a:ext uri="{FF2B5EF4-FFF2-40B4-BE49-F238E27FC236}">
                <a16:creationId xmlns:a16="http://schemas.microsoft.com/office/drawing/2014/main" id="{15E03AFB-F575-43E1-9584-6B5B7885F6BF}"/>
              </a:ext>
            </a:extLst>
          </p:cNvPr>
          <p:cNvSpPr>
            <a:spLocks noGrp="1"/>
          </p:cNvSpPr>
          <p:nvPr/>
        </p:nvSpPr>
        <p:spPr>
          <a:xfrm>
            <a:off x="5884069" y="2857500"/>
            <a:ext cx="26194" cy="547688"/>
          </a:xfrm>
          <a:prstGeom prst="rect">
            <a:avLst/>
          </a:prstGeom>
          <a:solidFill>
            <a:srgbClr val="1D4ED8"/>
          </a:solidFill>
          <a:ln w="13097">
            <a:solidFill>
              <a:srgbClr val="172B4D"/>
            </a:solidFill>
          </a:ln>
        </p:spPr>
      </p:sp>
      <p:sp>
        <p:nvSpPr>
          <p:cNvPr id="120" name="object-120">
            <a:extLst>
              <a:ext uri="{FF2B5EF4-FFF2-40B4-BE49-F238E27FC236}">
                <a16:creationId xmlns:a16="http://schemas.microsoft.com/office/drawing/2014/main" id="{9B6EC35E-994C-44CF-9721-04D39B4039CE}"/>
              </a:ext>
            </a:extLst>
          </p:cNvPr>
          <p:cNvSpPr>
            <a:spLocks noGrp="1"/>
          </p:cNvSpPr>
          <p:nvPr/>
        </p:nvSpPr>
        <p:spPr>
          <a:xfrm>
            <a:off x="5910263" y="2857500"/>
            <a:ext cx="26194" cy="547688"/>
          </a:xfrm>
          <a:prstGeom prst="rect">
            <a:avLst/>
          </a:prstGeom>
          <a:solidFill>
            <a:srgbClr val="1D4ED8"/>
          </a:solidFill>
          <a:ln w="13097">
            <a:solidFill>
              <a:srgbClr val="172B4D"/>
            </a:solidFill>
          </a:ln>
        </p:spPr>
      </p:sp>
      <p:sp>
        <p:nvSpPr>
          <p:cNvPr id="121" name="object-121">
            <a:extLst>
              <a:ext uri="{FF2B5EF4-FFF2-40B4-BE49-F238E27FC236}">
                <a16:creationId xmlns:a16="http://schemas.microsoft.com/office/drawing/2014/main" id="{BA716C2C-9B12-40E6-B1AC-1BA56765955E}"/>
              </a:ext>
            </a:extLst>
          </p:cNvPr>
          <p:cNvSpPr>
            <a:spLocks noGrp="1"/>
          </p:cNvSpPr>
          <p:nvPr/>
        </p:nvSpPr>
        <p:spPr>
          <a:xfrm>
            <a:off x="5936456" y="2857500"/>
            <a:ext cx="26194" cy="547688"/>
          </a:xfrm>
          <a:prstGeom prst="rect">
            <a:avLst/>
          </a:prstGeom>
          <a:solidFill>
            <a:srgbClr val="1D4ED8"/>
          </a:solidFill>
          <a:ln w="13097">
            <a:solidFill>
              <a:srgbClr val="172B4D"/>
            </a:solidFill>
          </a:ln>
        </p:spPr>
      </p:sp>
      <p:sp>
        <p:nvSpPr>
          <p:cNvPr id="122" name="object-122">
            <a:extLst>
              <a:ext uri="{FF2B5EF4-FFF2-40B4-BE49-F238E27FC236}">
                <a16:creationId xmlns:a16="http://schemas.microsoft.com/office/drawing/2014/main" id="{82C16F06-CFA5-4A3E-A1C9-0D3E20F58EBC}"/>
              </a:ext>
            </a:extLst>
          </p:cNvPr>
          <p:cNvSpPr>
            <a:spLocks noGrp="1"/>
          </p:cNvSpPr>
          <p:nvPr/>
        </p:nvSpPr>
        <p:spPr>
          <a:xfrm>
            <a:off x="5962650" y="2857500"/>
            <a:ext cx="26194" cy="547688"/>
          </a:xfrm>
          <a:prstGeom prst="rect">
            <a:avLst/>
          </a:prstGeom>
          <a:solidFill>
            <a:srgbClr val="1D4ED8"/>
          </a:solidFill>
          <a:ln w="13097">
            <a:solidFill>
              <a:srgbClr val="172B4D"/>
            </a:solidFill>
          </a:ln>
        </p:spPr>
      </p:sp>
      <p:sp>
        <p:nvSpPr>
          <p:cNvPr id="123" name="object-123">
            <a:extLst>
              <a:ext uri="{FF2B5EF4-FFF2-40B4-BE49-F238E27FC236}">
                <a16:creationId xmlns:a16="http://schemas.microsoft.com/office/drawing/2014/main" id="{50A12D37-31C1-41A9-9C25-1F9F2E280B85}"/>
              </a:ext>
            </a:extLst>
          </p:cNvPr>
          <p:cNvSpPr>
            <a:spLocks noGrp="1"/>
          </p:cNvSpPr>
          <p:nvPr/>
        </p:nvSpPr>
        <p:spPr>
          <a:xfrm>
            <a:off x="5988844" y="2857500"/>
            <a:ext cx="26194" cy="547688"/>
          </a:xfrm>
          <a:prstGeom prst="rect">
            <a:avLst/>
          </a:prstGeom>
          <a:solidFill>
            <a:srgbClr val="1D4ED8"/>
          </a:solidFill>
          <a:ln w="13097">
            <a:solidFill>
              <a:srgbClr val="172B4D"/>
            </a:solidFill>
          </a:ln>
        </p:spPr>
      </p:sp>
      <p:sp>
        <p:nvSpPr>
          <p:cNvPr id="124" name="object-124">
            <a:extLst>
              <a:ext uri="{FF2B5EF4-FFF2-40B4-BE49-F238E27FC236}">
                <a16:creationId xmlns:a16="http://schemas.microsoft.com/office/drawing/2014/main" id="{21E6736C-21C4-42FB-BD5C-202039F46EEC}"/>
              </a:ext>
            </a:extLst>
          </p:cNvPr>
          <p:cNvSpPr>
            <a:spLocks noGrp="1"/>
          </p:cNvSpPr>
          <p:nvPr/>
        </p:nvSpPr>
        <p:spPr>
          <a:xfrm>
            <a:off x="6015038" y="2857500"/>
            <a:ext cx="26194" cy="547688"/>
          </a:xfrm>
          <a:prstGeom prst="rect">
            <a:avLst/>
          </a:prstGeom>
          <a:solidFill>
            <a:srgbClr val="1D4ED8"/>
          </a:solidFill>
          <a:ln w="13097">
            <a:solidFill>
              <a:srgbClr val="172B4D"/>
            </a:solidFill>
          </a:ln>
        </p:spPr>
      </p:sp>
      <p:sp>
        <p:nvSpPr>
          <p:cNvPr id="125" name="object-125">
            <a:extLst>
              <a:ext uri="{FF2B5EF4-FFF2-40B4-BE49-F238E27FC236}">
                <a16:creationId xmlns:a16="http://schemas.microsoft.com/office/drawing/2014/main" id="{C3C21202-31E0-459D-9765-AA365F5AD5D2}"/>
              </a:ext>
            </a:extLst>
          </p:cNvPr>
          <p:cNvSpPr>
            <a:spLocks noGrp="1"/>
          </p:cNvSpPr>
          <p:nvPr/>
        </p:nvSpPr>
        <p:spPr>
          <a:xfrm>
            <a:off x="6041231" y="2857500"/>
            <a:ext cx="26194" cy="547688"/>
          </a:xfrm>
          <a:prstGeom prst="rect">
            <a:avLst/>
          </a:prstGeom>
          <a:solidFill>
            <a:srgbClr val="1D4ED8"/>
          </a:solidFill>
          <a:ln w="13097">
            <a:solidFill>
              <a:srgbClr val="172B4D"/>
            </a:solidFill>
          </a:ln>
        </p:spPr>
      </p:sp>
      <p:sp>
        <p:nvSpPr>
          <p:cNvPr id="126" name="object-126">
            <a:extLst>
              <a:ext uri="{FF2B5EF4-FFF2-40B4-BE49-F238E27FC236}">
                <a16:creationId xmlns:a16="http://schemas.microsoft.com/office/drawing/2014/main" id="{41EFC828-BCBB-4246-89B1-496332AA4404}"/>
              </a:ext>
            </a:extLst>
          </p:cNvPr>
          <p:cNvSpPr>
            <a:spLocks noGrp="1"/>
          </p:cNvSpPr>
          <p:nvPr/>
        </p:nvSpPr>
        <p:spPr>
          <a:xfrm>
            <a:off x="6067425" y="2857500"/>
            <a:ext cx="26194" cy="547688"/>
          </a:xfrm>
          <a:prstGeom prst="rect">
            <a:avLst/>
          </a:prstGeom>
          <a:solidFill>
            <a:srgbClr val="1D4ED8"/>
          </a:solidFill>
          <a:ln w="13097">
            <a:solidFill>
              <a:srgbClr val="172B4D"/>
            </a:solidFill>
          </a:ln>
        </p:spPr>
      </p:sp>
      <p:sp>
        <p:nvSpPr>
          <p:cNvPr id="127" name="object-127">
            <a:extLst>
              <a:ext uri="{FF2B5EF4-FFF2-40B4-BE49-F238E27FC236}">
                <a16:creationId xmlns:a16="http://schemas.microsoft.com/office/drawing/2014/main" id="{6467A319-B229-4D00-877D-D21C6EFB67CA}"/>
              </a:ext>
            </a:extLst>
          </p:cNvPr>
          <p:cNvSpPr>
            <a:spLocks noGrp="1"/>
          </p:cNvSpPr>
          <p:nvPr/>
        </p:nvSpPr>
        <p:spPr>
          <a:xfrm>
            <a:off x="6093619" y="2857500"/>
            <a:ext cx="26194" cy="547688"/>
          </a:xfrm>
          <a:prstGeom prst="rect">
            <a:avLst/>
          </a:prstGeom>
          <a:solidFill>
            <a:srgbClr val="1D4ED8"/>
          </a:solidFill>
          <a:ln w="13097">
            <a:solidFill>
              <a:srgbClr val="172B4D"/>
            </a:solidFill>
          </a:ln>
        </p:spPr>
      </p:sp>
      <p:sp>
        <p:nvSpPr>
          <p:cNvPr id="128" name="object-128">
            <a:extLst>
              <a:ext uri="{FF2B5EF4-FFF2-40B4-BE49-F238E27FC236}">
                <a16:creationId xmlns:a16="http://schemas.microsoft.com/office/drawing/2014/main" id="{CE7A363F-E426-4F46-A2C6-51922D3D09EA}"/>
              </a:ext>
            </a:extLst>
          </p:cNvPr>
          <p:cNvSpPr>
            <a:spLocks noGrp="1"/>
          </p:cNvSpPr>
          <p:nvPr/>
        </p:nvSpPr>
        <p:spPr>
          <a:xfrm>
            <a:off x="6119813" y="2857500"/>
            <a:ext cx="26194" cy="547688"/>
          </a:xfrm>
          <a:prstGeom prst="rect">
            <a:avLst/>
          </a:prstGeom>
          <a:solidFill>
            <a:srgbClr val="1D4ED8"/>
          </a:solidFill>
          <a:ln w="13097">
            <a:solidFill>
              <a:srgbClr val="172B4D"/>
            </a:solidFill>
          </a:ln>
        </p:spPr>
      </p:sp>
      <p:sp>
        <p:nvSpPr>
          <p:cNvPr id="129" name="object-129">
            <a:extLst>
              <a:ext uri="{FF2B5EF4-FFF2-40B4-BE49-F238E27FC236}">
                <a16:creationId xmlns:a16="http://schemas.microsoft.com/office/drawing/2014/main" id="{DE533E45-0226-4275-8995-271CAD766D96}"/>
              </a:ext>
            </a:extLst>
          </p:cNvPr>
          <p:cNvSpPr>
            <a:spLocks noGrp="1"/>
          </p:cNvSpPr>
          <p:nvPr/>
        </p:nvSpPr>
        <p:spPr>
          <a:xfrm>
            <a:off x="6146006" y="2857500"/>
            <a:ext cx="26194" cy="547688"/>
          </a:xfrm>
          <a:prstGeom prst="rect">
            <a:avLst/>
          </a:prstGeom>
          <a:solidFill>
            <a:srgbClr val="1D4ED8"/>
          </a:solidFill>
          <a:ln w="13097">
            <a:solidFill>
              <a:srgbClr val="172B4D"/>
            </a:solidFill>
          </a:ln>
        </p:spPr>
      </p:sp>
      <p:sp>
        <p:nvSpPr>
          <p:cNvPr id="130" name="object-130">
            <a:extLst>
              <a:ext uri="{FF2B5EF4-FFF2-40B4-BE49-F238E27FC236}">
                <a16:creationId xmlns:a16="http://schemas.microsoft.com/office/drawing/2014/main" id="{527CCA6E-DE16-4464-B842-4BFA15B32063}"/>
              </a:ext>
            </a:extLst>
          </p:cNvPr>
          <p:cNvSpPr>
            <a:spLocks noGrp="1"/>
          </p:cNvSpPr>
          <p:nvPr/>
        </p:nvSpPr>
        <p:spPr>
          <a:xfrm>
            <a:off x="6172200" y="2857500"/>
            <a:ext cx="26194" cy="547688"/>
          </a:xfrm>
          <a:prstGeom prst="rect">
            <a:avLst/>
          </a:prstGeom>
          <a:solidFill>
            <a:srgbClr val="1D4ED8"/>
          </a:solidFill>
          <a:ln w="13097">
            <a:solidFill>
              <a:srgbClr val="172B4D"/>
            </a:solidFill>
          </a:ln>
        </p:spPr>
      </p:sp>
      <p:sp>
        <p:nvSpPr>
          <p:cNvPr id="131" name="object-131">
            <a:extLst>
              <a:ext uri="{FF2B5EF4-FFF2-40B4-BE49-F238E27FC236}">
                <a16:creationId xmlns:a16="http://schemas.microsoft.com/office/drawing/2014/main" id="{4D0EEB76-ECDC-414D-8491-315E5A855156}"/>
              </a:ext>
            </a:extLst>
          </p:cNvPr>
          <p:cNvSpPr>
            <a:spLocks noGrp="1"/>
          </p:cNvSpPr>
          <p:nvPr/>
        </p:nvSpPr>
        <p:spPr>
          <a:xfrm>
            <a:off x="6198394" y="2857500"/>
            <a:ext cx="26194" cy="547688"/>
          </a:xfrm>
          <a:prstGeom prst="rect">
            <a:avLst/>
          </a:prstGeom>
          <a:solidFill>
            <a:srgbClr val="1D4ED8"/>
          </a:solidFill>
          <a:ln w="13097">
            <a:solidFill>
              <a:srgbClr val="172B4D"/>
            </a:solidFill>
          </a:ln>
        </p:spPr>
      </p:sp>
      <p:sp>
        <p:nvSpPr>
          <p:cNvPr id="132" name="object-132">
            <a:extLst>
              <a:ext uri="{FF2B5EF4-FFF2-40B4-BE49-F238E27FC236}">
                <a16:creationId xmlns:a16="http://schemas.microsoft.com/office/drawing/2014/main" id="{7F45ED46-B6D2-4846-9205-899FC85074F8}"/>
              </a:ext>
            </a:extLst>
          </p:cNvPr>
          <p:cNvSpPr>
            <a:spLocks noGrp="1"/>
          </p:cNvSpPr>
          <p:nvPr/>
        </p:nvSpPr>
        <p:spPr>
          <a:xfrm>
            <a:off x="6224588" y="2857500"/>
            <a:ext cx="26194" cy="547688"/>
          </a:xfrm>
          <a:prstGeom prst="rect">
            <a:avLst/>
          </a:prstGeom>
          <a:solidFill>
            <a:srgbClr val="1D4ED8"/>
          </a:solidFill>
          <a:ln w="13097">
            <a:solidFill>
              <a:srgbClr val="172B4D"/>
            </a:solidFill>
          </a:ln>
        </p:spPr>
      </p:sp>
      <p:sp>
        <p:nvSpPr>
          <p:cNvPr id="133" name="object-133">
            <a:extLst>
              <a:ext uri="{FF2B5EF4-FFF2-40B4-BE49-F238E27FC236}">
                <a16:creationId xmlns:a16="http://schemas.microsoft.com/office/drawing/2014/main" id="{88D7C1D8-0816-4C8C-97F0-E926F18E063F}"/>
              </a:ext>
            </a:extLst>
          </p:cNvPr>
          <p:cNvSpPr>
            <a:spLocks noGrp="1"/>
          </p:cNvSpPr>
          <p:nvPr/>
        </p:nvSpPr>
        <p:spPr>
          <a:xfrm>
            <a:off x="6250781" y="2857500"/>
            <a:ext cx="26194" cy="547688"/>
          </a:xfrm>
          <a:prstGeom prst="rect">
            <a:avLst/>
          </a:prstGeom>
          <a:solidFill>
            <a:srgbClr val="1D4ED8"/>
          </a:solidFill>
          <a:ln w="13097">
            <a:solidFill>
              <a:srgbClr val="172B4D"/>
            </a:solidFill>
          </a:ln>
        </p:spPr>
      </p:sp>
      <p:sp>
        <p:nvSpPr>
          <p:cNvPr id="134" name="object-134">
            <a:extLst>
              <a:ext uri="{FF2B5EF4-FFF2-40B4-BE49-F238E27FC236}">
                <a16:creationId xmlns:a16="http://schemas.microsoft.com/office/drawing/2014/main" id="{43F4117D-9EF6-442A-BADC-2C4D323A173F}"/>
              </a:ext>
            </a:extLst>
          </p:cNvPr>
          <p:cNvSpPr>
            <a:spLocks noGrp="1"/>
          </p:cNvSpPr>
          <p:nvPr/>
        </p:nvSpPr>
        <p:spPr>
          <a:xfrm>
            <a:off x="6276975" y="2857500"/>
            <a:ext cx="26194" cy="547688"/>
          </a:xfrm>
          <a:prstGeom prst="rect">
            <a:avLst/>
          </a:prstGeom>
          <a:solidFill>
            <a:srgbClr val="1D4ED8"/>
          </a:solidFill>
          <a:ln w="13097">
            <a:solidFill>
              <a:srgbClr val="172B4D"/>
            </a:solidFill>
          </a:ln>
        </p:spPr>
      </p:sp>
      <p:sp>
        <p:nvSpPr>
          <p:cNvPr id="135" name="object-135">
            <a:extLst>
              <a:ext uri="{FF2B5EF4-FFF2-40B4-BE49-F238E27FC236}">
                <a16:creationId xmlns:a16="http://schemas.microsoft.com/office/drawing/2014/main" id="{20FB2E98-84E2-4D57-8ADD-E9B94268816F}"/>
              </a:ext>
            </a:extLst>
          </p:cNvPr>
          <p:cNvSpPr>
            <a:spLocks noGrp="1"/>
          </p:cNvSpPr>
          <p:nvPr/>
        </p:nvSpPr>
        <p:spPr>
          <a:xfrm>
            <a:off x="6303169" y="2857500"/>
            <a:ext cx="26194" cy="547688"/>
          </a:xfrm>
          <a:prstGeom prst="rect">
            <a:avLst/>
          </a:prstGeom>
          <a:solidFill>
            <a:srgbClr val="1D4ED8"/>
          </a:solidFill>
          <a:ln w="13097">
            <a:solidFill>
              <a:srgbClr val="172B4D"/>
            </a:solidFill>
          </a:ln>
        </p:spPr>
      </p:sp>
      <p:sp>
        <p:nvSpPr>
          <p:cNvPr id="136" name="object-136">
            <a:extLst>
              <a:ext uri="{FF2B5EF4-FFF2-40B4-BE49-F238E27FC236}">
                <a16:creationId xmlns:a16="http://schemas.microsoft.com/office/drawing/2014/main" id="{75677446-90D4-47F6-8152-6D397E91770E}"/>
              </a:ext>
            </a:extLst>
          </p:cNvPr>
          <p:cNvSpPr>
            <a:spLocks noGrp="1"/>
          </p:cNvSpPr>
          <p:nvPr/>
        </p:nvSpPr>
        <p:spPr>
          <a:xfrm>
            <a:off x="6329363" y="2857500"/>
            <a:ext cx="26194" cy="547688"/>
          </a:xfrm>
          <a:prstGeom prst="rect">
            <a:avLst/>
          </a:prstGeom>
          <a:solidFill>
            <a:srgbClr val="1D4ED8"/>
          </a:solidFill>
          <a:ln w="13097">
            <a:solidFill>
              <a:srgbClr val="172B4D"/>
            </a:solidFill>
          </a:ln>
        </p:spPr>
      </p:sp>
      <p:sp>
        <p:nvSpPr>
          <p:cNvPr id="137" name="object-137">
            <a:extLst>
              <a:ext uri="{FF2B5EF4-FFF2-40B4-BE49-F238E27FC236}">
                <a16:creationId xmlns:a16="http://schemas.microsoft.com/office/drawing/2014/main" id="{698F0076-4003-41FC-9075-FF66B23B6E36}"/>
              </a:ext>
            </a:extLst>
          </p:cNvPr>
          <p:cNvSpPr>
            <a:spLocks noGrp="1"/>
          </p:cNvSpPr>
          <p:nvPr/>
        </p:nvSpPr>
        <p:spPr>
          <a:xfrm>
            <a:off x="6355556" y="2857500"/>
            <a:ext cx="26194" cy="547688"/>
          </a:xfrm>
          <a:prstGeom prst="rect">
            <a:avLst/>
          </a:prstGeom>
          <a:solidFill>
            <a:srgbClr val="1D4ED8"/>
          </a:solidFill>
          <a:ln w="13097">
            <a:solidFill>
              <a:srgbClr val="172B4D"/>
            </a:solidFill>
          </a:ln>
        </p:spPr>
      </p:sp>
      <p:sp>
        <p:nvSpPr>
          <p:cNvPr id="138" name="object-138">
            <a:extLst>
              <a:ext uri="{FF2B5EF4-FFF2-40B4-BE49-F238E27FC236}">
                <a16:creationId xmlns:a16="http://schemas.microsoft.com/office/drawing/2014/main" id="{8E5F0E16-44E9-4598-9580-6671F332FEE9}"/>
              </a:ext>
            </a:extLst>
          </p:cNvPr>
          <p:cNvSpPr>
            <a:spLocks noGrp="1"/>
          </p:cNvSpPr>
          <p:nvPr/>
        </p:nvSpPr>
        <p:spPr>
          <a:xfrm>
            <a:off x="6381750" y="2857500"/>
            <a:ext cx="26194" cy="547688"/>
          </a:xfrm>
          <a:prstGeom prst="rect">
            <a:avLst/>
          </a:prstGeom>
          <a:solidFill>
            <a:srgbClr val="1D4ED8"/>
          </a:solidFill>
          <a:ln w="13097">
            <a:solidFill>
              <a:srgbClr val="172B4D"/>
            </a:solidFill>
          </a:ln>
        </p:spPr>
      </p:sp>
      <p:sp>
        <p:nvSpPr>
          <p:cNvPr id="139" name="object-139">
            <a:extLst>
              <a:ext uri="{FF2B5EF4-FFF2-40B4-BE49-F238E27FC236}">
                <a16:creationId xmlns:a16="http://schemas.microsoft.com/office/drawing/2014/main" id="{CBA81CF4-A388-4A33-8180-94AA5E2FF0E4}"/>
              </a:ext>
            </a:extLst>
          </p:cNvPr>
          <p:cNvSpPr>
            <a:spLocks noGrp="1"/>
          </p:cNvSpPr>
          <p:nvPr/>
        </p:nvSpPr>
        <p:spPr>
          <a:xfrm>
            <a:off x="6407944" y="2857500"/>
            <a:ext cx="26194" cy="547688"/>
          </a:xfrm>
          <a:prstGeom prst="rect">
            <a:avLst/>
          </a:prstGeom>
          <a:solidFill>
            <a:srgbClr val="1D4ED8"/>
          </a:solidFill>
          <a:ln w="13097">
            <a:solidFill>
              <a:srgbClr val="172B4D"/>
            </a:solidFill>
          </a:ln>
        </p:spPr>
      </p:sp>
      <p:sp>
        <p:nvSpPr>
          <p:cNvPr id="140" name="object-140">
            <a:extLst>
              <a:ext uri="{FF2B5EF4-FFF2-40B4-BE49-F238E27FC236}">
                <a16:creationId xmlns:a16="http://schemas.microsoft.com/office/drawing/2014/main" id="{9DE49381-3134-43EA-919D-E3E3006584A1}"/>
              </a:ext>
            </a:extLst>
          </p:cNvPr>
          <p:cNvSpPr>
            <a:spLocks noGrp="1"/>
          </p:cNvSpPr>
          <p:nvPr/>
        </p:nvSpPr>
        <p:spPr>
          <a:xfrm>
            <a:off x="6434138" y="2857500"/>
            <a:ext cx="26194" cy="547688"/>
          </a:xfrm>
          <a:prstGeom prst="rect">
            <a:avLst/>
          </a:prstGeom>
          <a:solidFill>
            <a:srgbClr val="1D4ED8"/>
          </a:solidFill>
          <a:ln w="13097">
            <a:solidFill>
              <a:srgbClr val="172B4D"/>
            </a:solidFill>
          </a:ln>
        </p:spPr>
      </p:sp>
      <p:sp>
        <p:nvSpPr>
          <p:cNvPr id="141" name="object-141">
            <a:extLst>
              <a:ext uri="{FF2B5EF4-FFF2-40B4-BE49-F238E27FC236}">
                <a16:creationId xmlns:a16="http://schemas.microsoft.com/office/drawing/2014/main" id="{5A249242-9D6D-4A32-A3BF-1378E1739FBA}"/>
              </a:ext>
            </a:extLst>
          </p:cNvPr>
          <p:cNvSpPr>
            <a:spLocks noGrp="1"/>
          </p:cNvSpPr>
          <p:nvPr/>
        </p:nvSpPr>
        <p:spPr>
          <a:xfrm>
            <a:off x="6460331" y="2857500"/>
            <a:ext cx="26194" cy="547688"/>
          </a:xfrm>
          <a:prstGeom prst="rect">
            <a:avLst/>
          </a:prstGeom>
          <a:solidFill>
            <a:srgbClr val="1D4ED8"/>
          </a:solidFill>
          <a:ln w="13097">
            <a:solidFill>
              <a:srgbClr val="172B4D"/>
            </a:solidFill>
          </a:ln>
        </p:spPr>
      </p:sp>
      <p:sp>
        <p:nvSpPr>
          <p:cNvPr id="142" name="object-142">
            <a:extLst>
              <a:ext uri="{FF2B5EF4-FFF2-40B4-BE49-F238E27FC236}">
                <a16:creationId xmlns:a16="http://schemas.microsoft.com/office/drawing/2014/main" id="{C22AA0D5-61F0-49EC-8863-15558E88A72B}"/>
              </a:ext>
            </a:extLst>
          </p:cNvPr>
          <p:cNvSpPr>
            <a:spLocks noGrp="1"/>
          </p:cNvSpPr>
          <p:nvPr/>
        </p:nvSpPr>
        <p:spPr>
          <a:xfrm>
            <a:off x="6486525" y="2857500"/>
            <a:ext cx="26194" cy="547688"/>
          </a:xfrm>
          <a:prstGeom prst="rect">
            <a:avLst/>
          </a:prstGeom>
          <a:solidFill>
            <a:srgbClr val="1D4ED8"/>
          </a:solidFill>
          <a:ln w="13097">
            <a:solidFill>
              <a:srgbClr val="172B4D"/>
            </a:solidFill>
          </a:ln>
        </p:spPr>
      </p:sp>
      <p:sp>
        <p:nvSpPr>
          <p:cNvPr id="143" name="object-143">
            <a:extLst>
              <a:ext uri="{FF2B5EF4-FFF2-40B4-BE49-F238E27FC236}">
                <a16:creationId xmlns:a16="http://schemas.microsoft.com/office/drawing/2014/main" id="{24E3D66F-6834-4F03-98FD-FE06798C4BD1}"/>
              </a:ext>
            </a:extLst>
          </p:cNvPr>
          <p:cNvSpPr>
            <a:spLocks noGrp="1"/>
          </p:cNvSpPr>
          <p:nvPr/>
        </p:nvSpPr>
        <p:spPr>
          <a:xfrm>
            <a:off x="6512719" y="2857500"/>
            <a:ext cx="26194" cy="547688"/>
          </a:xfrm>
          <a:prstGeom prst="rect">
            <a:avLst/>
          </a:prstGeom>
          <a:solidFill>
            <a:srgbClr val="1D4ED8"/>
          </a:solidFill>
          <a:ln w="13097">
            <a:solidFill>
              <a:srgbClr val="172B4D"/>
            </a:solidFill>
          </a:ln>
        </p:spPr>
      </p:sp>
      <p:sp>
        <p:nvSpPr>
          <p:cNvPr id="144" name="object-144">
            <a:extLst>
              <a:ext uri="{FF2B5EF4-FFF2-40B4-BE49-F238E27FC236}">
                <a16:creationId xmlns:a16="http://schemas.microsoft.com/office/drawing/2014/main" id="{EB715DCE-4678-4FFB-86C5-F0607B259805}"/>
              </a:ext>
            </a:extLst>
          </p:cNvPr>
          <p:cNvSpPr>
            <a:spLocks noGrp="1"/>
          </p:cNvSpPr>
          <p:nvPr/>
        </p:nvSpPr>
        <p:spPr>
          <a:xfrm>
            <a:off x="6538913" y="2857500"/>
            <a:ext cx="26194" cy="547688"/>
          </a:xfrm>
          <a:prstGeom prst="rect">
            <a:avLst/>
          </a:prstGeom>
          <a:solidFill>
            <a:srgbClr val="1D4ED8"/>
          </a:solidFill>
          <a:ln w="13097">
            <a:solidFill>
              <a:srgbClr val="172B4D"/>
            </a:solidFill>
          </a:ln>
        </p:spPr>
      </p:sp>
      <p:sp>
        <p:nvSpPr>
          <p:cNvPr id="145" name="object-145">
            <a:extLst>
              <a:ext uri="{FF2B5EF4-FFF2-40B4-BE49-F238E27FC236}">
                <a16:creationId xmlns:a16="http://schemas.microsoft.com/office/drawing/2014/main" id="{5D9539B7-171E-44D5-98BD-6A8FDB4949C6}"/>
              </a:ext>
            </a:extLst>
          </p:cNvPr>
          <p:cNvSpPr>
            <a:spLocks noGrp="1"/>
          </p:cNvSpPr>
          <p:nvPr/>
        </p:nvSpPr>
        <p:spPr>
          <a:xfrm>
            <a:off x="6565106" y="2857500"/>
            <a:ext cx="26194" cy="547688"/>
          </a:xfrm>
          <a:prstGeom prst="rect">
            <a:avLst/>
          </a:prstGeom>
          <a:solidFill>
            <a:srgbClr val="1D4ED8"/>
          </a:solidFill>
          <a:ln w="13097">
            <a:solidFill>
              <a:srgbClr val="172B4D"/>
            </a:solidFill>
          </a:ln>
        </p:spPr>
      </p:sp>
      <p:sp>
        <p:nvSpPr>
          <p:cNvPr id="146" name="object-146">
            <a:extLst>
              <a:ext uri="{FF2B5EF4-FFF2-40B4-BE49-F238E27FC236}">
                <a16:creationId xmlns:a16="http://schemas.microsoft.com/office/drawing/2014/main" id="{0A6A7EBA-F0CF-42CD-A59D-F7CF23C979B2}"/>
              </a:ext>
            </a:extLst>
          </p:cNvPr>
          <p:cNvSpPr>
            <a:spLocks noGrp="1"/>
          </p:cNvSpPr>
          <p:nvPr/>
        </p:nvSpPr>
        <p:spPr>
          <a:xfrm>
            <a:off x="6591300" y="2857500"/>
            <a:ext cx="26194" cy="547688"/>
          </a:xfrm>
          <a:prstGeom prst="rect">
            <a:avLst/>
          </a:prstGeom>
          <a:solidFill>
            <a:srgbClr val="1D4ED8"/>
          </a:solidFill>
          <a:ln w="13097">
            <a:solidFill>
              <a:srgbClr val="172B4D"/>
            </a:solidFill>
          </a:ln>
        </p:spPr>
      </p:sp>
      <p:sp>
        <p:nvSpPr>
          <p:cNvPr id="147" name="object-147">
            <a:extLst>
              <a:ext uri="{FF2B5EF4-FFF2-40B4-BE49-F238E27FC236}">
                <a16:creationId xmlns:a16="http://schemas.microsoft.com/office/drawing/2014/main" id="{232D1A80-9A23-40BB-B346-10CFAC66FB2E}"/>
              </a:ext>
            </a:extLst>
          </p:cNvPr>
          <p:cNvSpPr>
            <a:spLocks noGrp="1"/>
          </p:cNvSpPr>
          <p:nvPr/>
        </p:nvSpPr>
        <p:spPr>
          <a:xfrm>
            <a:off x="6617494" y="2857500"/>
            <a:ext cx="26194" cy="547688"/>
          </a:xfrm>
          <a:prstGeom prst="rect">
            <a:avLst/>
          </a:prstGeom>
          <a:solidFill>
            <a:srgbClr val="1D4ED8"/>
          </a:solidFill>
          <a:ln w="13097">
            <a:solidFill>
              <a:srgbClr val="172B4D"/>
            </a:solidFill>
          </a:ln>
        </p:spPr>
      </p:sp>
      <p:sp>
        <p:nvSpPr>
          <p:cNvPr id="148" name="object-148">
            <a:extLst>
              <a:ext uri="{FF2B5EF4-FFF2-40B4-BE49-F238E27FC236}">
                <a16:creationId xmlns:a16="http://schemas.microsoft.com/office/drawing/2014/main" id="{C384201C-0BB0-4FDE-905A-20131938F3A3}"/>
              </a:ext>
            </a:extLst>
          </p:cNvPr>
          <p:cNvSpPr>
            <a:spLocks noGrp="1"/>
          </p:cNvSpPr>
          <p:nvPr/>
        </p:nvSpPr>
        <p:spPr>
          <a:xfrm>
            <a:off x="6643688" y="2857500"/>
            <a:ext cx="26194" cy="547688"/>
          </a:xfrm>
          <a:prstGeom prst="rect">
            <a:avLst/>
          </a:prstGeom>
          <a:solidFill>
            <a:srgbClr val="1D4ED8"/>
          </a:solidFill>
          <a:ln w="13097">
            <a:solidFill>
              <a:srgbClr val="172B4D"/>
            </a:solidFill>
          </a:ln>
        </p:spPr>
      </p:sp>
      <p:sp>
        <p:nvSpPr>
          <p:cNvPr id="149" name="object-149">
            <a:extLst>
              <a:ext uri="{FF2B5EF4-FFF2-40B4-BE49-F238E27FC236}">
                <a16:creationId xmlns:a16="http://schemas.microsoft.com/office/drawing/2014/main" id="{EC91579A-D710-440D-94B0-A11E754466DB}"/>
              </a:ext>
            </a:extLst>
          </p:cNvPr>
          <p:cNvSpPr>
            <a:spLocks noGrp="1"/>
          </p:cNvSpPr>
          <p:nvPr/>
        </p:nvSpPr>
        <p:spPr>
          <a:xfrm>
            <a:off x="6669881" y="2857500"/>
            <a:ext cx="26194" cy="547688"/>
          </a:xfrm>
          <a:prstGeom prst="rect">
            <a:avLst/>
          </a:prstGeom>
          <a:solidFill>
            <a:srgbClr val="1D4ED8"/>
          </a:solidFill>
          <a:ln w="13097">
            <a:solidFill>
              <a:srgbClr val="172B4D"/>
            </a:solidFill>
          </a:ln>
        </p:spPr>
      </p:sp>
      <p:sp>
        <p:nvSpPr>
          <p:cNvPr id="150" name="object-150">
            <a:extLst>
              <a:ext uri="{FF2B5EF4-FFF2-40B4-BE49-F238E27FC236}">
                <a16:creationId xmlns:a16="http://schemas.microsoft.com/office/drawing/2014/main" id="{AF064E69-6D38-4A70-8B4F-A346EA241057}"/>
              </a:ext>
            </a:extLst>
          </p:cNvPr>
          <p:cNvSpPr>
            <a:spLocks noGrp="1"/>
          </p:cNvSpPr>
          <p:nvPr/>
        </p:nvSpPr>
        <p:spPr>
          <a:xfrm>
            <a:off x="6696075" y="2857500"/>
            <a:ext cx="26194" cy="547688"/>
          </a:xfrm>
          <a:prstGeom prst="rect">
            <a:avLst/>
          </a:prstGeom>
          <a:solidFill>
            <a:srgbClr val="1D4ED8"/>
          </a:solidFill>
          <a:ln w="13097">
            <a:solidFill>
              <a:srgbClr val="172B4D"/>
            </a:solidFill>
          </a:ln>
        </p:spPr>
      </p:sp>
      <p:sp>
        <p:nvSpPr>
          <p:cNvPr id="151" name="object-151">
            <a:extLst>
              <a:ext uri="{FF2B5EF4-FFF2-40B4-BE49-F238E27FC236}">
                <a16:creationId xmlns:a16="http://schemas.microsoft.com/office/drawing/2014/main" id="{3F4FFC7B-6883-46EA-8997-0F6BC153741E}"/>
              </a:ext>
            </a:extLst>
          </p:cNvPr>
          <p:cNvSpPr>
            <a:spLocks noGrp="1"/>
          </p:cNvSpPr>
          <p:nvPr/>
        </p:nvSpPr>
        <p:spPr>
          <a:xfrm>
            <a:off x="6722269" y="2857500"/>
            <a:ext cx="26194" cy="547688"/>
          </a:xfrm>
          <a:prstGeom prst="rect">
            <a:avLst/>
          </a:prstGeom>
          <a:solidFill>
            <a:srgbClr val="1D4ED8"/>
          </a:solidFill>
          <a:ln w="13097">
            <a:solidFill>
              <a:srgbClr val="172B4D"/>
            </a:solidFill>
          </a:ln>
        </p:spPr>
      </p:sp>
      <p:sp>
        <p:nvSpPr>
          <p:cNvPr id="152" name="object-152">
            <a:extLst>
              <a:ext uri="{FF2B5EF4-FFF2-40B4-BE49-F238E27FC236}">
                <a16:creationId xmlns:a16="http://schemas.microsoft.com/office/drawing/2014/main" id="{3BAE4260-A4AA-47A0-84C1-C9EEEB082717}"/>
              </a:ext>
            </a:extLst>
          </p:cNvPr>
          <p:cNvSpPr>
            <a:spLocks noGrp="1"/>
          </p:cNvSpPr>
          <p:nvPr/>
        </p:nvSpPr>
        <p:spPr>
          <a:xfrm>
            <a:off x="6748463" y="2857500"/>
            <a:ext cx="26194" cy="547688"/>
          </a:xfrm>
          <a:prstGeom prst="rect">
            <a:avLst/>
          </a:prstGeom>
          <a:solidFill>
            <a:srgbClr val="1D4ED8"/>
          </a:solidFill>
          <a:ln w="13097">
            <a:solidFill>
              <a:srgbClr val="172B4D"/>
            </a:solidFill>
          </a:ln>
        </p:spPr>
      </p:sp>
      <p:sp>
        <p:nvSpPr>
          <p:cNvPr id="153" name="object-153">
            <a:extLst>
              <a:ext uri="{FF2B5EF4-FFF2-40B4-BE49-F238E27FC236}">
                <a16:creationId xmlns:a16="http://schemas.microsoft.com/office/drawing/2014/main" id="{A698F5A4-D117-47F5-843B-B2405E22CC32}"/>
              </a:ext>
            </a:extLst>
          </p:cNvPr>
          <p:cNvSpPr>
            <a:spLocks noGrp="1"/>
          </p:cNvSpPr>
          <p:nvPr/>
        </p:nvSpPr>
        <p:spPr>
          <a:xfrm>
            <a:off x="6774656" y="2857500"/>
            <a:ext cx="26194" cy="547688"/>
          </a:xfrm>
          <a:prstGeom prst="rect">
            <a:avLst/>
          </a:prstGeom>
          <a:solidFill>
            <a:srgbClr val="1D4ED8"/>
          </a:solidFill>
          <a:ln w="13097">
            <a:solidFill>
              <a:srgbClr val="172B4D"/>
            </a:solidFill>
          </a:ln>
        </p:spPr>
      </p:sp>
      <p:sp>
        <p:nvSpPr>
          <p:cNvPr id="154" name="object-154">
            <a:extLst>
              <a:ext uri="{FF2B5EF4-FFF2-40B4-BE49-F238E27FC236}">
                <a16:creationId xmlns:a16="http://schemas.microsoft.com/office/drawing/2014/main" id="{27D12D3B-FACB-4FAA-8227-255B3C9EBBB0}"/>
              </a:ext>
            </a:extLst>
          </p:cNvPr>
          <p:cNvSpPr>
            <a:spLocks noGrp="1"/>
          </p:cNvSpPr>
          <p:nvPr/>
        </p:nvSpPr>
        <p:spPr>
          <a:xfrm>
            <a:off x="6800850" y="2857500"/>
            <a:ext cx="26194" cy="547688"/>
          </a:xfrm>
          <a:prstGeom prst="rect">
            <a:avLst/>
          </a:prstGeom>
          <a:solidFill>
            <a:srgbClr val="1D4ED8"/>
          </a:solidFill>
          <a:ln w="13097">
            <a:solidFill>
              <a:srgbClr val="172B4D"/>
            </a:solidFill>
          </a:ln>
        </p:spPr>
      </p:sp>
      <p:sp>
        <p:nvSpPr>
          <p:cNvPr id="155" name="object-155">
            <a:extLst>
              <a:ext uri="{FF2B5EF4-FFF2-40B4-BE49-F238E27FC236}">
                <a16:creationId xmlns:a16="http://schemas.microsoft.com/office/drawing/2014/main" id="{549D68BB-0E0A-4E45-BE4D-BB7742F9197F}"/>
              </a:ext>
            </a:extLst>
          </p:cNvPr>
          <p:cNvSpPr>
            <a:spLocks noGrp="1"/>
          </p:cNvSpPr>
          <p:nvPr/>
        </p:nvSpPr>
        <p:spPr>
          <a:xfrm>
            <a:off x="6827044" y="2857500"/>
            <a:ext cx="26194" cy="547688"/>
          </a:xfrm>
          <a:prstGeom prst="rect">
            <a:avLst/>
          </a:prstGeom>
          <a:solidFill>
            <a:srgbClr val="1D4ED8"/>
          </a:solidFill>
          <a:ln w="13097">
            <a:solidFill>
              <a:srgbClr val="172B4D"/>
            </a:solidFill>
          </a:ln>
        </p:spPr>
      </p:sp>
      <p:sp>
        <p:nvSpPr>
          <p:cNvPr id="156" name="object-156">
            <a:extLst>
              <a:ext uri="{FF2B5EF4-FFF2-40B4-BE49-F238E27FC236}">
                <a16:creationId xmlns:a16="http://schemas.microsoft.com/office/drawing/2014/main" id="{E91BF46A-B181-4E51-9250-E1215893858C}"/>
              </a:ext>
            </a:extLst>
          </p:cNvPr>
          <p:cNvSpPr>
            <a:spLocks noGrp="1"/>
          </p:cNvSpPr>
          <p:nvPr/>
        </p:nvSpPr>
        <p:spPr>
          <a:xfrm>
            <a:off x="6853238" y="2857500"/>
            <a:ext cx="26194" cy="547688"/>
          </a:xfrm>
          <a:prstGeom prst="rect">
            <a:avLst/>
          </a:prstGeom>
          <a:solidFill>
            <a:srgbClr val="1D4ED8"/>
          </a:solidFill>
          <a:ln w="13097">
            <a:solidFill>
              <a:srgbClr val="172B4D"/>
            </a:solidFill>
          </a:ln>
        </p:spPr>
      </p:sp>
      <p:sp>
        <p:nvSpPr>
          <p:cNvPr id="157" name="object-157">
            <a:extLst>
              <a:ext uri="{FF2B5EF4-FFF2-40B4-BE49-F238E27FC236}">
                <a16:creationId xmlns:a16="http://schemas.microsoft.com/office/drawing/2014/main" id="{D602DFD1-648B-4DD1-9FD3-C1968E69CC5E}"/>
              </a:ext>
            </a:extLst>
          </p:cNvPr>
          <p:cNvSpPr>
            <a:spLocks noGrp="1"/>
          </p:cNvSpPr>
          <p:nvPr/>
        </p:nvSpPr>
        <p:spPr>
          <a:xfrm>
            <a:off x="6879431" y="2857500"/>
            <a:ext cx="26194" cy="547688"/>
          </a:xfrm>
          <a:prstGeom prst="rect">
            <a:avLst/>
          </a:prstGeom>
          <a:solidFill>
            <a:srgbClr val="1D4ED8"/>
          </a:solidFill>
          <a:ln w="13097">
            <a:solidFill>
              <a:srgbClr val="172B4D"/>
            </a:solidFill>
          </a:ln>
        </p:spPr>
      </p:sp>
      <p:sp>
        <p:nvSpPr>
          <p:cNvPr id="158" name="object-158">
            <a:extLst>
              <a:ext uri="{FF2B5EF4-FFF2-40B4-BE49-F238E27FC236}">
                <a16:creationId xmlns:a16="http://schemas.microsoft.com/office/drawing/2014/main" id="{1A4CA98D-EC3F-4D32-8C30-DC3F0B7AF56B}"/>
              </a:ext>
            </a:extLst>
          </p:cNvPr>
          <p:cNvSpPr>
            <a:spLocks noGrp="1"/>
          </p:cNvSpPr>
          <p:nvPr/>
        </p:nvSpPr>
        <p:spPr>
          <a:xfrm>
            <a:off x="6905625" y="2857500"/>
            <a:ext cx="26194" cy="547688"/>
          </a:xfrm>
          <a:prstGeom prst="rect">
            <a:avLst/>
          </a:prstGeom>
          <a:solidFill>
            <a:srgbClr val="1D4ED8"/>
          </a:solidFill>
          <a:ln w="13097">
            <a:solidFill>
              <a:srgbClr val="172B4D"/>
            </a:solidFill>
          </a:ln>
        </p:spPr>
      </p:sp>
      <p:sp>
        <p:nvSpPr>
          <p:cNvPr id="159" name="object-159">
            <a:extLst>
              <a:ext uri="{FF2B5EF4-FFF2-40B4-BE49-F238E27FC236}">
                <a16:creationId xmlns:a16="http://schemas.microsoft.com/office/drawing/2014/main" id="{12F415B3-4367-4EE8-90DD-B5266706EED1}"/>
              </a:ext>
            </a:extLst>
          </p:cNvPr>
          <p:cNvSpPr>
            <a:spLocks noGrp="1"/>
          </p:cNvSpPr>
          <p:nvPr/>
        </p:nvSpPr>
        <p:spPr>
          <a:xfrm>
            <a:off x="6931819" y="2857500"/>
            <a:ext cx="26194" cy="547688"/>
          </a:xfrm>
          <a:prstGeom prst="rect">
            <a:avLst/>
          </a:prstGeom>
          <a:solidFill>
            <a:srgbClr val="1D4ED8"/>
          </a:solidFill>
          <a:ln w="13097">
            <a:solidFill>
              <a:srgbClr val="172B4D"/>
            </a:solidFill>
          </a:ln>
        </p:spPr>
      </p:sp>
      <p:sp>
        <p:nvSpPr>
          <p:cNvPr id="160" name="object-160">
            <a:extLst>
              <a:ext uri="{FF2B5EF4-FFF2-40B4-BE49-F238E27FC236}">
                <a16:creationId xmlns:a16="http://schemas.microsoft.com/office/drawing/2014/main" id="{38D7A876-8549-4A8D-9BFF-5E3E44864B7F}"/>
              </a:ext>
            </a:extLst>
          </p:cNvPr>
          <p:cNvSpPr>
            <a:spLocks noGrp="1"/>
          </p:cNvSpPr>
          <p:nvPr/>
        </p:nvSpPr>
        <p:spPr>
          <a:xfrm>
            <a:off x="6958013" y="2857500"/>
            <a:ext cx="26194" cy="547688"/>
          </a:xfrm>
          <a:prstGeom prst="rect">
            <a:avLst/>
          </a:prstGeom>
          <a:solidFill>
            <a:srgbClr val="1D4ED8"/>
          </a:solidFill>
          <a:ln w="13097">
            <a:solidFill>
              <a:srgbClr val="172B4D"/>
            </a:solidFill>
          </a:ln>
        </p:spPr>
      </p:sp>
      <p:sp>
        <p:nvSpPr>
          <p:cNvPr id="161" name="object-161">
            <a:extLst>
              <a:ext uri="{FF2B5EF4-FFF2-40B4-BE49-F238E27FC236}">
                <a16:creationId xmlns:a16="http://schemas.microsoft.com/office/drawing/2014/main" id="{C362F5B1-3F1C-47F4-A67E-BAE25177AD14}"/>
              </a:ext>
            </a:extLst>
          </p:cNvPr>
          <p:cNvSpPr>
            <a:spLocks noGrp="1"/>
          </p:cNvSpPr>
          <p:nvPr/>
        </p:nvSpPr>
        <p:spPr>
          <a:xfrm>
            <a:off x="6984206" y="2857500"/>
            <a:ext cx="26194" cy="547688"/>
          </a:xfrm>
          <a:prstGeom prst="rect">
            <a:avLst/>
          </a:prstGeom>
          <a:solidFill>
            <a:srgbClr val="1D4ED8"/>
          </a:solidFill>
          <a:ln w="13097">
            <a:solidFill>
              <a:srgbClr val="172B4D"/>
            </a:solidFill>
          </a:ln>
        </p:spPr>
      </p:sp>
      <p:sp>
        <p:nvSpPr>
          <p:cNvPr id="162" name="object-162">
            <a:extLst>
              <a:ext uri="{FF2B5EF4-FFF2-40B4-BE49-F238E27FC236}">
                <a16:creationId xmlns:a16="http://schemas.microsoft.com/office/drawing/2014/main" id="{BCD9A2C3-D909-4535-A39A-4D456073DD4C}"/>
              </a:ext>
            </a:extLst>
          </p:cNvPr>
          <p:cNvSpPr>
            <a:spLocks noGrp="1"/>
          </p:cNvSpPr>
          <p:nvPr/>
        </p:nvSpPr>
        <p:spPr>
          <a:xfrm>
            <a:off x="7010400" y="2857500"/>
            <a:ext cx="26194" cy="547688"/>
          </a:xfrm>
          <a:prstGeom prst="rect">
            <a:avLst/>
          </a:prstGeom>
          <a:solidFill>
            <a:srgbClr val="1D4ED8"/>
          </a:solidFill>
          <a:ln w="13097">
            <a:solidFill>
              <a:srgbClr val="172B4D"/>
            </a:solidFill>
          </a:ln>
        </p:spPr>
      </p:sp>
      <p:sp>
        <p:nvSpPr>
          <p:cNvPr id="163" name="object-163">
            <a:extLst>
              <a:ext uri="{FF2B5EF4-FFF2-40B4-BE49-F238E27FC236}">
                <a16:creationId xmlns:a16="http://schemas.microsoft.com/office/drawing/2014/main" id="{6E663B88-C409-4EE3-838E-425BD9B83448}"/>
              </a:ext>
            </a:extLst>
          </p:cNvPr>
          <p:cNvSpPr>
            <a:spLocks noGrp="1"/>
          </p:cNvSpPr>
          <p:nvPr/>
        </p:nvSpPr>
        <p:spPr>
          <a:xfrm>
            <a:off x="7036594" y="2857500"/>
            <a:ext cx="26194" cy="547688"/>
          </a:xfrm>
          <a:prstGeom prst="rect">
            <a:avLst/>
          </a:prstGeom>
          <a:solidFill>
            <a:srgbClr val="1D4ED8"/>
          </a:solidFill>
          <a:ln w="13097">
            <a:solidFill>
              <a:srgbClr val="172B4D"/>
            </a:solidFill>
          </a:ln>
        </p:spPr>
      </p:sp>
      <p:sp>
        <p:nvSpPr>
          <p:cNvPr id="164" name="object-164">
            <a:extLst>
              <a:ext uri="{FF2B5EF4-FFF2-40B4-BE49-F238E27FC236}">
                <a16:creationId xmlns:a16="http://schemas.microsoft.com/office/drawing/2014/main" id="{EC92CC9D-80B3-49D6-8D03-0B4E21AD7FA8}"/>
              </a:ext>
            </a:extLst>
          </p:cNvPr>
          <p:cNvSpPr>
            <a:spLocks noGrp="1"/>
          </p:cNvSpPr>
          <p:nvPr/>
        </p:nvSpPr>
        <p:spPr>
          <a:xfrm>
            <a:off x="7062788" y="2857500"/>
            <a:ext cx="26194" cy="547688"/>
          </a:xfrm>
          <a:prstGeom prst="rect">
            <a:avLst/>
          </a:prstGeom>
          <a:solidFill>
            <a:srgbClr val="1D4ED8"/>
          </a:solidFill>
          <a:ln w="13097">
            <a:solidFill>
              <a:srgbClr val="172B4D"/>
            </a:solidFill>
          </a:ln>
        </p:spPr>
      </p:sp>
      <p:sp>
        <p:nvSpPr>
          <p:cNvPr id="165" name="object-165">
            <a:extLst>
              <a:ext uri="{FF2B5EF4-FFF2-40B4-BE49-F238E27FC236}">
                <a16:creationId xmlns:a16="http://schemas.microsoft.com/office/drawing/2014/main" id="{DE188797-50F5-41A7-8C3D-8444ADA2CF92}"/>
              </a:ext>
            </a:extLst>
          </p:cNvPr>
          <p:cNvSpPr>
            <a:spLocks noGrp="1"/>
          </p:cNvSpPr>
          <p:nvPr/>
        </p:nvSpPr>
        <p:spPr>
          <a:xfrm>
            <a:off x="7088981" y="2857500"/>
            <a:ext cx="26194" cy="547688"/>
          </a:xfrm>
          <a:prstGeom prst="rect">
            <a:avLst/>
          </a:prstGeom>
          <a:solidFill>
            <a:srgbClr val="1D4ED8"/>
          </a:solidFill>
          <a:ln w="13097">
            <a:solidFill>
              <a:srgbClr val="172B4D"/>
            </a:solidFill>
          </a:ln>
        </p:spPr>
      </p:sp>
      <p:sp>
        <p:nvSpPr>
          <p:cNvPr id="166" name="object-166">
            <a:extLst>
              <a:ext uri="{FF2B5EF4-FFF2-40B4-BE49-F238E27FC236}">
                <a16:creationId xmlns:a16="http://schemas.microsoft.com/office/drawing/2014/main" id="{363BDDAE-356A-4ECC-B388-8A1F291B7702}"/>
              </a:ext>
            </a:extLst>
          </p:cNvPr>
          <p:cNvSpPr>
            <a:spLocks noGrp="1"/>
          </p:cNvSpPr>
          <p:nvPr/>
        </p:nvSpPr>
        <p:spPr>
          <a:xfrm>
            <a:off x="7115175" y="2857500"/>
            <a:ext cx="26194" cy="547688"/>
          </a:xfrm>
          <a:prstGeom prst="rect">
            <a:avLst/>
          </a:prstGeom>
          <a:solidFill>
            <a:srgbClr val="1D4ED8"/>
          </a:solidFill>
          <a:ln w="13097">
            <a:solidFill>
              <a:srgbClr val="172B4D"/>
            </a:solidFill>
          </a:ln>
        </p:spPr>
      </p:sp>
      <p:sp>
        <p:nvSpPr>
          <p:cNvPr id="167" name="object-167">
            <a:extLst>
              <a:ext uri="{FF2B5EF4-FFF2-40B4-BE49-F238E27FC236}">
                <a16:creationId xmlns:a16="http://schemas.microsoft.com/office/drawing/2014/main" id="{0B10DE3E-6F78-460A-B3B4-42E727E8B0E2}"/>
              </a:ext>
            </a:extLst>
          </p:cNvPr>
          <p:cNvSpPr>
            <a:spLocks noGrp="1"/>
          </p:cNvSpPr>
          <p:nvPr/>
        </p:nvSpPr>
        <p:spPr>
          <a:xfrm>
            <a:off x="7141369" y="2857500"/>
            <a:ext cx="26194" cy="547688"/>
          </a:xfrm>
          <a:prstGeom prst="rect">
            <a:avLst/>
          </a:prstGeom>
          <a:solidFill>
            <a:srgbClr val="1D4ED8"/>
          </a:solidFill>
          <a:ln w="13097">
            <a:solidFill>
              <a:srgbClr val="172B4D"/>
            </a:solidFill>
          </a:ln>
        </p:spPr>
      </p:sp>
      <p:sp>
        <p:nvSpPr>
          <p:cNvPr id="168" name="object-168">
            <a:extLst>
              <a:ext uri="{FF2B5EF4-FFF2-40B4-BE49-F238E27FC236}">
                <a16:creationId xmlns:a16="http://schemas.microsoft.com/office/drawing/2014/main" id="{FBC161C1-5A67-45AF-B3D9-C1801FDE6F30}"/>
              </a:ext>
            </a:extLst>
          </p:cNvPr>
          <p:cNvSpPr>
            <a:spLocks noGrp="1"/>
          </p:cNvSpPr>
          <p:nvPr/>
        </p:nvSpPr>
        <p:spPr>
          <a:xfrm>
            <a:off x="7167563" y="2857500"/>
            <a:ext cx="26194" cy="547688"/>
          </a:xfrm>
          <a:prstGeom prst="rect">
            <a:avLst/>
          </a:prstGeom>
          <a:solidFill>
            <a:srgbClr val="1D4ED8"/>
          </a:solidFill>
          <a:ln w="13097">
            <a:solidFill>
              <a:srgbClr val="172B4D"/>
            </a:solidFill>
          </a:ln>
        </p:spPr>
      </p:sp>
      <p:sp>
        <p:nvSpPr>
          <p:cNvPr id="169" name="object-169">
            <a:extLst>
              <a:ext uri="{FF2B5EF4-FFF2-40B4-BE49-F238E27FC236}">
                <a16:creationId xmlns:a16="http://schemas.microsoft.com/office/drawing/2014/main" id="{01FF709F-0215-4243-9B52-C5CEE9AF7FB9}"/>
              </a:ext>
            </a:extLst>
          </p:cNvPr>
          <p:cNvSpPr>
            <a:spLocks noGrp="1"/>
          </p:cNvSpPr>
          <p:nvPr/>
        </p:nvSpPr>
        <p:spPr>
          <a:xfrm>
            <a:off x="7193756" y="2857500"/>
            <a:ext cx="26194" cy="547688"/>
          </a:xfrm>
          <a:prstGeom prst="rect">
            <a:avLst/>
          </a:prstGeom>
          <a:solidFill>
            <a:srgbClr val="1D4ED8"/>
          </a:solidFill>
          <a:ln w="13097">
            <a:solidFill>
              <a:srgbClr val="172B4D"/>
            </a:solidFill>
          </a:ln>
        </p:spPr>
      </p:sp>
      <p:sp>
        <p:nvSpPr>
          <p:cNvPr id="170" name="object-170">
            <a:extLst>
              <a:ext uri="{FF2B5EF4-FFF2-40B4-BE49-F238E27FC236}">
                <a16:creationId xmlns:a16="http://schemas.microsoft.com/office/drawing/2014/main" id="{3F164A4C-98F8-400A-A20C-8BF151D11AA1}"/>
              </a:ext>
            </a:extLst>
          </p:cNvPr>
          <p:cNvSpPr>
            <a:spLocks noGrp="1"/>
          </p:cNvSpPr>
          <p:nvPr/>
        </p:nvSpPr>
        <p:spPr>
          <a:xfrm>
            <a:off x="7219950" y="2857500"/>
            <a:ext cx="26194" cy="547688"/>
          </a:xfrm>
          <a:prstGeom prst="rect">
            <a:avLst/>
          </a:prstGeom>
          <a:solidFill>
            <a:srgbClr val="1D4ED8"/>
          </a:solidFill>
          <a:ln w="13097">
            <a:solidFill>
              <a:srgbClr val="172B4D"/>
            </a:solidFill>
          </a:ln>
        </p:spPr>
      </p:sp>
      <p:sp>
        <p:nvSpPr>
          <p:cNvPr id="171" name="object-171">
            <a:extLst>
              <a:ext uri="{FF2B5EF4-FFF2-40B4-BE49-F238E27FC236}">
                <a16:creationId xmlns:a16="http://schemas.microsoft.com/office/drawing/2014/main" id="{9CA8EFF3-B962-4B25-A90A-009BFB26010D}"/>
              </a:ext>
            </a:extLst>
          </p:cNvPr>
          <p:cNvSpPr>
            <a:spLocks noGrp="1"/>
          </p:cNvSpPr>
          <p:nvPr/>
        </p:nvSpPr>
        <p:spPr>
          <a:xfrm>
            <a:off x="7246144" y="2857500"/>
            <a:ext cx="26194" cy="547688"/>
          </a:xfrm>
          <a:prstGeom prst="rect">
            <a:avLst/>
          </a:prstGeom>
          <a:solidFill>
            <a:srgbClr val="1D4ED8"/>
          </a:solidFill>
          <a:ln w="13097">
            <a:solidFill>
              <a:srgbClr val="172B4D"/>
            </a:solidFill>
          </a:ln>
        </p:spPr>
      </p:sp>
      <p:sp>
        <p:nvSpPr>
          <p:cNvPr id="172" name="object-172">
            <a:extLst>
              <a:ext uri="{FF2B5EF4-FFF2-40B4-BE49-F238E27FC236}">
                <a16:creationId xmlns:a16="http://schemas.microsoft.com/office/drawing/2014/main" id="{AF241410-C0FF-421D-A65C-D213585BC58C}"/>
              </a:ext>
            </a:extLst>
          </p:cNvPr>
          <p:cNvSpPr>
            <a:spLocks noGrp="1"/>
          </p:cNvSpPr>
          <p:nvPr/>
        </p:nvSpPr>
        <p:spPr>
          <a:xfrm>
            <a:off x="7272338" y="2857500"/>
            <a:ext cx="26194" cy="547688"/>
          </a:xfrm>
          <a:prstGeom prst="rect">
            <a:avLst/>
          </a:prstGeom>
          <a:solidFill>
            <a:srgbClr val="1D4ED8"/>
          </a:solidFill>
          <a:ln w="13097">
            <a:solidFill>
              <a:srgbClr val="172B4D"/>
            </a:solidFill>
          </a:ln>
        </p:spPr>
      </p:sp>
      <p:sp>
        <p:nvSpPr>
          <p:cNvPr id="173" name="object-173">
            <a:extLst>
              <a:ext uri="{FF2B5EF4-FFF2-40B4-BE49-F238E27FC236}">
                <a16:creationId xmlns:a16="http://schemas.microsoft.com/office/drawing/2014/main" id="{951E0A65-1C85-476E-A818-C471F72B2623}"/>
              </a:ext>
            </a:extLst>
          </p:cNvPr>
          <p:cNvSpPr>
            <a:spLocks noGrp="1"/>
          </p:cNvSpPr>
          <p:nvPr/>
        </p:nvSpPr>
        <p:spPr>
          <a:xfrm>
            <a:off x="7298531" y="2857500"/>
            <a:ext cx="26194" cy="547688"/>
          </a:xfrm>
          <a:prstGeom prst="rect">
            <a:avLst/>
          </a:prstGeom>
          <a:solidFill>
            <a:srgbClr val="1D4ED8"/>
          </a:solidFill>
          <a:ln w="13097">
            <a:solidFill>
              <a:srgbClr val="172B4D"/>
            </a:solidFill>
          </a:ln>
        </p:spPr>
      </p:sp>
      <p:sp>
        <p:nvSpPr>
          <p:cNvPr id="174" name="object-174">
            <a:extLst>
              <a:ext uri="{FF2B5EF4-FFF2-40B4-BE49-F238E27FC236}">
                <a16:creationId xmlns:a16="http://schemas.microsoft.com/office/drawing/2014/main" id="{28DF949A-A670-407A-B529-7032A19FEA0F}"/>
              </a:ext>
            </a:extLst>
          </p:cNvPr>
          <p:cNvSpPr>
            <a:spLocks noGrp="1"/>
          </p:cNvSpPr>
          <p:nvPr/>
        </p:nvSpPr>
        <p:spPr>
          <a:xfrm>
            <a:off x="7324725" y="2857500"/>
            <a:ext cx="26194" cy="547688"/>
          </a:xfrm>
          <a:prstGeom prst="rect">
            <a:avLst/>
          </a:prstGeom>
          <a:solidFill>
            <a:srgbClr val="1D4ED8"/>
          </a:solidFill>
          <a:ln w="13097">
            <a:solidFill>
              <a:srgbClr val="172B4D"/>
            </a:solidFill>
          </a:ln>
        </p:spPr>
      </p:sp>
      <p:sp>
        <p:nvSpPr>
          <p:cNvPr id="175" name="object-175">
            <a:extLst>
              <a:ext uri="{FF2B5EF4-FFF2-40B4-BE49-F238E27FC236}">
                <a16:creationId xmlns:a16="http://schemas.microsoft.com/office/drawing/2014/main" id="{2B95BF67-F866-4D74-BC51-F5A48906F14E}"/>
              </a:ext>
            </a:extLst>
          </p:cNvPr>
          <p:cNvSpPr>
            <a:spLocks noGrp="1"/>
          </p:cNvSpPr>
          <p:nvPr/>
        </p:nvSpPr>
        <p:spPr>
          <a:xfrm>
            <a:off x="7350919" y="2857500"/>
            <a:ext cx="26194" cy="547688"/>
          </a:xfrm>
          <a:prstGeom prst="rect">
            <a:avLst/>
          </a:prstGeom>
          <a:solidFill>
            <a:srgbClr val="1D4ED8"/>
          </a:solidFill>
          <a:ln w="13097">
            <a:solidFill>
              <a:srgbClr val="172B4D"/>
            </a:solidFill>
          </a:ln>
        </p:spPr>
      </p:sp>
      <p:sp>
        <p:nvSpPr>
          <p:cNvPr id="176" name="object-176">
            <a:extLst>
              <a:ext uri="{FF2B5EF4-FFF2-40B4-BE49-F238E27FC236}">
                <a16:creationId xmlns:a16="http://schemas.microsoft.com/office/drawing/2014/main" id="{6BD18957-6C43-4781-A689-6912B56EEB10}"/>
              </a:ext>
            </a:extLst>
          </p:cNvPr>
          <p:cNvSpPr>
            <a:spLocks noGrp="1"/>
          </p:cNvSpPr>
          <p:nvPr/>
        </p:nvSpPr>
        <p:spPr>
          <a:xfrm>
            <a:off x="7377113" y="2857500"/>
            <a:ext cx="26194" cy="547688"/>
          </a:xfrm>
          <a:prstGeom prst="rect">
            <a:avLst/>
          </a:prstGeom>
          <a:solidFill>
            <a:srgbClr val="1D4ED8"/>
          </a:solidFill>
          <a:ln w="13097">
            <a:solidFill>
              <a:srgbClr val="172B4D"/>
            </a:solidFill>
          </a:ln>
        </p:spPr>
      </p:sp>
      <p:sp>
        <p:nvSpPr>
          <p:cNvPr id="177" name="object-177">
            <a:extLst>
              <a:ext uri="{FF2B5EF4-FFF2-40B4-BE49-F238E27FC236}">
                <a16:creationId xmlns:a16="http://schemas.microsoft.com/office/drawing/2014/main" id="{B6ED392F-895F-4896-9FF8-E328A183F7E2}"/>
              </a:ext>
            </a:extLst>
          </p:cNvPr>
          <p:cNvSpPr>
            <a:spLocks noGrp="1"/>
          </p:cNvSpPr>
          <p:nvPr/>
        </p:nvSpPr>
        <p:spPr>
          <a:xfrm>
            <a:off x="7403306" y="2857500"/>
            <a:ext cx="26194" cy="547688"/>
          </a:xfrm>
          <a:prstGeom prst="rect">
            <a:avLst/>
          </a:prstGeom>
          <a:solidFill>
            <a:srgbClr val="1D4ED8"/>
          </a:solidFill>
          <a:ln w="13097">
            <a:solidFill>
              <a:srgbClr val="172B4D"/>
            </a:solidFill>
          </a:ln>
        </p:spPr>
      </p:sp>
      <p:sp>
        <p:nvSpPr>
          <p:cNvPr id="178" name="object-178">
            <a:extLst>
              <a:ext uri="{FF2B5EF4-FFF2-40B4-BE49-F238E27FC236}">
                <a16:creationId xmlns:a16="http://schemas.microsoft.com/office/drawing/2014/main" id="{1441E4AA-7CC1-44D9-875C-5728AB910391}"/>
              </a:ext>
            </a:extLst>
          </p:cNvPr>
          <p:cNvSpPr>
            <a:spLocks noGrp="1"/>
          </p:cNvSpPr>
          <p:nvPr/>
        </p:nvSpPr>
        <p:spPr>
          <a:xfrm>
            <a:off x="7429500" y="2857500"/>
            <a:ext cx="26194" cy="547688"/>
          </a:xfrm>
          <a:prstGeom prst="rect">
            <a:avLst/>
          </a:prstGeom>
          <a:solidFill>
            <a:srgbClr val="1D4ED8"/>
          </a:solidFill>
          <a:ln w="13097">
            <a:solidFill>
              <a:srgbClr val="172B4D"/>
            </a:solidFill>
          </a:ln>
        </p:spPr>
      </p:sp>
      <p:sp>
        <p:nvSpPr>
          <p:cNvPr id="179" name="object-179">
            <a:extLst>
              <a:ext uri="{FF2B5EF4-FFF2-40B4-BE49-F238E27FC236}">
                <a16:creationId xmlns:a16="http://schemas.microsoft.com/office/drawing/2014/main" id="{9C7AD682-9211-4346-9158-AF8347A1AD8F}"/>
              </a:ext>
            </a:extLst>
          </p:cNvPr>
          <p:cNvSpPr>
            <a:spLocks noGrp="1"/>
          </p:cNvSpPr>
          <p:nvPr/>
        </p:nvSpPr>
        <p:spPr>
          <a:xfrm>
            <a:off x="7455694" y="2857500"/>
            <a:ext cx="26194" cy="547688"/>
          </a:xfrm>
          <a:prstGeom prst="rect">
            <a:avLst/>
          </a:prstGeom>
          <a:solidFill>
            <a:srgbClr val="1D4ED8"/>
          </a:solidFill>
          <a:ln w="13097">
            <a:solidFill>
              <a:srgbClr val="172B4D"/>
            </a:solidFill>
          </a:ln>
        </p:spPr>
      </p:sp>
      <p:sp>
        <p:nvSpPr>
          <p:cNvPr id="180" name="object-180">
            <a:extLst>
              <a:ext uri="{FF2B5EF4-FFF2-40B4-BE49-F238E27FC236}">
                <a16:creationId xmlns:a16="http://schemas.microsoft.com/office/drawing/2014/main" id="{19A3C503-78EE-4B4D-90D0-B52BB88080F9}"/>
              </a:ext>
            </a:extLst>
          </p:cNvPr>
          <p:cNvSpPr>
            <a:spLocks noGrp="1"/>
          </p:cNvSpPr>
          <p:nvPr/>
        </p:nvSpPr>
        <p:spPr>
          <a:xfrm>
            <a:off x="7481888" y="2857500"/>
            <a:ext cx="26194" cy="547688"/>
          </a:xfrm>
          <a:prstGeom prst="rect">
            <a:avLst/>
          </a:prstGeom>
          <a:solidFill>
            <a:srgbClr val="1D4ED8"/>
          </a:solidFill>
          <a:ln w="13097">
            <a:solidFill>
              <a:srgbClr val="172B4D"/>
            </a:solidFill>
          </a:ln>
        </p:spPr>
      </p:sp>
      <p:sp>
        <p:nvSpPr>
          <p:cNvPr id="181" name="object-181">
            <a:extLst>
              <a:ext uri="{FF2B5EF4-FFF2-40B4-BE49-F238E27FC236}">
                <a16:creationId xmlns:a16="http://schemas.microsoft.com/office/drawing/2014/main" id="{651BDD70-14C9-4985-A538-173B6E51F9D5}"/>
              </a:ext>
            </a:extLst>
          </p:cNvPr>
          <p:cNvSpPr>
            <a:spLocks noGrp="1"/>
          </p:cNvSpPr>
          <p:nvPr/>
        </p:nvSpPr>
        <p:spPr>
          <a:xfrm>
            <a:off x="7508081" y="2857500"/>
            <a:ext cx="26194" cy="547688"/>
          </a:xfrm>
          <a:prstGeom prst="rect">
            <a:avLst/>
          </a:prstGeom>
          <a:solidFill>
            <a:srgbClr val="1D4ED8"/>
          </a:solidFill>
          <a:ln w="13097">
            <a:solidFill>
              <a:srgbClr val="172B4D"/>
            </a:solidFill>
          </a:ln>
        </p:spPr>
      </p:sp>
      <p:sp>
        <p:nvSpPr>
          <p:cNvPr id="182" name="object-182">
            <a:extLst>
              <a:ext uri="{FF2B5EF4-FFF2-40B4-BE49-F238E27FC236}">
                <a16:creationId xmlns:a16="http://schemas.microsoft.com/office/drawing/2014/main" id="{C1606AF9-EBB1-4522-95A9-21F042347FB0}"/>
              </a:ext>
            </a:extLst>
          </p:cNvPr>
          <p:cNvSpPr>
            <a:spLocks noGrp="1"/>
          </p:cNvSpPr>
          <p:nvPr/>
        </p:nvSpPr>
        <p:spPr>
          <a:xfrm>
            <a:off x="7534275" y="2857500"/>
            <a:ext cx="26194" cy="547688"/>
          </a:xfrm>
          <a:prstGeom prst="rect">
            <a:avLst/>
          </a:prstGeom>
          <a:solidFill>
            <a:srgbClr val="1D4ED8"/>
          </a:solidFill>
          <a:ln w="13097">
            <a:solidFill>
              <a:srgbClr val="172B4D"/>
            </a:solidFill>
          </a:ln>
        </p:spPr>
      </p:sp>
      <p:sp>
        <p:nvSpPr>
          <p:cNvPr id="183" name="object-183">
            <a:extLst>
              <a:ext uri="{FF2B5EF4-FFF2-40B4-BE49-F238E27FC236}">
                <a16:creationId xmlns:a16="http://schemas.microsoft.com/office/drawing/2014/main" id="{131D39D7-38C2-4090-854F-1019149C343B}"/>
              </a:ext>
            </a:extLst>
          </p:cNvPr>
          <p:cNvSpPr>
            <a:spLocks noGrp="1"/>
          </p:cNvSpPr>
          <p:nvPr/>
        </p:nvSpPr>
        <p:spPr>
          <a:xfrm>
            <a:off x="7560469" y="2857500"/>
            <a:ext cx="26194" cy="547688"/>
          </a:xfrm>
          <a:prstGeom prst="rect">
            <a:avLst/>
          </a:prstGeom>
          <a:solidFill>
            <a:srgbClr val="1D4ED8"/>
          </a:solidFill>
          <a:ln w="13097">
            <a:solidFill>
              <a:srgbClr val="172B4D"/>
            </a:solidFill>
          </a:ln>
        </p:spPr>
      </p:sp>
      <p:sp>
        <p:nvSpPr>
          <p:cNvPr id="184" name="object-184">
            <a:extLst>
              <a:ext uri="{FF2B5EF4-FFF2-40B4-BE49-F238E27FC236}">
                <a16:creationId xmlns:a16="http://schemas.microsoft.com/office/drawing/2014/main" id="{FCF00888-CBE6-4B88-B312-30A16F8989F3}"/>
              </a:ext>
            </a:extLst>
          </p:cNvPr>
          <p:cNvSpPr>
            <a:spLocks noGrp="1"/>
          </p:cNvSpPr>
          <p:nvPr/>
        </p:nvSpPr>
        <p:spPr>
          <a:xfrm>
            <a:off x="7586663" y="2857500"/>
            <a:ext cx="26194" cy="547688"/>
          </a:xfrm>
          <a:prstGeom prst="rect">
            <a:avLst/>
          </a:prstGeom>
          <a:solidFill>
            <a:srgbClr val="1D4ED8"/>
          </a:solidFill>
          <a:ln w="13097">
            <a:solidFill>
              <a:srgbClr val="172B4D"/>
            </a:solidFill>
          </a:ln>
        </p:spPr>
      </p:sp>
      <p:sp>
        <p:nvSpPr>
          <p:cNvPr id="185" name="object-185">
            <a:extLst>
              <a:ext uri="{FF2B5EF4-FFF2-40B4-BE49-F238E27FC236}">
                <a16:creationId xmlns:a16="http://schemas.microsoft.com/office/drawing/2014/main" id="{630F22AB-FD45-4677-A5F6-D49DA4FCB1DC}"/>
              </a:ext>
            </a:extLst>
          </p:cNvPr>
          <p:cNvSpPr>
            <a:spLocks noGrp="1"/>
          </p:cNvSpPr>
          <p:nvPr/>
        </p:nvSpPr>
        <p:spPr>
          <a:xfrm>
            <a:off x="7612856" y="2857500"/>
            <a:ext cx="26194" cy="547688"/>
          </a:xfrm>
          <a:prstGeom prst="rect">
            <a:avLst/>
          </a:prstGeom>
          <a:solidFill>
            <a:srgbClr val="1D4ED8"/>
          </a:solidFill>
          <a:ln w="13097">
            <a:solidFill>
              <a:srgbClr val="172B4D"/>
            </a:solidFill>
          </a:ln>
        </p:spPr>
      </p:sp>
      <p:sp>
        <p:nvSpPr>
          <p:cNvPr id="186" name="object-186">
            <a:extLst>
              <a:ext uri="{FF2B5EF4-FFF2-40B4-BE49-F238E27FC236}">
                <a16:creationId xmlns:a16="http://schemas.microsoft.com/office/drawing/2014/main" id="{915760A0-C6E0-495C-8330-B304BB80C66A}"/>
              </a:ext>
            </a:extLst>
          </p:cNvPr>
          <p:cNvSpPr>
            <a:spLocks noGrp="1"/>
          </p:cNvSpPr>
          <p:nvPr/>
        </p:nvSpPr>
        <p:spPr>
          <a:xfrm>
            <a:off x="7639050" y="2857500"/>
            <a:ext cx="26194" cy="547688"/>
          </a:xfrm>
          <a:prstGeom prst="rect">
            <a:avLst/>
          </a:prstGeom>
          <a:solidFill>
            <a:srgbClr val="1D4ED8"/>
          </a:solidFill>
          <a:ln w="13097">
            <a:solidFill>
              <a:srgbClr val="172B4D"/>
            </a:solidFill>
          </a:ln>
        </p:spPr>
      </p:sp>
      <p:sp>
        <p:nvSpPr>
          <p:cNvPr id="187" name="object-187">
            <a:extLst>
              <a:ext uri="{FF2B5EF4-FFF2-40B4-BE49-F238E27FC236}">
                <a16:creationId xmlns:a16="http://schemas.microsoft.com/office/drawing/2014/main" id="{B63B8389-0AE7-4459-9C6E-0F507063E39D}"/>
              </a:ext>
            </a:extLst>
          </p:cNvPr>
          <p:cNvSpPr>
            <a:spLocks noGrp="1"/>
          </p:cNvSpPr>
          <p:nvPr/>
        </p:nvSpPr>
        <p:spPr>
          <a:xfrm>
            <a:off x="7665244" y="2857500"/>
            <a:ext cx="26194" cy="547688"/>
          </a:xfrm>
          <a:prstGeom prst="rect">
            <a:avLst/>
          </a:prstGeom>
          <a:solidFill>
            <a:srgbClr val="1D4ED8"/>
          </a:solidFill>
          <a:ln w="13097">
            <a:solidFill>
              <a:srgbClr val="172B4D"/>
            </a:solidFill>
          </a:ln>
        </p:spPr>
      </p:sp>
      <p:sp>
        <p:nvSpPr>
          <p:cNvPr id="188" name="object-188">
            <a:extLst>
              <a:ext uri="{FF2B5EF4-FFF2-40B4-BE49-F238E27FC236}">
                <a16:creationId xmlns:a16="http://schemas.microsoft.com/office/drawing/2014/main" id="{0BEABBB1-040F-485B-9B2B-F6BE3A89B45C}"/>
              </a:ext>
            </a:extLst>
          </p:cNvPr>
          <p:cNvSpPr>
            <a:spLocks noGrp="1"/>
          </p:cNvSpPr>
          <p:nvPr/>
        </p:nvSpPr>
        <p:spPr>
          <a:xfrm>
            <a:off x="7691438" y="2857500"/>
            <a:ext cx="26194" cy="547688"/>
          </a:xfrm>
          <a:prstGeom prst="rect">
            <a:avLst/>
          </a:prstGeom>
          <a:solidFill>
            <a:srgbClr val="1D4ED8"/>
          </a:solidFill>
          <a:ln w="13097">
            <a:solidFill>
              <a:srgbClr val="172B4D"/>
            </a:solidFill>
          </a:ln>
        </p:spPr>
      </p:sp>
      <p:sp>
        <p:nvSpPr>
          <p:cNvPr id="189" name="object-189">
            <a:extLst>
              <a:ext uri="{FF2B5EF4-FFF2-40B4-BE49-F238E27FC236}">
                <a16:creationId xmlns:a16="http://schemas.microsoft.com/office/drawing/2014/main" id="{C6E125B2-A169-45D7-96C0-9556565EA684}"/>
              </a:ext>
            </a:extLst>
          </p:cNvPr>
          <p:cNvSpPr>
            <a:spLocks noGrp="1"/>
          </p:cNvSpPr>
          <p:nvPr/>
        </p:nvSpPr>
        <p:spPr>
          <a:xfrm>
            <a:off x="7717631" y="2857500"/>
            <a:ext cx="26194" cy="547688"/>
          </a:xfrm>
          <a:prstGeom prst="rect">
            <a:avLst/>
          </a:prstGeom>
          <a:solidFill>
            <a:srgbClr val="1D4ED8"/>
          </a:solidFill>
          <a:ln w="13097">
            <a:solidFill>
              <a:srgbClr val="172B4D"/>
            </a:solidFill>
          </a:ln>
        </p:spPr>
      </p:sp>
      <p:sp>
        <p:nvSpPr>
          <p:cNvPr id="190" name="object-190">
            <a:extLst>
              <a:ext uri="{FF2B5EF4-FFF2-40B4-BE49-F238E27FC236}">
                <a16:creationId xmlns:a16="http://schemas.microsoft.com/office/drawing/2014/main" id="{1AEBEBC3-015E-4947-BA21-A4E4B2F84875}"/>
              </a:ext>
            </a:extLst>
          </p:cNvPr>
          <p:cNvSpPr>
            <a:spLocks noGrp="1"/>
          </p:cNvSpPr>
          <p:nvPr/>
        </p:nvSpPr>
        <p:spPr>
          <a:xfrm>
            <a:off x="7743825" y="2857500"/>
            <a:ext cx="26194" cy="547688"/>
          </a:xfrm>
          <a:prstGeom prst="rect">
            <a:avLst/>
          </a:prstGeom>
          <a:solidFill>
            <a:srgbClr val="1D4ED8"/>
          </a:solidFill>
          <a:ln w="13097">
            <a:solidFill>
              <a:srgbClr val="172B4D"/>
            </a:solidFill>
          </a:ln>
        </p:spPr>
      </p:sp>
      <p:sp>
        <p:nvSpPr>
          <p:cNvPr id="191" name="object-191">
            <a:extLst>
              <a:ext uri="{FF2B5EF4-FFF2-40B4-BE49-F238E27FC236}">
                <a16:creationId xmlns:a16="http://schemas.microsoft.com/office/drawing/2014/main" id="{EA12C1AB-C7F1-4724-8DD2-ED0F1EDE0287}"/>
              </a:ext>
            </a:extLst>
          </p:cNvPr>
          <p:cNvSpPr>
            <a:spLocks noGrp="1"/>
          </p:cNvSpPr>
          <p:nvPr/>
        </p:nvSpPr>
        <p:spPr>
          <a:xfrm>
            <a:off x="7770019" y="2857500"/>
            <a:ext cx="26194" cy="547688"/>
          </a:xfrm>
          <a:prstGeom prst="rect">
            <a:avLst/>
          </a:prstGeom>
          <a:solidFill>
            <a:srgbClr val="1D4ED8"/>
          </a:solidFill>
          <a:ln w="13097">
            <a:solidFill>
              <a:srgbClr val="172B4D"/>
            </a:solidFill>
          </a:ln>
        </p:spPr>
      </p:sp>
      <p:sp>
        <p:nvSpPr>
          <p:cNvPr id="192" name="object-192">
            <a:extLst>
              <a:ext uri="{FF2B5EF4-FFF2-40B4-BE49-F238E27FC236}">
                <a16:creationId xmlns:a16="http://schemas.microsoft.com/office/drawing/2014/main" id="{D2BE2DED-D707-4C50-81B9-B0B518614ECC}"/>
              </a:ext>
            </a:extLst>
          </p:cNvPr>
          <p:cNvSpPr>
            <a:spLocks noGrp="1"/>
          </p:cNvSpPr>
          <p:nvPr/>
        </p:nvSpPr>
        <p:spPr>
          <a:xfrm>
            <a:off x="7796213" y="2857500"/>
            <a:ext cx="26194" cy="547688"/>
          </a:xfrm>
          <a:prstGeom prst="rect">
            <a:avLst/>
          </a:prstGeom>
          <a:solidFill>
            <a:srgbClr val="1D4ED8"/>
          </a:solidFill>
          <a:ln w="13097">
            <a:solidFill>
              <a:srgbClr val="172B4D"/>
            </a:solidFill>
          </a:ln>
        </p:spPr>
      </p:sp>
      <p:sp>
        <p:nvSpPr>
          <p:cNvPr id="193" name="object-193">
            <a:extLst>
              <a:ext uri="{FF2B5EF4-FFF2-40B4-BE49-F238E27FC236}">
                <a16:creationId xmlns:a16="http://schemas.microsoft.com/office/drawing/2014/main" id="{AD5CE725-291B-4A45-B270-FE5464A7BF56}"/>
              </a:ext>
            </a:extLst>
          </p:cNvPr>
          <p:cNvSpPr>
            <a:spLocks noGrp="1"/>
          </p:cNvSpPr>
          <p:nvPr/>
        </p:nvSpPr>
        <p:spPr>
          <a:xfrm>
            <a:off x="7822406" y="2857500"/>
            <a:ext cx="26194" cy="547688"/>
          </a:xfrm>
          <a:prstGeom prst="rect">
            <a:avLst/>
          </a:prstGeom>
          <a:solidFill>
            <a:srgbClr val="1D4ED8"/>
          </a:solidFill>
          <a:ln w="13097">
            <a:solidFill>
              <a:srgbClr val="172B4D"/>
            </a:solidFill>
          </a:ln>
        </p:spPr>
      </p:sp>
      <p:sp>
        <p:nvSpPr>
          <p:cNvPr id="194" name="object-194">
            <a:extLst>
              <a:ext uri="{FF2B5EF4-FFF2-40B4-BE49-F238E27FC236}">
                <a16:creationId xmlns:a16="http://schemas.microsoft.com/office/drawing/2014/main" id="{1732512D-CE29-42F4-9AF9-6F571BFA6149}"/>
              </a:ext>
            </a:extLst>
          </p:cNvPr>
          <p:cNvSpPr>
            <a:spLocks noGrp="1"/>
          </p:cNvSpPr>
          <p:nvPr/>
        </p:nvSpPr>
        <p:spPr>
          <a:xfrm>
            <a:off x="7848600" y="2857500"/>
            <a:ext cx="26194" cy="547688"/>
          </a:xfrm>
          <a:prstGeom prst="rect">
            <a:avLst/>
          </a:prstGeom>
          <a:solidFill>
            <a:srgbClr val="1D4ED8"/>
          </a:solidFill>
          <a:ln w="13097">
            <a:solidFill>
              <a:srgbClr val="172B4D"/>
            </a:solidFill>
          </a:ln>
        </p:spPr>
      </p:sp>
      <p:sp>
        <p:nvSpPr>
          <p:cNvPr id="195" name="object-195">
            <a:extLst>
              <a:ext uri="{FF2B5EF4-FFF2-40B4-BE49-F238E27FC236}">
                <a16:creationId xmlns:a16="http://schemas.microsoft.com/office/drawing/2014/main" id="{1CDFAE22-1995-4569-AFD9-16B511C2BE22}"/>
              </a:ext>
            </a:extLst>
          </p:cNvPr>
          <p:cNvSpPr>
            <a:spLocks noGrp="1"/>
          </p:cNvSpPr>
          <p:nvPr/>
        </p:nvSpPr>
        <p:spPr>
          <a:xfrm>
            <a:off x="7874794" y="2857500"/>
            <a:ext cx="26194" cy="547688"/>
          </a:xfrm>
          <a:prstGeom prst="rect">
            <a:avLst/>
          </a:prstGeom>
          <a:solidFill>
            <a:srgbClr val="1D4ED8"/>
          </a:solidFill>
          <a:ln w="13097">
            <a:solidFill>
              <a:srgbClr val="172B4D"/>
            </a:solidFill>
          </a:ln>
        </p:spPr>
      </p:sp>
      <p:sp>
        <p:nvSpPr>
          <p:cNvPr id="196" name="object-196">
            <a:extLst>
              <a:ext uri="{FF2B5EF4-FFF2-40B4-BE49-F238E27FC236}">
                <a16:creationId xmlns:a16="http://schemas.microsoft.com/office/drawing/2014/main" id="{D70A0D78-48F9-4EB6-978F-AF3979B02B70}"/>
              </a:ext>
            </a:extLst>
          </p:cNvPr>
          <p:cNvSpPr>
            <a:spLocks noGrp="1"/>
          </p:cNvSpPr>
          <p:nvPr/>
        </p:nvSpPr>
        <p:spPr>
          <a:xfrm>
            <a:off x="7900988" y="2857500"/>
            <a:ext cx="26194" cy="547688"/>
          </a:xfrm>
          <a:prstGeom prst="rect">
            <a:avLst/>
          </a:prstGeom>
          <a:solidFill>
            <a:srgbClr val="1D4ED8"/>
          </a:solidFill>
          <a:ln w="13097">
            <a:solidFill>
              <a:srgbClr val="172B4D"/>
            </a:solidFill>
          </a:ln>
        </p:spPr>
      </p:sp>
      <p:sp>
        <p:nvSpPr>
          <p:cNvPr id="197" name="object-197">
            <a:extLst>
              <a:ext uri="{FF2B5EF4-FFF2-40B4-BE49-F238E27FC236}">
                <a16:creationId xmlns:a16="http://schemas.microsoft.com/office/drawing/2014/main" id="{C2856FC3-B726-4235-9387-9352BB52934D}"/>
              </a:ext>
            </a:extLst>
          </p:cNvPr>
          <p:cNvSpPr>
            <a:spLocks noGrp="1"/>
          </p:cNvSpPr>
          <p:nvPr/>
        </p:nvSpPr>
        <p:spPr>
          <a:xfrm>
            <a:off x="7927181" y="2857500"/>
            <a:ext cx="26194" cy="547688"/>
          </a:xfrm>
          <a:prstGeom prst="rect">
            <a:avLst/>
          </a:prstGeom>
          <a:solidFill>
            <a:srgbClr val="1D4ED8"/>
          </a:solidFill>
          <a:ln w="13097">
            <a:solidFill>
              <a:srgbClr val="172B4D"/>
            </a:solidFill>
          </a:ln>
        </p:spPr>
      </p:sp>
      <p:sp>
        <p:nvSpPr>
          <p:cNvPr id="198" name="object-198">
            <a:extLst>
              <a:ext uri="{FF2B5EF4-FFF2-40B4-BE49-F238E27FC236}">
                <a16:creationId xmlns:a16="http://schemas.microsoft.com/office/drawing/2014/main" id="{A63693B2-0322-46B0-9286-B2BA98DAF95E}"/>
              </a:ext>
            </a:extLst>
          </p:cNvPr>
          <p:cNvSpPr>
            <a:spLocks noGrp="1"/>
          </p:cNvSpPr>
          <p:nvPr/>
        </p:nvSpPr>
        <p:spPr>
          <a:xfrm>
            <a:off x="7953375" y="2857500"/>
            <a:ext cx="26194" cy="547688"/>
          </a:xfrm>
          <a:prstGeom prst="rect">
            <a:avLst/>
          </a:prstGeom>
          <a:solidFill>
            <a:srgbClr val="1D4ED8"/>
          </a:solidFill>
          <a:ln w="13097">
            <a:solidFill>
              <a:srgbClr val="172B4D"/>
            </a:solidFill>
          </a:ln>
        </p:spPr>
      </p:sp>
      <p:sp>
        <p:nvSpPr>
          <p:cNvPr id="199" name="object-199">
            <a:extLst>
              <a:ext uri="{FF2B5EF4-FFF2-40B4-BE49-F238E27FC236}">
                <a16:creationId xmlns:a16="http://schemas.microsoft.com/office/drawing/2014/main" id="{F3EA4F16-E499-4B6A-86EE-CDACBD953232}"/>
              </a:ext>
            </a:extLst>
          </p:cNvPr>
          <p:cNvSpPr>
            <a:spLocks noGrp="1"/>
          </p:cNvSpPr>
          <p:nvPr/>
        </p:nvSpPr>
        <p:spPr>
          <a:xfrm>
            <a:off x="7979569" y="2857500"/>
            <a:ext cx="26194" cy="547688"/>
          </a:xfrm>
          <a:prstGeom prst="rect">
            <a:avLst/>
          </a:prstGeom>
          <a:solidFill>
            <a:srgbClr val="1D4ED8"/>
          </a:solidFill>
          <a:ln w="13097">
            <a:solidFill>
              <a:srgbClr val="172B4D"/>
            </a:solidFill>
          </a:ln>
        </p:spPr>
      </p:sp>
      <p:sp>
        <p:nvSpPr>
          <p:cNvPr id="200" name="object-200">
            <a:extLst>
              <a:ext uri="{FF2B5EF4-FFF2-40B4-BE49-F238E27FC236}">
                <a16:creationId xmlns:a16="http://schemas.microsoft.com/office/drawing/2014/main" id="{FD41313A-3EF1-491B-801A-1E54760570E8}"/>
              </a:ext>
            </a:extLst>
          </p:cNvPr>
          <p:cNvSpPr>
            <a:spLocks noGrp="1"/>
          </p:cNvSpPr>
          <p:nvPr/>
        </p:nvSpPr>
        <p:spPr>
          <a:xfrm>
            <a:off x="8005763" y="2857500"/>
            <a:ext cx="26194" cy="547688"/>
          </a:xfrm>
          <a:prstGeom prst="rect">
            <a:avLst/>
          </a:prstGeom>
          <a:solidFill>
            <a:srgbClr val="1D4ED8"/>
          </a:solidFill>
          <a:ln w="13097">
            <a:solidFill>
              <a:srgbClr val="172B4D"/>
            </a:solidFill>
          </a:ln>
        </p:spPr>
      </p:sp>
      <p:sp>
        <p:nvSpPr>
          <p:cNvPr id="201" name="object-201">
            <a:extLst>
              <a:ext uri="{FF2B5EF4-FFF2-40B4-BE49-F238E27FC236}">
                <a16:creationId xmlns:a16="http://schemas.microsoft.com/office/drawing/2014/main" id="{BC42B4B0-9AFB-48AA-B21C-ED08C61035A0}"/>
              </a:ext>
            </a:extLst>
          </p:cNvPr>
          <p:cNvSpPr>
            <a:spLocks noGrp="1"/>
          </p:cNvSpPr>
          <p:nvPr/>
        </p:nvSpPr>
        <p:spPr>
          <a:xfrm>
            <a:off x="8031956" y="2857500"/>
            <a:ext cx="26194" cy="547688"/>
          </a:xfrm>
          <a:prstGeom prst="rect">
            <a:avLst/>
          </a:prstGeom>
          <a:solidFill>
            <a:srgbClr val="1D4ED8"/>
          </a:solidFill>
          <a:ln w="13097">
            <a:solidFill>
              <a:srgbClr val="172B4D"/>
            </a:solidFill>
          </a:ln>
        </p:spPr>
      </p:sp>
      <p:sp>
        <p:nvSpPr>
          <p:cNvPr id="202" name="object-202">
            <a:extLst>
              <a:ext uri="{FF2B5EF4-FFF2-40B4-BE49-F238E27FC236}">
                <a16:creationId xmlns:a16="http://schemas.microsoft.com/office/drawing/2014/main" id="{8DADD8AE-7B01-42D3-9BE3-1F04F24F8023}"/>
              </a:ext>
            </a:extLst>
          </p:cNvPr>
          <p:cNvSpPr>
            <a:spLocks noGrp="1"/>
          </p:cNvSpPr>
          <p:nvPr/>
        </p:nvSpPr>
        <p:spPr>
          <a:xfrm>
            <a:off x="8058150" y="2857500"/>
            <a:ext cx="26194" cy="547688"/>
          </a:xfrm>
          <a:prstGeom prst="rect">
            <a:avLst/>
          </a:prstGeom>
          <a:solidFill>
            <a:srgbClr val="1D4ED8"/>
          </a:solidFill>
          <a:ln w="13097">
            <a:solidFill>
              <a:srgbClr val="172B4D"/>
            </a:solidFill>
          </a:ln>
        </p:spPr>
      </p:sp>
      <p:sp>
        <p:nvSpPr>
          <p:cNvPr id="203" name="object-203">
            <a:extLst>
              <a:ext uri="{FF2B5EF4-FFF2-40B4-BE49-F238E27FC236}">
                <a16:creationId xmlns:a16="http://schemas.microsoft.com/office/drawing/2014/main" id="{B2BABBC7-7DB3-438C-B659-4697E03EB66E}"/>
              </a:ext>
            </a:extLst>
          </p:cNvPr>
          <p:cNvSpPr>
            <a:spLocks noGrp="1"/>
          </p:cNvSpPr>
          <p:nvPr/>
        </p:nvSpPr>
        <p:spPr>
          <a:xfrm>
            <a:off x="8084344" y="2857500"/>
            <a:ext cx="26194" cy="547688"/>
          </a:xfrm>
          <a:prstGeom prst="rect">
            <a:avLst/>
          </a:prstGeom>
          <a:solidFill>
            <a:srgbClr val="1D4ED8"/>
          </a:solidFill>
          <a:ln w="13097">
            <a:solidFill>
              <a:srgbClr val="172B4D"/>
            </a:solidFill>
          </a:ln>
        </p:spPr>
      </p:sp>
      <p:sp>
        <p:nvSpPr>
          <p:cNvPr id="204" name="object-204">
            <a:extLst>
              <a:ext uri="{FF2B5EF4-FFF2-40B4-BE49-F238E27FC236}">
                <a16:creationId xmlns:a16="http://schemas.microsoft.com/office/drawing/2014/main" id="{BCD12FD2-A757-42DE-B9FB-57CADABA52B0}"/>
              </a:ext>
            </a:extLst>
          </p:cNvPr>
          <p:cNvSpPr>
            <a:spLocks noGrp="1"/>
          </p:cNvSpPr>
          <p:nvPr/>
        </p:nvSpPr>
        <p:spPr>
          <a:xfrm>
            <a:off x="8110538" y="2857500"/>
            <a:ext cx="26194" cy="547688"/>
          </a:xfrm>
          <a:prstGeom prst="rect">
            <a:avLst/>
          </a:prstGeom>
          <a:solidFill>
            <a:srgbClr val="1D4ED8"/>
          </a:solidFill>
          <a:ln w="13097">
            <a:solidFill>
              <a:srgbClr val="172B4D"/>
            </a:solidFill>
          </a:ln>
        </p:spPr>
      </p:sp>
      <p:sp>
        <p:nvSpPr>
          <p:cNvPr id="205" name="object-205">
            <a:extLst>
              <a:ext uri="{FF2B5EF4-FFF2-40B4-BE49-F238E27FC236}">
                <a16:creationId xmlns:a16="http://schemas.microsoft.com/office/drawing/2014/main" id="{349921F9-7EAC-4E51-B913-B13ABF013BC8}"/>
              </a:ext>
            </a:extLst>
          </p:cNvPr>
          <p:cNvSpPr>
            <a:spLocks noGrp="1"/>
          </p:cNvSpPr>
          <p:nvPr/>
        </p:nvSpPr>
        <p:spPr>
          <a:xfrm>
            <a:off x="8136731" y="2857500"/>
            <a:ext cx="26194" cy="547688"/>
          </a:xfrm>
          <a:prstGeom prst="rect">
            <a:avLst/>
          </a:prstGeom>
          <a:solidFill>
            <a:srgbClr val="1D4ED8"/>
          </a:solidFill>
          <a:ln w="13097">
            <a:solidFill>
              <a:srgbClr val="172B4D"/>
            </a:solidFill>
          </a:ln>
        </p:spPr>
      </p:sp>
      <p:sp>
        <p:nvSpPr>
          <p:cNvPr id="206" name="object-206">
            <a:extLst>
              <a:ext uri="{FF2B5EF4-FFF2-40B4-BE49-F238E27FC236}">
                <a16:creationId xmlns:a16="http://schemas.microsoft.com/office/drawing/2014/main" id="{EC93F061-BB6A-4162-8AB9-4D16425FFE94}"/>
              </a:ext>
            </a:extLst>
          </p:cNvPr>
          <p:cNvSpPr>
            <a:spLocks noGrp="1"/>
          </p:cNvSpPr>
          <p:nvPr/>
        </p:nvSpPr>
        <p:spPr>
          <a:xfrm>
            <a:off x="8162925" y="2857500"/>
            <a:ext cx="26194" cy="547688"/>
          </a:xfrm>
          <a:prstGeom prst="rect">
            <a:avLst/>
          </a:prstGeom>
          <a:solidFill>
            <a:srgbClr val="1D4ED8"/>
          </a:solidFill>
          <a:ln w="13097">
            <a:solidFill>
              <a:srgbClr val="172B4D"/>
            </a:solidFill>
          </a:ln>
        </p:spPr>
      </p:sp>
      <p:sp>
        <p:nvSpPr>
          <p:cNvPr id="207" name="object-207">
            <a:extLst>
              <a:ext uri="{FF2B5EF4-FFF2-40B4-BE49-F238E27FC236}">
                <a16:creationId xmlns:a16="http://schemas.microsoft.com/office/drawing/2014/main" id="{FA960362-49CF-4A00-8A39-BD5337D587CE}"/>
              </a:ext>
            </a:extLst>
          </p:cNvPr>
          <p:cNvSpPr>
            <a:spLocks noGrp="1"/>
          </p:cNvSpPr>
          <p:nvPr/>
        </p:nvSpPr>
        <p:spPr>
          <a:xfrm>
            <a:off x="8189119" y="2857500"/>
            <a:ext cx="26194" cy="547688"/>
          </a:xfrm>
          <a:prstGeom prst="rect">
            <a:avLst/>
          </a:prstGeom>
          <a:solidFill>
            <a:srgbClr val="1D4ED8"/>
          </a:solidFill>
          <a:ln w="13097">
            <a:solidFill>
              <a:srgbClr val="172B4D"/>
            </a:solidFill>
          </a:ln>
        </p:spPr>
      </p:sp>
      <p:sp>
        <p:nvSpPr>
          <p:cNvPr id="208" name="object-208">
            <a:extLst>
              <a:ext uri="{FF2B5EF4-FFF2-40B4-BE49-F238E27FC236}">
                <a16:creationId xmlns:a16="http://schemas.microsoft.com/office/drawing/2014/main" id="{A79FBE5B-3C36-4D0A-BAF8-AC32928C218D}"/>
              </a:ext>
            </a:extLst>
          </p:cNvPr>
          <p:cNvSpPr>
            <a:spLocks noGrp="1"/>
          </p:cNvSpPr>
          <p:nvPr/>
        </p:nvSpPr>
        <p:spPr>
          <a:xfrm>
            <a:off x="8215313" y="2857500"/>
            <a:ext cx="26194" cy="547688"/>
          </a:xfrm>
          <a:prstGeom prst="rect">
            <a:avLst/>
          </a:prstGeom>
          <a:solidFill>
            <a:srgbClr val="1D4ED8"/>
          </a:solidFill>
          <a:ln w="13097">
            <a:solidFill>
              <a:srgbClr val="172B4D"/>
            </a:solidFill>
          </a:ln>
        </p:spPr>
      </p:sp>
      <p:sp>
        <p:nvSpPr>
          <p:cNvPr id="209" name="object-209">
            <a:extLst>
              <a:ext uri="{FF2B5EF4-FFF2-40B4-BE49-F238E27FC236}">
                <a16:creationId xmlns:a16="http://schemas.microsoft.com/office/drawing/2014/main" id="{5528B964-73E0-4F55-9F5D-9EBD52B40E0E}"/>
              </a:ext>
            </a:extLst>
          </p:cNvPr>
          <p:cNvSpPr>
            <a:spLocks noGrp="1"/>
          </p:cNvSpPr>
          <p:nvPr/>
        </p:nvSpPr>
        <p:spPr>
          <a:xfrm>
            <a:off x="8241506" y="2857500"/>
            <a:ext cx="26194" cy="547688"/>
          </a:xfrm>
          <a:prstGeom prst="rect">
            <a:avLst/>
          </a:prstGeom>
          <a:solidFill>
            <a:srgbClr val="1D4ED8"/>
          </a:solidFill>
          <a:ln w="13097">
            <a:solidFill>
              <a:srgbClr val="172B4D"/>
            </a:solidFill>
          </a:ln>
        </p:spPr>
      </p:sp>
      <p:sp>
        <p:nvSpPr>
          <p:cNvPr id="210" name="object-210">
            <a:extLst>
              <a:ext uri="{FF2B5EF4-FFF2-40B4-BE49-F238E27FC236}">
                <a16:creationId xmlns:a16="http://schemas.microsoft.com/office/drawing/2014/main" id="{70031545-9AF1-40FE-B946-37F2E73A89C7}"/>
              </a:ext>
            </a:extLst>
          </p:cNvPr>
          <p:cNvSpPr>
            <a:spLocks noGrp="1"/>
          </p:cNvSpPr>
          <p:nvPr/>
        </p:nvSpPr>
        <p:spPr>
          <a:xfrm>
            <a:off x="8267700" y="2857500"/>
            <a:ext cx="26194" cy="547688"/>
          </a:xfrm>
          <a:prstGeom prst="rect">
            <a:avLst/>
          </a:prstGeom>
          <a:solidFill>
            <a:srgbClr val="1D4ED8"/>
          </a:solidFill>
          <a:ln w="13097">
            <a:solidFill>
              <a:srgbClr val="172B4D"/>
            </a:solidFill>
          </a:ln>
        </p:spPr>
      </p:sp>
      <p:sp>
        <p:nvSpPr>
          <p:cNvPr id="211" name="object-211">
            <a:extLst>
              <a:ext uri="{FF2B5EF4-FFF2-40B4-BE49-F238E27FC236}">
                <a16:creationId xmlns:a16="http://schemas.microsoft.com/office/drawing/2014/main" id="{AD31A01D-C2A0-4368-A166-B8A1F721123F}"/>
              </a:ext>
            </a:extLst>
          </p:cNvPr>
          <p:cNvSpPr>
            <a:spLocks noGrp="1"/>
          </p:cNvSpPr>
          <p:nvPr/>
        </p:nvSpPr>
        <p:spPr>
          <a:xfrm>
            <a:off x="8293894" y="2857500"/>
            <a:ext cx="26194" cy="547688"/>
          </a:xfrm>
          <a:prstGeom prst="rect">
            <a:avLst/>
          </a:prstGeom>
          <a:solidFill>
            <a:srgbClr val="1D4ED8"/>
          </a:solidFill>
          <a:ln w="13097">
            <a:solidFill>
              <a:srgbClr val="172B4D"/>
            </a:solidFill>
          </a:ln>
        </p:spPr>
      </p:sp>
      <p:sp>
        <p:nvSpPr>
          <p:cNvPr id="212" name="object-212">
            <a:extLst>
              <a:ext uri="{FF2B5EF4-FFF2-40B4-BE49-F238E27FC236}">
                <a16:creationId xmlns:a16="http://schemas.microsoft.com/office/drawing/2014/main" id="{D91F6DA8-2853-48C2-AE2A-C6BA67AB7B2C}"/>
              </a:ext>
            </a:extLst>
          </p:cNvPr>
          <p:cNvSpPr>
            <a:spLocks noGrp="1"/>
          </p:cNvSpPr>
          <p:nvPr/>
        </p:nvSpPr>
        <p:spPr>
          <a:xfrm>
            <a:off x="8320088" y="2857500"/>
            <a:ext cx="26194" cy="547688"/>
          </a:xfrm>
          <a:prstGeom prst="rect">
            <a:avLst/>
          </a:prstGeom>
          <a:solidFill>
            <a:srgbClr val="1D4ED8"/>
          </a:solidFill>
          <a:ln w="13097">
            <a:solidFill>
              <a:srgbClr val="172B4D"/>
            </a:solidFill>
          </a:ln>
        </p:spPr>
      </p:sp>
      <p:sp>
        <p:nvSpPr>
          <p:cNvPr id="213" name="object-213">
            <a:extLst>
              <a:ext uri="{FF2B5EF4-FFF2-40B4-BE49-F238E27FC236}">
                <a16:creationId xmlns:a16="http://schemas.microsoft.com/office/drawing/2014/main" id="{87D80CDE-F2C4-47FE-98A1-52190D7825EE}"/>
              </a:ext>
            </a:extLst>
          </p:cNvPr>
          <p:cNvSpPr>
            <a:spLocks noGrp="1"/>
          </p:cNvSpPr>
          <p:nvPr/>
        </p:nvSpPr>
        <p:spPr>
          <a:xfrm>
            <a:off x="8346281" y="2857500"/>
            <a:ext cx="26194" cy="547688"/>
          </a:xfrm>
          <a:prstGeom prst="rect">
            <a:avLst/>
          </a:prstGeom>
          <a:solidFill>
            <a:srgbClr val="1D4ED8"/>
          </a:solidFill>
          <a:ln w="13097">
            <a:solidFill>
              <a:srgbClr val="172B4D"/>
            </a:solidFill>
          </a:ln>
        </p:spPr>
      </p:sp>
      <p:sp>
        <p:nvSpPr>
          <p:cNvPr id="214" name="object-214">
            <a:extLst>
              <a:ext uri="{FF2B5EF4-FFF2-40B4-BE49-F238E27FC236}">
                <a16:creationId xmlns:a16="http://schemas.microsoft.com/office/drawing/2014/main" id="{AD9B3BD4-BBF2-4D9B-B5AB-E4C89BF987E3}"/>
              </a:ext>
            </a:extLst>
          </p:cNvPr>
          <p:cNvSpPr>
            <a:spLocks noGrp="1"/>
          </p:cNvSpPr>
          <p:nvPr/>
        </p:nvSpPr>
        <p:spPr>
          <a:xfrm>
            <a:off x="8372475" y="2857500"/>
            <a:ext cx="26194" cy="547688"/>
          </a:xfrm>
          <a:prstGeom prst="rect">
            <a:avLst/>
          </a:prstGeom>
          <a:solidFill>
            <a:srgbClr val="1D4ED8"/>
          </a:solidFill>
          <a:ln w="13097">
            <a:solidFill>
              <a:srgbClr val="172B4D"/>
            </a:solidFill>
          </a:ln>
        </p:spPr>
      </p:sp>
      <p:sp>
        <p:nvSpPr>
          <p:cNvPr id="215" name="object-215">
            <a:extLst>
              <a:ext uri="{FF2B5EF4-FFF2-40B4-BE49-F238E27FC236}">
                <a16:creationId xmlns:a16="http://schemas.microsoft.com/office/drawing/2014/main" id="{AA473DFB-0D68-4279-A513-30813FC3FDAC}"/>
              </a:ext>
            </a:extLst>
          </p:cNvPr>
          <p:cNvSpPr>
            <a:spLocks noGrp="1"/>
          </p:cNvSpPr>
          <p:nvPr/>
        </p:nvSpPr>
        <p:spPr>
          <a:xfrm>
            <a:off x="8398669" y="2857500"/>
            <a:ext cx="26194" cy="547688"/>
          </a:xfrm>
          <a:prstGeom prst="rect">
            <a:avLst/>
          </a:prstGeom>
          <a:solidFill>
            <a:srgbClr val="1D4ED8"/>
          </a:solidFill>
          <a:ln w="13097">
            <a:solidFill>
              <a:srgbClr val="172B4D"/>
            </a:solidFill>
          </a:ln>
        </p:spPr>
      </p:sp>
      <p:sp>
        <p:nvSpPr>
          <p:cNvPr id="216" name="object-216">
            <a:extLst>
              <a:ext uri="{FF2B5EF4-FFF2-40B4-BE49-F238E27FC236}">
                <a16:creationId xmlns:a16="http://schemas.microsoft.com/office/drawing/2014/main" id="{D2612172-843A-4DB6-A594-FC627E363D75}"/>
              </a:ext>
            </a:extLst>
          </p:cNvPr>
          <p:cNvSpPr>
            <a:spLocks noGrp="1"/>
          </p:cNvSpPr>
          <p:nvPr/>
        </p:nvSpPr>
        <p:spPr>
          <a:xfrm>
            <a:off x="8424863" y="2857500"/>
            <a:ext cx="26194" cy="547688"/>
          </a:xfrm>
          <a:prstGeom prst="rect">
            <a:avLst/>
          </a:prstGeom>
          <a:solidFill>
            <a:srgbClr val="1D4ED8"/>
          </a:solidFill>
          <a:ln w="13097">
            <a:solidFill>
              <a:srgbClr val="172B4D"/>
            </a:solidFill>
          </a:ln>
        </p:spPr>
      </p:sp>
      <p:sp>
        <p:nvSpPr>
          <p:cNvPr id="217" name="object-217">
            <a:extLst>
              <a:ext uri="{FF2B5EF4-FFF2-40B4-BE49-F238E27FC236}">
                <a16:creationId xmlns:a16="http://schemas.microsoft.com/office/drawing/2014/main" id="{A9A15BFF-EABB-435D-85C0-086D6FF29D39}"/>
              </a:ext>
            </a:extLst>
          </p:cNvPr>
          <p:cNvSpPr>
            <a:spLocks noGrp="1"/>
          </p:cNvSpPr>
          <p:nvPr/>
        </p:nvSpPr>
        <p:spPr>
          <a:xfrm>
            <a:off x="8451056" y="2857500"/>
            <a:ext cx="26194" cy="547688"/>
          </a:xfrm>
          <a:prstGeom prst="rect">
            <a:avLst/>
          </a:prstGeom>
          <a:solidFill>
            <a:srgbClr val="1D4ED8"/>
          </a:solidFill>
          <a:ln w="13097">
            <a:solidFill>
              <a:srgbClr val="172B4D"/>
            </a:solidFill>
          </a:ln>
        </p:spPr>
      </p:sp>
      <p:sp>
        <p:nvSpPr>
          <p:cNvPr id="218" name="object-218">
            <a:extLst>
              <a:ext uri="{FF2B5EF4-FFF2-40B4-BE49-F238E27FC236}">
                <a16:creationId xmlns:a16="http://schemas.microsoft.com/office/drawing/2014/main" id="{B464524C-4CC8-4031-A6E3-ACCE03EB56F4}"/>
              </a:ext>
            </a:extLst>
          </p:cNvPr>
          <p:cNvSpPr>
            <a:spLocks noGrp="1"/>
          </p:cNvSpPr>
          <p:nvPr/>
        </p:nvSpPr>
        <p:spPr>
          <a:xfrm>
            <a:off x="8477250" y="2857500"/>
            <a:ext cx="26194" cy="547688"/>
          </a:xfrm>
          <a:prstGeom prst="rect">
            <a:avLst/>
          </a:prstGeom>
          <a:solidFill>
            <a:srgbClr val="1D4ED8"/>
          </a:solidFill>
          <a:ln w="13097">
            <a:solidFill>
              <a:srgbClr val="172B4D"/>
            </a:solidFill>
          </a:ln>
        </p:spPr>
      </p:sp>
      <p:sp>
        <p:nvSpPr>
          <p:cNvPr id="219" name="object-219">
            <a:extLst>
              <a:ext uri="{FF2B5EF4-FFF2-40B4-BE49-F238E27FC236}">
                <a16:creationId xmlns:a16="http://schemas.microsoft.com/office/drawing/2014/main" id="{F6F6D6B1-71CD-4C7B-BA9A-9D6D1B4B181C}"/>
              </a:ext>
            </a:extLst>
          </p:cNvPr>
          <p:cNvSpPr>
            <a:spLocks noGrp="1"/>
          </p:cNvSpPr>
          <p:nvPr/>
        </p:nvSpPr>
        <p:spPr>
          <a:xfrm>
            <a:off x="8503444" y="2857500"/>
            <a:ext cx="26194" cy="547688"/>
          </a:xfrm>
          <a:prstGeom prst="rect">
            <a:avLst/>
          </a:prstGeom>
          <a:solidFill>
            <a:srgbClr val="1D4ED8"/>
          </a:solidFill>
          <a:ln w="13097">
            <a:solidFill>
              <a:srgbClr val="172B4D"/>
            </a:solidFill>
          </a:ln>
        </p:spPr>
      </p:sp>
      <p:sp>
        <p:nvSpPr>
          <p:cNvPr id="220" name="object-220">
            <a:extLst>
              <a:ext uri="{FF2B5EF4-FFF2-40B4-BE49-F238E27FC236}">
                <a16:creationId xmlns:a16="http://schemas.microsoft.com/office/drawing/2014/main" id="{5802BBC9-305D-4BA8-AB64-AC884BE93B47}"/>
              </a:ext>
            </a:extLst>
          </p:cNvPr>
          <p:cNvSpPr>
            <a:spLocks noGrp="1"/>
          </p:cNvSpPr>
          <p:nvPr/>
        </p:nvSpPr>
        <p:spPr>
          <a:xfrm>
            <a:off x="8529638" y="2857500"/>
            <a:ext cx="26194" cy="547688"/>
          </a:xfrm>
          <a:prstGeom prst="rect">
            <a:avLst/>
          </a:prstGeom>
          <a:solidFill>
            <a:srgbClr val="1D4ED8"/>
          </a:solidFill>
          <a:ln w="13097">
            <a:solidFill>
              <a:srgbClr val="172B4D"/>
            </a:solidFill>
          </a:ln>
        </p:spPr>
      </p:sp>
      <p:sp>
        <p:nvSpPr>
          <p:cNvPr id="221" name="object-221">
            <a:extLst>
              <a:ext uri="{FF2B5EF4-FFF2-40B4-BE49-F238E27FC236}">
                <a16:creationId xmlns:a16="http://schemas.microsoft.com/office/drawing/2014/main" id="{71836336-CB3A-4999-B71D-6FCBE42A2036}"/>
              </a:ext>
            </a:extLst>
          </p:cNvPr>
          <p:cNvSpPr>
            <a:spLocks noGrp="1"/>
          </p:cNvSpPr>
          <p:nvPr/>
        </p:nvSpPr>
        <p:spPr>
          <a:xfrm>
            <a:off x="8555831" y="2857500"/>
            <a:ext cx="26194" cy="547688"/>
          </a:xfrm>
          <a:prstGeom prst="rect">
            <a:avLst/>
          </a:prstGeom>
          <a:solidFill>
            <a:srgbClr val="1D4ED8"/>
          </a:solidFill>
          <a:ln w="13097">
            <a:solidFill>
              <a:srgbClr val="172B4D"/>
            </a:solidFill>
          </a:ln>
        </p:spPr>
      </p:sp>
      <p:sp>
        <p:nvSpPr>
          <p:cNvPr id="222" name="object-222">
            <a:extLst>
              <a:ext uri="{FF2B5EF4-FFF2-40B4-BE49-F238E27FC236}">
                <a16:creationId xmlns:a16="http://schemas.microsoft.com/office/drawing/2014/main" id="{59B13176-905C-4BE4-9770-9D8D91A1A755}"/>
              </a:ext>
            </a:extLst>
          </p:cNvPr>
          <p:cNvSpPr>
            <a:spLocks noGrp="1"/>
          </p:cNvSpPr>
          <p:nvPr/>
        </p:nvSpPr>
        <p:spPr>
          <a:xfrm>
            <a:off x="8582025" y="2857500"/>
            <a:ext cx="26194" cy="547688"/>
          </a:xfrm>
          <a:prstGeom prst="rect">
            <a:avLst/>
          </a:prstGeom>
          <a:solidFill>
            <a:srgbClr val="1D4ED8"/>
          </a:solidFill>
          <a:ln w="13097">
            <a:solidFill>
              <a:srgbClr val="172B4D"/>
            </a:solidFill>
          </a:ln>
        </p:spPr>
      </p:sp>
      <p:sp>
        <p:nvSpPr>
          <p:cNvPr id="223" name="object-223">
            <a:extLst>
              <a:ext uri="{FF2B5EF4-FFF2-40B4-BE49-F238E27FC236}">
                <a16:creationId xmlns:a16="http://schemas.microsoft.com/office/drawing/2014/main" id="{8EABACC6-E6E6-42F2-B748-2D0F11D87224}"/>
              </a:ext>
            </a:extLst>
          </p:cNvPr>
          <p:cNvSpPr>
            <a:spLocks noGrp="1"/>
          </p:cNvSpPr>
          <p:nvPr/>
        </p:nvSpPr>
        <p:spPr>
          <a:xfrm>
            <a:off x="8608219" y="2857500"/>
            <a:ext cx="26194" cy="547688"/>
          </a:xfrm>
          <a:prstGeom prst="rect">
            <a:avLst/>
          </a:prstGeom>
          <a:solidFill>
            <a:srgbClr val="1D4ED8"/>
          </a:solidFill>
          <a:ln w="13097">
            <a:solidFill>
              <a:srgbClr val="172B4D"/>
            </a:solidFill>
          </a:ln>
        </p:spPr>
      </p:sp>
      <p:sp>
        <p:nvSpPr>
          <p:cNvPr id="224" name="object-224">
            <a:extLst>
              <a:ext uri="{FF2B5EF4-FFF2-40B4-BE49-F238E27FC236}">
                <a16:creationId xmlns:a16="http://schemas.microsoft.com/office/drawing/2014/main" id="{8FA67C30-D77E-42E4-AF4F-D5A86F1F7954}"/>
              </a:ext>
            </a:extLst>
          </p:cNvPr>
          <p:cNvSpPr>
            <a:spLocks noGrp="1"/>
          </p:cNvSpPr>
          <p:nvPr/>
        </p:nvSpPr>
        <p:spPr>
          <a:xfrm>
            <a:off x="8634413" y="2857500"/>
            <a:ext cx="26194" cy="547688"/>
          </a:xfrm>
          <a:prstGeom prst="rect">
            <a:avLst/>
          </a:prstGeom>
          <a:solidFill>
            <a:srgbClr val="1D4ED8"/>
          </a:solidFill>
          <a:ln w="13097">
            <a:solidFill>
              <a:srgbClr val="172B4D"/>
            </a:solidFill>
          </a:ln>
        </p:spPr>
      </p:sp>
      <p:sp>
        <p:nvSpPr>
          <p:cNvPr id="225" name="object-225">
            <a:extLst>
              <a:ext uri="{FF2B5EF4-FFF2-40B4-BE49-F238E27FC236}">
                <a16:creationId xmlns:a16="http://schemas.microsoft.com/office/drawing/2014/main" id="{DE9FBF2A-60B0-4FE5-A868-56B47B19B9DF}"/>
              </a:ext>
            </a:extLst>
          </p:cNvPr>
          <p:cNvSpPr>
            <a:spLocks noGrp="1"/>
          </p:cNvSpPr>
          <p:nvPr/>
        </p:nvSpPr>
        <p:spPr>
          <a:xfrm>
            <a:off x="8660606" y="2857500"/>
            <a:ext cx="26194" cy="547688"/>
          </a:xfrm>
          <a:prstGeom prst="rect">
            <a:avLst/>
          </a:prstGeom>
          <a:solidFill>
            <a:srgbClr val="1D4ED8"/>
          </a:solidFill>
          <a:ln w="13097">
            <a:solidFill>
              <a:srgbClr val="172B4D"/>
            </a:solidFill>
          </a:ln>
        </p:spPr>
      </p:sp>
      <p:sp>
        <p:nvSpPr>
          <p:cNvPr id="226" name="object-226">
            <a:extLst>
              <a:ext uri="{FF2B5EF4-FFF2-40B4-BE49-F238E27FC236}">
                <a16:creationId xmlns:a16="http://schemas.microsoft.com/office/drawing/2014/main" id="{F640D672-ECD5-4D98-8B39-40ACB537EE13}"/>
              </a:ext>
            </a:extLst>
          </p:cNvPr>
          <p:cNvSpPr>
            <a:spLocks noGrp="1"/>
          </p:cNvSpPr>
          <p:nvPr/>
        </p:nvSpPr>
        <p:spPr>
          <a:xfrm>
            <a:off x="8686800" y="2857500"/>
            <a:ext cx="26194" cy="547688"/>
          </a:xfrm>
          <a:prstGeom prst="rect">
            <a:avLst/>
          </a:prstGeom>
          <a:solidFill>
            <a:srgbClr val="1D4ED8"/>
          </a:solidFill>
          <a:ln w="13097">
            <a:solidFill>
              <a:srgbClr val="172B4D"/>
            </a:solidFill>
          </a:ln>
        </p:spPr>
      </p:sp>
      <p:sp>
        <p:nvSpPr>
          <p:cNvPr id="227" name="object-227">
            <a:extLst>
              <a:ext uri="{FF2B5EF4-FFF2-40B4-BE49-F238E27FC236}">
                <a16:creationId xmlns:a16="http://schemas.microsoft.com/office/drawing/2014/main" id="{D588A9ED-4382-4229-9883-BF228729FC4B}"/>
              </a:ext>
            </a:extLst>
          </p:cNvPr>
          <p:cNvSpPr>
            <a:spLocks noGrp="1"/>
          </p:cNvSpPr>
          <p:nvPr/>
        </p:nvSpPr>
        <p:spPr>
          <a:xfrm>
            <a:off x="8712994" y="2857500"/>
            <a:ext cx="26194" cy="547688"/>
          </a:xfrm>
          <a:prstGeom prst="rect">
            <a:avLst/>
          </a:prstGeom>
          <a:solidFill>
            <a:srgbClr val="1D4ED8"/>
          </a:solidFill>
          <a:ln w="13097">
            <a:solidFill>
              <a:srgbClr val="172B4D"/>
            </a:solidFill>
          </a:ln>
        </p:spPr>
      </p:sp>
      <p:sp>
        <p:nvSpPr>
          <p:cNvPr id="228" name="object-228">
            <a:extLst>
              <a:ext uri="{FF2B5EF4-FFF2-40B4-BE49-F238E27FC236}">
                <a16:creationId xmlns:a16="http://schemas.microsoft.com/office/drawing/2014/main" id="{5F31B60B-7FDB-459B-A28D-0778E59C6F9F}"/>
              </a:ext>
            </a:extLst>
          </p:cNvPr>
          <p:cNvSpPr>
            <a:spLocks noGrp="1"/>
          </p:cNvSpPr>
          <p:nvPr/>
        </p:nvSpPr>
        <p:spPr>
          <a:xfrm>
            <a:off x="8739188" y="2857500"/>
            <a:ext cx="26194" cy="547688"/>
          </a:xfrm>
          <a:prstGeom prst="rect">
            <a:avLst/>
          </a:prstGeom>
          <a:solidFill>
            <a:srgbClr val="1D4ED8"/>
          </a:solidFill>
          <a:ln w="13097">
            <a:solidFill>
              <a:srgbClr val="172B4D"/>
            </a:solidFill>
          </a:ln>
        </p:spPr>
      </p:sp>
      <p:sp>
        <p:nvSpPr>
          <p:cNvPr id="229" name="object-229">
            <a:extLst>
              <a:ext uri="{FF2B5EF4-FFF2-40B4-BE49-F238E27FC236}">
                <a16:creationId xmlns:a16="http://schemas.microsoft.com/office/drawing/2014/main" id="{53935884-914E-4422-AB9D-1D8D54D5DDCF}"/>
              </a:ext>
            </a:extLst>
          </p:cNvPr>
          <p:cNvSpPr>
            <a:spLocks noGrp="1"/>
          </p:cNvSpPr>
          <p:nvPr/>
        </p:nvSpPr>
        <p:spPr>
          <a:xfrm>
            <a:off x="8765381" y="2857500"/>
            <a:ext cx="26194" cy="547688"/>
          </a:xfrm>
          <a:prstGeom prst="rect">
            <a:avLst/>
          </a:prstGeom>
          <a:solidFill>
            <a:srgbClr val="1D4ED8"/>
          </a:solidFill>
          <a:ln w="13097">
            <a:solidFill>
              <a:srgbClr val="172B4D"/>
            </a:solidFill>
          </a:ln>
        </p:spPr>
      </p:sp>
      <p:sp>
        <p:nvSpPr>
          <p:cNvPr id="230" name="object-230">
            <a:extLst>
              <a:ext uri="{FF2B5EF4-FFF2-40B4-BE49-F238E27FC236}">
                <a16:creationId xmlns:a16="http://schemas.microsoft.com/office/drawing/2014/main" id="{2471B712-5907-4BAA-A433-19854D169ECF}"/>
              </a:ext>
            </a:extLst>
          </p:cNvPr>
          <p:cNvSpPr>
            <a:spLocks noGrp="1"/>
          </p:cNvSpPr>
          <p:nvPr/>
        </p:nvSpPr>
        <p:spPr>
          <a:xfrm>
            <a:off x="8791575" y="2857500"/>
            <a:ext cx="26194" cy="547688"/>
          </a:xfrm>
          <a:prstGeom prst="rect">
            <a:avLst/>
          </a:prstGeom>
          <a:solidFill>
            <a:srgbClr val="1D4ED8"/>
          </a:solidFill>
          <a:ln w="13097">
            <a:solidFill>
              <a:srgbClr val="172B4D"/>
            </a:solidFill>
          </a:ln>
        </p:spPr>
      </p:sp>
      <p:sp>
        <p:nvSpPr>
          <p:cNvPr id="231" name="object-231">
            <a:extLst>
              <a:ext uri="{FF2B5EF4-FFF2-40B4-BE49-F238E27FC236}">
                <a16:creationId xmlns:a16="http://schemas.microsoft.com/office/drawing/2014/main" id="{93B3A943-64B5-4A0F-9187-1B2A23915987}"/>
              </a:ext>
            </a:extLst>
          </p:cNvPr>
          <p:cNvSpPr>
            <a:spLocks noGrp="1"/>
          </p:cNvSpPr>
          <p:nvPr/>
        </p:nvSpPr>
        <p:spPr>
          <a:xfrm>
            <a:off x="8817769" y="2857500"/>
            <a:ext cx="26194" cy="547688"/>
          </a:xfrm>
          <a:prstGeom prst="rect">
            <a:avLst/>
          </a:prstGeom>
          <a:solidFill>
            <a:srgbClr val="1D4ED8"/>
          </a:solidFill>
          <a:ln w="13097">
            <a:solidFill>
              <a:srgbClr val="172B4D"/>
            </a:solidFill>
          </a:ln>
        </p:spPr>
      </p:sp>
      <p:sp>
        <p:nvSpPr>
          <p:cNvPr id="232" name="object-232">
            <a:extLst>
              <a:ext uri="{FF2B5EF4-FFF2-40B4-BE49-F238E27FC236}">
                <a16:creationId xmlns:a16="http://schemas.microsoft.com/office/drawing/2014/main" id="{A03C7964-743D-41F3-9E07-9AFA9184C065}"/>
              </a:ext>
            </a:extLst>
          </p:cNvPr>
          <p:cNvSpPr>
            <a:spLocks noGrp="1"/>
          </p:cNvSpPr>
          <p:nvPr/>
        </p:nvSpPr>
        <p:spPr>
          <a:xfrm>
            <a:off x="8843963" y="2857500"/>
            <a:ext cx="26194" cy="547688"/>
          </a:xfrm>
          <a:prstGeom prst="rect">
            <a:avLst/>
          </a:prstGeom>
          <a:solidFill>
            <a:srgbClr val="1D4ED8"/>
          </a:solidFill>
          <a:ln w="13097">
            <a:solidFill>
              <a:srgbClr val="172B4D"/>
            </a:solidFill>
          </a:ln>
        </p:spPr>
      </p:sp>
      <p:sp>
        <p:nvSpPr>
          <p:cNvPr id="233" name="object-233">
            <a:extLst>
              <a:ext uri="{FF2B5EF4-FFF2-40B4-BE49-F238E27FC236}">
                <a16:creationId xmlns:a16="http://schemas.microsoft.com/office/drawing/2014/main" id="{7B047454-CCCF-425E-ABCF-C8EF49A2E0A8}"/>
              </a:ext>
            </a:extLst>
          </p:cNvPr>
          <p:cNvSpPr>
            <a:spLocks noGrp="1"/>
          </p:cNvSpPr>
          <p:nvPr/>
        </p:nvSpPr>
        <p:spPr>
          <a:xfrm>
            <a:off x="8870156" y="2857500"/>
            <a:ext cx="26194" cy="547688"/>
          </a:xfrm>
          <a:prstGeom prst="rect">
            <a:avLst/>
          </a:prstGeom>
          <a:solidFill>
            <a:srgbClr val="1D4ED8"/>
          </a:solidFill>
          <a:ln w="13097">
            <a:solidFill>
              <a:srgbClr val="172B4D"/>
            </a:solidFill>
          </a:ln>
        </p:spPr>
      </p:sp>
      <p:sp>
        <p:nvSpPr>
          <p:cNvPr id="234" name="object-234">
            <a:extLst>
              <a:ext uri="{FF2B5EF4-FFF2-40B4-BE49-F238E27FC236}">
                <a16:creationId xmlns:a16="http://schemas.microsoft.com/office/drawing/2014/main" id="{F14B8A38-009D-495E-B9C3-945BF799220D}"/>
              </a:ext>
            </a:extLst>
          </p:cNvPr>
          <p:cNvSpPr>
            <a:spLocks noGrp="1"/>
          </p:cNvSpPr>
          <p:nvPr/>
        </p:nvSpPr>
        <p:spPr>
          <a:xfrm>
            <a:off x="8896350" y="2857500"/>
            <a:ext cx="26194" cy="547688"/>
          </a:xfrm>
          <a:prstGeom prst="rect">
            <a:avLst/>
          </a:prstGeom>
          <a:solidFill>
            <a:srgbClr val="1D4ED8"/>
          </a:solidFill>
          <a:ln w="13097">
            <a:solidFill>
              <a:srgbClr val="172B4D"/>
            </a:solidFill>
          </a:ln>
        </p:spPr>
      </p:sp>
      <p:sp>
        <p:nvSpPr>
          <p:cNvPr id="235" name="object-235">
            <a:extLst>
              <a:ext uri="{FF2B5EF4-FFF2-40B4-BE49-F238E27FC236}">
                <a16:creationId xmlns:a16="http://schemas.microsoft.com/office/drawing/2014/main" id="{606F855E-39A3-4DE5-BC01-2797EA01CA8F}"/>
              </a:ext>
            </a:extLst>
          </p:cNvPr>
          <p:cNvSpPr>
            <a:spLocks noGrp="1"/>
          </p:cNvSpPr>
          <p:nvPr/>
        </p:nvSpPr>
        <p:spPr>
          <a:xfrm>
            <a:off x="8922544" y="2857500"/>
            <a:ext cx="26194" cy="547688"/>
          </a:xfrm>
          <a:prstGeom prst="rect">
            <a:avLst/>
          </a:prstGeom>
          <a:solidFill>
            <a:srgbClr val="1D4ED8"/>
          </a:solidFill>
          <a:ln w="13097">
            <a:solidFill>
              <a:srgbClr val="172B4D"/>
            </a:solidFill>
          </a:ln>
        </p:spPr>
      </p:sp>
      <p:sp>
        <p:nvSpPr>
          <p:cNvPr id="236" name="object-236">
            <a:extLst>
              <a:ext uri="{FF2B5EF4-FFF2-40B4-BE49-F238E27FC236}">
                <a16:creationId xmlns:a16="http://schemas.microsoft.com/office/drawing/2014/main" id="{765725EE-1CDE-43C5-A296-F77462E6E556}"/>
              </a:ext>
            </a:extLst>
          </p:cNvPr>
          <p:cNvSpPr>
            <a:spLocks noGrp="1"/>
          </p:cNvSpPr>
          <p:nvPr/>
        </p:nvSpPr>
        <p:spPr>
          <a:xfrm>
            <a:off x="8948738" y="2857500"/>
            <a:ext cx="26194" cy="547688"/>
          </a:xfrm>
          <a:prstGeom prst="rect">
            <a:avLst/>
          </a:prstGeom>
          <a:solidFill>
            <a:srgbClr val="1D4ED8"/>
          </a:solidFill>
          <a:ln w="13097">
            <a:solidFill>
              <a:srgbClr val="172B4D"/>
            </a:solidFill>
          </a:ln>
        </p:spPr>
      </p:sp>
      <p:sp>
        <p:nvSpPr>
          <p:cNvPr id="237" name="object-237">
            <a:extLst>
              <a:ext uri="{FF2B5EF4-FFF2-40B4-BE49-F238E27FC236}">
                <a16:creationId xmlns:a16="http://schemas.microsoft.com/office/drawing/2014/main" id="{CA6F8263-3196-4AB6-9864-81243FD49E59}"/>
              </a:ext>
            </a:extLst>
          </p:cNvPr>
          <p:cNvSpPr>
            <a:spLocks noGrp="1"/>
          </p:cNvSpPr>
          <p:nvPr/>
        </p:nvSpPr>
        <p:spPr>
          <a:xfrm>
            <a:off x="8974931" y="2857500"/>
            <a:ext cx="26194" cy="547688"/>
          </a:xfrm>
          <a:prstGeom prst="rect">
            <a:avLst/>
          </a:prstGeom>
          <a:solidFill>
            <a:srgbClr val="1D4ED8"/>
          </a:solidFill>
          <a:ln w="13097">
            <a:solidFill>
              <a:srgbClr val="172B4D"/>
            </a:solidFill>
          </a:ln>
        </p:spPr>
      </p:sp>
      <p:sp>
        <p:nvSpPr>
          <p:cNvPr id="238" name="object-238">
            <a:extLst>
              <a:ext uri="{FF2B5EF4-FFF2-40B4-BE49-F238E27FC236}">
                <a16:creationId xmlns:a16="http://schemas.microsoft.com/office/drawing/2014/main" id="{C344BF06-16BE-454C-809D-2669ACC8D5F2}"/>
              </a:ext>
            </a:extLst>
          </p:cNvPr>
          <p:cNvSpPr>
            <a:spLocks noGrp="1"/>
          </p:cNvSpPr>
          <p:nvPr/>
        </p:nvSpPr>
        <p:spPr>
          <a:xfrm>
            <a:off x="9001125" y="2857500"/>
            <a:ext cx="26194" cy="547688"/>
          </a:xfrm>
          <a:prstGeom prst="rect">
            <a:avLst/>
          </a:prstGeom>
          <a:solidFill>
            <a:srgbClr val="1D4ED8"/>
          </a:solidFill>
          <a:ln w="13097">
            <a:solidFill>
              <a:srgbClr val="172B4D"/>
            </a:solidFill>
          </a:ln>
        </p:spPr>
      </p:sp>
      <p:sp>
        <p:nvSpPr>
          <p:cNvPr id="239" name="object-239">
            <a:extLst>
              <a:ext uri="{FF2B5EF4-FFF2-40B4-BE49-F238E27FC236}">
                <a16:creationId xmlns:a16="http://schemas.microsoft.com/office/drawing/2014/main" id="{4E047BBB-A41A-48AB-8F1B-2AE4327C1635}"/>
              </a:ext>
            </a:extLst>
          </p:cNvPr>
          <p:cNvSpPr>
            <a:spLocks noGrp="1"/>
          </p:cNvSpPr>
          <p:nvPr/>
        </p:nvSpPr>
        <p:spPr>
          <a:xfrm>
            <a:off x="9027319" y="2857500"/>
            <a:ext cx="26194" cy="547688"/>
          </a:xfrm>
          <a:prstGeom prst="rect">
            <a:avLst/>
          </a:prstGeom>
          <a:solidFill>
            <a:srgbClr val="1D4ED8"/>
          </a:solidFill>
          <a:ln w="13097">
            <a:solidFill>
              <a:srgbClr val="172B4D"/>
            </a:solidFill>
          </a:ln>
        </p:spPr>
      </p:sp>
      <p:sp>
        <p:nvSpPr>
          <p:cNvPr id="240" name="object-240">
            <a:extLst>
              <a:ext uri="{FF2B5EF4-FFF2-40B4-BE49-F238E27FC236}">
                <a16:creationId xmlns:a16="http://schemas.microsoft.com/office/drawing/2014/main" id="{70E0E40C-575E-436C-A2B0-80C238F1ED43}"/>
              </a:ext>
            </a:extLst>
          </p:cNvPr>
          <p:cNvSpPr>
            <a:spLocks noGrp="1"/>
          </p:cNvSpPr>
          <p:nvPr/>
        </p:nvSpPr>
        <p:spPr>
          <a:xfrm>
            <a:off x="9053513" y="2857500"/>
            <a:ext cx="26194" cy="547688"/>
          </a:xfrm>
          <a:prstGeom prst="rect">
            <a:avLst/>
          </a:prstGeom>
          <a:solidFill>
            <a:srgbClr val="1D4ED8"/>
          </a:solidFill>
          <a:ln w="13097">
            <a:solidFill>
              <a:srgbClr val="172B4D"/>
            </a:solidFill>
          </a:ln>
        </p:spPr>
      </p:sp>
      <p:sp>
        <p:nvSpPr>
          <p:cNvPr id="241" name="object-241">
            <a:extLst>
              <a:ext uri="{FF2B5EF4-FFF2-40B4-BE49-F238E27FC236}">
                <a16:creationId xmlns:a16="http://schemas.microsoft.com/office/drawing/2014/main" id="{56D14B2D-6F3F-4DBA-BED8-B1E1A40A1C0C}"/>
              </a:ext>
            </a:extLst>
          </p:cNvPr>
          <p:cNvSpPr>
            <a:spLocks noGrp="1"/>
          </p:cNvSpPr>
          <p:nvPr/>
        </p:nvSpPr>
        <p:spPr>
          <a:xfrm>
            <a:off x="9079706" y="2857500"/>
            <a:ext cx="26194" cy="547688"/>
          </a:xfrm>
          <a:prstGeom prst="rect">
            <a:avLst/>
          </a:prstGeom>
          <a:solidFill>
            <a:srgbClr val="1D4ED8"/>
          </a:solidFill>
          <a:ln w="13097">
            <a:solidFill>
              <a:srgbClr val="172B4D"/>
            </a:solidFill>
          </a:ln>
        </p:spPr>
      </p:sp>
      <p:sp>
        <p:nvSpPr>
          <p:cNvPr id="242" name="object-242">
            <a:extLst>
              <a:ext uri="{FF2B5EF4-FFF2-40B4-BE49-F238E27FC236}">
                <a16:creationId xmlns:a16="http://schemas.microsoft.com/office/drawing/2014/main" id="{D4F2531C-AE81-4EDE-BCE3-4A01DEFA4D74}"/>
              </a:ext>
            </a:extLst>
          </p:cNvPr>
          <p:cNvSpPr>
            <a:spLocks noGrp="1"/>
          </p:cNvSpPr>
          <p:nvPr/>
        </p:nvSpPr>
        <p:spPr>
          <a:xfrm>
            <a:off x="9105900" y="2857500"/>
            <a:ext cx="26194" cy="547688"/>
          </a:xfrm>
          <a:prstGeom prst="rect">
            <a:avLst/>
          </a:prstGeom>
          <a:solidFill>
            <a:srgbClr val="1D4ED8"/>
          </a:solidFill>
          <a:ln w="13097">
            <a:solidFill>
              <a:srgbClr val="172B4D"/>
            </a:solidFill>
          </a:ln>
        </p:spPr>
      </p:sp>
      <p:sp>
        <p:nvSpPr>
          <p:cNvPr id="243" name="object-243">
            <a:extLst>
              <a:ext uri="{FF2B5EF4-FFF2-40B4-BE49-F238E27FC236}">
                <a16:creationId xmlns:a16="http://schemas.microsoft.com/office/drawing/2014/main" id="{E5414C05-8563-4742-862B-8A01D5252F31}"/>
              </a:ext>
            </a:extLst>
          </p:cNvPr>
          <p:cNvSpPr>
            <a:spLocks noGrp="1"/>
          </p:cNvSpPr>
          <p:nvPr/>
        </p:nvSpPr>
        <p:spPr>
          <a:xfrm>
            <a:off x="9132094" y="2857500"/>
            <a:ext cx="26194" cy="547688"/>
          </a:xfrm>
          <a:prstGeom prst="rect">
            <a:avLst/>
          </a:prstGeom>
          <a:solidFill>
            <a:srgbClr val="1D4ED8"/>
          </a:solidFill>
          <a:ln w="13097">
            <a:solidFill>
              <a:srgbClr val="172B4D"/>
            </a:solidFill>
          </a:ln>
        </p:spPr>
      </p:sp>
      <p:sp>
        <p:nvSpPr>
          <p:cNvPr id="244" name="object-244">
            <a:extLst>
              <a:ext uri="{FF2B5EF4-FFF2-40B4-BE49-F238E27FC236}">
                <a16:creationId xmlns:a16="http://schemas.microsoft.com/office/drawing/2014/main" id="{D469EF59-2F72-472D-827F-A123983B78A0}"/>
              </a:ext>
            </a:extLst>
          </p:cNvPr>
          <p:cNvSpPr>
            <a:spLocks noGrp="1"/>
          </p:cNvSpPr>
          <p:nvPr/>
        </p:nvSpPr>
        <p:spPr>
          <a:xfrm>
            <a:off x="9158288" y="2857500"/>
            <a:ext cx="26194" cy="547688"/>
          </a:xfrm>
          <a:prstGeom prst="rect">
            <a:avLst/>
          </a:prstGeom>
          <a:solidFill>
            <a:srgbClr val="1D4ED8"/>
          </a:solidFill>
          <a:ln w="13097">
            <a:solidFill>
              <a:srgbClr val="172B4D"/>
            </a:solidFill>
          </a:ln>
        </p:spPr>
      </p:sp>
      <p:sp>
        <p:nvSpPr>
          <p:cNvPr id="245" name="object-245">
            <a:extLst>
              <a:ext uri="{FF2B5EF4-FFF2-40B4-BE49-F238E27FC236}">
                <a16:creationId xmlns:a16="http://schemas.microsoft.com/office/drawing/2014/main" id="{398A5096-49B6-4DE5-8C1A-5567A0B8C534}"/>
              </a:ext>
            </a:extLst>
          </p:cNvPr>
          <p:cNvSpPr>
            <a:spLocks noGrp="1"/>
          </p:cNvSpPr>
          <p:nvPr/>
        </p:nvSpPr>
        <p:spPr>
          <a:xfrm>
            <a:off x="9184481" y="2857500"/>
            <a:ext cx="26194" cy="547688"/>
          </a:xfrm>
          <a:prstGeom prst="rect">
            <a:avLst/>
          </a:prstGeom>
          <a:solidFill>
            <a:srgbClr val="1D4ED8"/>
          </a:solidFill>
          <a:ln w="13097">
            <a:solidFill>
              <a:srgbClr val="172B4D"/>
            </a:solidFill>
          </a:ln>
        </p:spPr>
      </p:sp>
      <p:sp>
        <p:nvSpPr>
          <p:cNvPr id="246" name="object-246">
            <a:extLst>
              <a:ext uri="{FF2B5EF4-FFF2-40B4-BE49-F238E27FC236}">
                <a16:creationId xmlns:a16="http://schemas.microsoft.com/office/drawing/2014/main" id="{185E6CF6-F51A-49F7-A1D2-06A1F93F00E6}"/>
              </a:ext>
            </a:extLst>
          </p:cNvPr>
          <p:cNvSpPr>
            <a:spLocks noGrp="1"/>
          </p:cNvSpPr>
          <p:nvPr/>
        </p:nvSpPr>
        <p:spPr>
          <a:xfrm>
            <a:off x="9210675" y="2857500"/>
            <a:ext cx="26194" cy="547688"/>
          </a:xfrm>
          <a:prstGeom prst="rect">
            <a:avLst/>
          </a:prstGeom>
          <a:solidFill>
            <a:srgbClr val="1D4ED8"/>
          </a:solidFill>
          <a:ln w="13097">
            <a:solidFill>
              <a:srgbClr val="172B4D"/>
            </a:solidFill>
          </a:ln>
        </p:spPr>
      </p:sp>
      <p:sp>
        <p:nvSpPr>
          <p:cNvPr id="247" name="object-247">
            <a:extLst>
              <a:ext uri="{FF2B5EF4-FFF2-40B4-BE49-F238E27FC236}">
                <a16:creationId xmlns:a16="http://schemas.microsoft.com/office/drawing/2014/main" id="{96923A21-0B5B-4EB2-A78D-F8095A373668}"/>
              </a:ext>
            </a:extLst>
          </p:cNvPr>
          <p:cNvSpPr>
            <a:spLocks noGrp="1"/>
          </p:cNvSpPr>
          <p:nvPr/>
        </p:nvSpPr>
        <p:spPr>
          <a:xfrm>
            <a:off x="9236869" y="2857500"/>
            <a:ext cx="26194" cy="547688"/>
          </a:xfrm>
          <a:prstGeom prst="rect">
            <a:avLst/>
          </a:prstGeom>
          <a:solidFill>
            <a:srgbClr val="1D4ED8"/>
          </a:solidFill>
          <a:ln w="13097">
            <a:solidFill>
              <a:srgbClr val="172B4D"/>
            </a:solidFill>
          </a:ln>
        </p:spPr>
      </p:sp>
      <p:sp>
        <p:nvSpPr>
          <p:cNvPr id="248" name="object-248">
            <a:extLst>
              <a:ext uri="{FF2B5EF4-FFF2-40B4-BE49-F238E27FC236}">
                <a16:creationId xmlns:a16="http://schemas.microsoft.com/office/drawing/2014/main" id="{55B060C4-FAB5-45D4-8512-E3A95F6D4A4B}"/>
              </a:ext>
            </a:extLst>
          </p:cNvPr>
          <p:cNvSpPr>
            <a:spLocks noGrp="1"/>
          </p:cNvSpPr>
          <p:nvPr/>
        </p:nvSpPr>
        <p:spPr>
          <a:xfrm>
            <a:off x="9263063" y="2857500"/>
            <a:ext cx="26194" cy="547688"/>
          </a:xfrm>
          <a:prstGeom prst="rect">
            <a:avLst/>
          </a:prstGeom>
          <a:solidFill>
            <a:srgbClr val="1D4ED8"/>
          </a:solidFill>
          <a:ln w="13097">
            <a:solidFill>
              <a:srgbClr val="172B4D"/>
            </a:solidFill>
          </a:ln>
        </p:spPr>
      </p:sp>
      <p:sp>
        <p:nvSpPr>
          <p:cNvPr id="249" name="object-249">
            <a:extLst>
              <a:ext uri="{FF2B5EF4-FFF2-40B4-BE49-F238E27FC236}">
                <a16:creationId xmlns:a16="http://schemas.microsoft.com/office/drawing/2014/main" id="{3D64762E-688F-4FA6-860D-C80FECFDD92A}"/>
              </a:ext>
            </a:extLst>
          </p:cNvPr>
          <p:cNvSpPr>
            <a:spLocks noGrp="1"/>
          </p:cNvSpPr>
          <p:nvPr/>
        </p:nvSpPr>
        <p:spPr>
          <a:xfrm>
            <a:off x="9289256" y="2857500"/>
            <a:ext cx="26194" cy="547688"/>
          </a:xfrm>
          <a:prstGeom prst="rect">
            <a:avLst/>
          </a:prstGeom>
          <a:solidFill>
            <a:srgbClr val="1D4ED8"/>
          </a:solidFill>
          <a:ln w="13097">
            <a:solidFill>
              <a:srgbClr val="172B4D"/>
            </a:solidFill>
          </a:ln>
        </p:spPr>
      </p:sp>
      <p:sp>
        <p:nvSpPr>
          <p:cNvPr id="250" name="object-250">
            <a:extLst>
              <a:ext uri="{FF2B5EF4-FFF2-40B4-BE49-F238E27FC236}">
                <a16:creationId xmlns:a16="http://schemas.microsoft.com/office/drawing/2014/main" id="{DEC0EEC5-4273-4EBC-A5F4-B0E34B134919}"/>
              </a:ext>
            </a:extLst>
          </p:cNvPr>
          <p:cNvSpPr>
            <a:spLocks noGrp="1"/>
          </p:cNvSpPr>
          <p:nvPr/>
        </p:nvSpPr>
        <p:spPr>
          <a:xfrm>
            <a:off x="9315450" y="2857500"/>
            <a:ext cx="26194" cy="547688"/>
          </a:xfrm>
          <a:prstGeom prst="rect">
            <a:avLst/>
          </a:prstGeom>
          <a:solidFill>
            <a:srgbClr val="1D4ED8"/>
          </a:solidFill>
          <a:ln w="13097">
            <a:solidFill>
              <a:srgbClr val="172B4D"/>
            </a:solidFill>
          </a:ln>
        </p:spPr>
      </p:sp>
      <p:sp>
        <p:nvSpPr>
          <p:cNvPr id="251" name="object-251">
            <a:extLst>
              <a:ext uri="{FF2B5EF4-FFF2-40B4-BE49-F238E27FC236}">
                <a16:creationId xmlns:a16="http://schemas.microsoft.com/office/drawing/2014/main" id="{96848648-9FC6-4B38-BF08-40EFBECF9D41}"/>
              </a:ext>
            </a:extLst>
          </p:cNvPr>
          <p:cNvSpPr>
            <a:spLocks noGrp="1"/>
          </p:cNvSpPr>
          <p:nvPr/>
        </p:nvSpPr>
        <p:spPr>
          <a:xfrm>
            <a:off x="9341644" y="2857500"/>
            <a:ext cx="26194" cy="547688"/>
          </a:xfrm>
          <a:prstGeom prst="rect">
            <a:avLst/>
          </a:prstGeom>
          <a:solidFill>
            <a:srgbClr val="1D4ED8"/>
          </a:solidFill>
          <a:ln w="13097">
            <a:solidFill>
              <a:srgbClr val="172B4D"/>
            </a:solidFill>
          </a:ln>
        </p:spPr>
      </p:sp>
      <p:sp>
        <p:nvSpPr>
          <p:cNvPr id="252" name="object-252">
            <a:extLst>
              <a:ext uri="{FF2B5EF4-FFF2-40B4-BE49-F238E27FC236}">
                <a16:creationId xmlns:a16="http://schemas.microsoft.com/office/drawing/2014/main" id="{38DE3A1E-0FAD-4AA4-8927-92001735E4AE}"/>
              </a:ext>
            </a:extLst>
          </p:cNvPr>
          <p:cNvSpPr>
            <a:spLocks noGrp="1"/>
          </p:cNvSpPr>
          <p:nvPr/>
        </p:nvSpPr>
        <p:spPr>
          <a:xfrm>
            <a:off x="9367838" y="2857500"/>
            <a:ext cx="26194" cy="547688"/>
          </a:xfrm>
          <a:prstGeom prst="rect">
            <a:avLst/>
          </a:prstGeom>
          <a:solidFill>
            <a:srgbClr val="1D4ED8"/>
          </a:solidFill>
          <a:ln w="13097">
            <a:solidFill>
              <a:srgbClr val="172B4D"/>
            </a:solidFill>
          </a:ln>
        </p:spPr>
      </p:sp>
      <p:sp>
        <p:nvSpPr>
          <p:cNvPr id="253" name="object-253">
            <a:extLst>
              <a:ext uri="{FF2B5EF4-FFF2-40B4-BE49-F238E27FC236}">
                <a16:creationId xmlns:a16="http://schemas.microsoft.com/office/drawing/2014/main" id="{EC3131AC-FAA8-45C4-829E-170FF9E6F80F}"/>
              </a:ext>
            </a:extLst>
          </p:cNvPr>
          <p:cNvSpPr>
            <a:spLocks noGrp="1"/>
          </p:cNvSpPr>
          <p:nvPr/>
        </p:nvSpPr>
        <p:spPr>
          <a:xfrm>
            <a:off x="9394031" y="2857500"/>
            <a:ext cx="26194" cy="547688"/>
          </a:xfrm>
          <a:prstGeom prst="rect">
            <a:avLst/>
          </a:prstGeom>
          <a:solidFill>
            <a:srgbClr val="1D4ED8"/>
          </a:solidFill>
          <a:ln w="13097">
            <a:solidFill>
              <a:srgbClr val="172B4D"/>
            </a:solidFill>
          </a:ln>
        </p:spPr>
      </p:sp>
      <p:sp>
        <p:nvSpPr>
          <p:cNvPr id="254" name="object-254">
            <a:extLst>
              <a:ext uri="{FF2B5EF4-FFF2-40B4-BE49-F238E27FC236}">
                <a16:creationId xmlns:a16="http://schemas.microsoft.com/office/drawing/2014/main" id="{D6F3C421-7A92-4263-97B1-7BB504A6CC2E}"/>
              </a:ext>
            </a:extLst>
          </p:cNvPr>
          <p:cNvSpPr>
            <a:spLocks noGrp="1"/>
          </p:cNvSpPr>
          <p:nvPr/>
        </p:nvSpPr>
        <p:spPr>
          <a:xfrm>
            <a:off x="9420225" y="2857500"/>
            <a:ext cx="26194" cy="547688"/>
          </a:xfrm>
          <a:prstGeom prst="rect">
            <a:avLst/>
          </a:prstGeom>
          <a:solidFill>
            <a:srgbClr val="1D4ED8"/>
          </a:solidFill>
          <a:ln w="13097">
            <a:solidFill>
              <a:srgbClr val="172B4D"/>
            </a:solidFill>
          </a:ln>
        </p:spPr>
      </p:sp>
      <p:sp>
        <p:nvSpPr>
          <p:cNvPr id="255" name="object-255">
            <a:extLst>
              <a:ext uri="{FF2B5EF4-FFF2-40B4-BE49-F238E27FC236}">
                <a16:creationId xmlns:a16="http://schemas.microsoft.com/office/drawing/2014/main" id="{0C5D5834-8F53-421E-8C10-8097A2C7E9A2}"/>
              </a:ext>
            </a:extLst>
          </p:cNvPr>
          <p:cNvSpPr>
            <a:spLocks noGrp="1"/>
          </p:cNvSpPr>
          <p:nvPr/>
        </p:nvSpPr>
        <p:spPr>
          <a:xfrm>
            <a:off x="9446419" y="2857500"/>
            <a:ext cx="26194" cy="547688"/>
          </a:xfrm>
          <a:prstGeom prst="rect">
            <a:avLst/>
          </a:prstGeom>
          <a:solidFill>
            <a:srgbClr val="1D4ED8"/>
          </a:solidFill>
          <a:ln w="13097">
            <a:solidFill>
              <a:srgbClr val="172B4D"/>
            </a:solidFill>
          </a:ln>
        </p:spPr>
      </p:sp>
      <p:sp>
        <p:nvSpPr>
          <p:cNvPr id="256" name="object-256">
            <a:extLst>
              <a:ext uri="{FF2B5EF4-FFF2-40B4-BE49-F238E27FC236}">
                <a16:creationId xmlns:a16="http://schemas.microsoft.com/office/drawing/2014/main" id="{E44A3DB7-242D-4E0C-8C7D-48A07119C712}"/>
              </a:ext>
            </a:extLst>
          </p:cNvPr>
          <p:cNvSpPr>
            <a:spLocks noGrp="1"/>
          </p:cNvSpPr>
          <p:nvPr/>
        </p:nvSpPr>
        <p:spPr>
          <a:xfrm>
            <a:off x="9472613" y="2857500"/>
            <a:ext cx="26194" cy="547688"/>
          </a:xfrm>
          <a:prstGeom prst="rect">
            <a:avLst/>
          </a:prstGeom>
          <a:solidFill>
            <a:srgbClr val="1D4ED8"/>
          </a:solidFill>
          <a:ln w="13097">
            <a:solidFill>
              <a:srgbClr val="172B4D"/>
            </a:solidFill>
          </a:ln>
        </p:spPr>
      </p:sp>
      <p:sp>
        <p:nvSpPr>
          <p:cNvPr id="257" name="object-257">
            <a:extLst>
              <a:ext uri="{FF2B5EF4-FFF2-40B4-BE49-F238E27FC236}">
                <a16:creationId xmlns:a16="http://schemas.microsoft.com/office/drawing/2014/main" id="{712BB945-9283-49B3-8FB9-E30B4A88A157}"/>
              </a:ext>
            </a:extLst>
          </p:cNvPr>
          <p:cNvSpPr>
            <a:spLocks noGrp="1"/>
          </p:cNvSpPr>
          <p:nvPr/>
        </p:nvSpPr>
        <p:spPr>
          <a:xfrm>
            <a:off x="9498806" y="2857500"/>
            <a:ext cx="26194" cy="547688"/>
          </a:xfrm>
          <a:prstGeom prst="rect">
            <a:avLst/>
          </a:prstGeom>
          <a:solidFill>
            <a:srgbClr val="1D4ED8"/>
          </a:solidFill>
          <a:ln w="13097">
            <a:solidFill>
              <a:srgbClr val="172B4D"/>
            </a:solidFill>
          </a:ln>
        </p:spPr>
      </p:sp>
      <p:sp>
        <p:nvSpPr>
          <p:cNvPr id="258" name="object-258">
            <a:extLst>
              <a:ext uri="{FF2B5EF4-FFF2-40B4-BE49-F238E27FC236}">
                <a16:creationId xmlns:a16="http://schemas.microsoft.com/office/drawing/2014/main" id="{EFEFDC09-181D-402F-A776-F19A8311EFB7}"/>
              </a:ext>
            </a:extLst>
          </p:cNvPr>
          <p:cNvSpPr>
            <a:spLocks noGrp="1"/>
          </p:cNvSpPr>
          <p:nvPr/>
        </p:nvSpPr>
        <p:spPr>
          <a:xfrm>
            <a:off x="9525000" y="2857500"/>
            <a:ext cx="26194" cy="547688"/>
          </a:xfrm>
          <a:prstGeom prst="rect">
            <a:avLst/>
          </a:prstGeom>
          <a:solidFill>
            <a:srgbClr val="1D4ED8"/>
          </a:solidFill>
          <a:ln w="13097">
            <a:solidFill>
              <a:srgbClr val="172B4D"/>
            </a:solidFill>
          </a:ln>
        </p:spPr>
      </p:sp>
      <p:sp>
        <p:nvSpPr>
          <p:cNvPr id="259" name="object-259">
            <a:extLst>
              <a:ext uri="{FF2B5EF4-FFF2-40B4-BE49-F238E27FC236}">
                <a16:creationId xmlns:a16="http://schemas.microsoft.com/office/drawing/2014/main" id="{1CD0CED8-72FE-4289-887A-F3C6092EFB98}"/>
              </a:ext>
            </a:extLst>
          </p:cNvPr>
          <p:cNvSpPr>
            <a:spLocks noGrp="1"/>
          </p:cNvSpPr>
          <p:nvPr/>
        </p:nvSpPr>
        <p:spPr>
          <a:xfrm>
            <a:off x="9551194" y="2857500"/>
            <a:ext cx="26194" cy="547688"/>
          </a:xfrm>
          <a:prstGeom prst="rect">
            <a:avLst/>
          </a:prstGeom>
          <a:solidFill>
            <a:srgbClr val="1D4ED8"/>
          </a:solidFill>
          <a:ln w="13097">
            <a:solidFill>
              <a:srgbClr val="172B4D"/>
            </a:solidFill>
          </a:ln>
        </p:spPr>
      </p:sp>
      <p:sp>
        <p:nvSpPr>
          <p:cNvPr id="260" name="object-260">
            <a:extLst>
              <a:ext uri="{FF2B5EF4-FFF2-40B4-BE49-F238E27FC236}">
                <a16:creationId xmlns:a16="http://schemas.microsoft.com/office/drawing/2014/main" id="{BD12BB92-8ACF-4737-9EF8-F82F57B7700D}"/>
              </a:ext>
            </a:extLst>
          </p:cNvPr>
          <p:cNvSpPr>
            <a:spLocks noGrp="1"/>
          </p:cNvSpPr>
          <p:nvPr/>
        </p:nvSpPr>
        <p:spPr>
          <a:xfrm>
            <a:off x="9577388" y="2857500"/>
            <a:ext cx="26194" cy="547688"/>
          </a:xfrm>
          <a:prstGeom prst="rect">
            <a:avLst/>
          </a:prstGeom>
          <a:solidFill>
            <a:srgbClr val="1D4ED8"/>
          </a:solidFill>
          <a:ln w="13097">
            <a:solidFill>
              <a:srgbClr val="172B4D"/>
            </a:solidFill>
          </a:ln>
        </p:spPr>
      </p:sp>
      <p:sp>
        <p:nvSpPr>
          <p:cNvPr id="261" name="object-261">
            <a:extLst>
              <a:ext uri="{FF2B5EF4-FFF2-40B4-BE49-F238E27FC236}">
                <a16:creationId xmlns:a16="http://schemas.microsoft.com/office/drawing/2014/main" id="{BC36B349-C7DA-41BE-BA67-4B8FDBC44851}"/>
              </a:ext>
            </a:extLst>
          </p:cNvPr>
          <p:cNvSpPr>
            <a:spLocks noGrp="1"/>
          </p:cNvSpPr>
          <p:nvPr/>
        </p:nvSpPr>
        <p:spPr>
          <a:xfrm>
            <a:off x="9603581" y="2857500"/>
            <a:ext cx="26194" cy="547688"/>
          </a:xfrm>
          <a:prstGeom prst="rect">
            <a:avLst/>
          </a:prstGeom>
          <a:solidFill>
            <a:srgbClr val="1D4ED8"/>
          </a:solidFill>
          <a:ln w="13097">
            <a:solidFill>
              <a:srgbClr val="172B4D"/>
            </a:solidFill>
          </a:ln>
        </p:spPr>
      </p:sp>
      <p:sp>
        <p:nvSpPr>
          <p:cNvPr id="262" name="object-262">
            <a:extLst>
              <a:ext uri="{FF2B5EF4-FFF2-40B4-BE49-F238E27FC236}">
                <a16:creationId xmlns:a16="http://schemas.microsoft.com/office/drawing/2014/main" id="{BF57B9E5-B606-407C-8088-78CAA59B3881}"/>
              </a:ext>
            </a:extLst>
          </p:cNvPr>
          <p:cNvSpPr>
            <a:spLocks noGrp="1"/>
          </p:cNvSpPr>
          <p:nvPr/>
        </p:nvSpPr>
        <p:spPr>
          <a:xfrm>
            <a:off x="9629775" y="2857500"/>
            <a:ext cx="26194" cy="547688"/>
          </a:xfrm>
          <a:prstGeom prst="rect">
            <a:avLst/>
          </a:prstGeom>
          <a:solidFill>
            <a:srgbClr val="1D4ED8"/>
          </a:solidFill>
          <a:ln w="13097">
            <a:solidFill>
              <a:srgbClr val="172B4D"/>
            </a:solidFill>
          </a:ln>
        </p:spPr>
      </p:sp>
      <p:sp>
        <p:nvSpPr>
          <p:cNvPr id="263" name="object-263">
            <a:extLst>
              <a:ext uri="{FF2B5EF4-FFF2-40B4-BE49-F238E27FC236}">
                <a16:creationId xmlns:a16="http://schemas.microsoft.com/office/drawing/2014/main" id="{9E0BF743-B278-4DC7-ADA1-BA0B4037396D}"/>
              </a:ext>
            </a:extLst>
          </p:cNvPr>
          <p:cNvSpPr>
            <a:spLocks noGrp="1"/>
          </p:cNvSpPr>
          <p:nvPr/>
        </p:nvSpPr>
        <p:spPr>
          <a:xfrm>
            <a:off x="9655969" y="2857500"/>
            <a:ext cx="26194" cy="547688"/>
          </a:xfrm>
          <a:prstGeom prst="rect">
            <a:avLst/>
          </a:prstGeom>
          <a:solidFill>
            <a:srgbClr val="1D4ED8"/>
          </a:solidFill>
          <a:ln w="13097">
            <a:solidFill>
              <a:srgbClr val="172B4D"/>
            </a:solidFill>
          </a:ln>
        </p:spPr>
      </p:sp>
      <p:sp>
        <p:nvSpPr>
          <p:cNvPr id="264" name="object-264">
            <a:extLst>
              <a:ext uri="{FF2B5EF4-FFF2-40B4-BE49-F238E27FC236}">
                <a16:creationId xmlns:a16="http://schemas.microsoft.com/office/drawing/2014/main" id="{D1639F69-3D17-4892-97CE-28CC43E6116D}"/>
              </a:ext>
            </a:extLst>
          </p:cNvPr>
          <p:cNvSpPr>
            <a:spLocks noGrp="1"/>
          </p:cNvSpPr>
          <p:nvPr/>
        </p:nvSpPr>
        <p:spPr>
          <a:xfrm>
            <a:off x="9682163" y="2857500"/>
            <a:ext cx="26194" cy="547688"/>
          </a:xfrm>
          <a:prstGeom prst="rect">
            <a:avLst/>
          </a:prstGeom>
          <a:solidFill>
            <a:srgbClr val="1D4ED8"/>
          </a:solidFill>
          <a:ln w="13097">
            <a:solidFill>
              <a:srgbClr val="172B4D"/>
            </a:solidFill>
          </a:ln>
        </p:spPr>
      </p:sp>
      <p:sp>
        <p:nvSpPr>
          <p:cNvPr id="265" name="object-265">
            <a:extLst>
              <a:ext uri="{FF2B5EF4-FFF2-40B4-BE49-F238E27FC236}">
                <a16:creationId xmlns:a16="http://schemas.microsoft.com/office/drawing/2014/main" id="{E03C68C9-DD0C-46F4-8643-70EBBD40C30D}"/>
              </a:ext>
            </a:extLst>
          </p:cNvPr>
          <p:cNvSpPr>
            <a:spLocks noGrp="1"/>
          </p:cNvSpPr>
          <p:nvPr/>
        </p:nvSpPr>
        <p:spPr>
          <a:xfrm>
            <a:off x="9708356" y="2857500"/>
            <a:ext cx="26194" cy="547688"/>
          </a:xfrm>
          <a:prstGeom prst="rect">
            <a:avLst/>
          </a:prstGeom>
          <a:solidFill>
            <a:srgbClr val="1D4ED8"/>
          </a:solidFill>
          <a:ln w="13097">
            <a:solidFill>
              <a:srgbClr val="172B4D"/>
            </a:solidFill>
          </a:ln>
        </p:spPr>
      </p:sp>
      <p:sp>
        <p:nvSpPr>
          <p:cNvPr id="266" name="object-266">
            <a:extLst>
              <a:ext uri="{FF2B5EF4-FFF2-40B4-BE49-F238E27FC236}">
                <a16:creationId xmlns:a16="http://schemas.microsoft.com/office/drawing/2014/main" id="{F5ECA36A-CA3A-4399-A22B-E56F5E6F6DBF}"/>
              </a:ext>
            </a:extLst>
          </p:cNvPr>
          <p:cNvSpPr>
            <a:spLocks noGrp="1"/>
          </p:cNvSpPr>
          <p:nvPr/>
        </p:nvSpPr>
        <p:spPr>
          <a:xfrm>
            <a:off x="9734550" y="2857500"/>
            <a:ext cx="26194" cy="547688"/>
          </a:xfrm>
          <a:prstGeom prst="rect">
            <a:avLst/>
          </a:prstGeom>
          <a:solidFill>
            <a:srgbClr val="1D4ED8"/>
          </a:solidFill>
          <a:ln w="13097">
            <a:solidFill>
              <a:srgbClr val="172B4D"/>
            </a:solidFill>
          </a:ln>
        </p:spPr>
      </p:sp>
      <p:sp>
        <p:nvSpPr>
          <p:cNvPr id="267" name="object-267">
            <a:extLst>
              <a:ext uri="{FF2B5EF4-FFF2-40B4-BE49-F238E27FC236}">
                <a16:creationId xmlns:a16="http://schemas.microsoft.com/office/drawing/2014/main" id="{12004B21-A47B-44EC-A028-47BE10FEC7A7}"/>
              </a:ext>
            </a:extLst>
          </p:cNvPr>
          <p:cNvSpPr>
            <a:spLocks noGrp="1"/>
          </p:cNvSpPr>
          <p:nvPr/>
        </p:nvSpPr>
        <p:spPr>
          <a:xfrm>
            <a:off x="9760744" y="2857500"/>
            <a:ext cx="26194" cy="547688"/>
          </a:xfrm>
          <a:prstGeom prst="rect">
            <a:avLst/>
          </a:prstGeom>
          <a:solidFill>
            <a:srgbClr val="1D4ED8"/>
          </a:solidFill>
          <a:ln w="13097">
            <a:solidFill>
              <a:srgbClr val="172B4D"/>
            </a:solidFill>
          </a:ln>
        </p:spPr>
      </p:sp>
      <p:sp>
        <p:nvSpPr>
          <p:cNvPr id="268" name="object-268">
            <a:extLst>
              <a:ext uri="{FF2B5EF4-FFF2-40B4-BE49-F238E27FC236}">
                <a16:creationId xmlns:a16="http://schemas.microsoft.com/office/drawing/2014/main" id="{1B470FA6-ED68-4C86-A586-8BCB0AF365AE}"/>
              </a:ext>
            </a:extLst>
          </p:cNvPr>
          <p:cNvSpPr>
            <a:spLocks noGrp="1"/>
          </p:cNvSpPr>
          <p:nvPr/>
        </p:nvSpPr>
        <p:spPr>
          <a:xfrm>
            <a:off x="9786938" y="2857500"/>
            <a:ext cx="26194" cy="547688"/>
          </a:xfrm>
          <a:prstGeom prst="rect">
            <a:avLst/>
          </a:prstGeom>
          <a:solidFill>
            <a:srgbClr val="1D4ED8"/>
          </a:solidFill>
          <a:ln w="13097">
            <a:solidFill>
              <a:srgbClr val="172B4D"/>
            </a:solidFill>
          </a:ln>
        </p:spPr>
      </p:sp>
      <p:sp>
        <p:nvSpPr>
          <p:cNvPr id="269" name="object-269">
            <a:extLst>
              <a:ext uri="{FF2B5EF4-FFF2-40B4-BE49-F238E27FC236}">
                <a16:creationId xmlns:a16="http://schemas.microsoft.com/office/drawing/2014/main" id="{9FE663A6-5DF3-4CF1-94C7-89454398D8B6}"/>
              </a:ext>
            </a:extLst>
          </p:cNvPr>
          <p:cNvSpPr>
            <a:spLocks noGrp="1"/>
          </p:cNvSpPr>
          <p:nvPr/>
        </p:nvSpPr>
        <p:spPr>
          <a:xfrm>
            <a:off x="9813131" y="2857500"/>
            <a:ext cx="26194" cy="547688"/>
          </a:xfrm>
          <a:prstGeom prst="rect">
            <a:avLst/>
          </a:prstGeom>
          <a:solidFill>
            <a:srgbClr val="1D4ED8"/>
          </a:solidFill>
          <a:ln w="13097">
            <a:solidFill>
              <a:srgbClr val="172B4D"/>
            </a:solidFill>
          </a:ln>
        </p:spPr>
      </p:sp>
      <p:sp>
        <p:nvSpPr>
          <p:cNvPr id="270" name="object-270">
            <a:extLst>
              <a:ext uri="{FF2B5EF4-FFF2-40B4-BE49-F238E27FC236}">
                <a16:creationId xmlns:a16="http://schemas.microsoft.com/office/drawing/2014/main" id="{6B587F20-1142-4D16-800C-7C7585658F6D}"/>
              </a:ext>
            </a:extLst>
          </p:cNvPr>
          <p:cNvSpPr>
            <a:spLocks noGrp="1"/>
          </p:cNvSpPr>
          <p:nvPr/>
        </p:nvSpPr>
        <p:spPr>
          <a:xfrm>
            <a:off x="9839325" y="2857500"/>
            <a:ext cx="26194" cy="547688"/>
          </a:xfrm>
          <a:prstGeom prst="rect">
            <a:avLst/>
          </a:prstGeom>
          <a:solidFill>
            <a:srgbClr val="1D4ED8"/>
          </a:solidFill>
          <a:ln w="13097">
            <a:solidFill>
              <a:srgbClr val="172B4D"/>
            </a:solidFill>
          </a:ln>
        </p:spPr>
      </p:sp>
      <p:sp>
        <p:nvSpPr>
          <p:cNvPr id="271" name="object-271">
            <a:extLst>
              <a:ext uri="{FF2B5EF4-FFF2-40B4-BE49-F238E27FC236}">
                <a16:creationId xmlns:a16="http://schemas.microsoft.com/office/drawing/2014/main" id="{44AD43D9-27B7-42CE-A0C4-34189CFFD370}"/>
              </a:ext>
            </a:extLst>
          </p:cNvPr>
          <p:cNvSpPr>
            <a:spLocks noGrp="1"/>
          </p:cNvSpPr>
          <p:nvPr/>
        </p:nvSpPr>
        <p:spPr>
          <a:xfrm>
            <a:off x="9865519" y="2857500"/>
            <a:ext cx="26194" cy="547688"/>
          </a:xfrm>
          <a:prstGeom prst="rect">
            <a:avLst/>
          </a:prstGeom>
          <a:solidFill>
            <a:srgbClr val="1D4ED8"/>
          </a:solidFill>
          <a:ln w="13097">
            <a:solidFill>
              <a:srgbClr val="172B4D"/>
            </a:solidFill>
          </a:ln>
        </p:spPr>
      </p:sp>
      <p:sp>
        <p:nvSpPr>
          <p:cNvPr id="272" name="object-272">
            <a:extLst>
              <a:ext uri="{FF2B5EF4-FFF2-40B4-BE49-F238E27FC236}">
                <a16:creationId xmlns:a16="http://schemas.microsoft.com/office/drawing/2014/main" id="{4B83D938-84EE-447B-A9DA-812B04E28BAB}"/>
              </a:ext>
            </a:extLst>
          </p:cNvPr>
          <p:cNvSpPr>
            <a:spLocks noGrp="1"/>
          </p:cNvSpPr>
          <p:nvPr/>
        </p:nvSpPr>
        <p:spPr>
          <a:xfrm>
            <a:off x="9891713" y="2857500"/>
            <a:ext cx="26194" cy="547688"/>
          </a:xfrm>
          <a:prstGeom prst="rect">
            <a:avLst/>
          </a:prstGeom>
          <a:solidFill>
            <a:srgbClr val="1D4ED8"/>
          </a:solidFill>
          <a:ln w="13097">
            <a:solidFill>
              <a:srgbClr val="172B4D"/>
            </a:solidFill>
          </a:ln>
        </p:spPr>
      </p:sp>
      <p:sp>
        <p:nvSpPr>
          <p:cNvPr id="273" name="object-273">
            <a:extLst>
              <a:ext uri="{FF2B5EF4-FFF2-40B4-BE49-F238E27FC236}">
                <a16:creationId xmlns:a16="http://schemas.microsoft.com/office/drawing/2014/main" id="{EFE9D336-A9D6-4D67-8A47-C9B244950629}"/>
              </a:ext>
            </a:extLst>
          </p:cNvPr>
          <p:cNvSpPr>
            <a:spLocks noGrp="1"/>
          </p:cNvSpPr>
          <p:nvPr/>
        </p:nvSpPr>
        <p:spPr>
          <a:xfrm>
            <a:off x="9917906" y="2857500"/>
            <a:ext cx="26194" cy="547688"/>
          </a:xfrm>
          <a:prstGeom prst="rect">
            <a:avLst/>
          </a:prstGeom>
          <a:solidFill>
            <a:srgbClr val="1D4ED8"/>
          </a:solidFill>
          <a:ln w="13097">
            <a:solidFill>
              <a:srgbClr val="172B4D"/>
            </a:solidFill>
          </a:ln>
        </p:spPr>
      </p:sp>
      <p:sp>
        <p:nvSpPr>
          <p:cNvPr id="274" name="object-274">
            <a:extLst>
              <a:ext uri="{FF2B5EF4-FFF2-40B4-BE49-F238E27FC236}">
                <a16:creationId xmlns:a16="http://schemas.microsoft.com/office/drawing/2014/main" id="{5C9518F3-F202-4F78-8DC4-A6F11790CD41}"/>
              </a:ext>
            </a:extLst>
          </p:cNvPr>
          <p:cNvSpPr>
            <a:spLocks noGrp="1"/>
          </p:cNvSpPr>
          <p:nvPr/>
        </p:nvSpPr>
        <p:spPr>
          <a:xfrm>
            <a:off x="9944100" y="2857500"/>
            <a:ext cx="26194" cy="547688"/>
          </a:xfrm>
          <a:prstGeom prst="rect">
            <a:avLst/>
          </a:prstGeom>
          <a:solidFill>
            <a:srgbClr val="1D4ED8"/>
          </a:solidFill>
          <a:ln w="13097">
            <a:solidFill>
              <a:srgbClr val="172B4D"/>
            </a:solidFill>
          </a:ln>
        </p:spPr>
      </p:sp>
      <p:sp>
        <p:nvSpPr>
          <p:cNvPr id="275" name="object-275">
            <a:extLst>
              <a:ext uri="{FF2B5EF4-FFF2-40B4-BE49-F238E27FC236}">
                <a16:creationId xmlns:a16="http://schemas.microsoft.com/office/drawing/2014/main" id="{A2DFBE83-46B7-4B80-B02B-D2D4148221A0}"/>
              </a:ext>
            </a:extLst>
          </p:cNvPr>
          <p:cNvSpPr>
            <a:spLocks noGrp="1"/>
          </p:cNvSpPr>
          <p:nvPr/>
        </p:nvSpPr>
        <p:spPr>
          <a:xfrm>
            <a:off x="9970294" y="2857500"/>
            <a:ext cx="26194" cy="547688"/>
          </a:xfrm>
          <a:prstGeom prst="rect">
            <a:avLst/>
          </a:prstGeom>
          <a:solidFill>
            <a:srgbClr val="1D4ED8"/>
          </a:solidFill>
          <a:ln w="13097">
            <a:solidFill>
              <a:srgbClr val="172B4D"/>
            </a:solidFill>
          </a:ln>
        </p:spPr>
      </p:sp>
      <p:sp>
        <p:nvSpPr>
          <p:cNvPr id="276" name="object-276">
            <a:extLst>
              <a:ext uri="{FF2B5EF4-FFF2-40B4-BE49-F238E27FC236}">
                <a16:creationId xmlns:a16="http://schemas.microsoft.com/office/drawing/2014/main" id="{75C44545-C7EC-4FFE-9AF2-4F78F60237E0}"/>
              </a:ext>
            </a:extLst>
          </p:cNvPr>
          <p:cNvSpPr>
            <a:spLocks noGrp="1"/>
          </p:cNvSpPr>
          <p:nvPr/>
        </p:nvSpPr>
        <p:spPr>
          <a:xfrm>
            <a:off x="9996488" y="2857500"/>
            <a:ext cx="26194" cy="547688"/>
          </a:xfrm>
          <a:prstGeom prst="rect">
            <a:avLst/>
          </a:prstGeom>
          <a:solidFill>
            <a:srgbClr val="1D4ED8"/>
          </a:solidFill>
          <a:ln w="13097">
            <a:solidFill>
              <a:srgbClr val="172B4D"/>
            </a:solidFill>
          </a:ln>
        </p:spPr>
      </p:sp>
      <p:sp>
        <p:nvSpPr>
          <p:cNvPr id="277" name="object-277">
            <a:extLst>
              <a:ext uri="{FF2B5EF4-FFF2-40B4-BE49-F238E27FC236}">
                <a16:creationId xmlns:a16="http://schemas.microsoft.com/office/drawing/2014/main" id="{6B0F13EB-96F1-453F-AF19-AC7612F98314}"/>
              </a:ext>
            </a:extLst>
          </p:cNvPr>
          <p:cNvSpPr>
            <a:spLocks noGrp="1"/>
          </p:cNvSpPr>
          <p:nvPr/>
        </p:nvSpPr>
        <p:spPr>
          <a:xfrm>
            <a:off x="10022681" y="2857500"/>
            <a:ext cx="26194" cy="547688"/>
          </a:xfrm>
          <a:prstGeom prst="rect">
            <a:avLst/>
          </a:prstGeom>
          <a:solidFill>
            <a:srgbClr val="1D4ED8"/>
          </a:solidFill>
          <a:ln w="13097">
            <a:solidFill>
              <a:srgbClr val="172B4D"/>
            </a:solidFill>
          </a:ln>
        </p:spPr>
      </p:sp>
      <p:sp>
        <p:nvSpPr>
          <p:cNvPr id="278" name="object-278">
            <a:extLst>
              <a:ext uri="{FF2B5EF4-FFF2-40B4-BE49-F238E27FC236}">
                <a16:creationId xmlns:a16="http://schemas.microsoft.com/office/drawing/2014/main" id="{D82D771C-F5CD-46C3-81A3-560CF2331D5E}"/>
              </a:ext>
            </a:extLst>
          </p:cNvPr>
          <p:cNvSpPr>
            <a:spLocks noGrp="1"/>
          </p:cNvSpPr>
          <p:nvPr/>
        </p:nvSpPr>
        <p:spPr>
          <a:xfrm>
            <a:off x="10048875" y="2857500"/>
            <a:ext cx="26194" cy="547688"/>
          </a:xfrm>
          <a:prstGeom prst="rect">
            <a:avLst/>
          </a:prstGeom>
          <a:solidFill>
            <a:srgbClr val="1D4ED8"/>
          </a:solidFill>
          <a:ln w="13097">
            <a:solidFill>
              <a:srgbClr val="172B4D"/>
            </a:solidFill>
          </a:ln>
        </p:spPr>
      </p:sp>
      <p:sp>
        <p:nvSpPr>
          <p:cNvPr id="279" name="object-279">
            <a:extLst>
              <a:ext uri="{FF2B5EF4-FFF2-40B4-BE49-F238E27FC236}">
                <a16:creationId xmlns:a16="http://schemas.microsoft.com/office/drawing/2014/main" id="{F3F9AE23-162A-442E-8034-4AE308ECD670}"/>
              </a:ext>
            </a:extLst>
          </p:cNvPr>
          <p:cNvSpPr>
            <a:spLocks noGrp="1"/>
          </p:cNvSpPr>
          <p:nvPr/>
        </p:nvSpPr>
        <p:spPr>
          <a:xfrm>
            <a:off x="10075069" y="2857500"/>
            <a:ext cx="26194" cy="547688"/>
          </a:xfrm>
          <a:prstGeom prst="rect">
            <a:avLst/>
          </a:prstGeom>
          <a:solidFill>
            <a:srgbClr val="1D4ED8"/>
          </a:solidFill>
          <a:ln w="13097">
            <a:solidFill>
              <a:srgbClr val="172B4D"/>
            </a:solidFill>
          </a:ln>
        </p:spPr>
      </p:sp>
      <p:sp>
        <p:nvSpPr>
          <p:cNvPr id="280" name="object-280">
            <a:extLst>
              <a:ext uri="{FF2B5EF4-FFF2-40B4-BE49-F238E27FC236}">
                <a16:creationId xmlns:a16="http://schemas.microsoft.com/office/drawing/2014/main" id="{3F35EB20-04C3-4712-9D3F-DD3B779113E8}"/>
              </a:ext>
            </a:extLst>
          </p:cNvPr>
          <p:cNvSpPr>
            <a:spLocks noGrp="1"/>
          </p:cNvSpPr>
          <p:nvPr/>
        </p:nvSpPr>
        <p:spPr>
          <a:xfrm>
            <a:off x="10101263" y="2857500"/>
            <a:ext cx="26194" cy="547688"/>
          </a:xfrm>
          <a:prstGeom prst="rect">
            <a:avLst/>
          </a:prstGeom>
          <a:solidFill>
            <a:srgbClr val="1D4ED8"/>
          </a:solidFill>
          <a:ln w="13097">
            <a:solidFill>
              <a:srgbClr val="172B4D"/>
            </a:solidFill>
          </a:ln>
        </p:spPr>
      </p:sp>
      <p:sp>
        <p:nvSpPr>
          <p:cNvPr id="281" name="object-281">
            <a:extLst>
              <a:ext uri="{FF2B5EF4-FFF2-40B4-BE49-F238E27FC236}">
                <a16:creationId xmlns:a16="http://schemas.microsoft.com/office/drawing/2014/main" id="{2F822F38-9DD8-4797-8BC1-5A7A6C565900}"/>
              </a:ext>
            </a:extLst>
          </p:cNvPr>
          <p:cNvSpPr>
            <a:spLocks noGrp="1"/>
          </p:cNvSpPr>
          <p:nvPr/>
        </p:nvSpPr>
        <p:spPr>
          <a:xfrm>
            <a:off x="10127456" y="2857500"/>
            <a:ext cx="26194" cy="547688"/>
          </a:xfrm>
          <a:prstGeom prst="rect">
            <a:avLst/>
          </a:prstGeom>
          <a:solidFill>
            <a:srgbClr val="1D4ED8"/>
          </a:solidFill>
          <a:ln w="13097">
            <a:solidFill>
              <a:srgbClr val="172B4D"/>
            </a:solidFill>
          </a:ln>
        </p:spPr>
      </p:sp>
      <p:sp>
        <p:nvSpPr>
          <p:cNvPr id="282" name="object-282">
            <a:extLst>
              <a:ext uri="{FF2B5EF4-FFF2-40B4-BE49-F238E27FC236}">
                <a16:creationId xmlns:a16="http://schemas.microsoft.com/office/drawing/2014/main" id="{8A3D7B09-589E-41A1-8DE2-C28B2DD38AC9}"/>
              </a:ext>
            </a:extLst>
          </p:cNvPr>
          <p:cNvSpPr>
            <a:spLocks noGrp="1"/>
          </p:cNvSpPr>
          <p:nvPr/>
        </p:nvSpPr>
        <p:spPr>
          <a:xfrm>
            <a:off x="10153650" y="2857500"/>
            <a:ext cx="26194" cy="547688"/>
          </a:xfrm>
          <a:prstGeom prst="rect">
            <a:avLst/>
          </a:prstGeom>
          <a:solidFill>
            <a:srgbClr val="1D4ED8"/>
          </a:solidFill>
          <a:ln w="13097">
            <a:solidFill>
              <a:srgbClr val="172B4D"/>
            </a:solidFill>
          </a:ln>
        </p:spPr>
      </p:sp>
      <p:sp>
        <p:nvSpPr>
          <p:cNvPr id="283" name="object-283">
            <a:extLst>
              <a:ext uri="{FF2B5EF4-FFF2-40B4-BE49-F238E27FC236}">
                <a16:creationId xmlns:a16="http://schemas.microsoft.com/office/drawing/2014/main" id="{E3854E60-2F48-4C4C-A55A-7828B1DFAD28}"/>
              </a:ext>
            </a:extLst>
          </p:cNvPr>
          <p:cNvSpPr>
            <a:spLocks noGrp="1"/>
          </p:cNvSpPr>
          <p:nvPr/>
        </p:nvSpPr>
        <p:spPr>
          <a:xfrm>
            <a:off x="10179844" y="2857500"/>
            <a:ext cx="26194" cy="547688"/>
          </a:xfrm>
          <a:prstGeom prst="rect">
            <a:avLst/>
          </a:prstGeom>
          <a:solidFill>
            <a:srgbClr val="1D4ED8"/>
          </a:solidFill>
          <a:ln w="13097">
            <a:solidFill>
              <a:srgbClr val="172B4D"/>
            </a:solidFill>
          </a:ln>
        </p:spPr>
      </p:sp>
      <p:sp>
        <p:nvSpPr>
          <p:cNvPr id="284" name="object-284">
            <a:extLst>
              <a:ext uri="{FF2B5EF4-FFF2-40B4-BE49-F238E27FC236}">
                <a16:creationId xmlns:a16="http://schemas.microsoft.com/office/drawing/2014/main" id="{D26C29F2-EEA7-4FCB-82C8-7171EE72B04A}"/>
              </a:ext>
            </a:extLst>
          </p:cNvPr>
          <p:cNvSpPr>
            <a:spLocks noGrp="1"/>
          </p:cNvSpPr>
          <p:nvPr/>
        </p:nvSpPr>
        <p:spPr>
          <a:xfrm>
            <a:off x="10206038" y="2857500"/>
            <a:ext cx="26194" cy="547688"/>
          </a:xfrm>
          <a:prstGeom prst="rect">
            <a:avLst/>
          </a:prstGeom>
          <a:solidFill>
            <a:srgbClr val="1D4ED8"/>
          </a:solidFill>
          <a:ln w="13097">
            <a:solidFill>
              <a:srgbClr val="172B4D"/>
            </a:solidFill>
          </a:ln>
        </p:spPr>
      </p:sp>
      <p:sp>
        <p:nvSpPr>
          <p:cNvPr id="285" name="object-285">
            <a:extLst>
              <a:ext uri="{FF2B5EF4-FFF2-40B4-BE49-F238E27FC236}">
                <a16:creationId xmlns:a16="http://schemas.microsoft.com/office/drawing/2014/main" id="{5CA27508-BC7A-45E3-B4F0-759E104838EF}"/>
              </a:ext>
            </a:extLst>
          </p:cNvPr>
          <p:cNvSpPr>
            <a:spLocks noGrp="1"/>
          </p:cNvSpPr>
          <p:nvPr/>
        </p:nvSpPr>
        <p:spPr>
          <a:xfrm>
            <a:off x="10232231" y="2857500"/>
            <a:ext cx="26194" cy="547688"/>
          </a:xfrm>
          <a:prstGeom prst="rect">
            <a:avLst/>
          </a:prstGeom>
          <a:solidFill>
            <a:srgbClr val="1D4ED8"/>
          </a:solidFill>
          <a:ln w="13097">
            <a:solidFill>
              <a:srgbClr val="172B4D"/>
            </a:solidFill>
          </a:ln>
        </p:spPr>
      </p:sp>
      <p:sp>
        <p:nvSpPr>
          <p:cNvPr id="286" name="object-286">
            <a:extLst>
              <a:ext uri="{FF2B5EF4-FFF2-40B4-BE49-F238E27FC236}">
                <a16:creationId xmlns:a16="http://schemas.microsoft.com/office/drawing/2014/main" id="{244577D8-0D70-40E5-9B1F-8096FC2CD9BB}"/>
              </a:ext>
            </a:extLst>
          </p:cNvPr>
          <p:cNvSpPr>
            <a:spLocks noGrp="1"/>
          </p:cNvSpPr>
          <p:nvPr/>
        </p:nvSpPr>
        <p:spPr>
          <a:xfrm>
            <a:off x="10258425" y="2857500"/>
            <a:ext cx="26194" cy="547688"/>
          </a:xfrm>
          <a:prstGeom prst="rect">
            <a:avLst/>
          </a:prstGeom>
          <a:solidFill>
            <a:srgbClr val="1D4ED8"/>
          </a:solidFill>
          <a:ln w="13097">
            <a:solidFill>
              <a:srgbClr val="172B4D"/>
            </a:solidFill>
          </a:ln>
        </p:spPr>
      </p:sp>
      <p:sp>
        <p:nvSpPr>
          <p:cNvPr id="287" name="object-287">
            <a:extLst>
              <a:ext uri="{FF2B5EF4-FFF2-40B4-BE49-F238E27FC236}">
                <a16:creationId xmlns:a16="http://schemas.microsoft.com/office/drawing/2014/main" id="{8F777B76-6D77-4D20-AA51-B1ADF4C0B433}"/>
              </a:ext>
            </a:extLst>
          </p:cNvPr>
          <p:cNvSpPr>
            <a:spLocks noGrp="1"/>
          </p:cNvSpPr>
          <p:nvPr/>
        </p:nvSpPr>
        <p:spPr>
          <a:xfrm>
            <a:off x="10284619" y="2857500"/>
            <a:ext cx="26194" cy="547688"/>
          </a:xfrm>
          <a:prstGeom prst="rect">
            <a:avLst/>
          </a:prstGeom>
          <a:solidFill>
            <a:srgbClr val="1D4ED8"/>
          </a:solidFill>
          <a:ln w="13097">
            <a:solidFill>
              <a:srgbClr val="172B4D"/>
            </a:solidFill>
          </a:ln>
        </p:spPr>
      </p:sp>
      <p:sp>
        <p:nvSpPr>
          <p:cNvPr id="288" name="object-288">
            <a:extLst>
              <a:ext uri="{FF2B5EF4-FFF2-40B4-BE49-F238E27FC236}">
                <a16:creationId xmlns:a16="http://schemas.microsoft.com/office/drawing/2014/main" id="{85725F0B-C198-46B9-92C0-2490C2039332}"/>
              </a:ext>
            </a:extLst>
          </p:cNvPr>
          <p:cNvSpPr>
            <a:spLocks noGrp="1"/>
          </p:cNvSpPr>
          <p:nvPr/>
        </p:nvSpPr>
        <p:spPr>
          <a:xfrm>
            <a:off x="10310813" y="2857500"/>
            <a:ext cx="26194" cy="547688"/>
          </a:xfrm>
          <a:prstGeom prst="rect">
            <a:avLst/>
          </a:prstGeom>
          <a:solidFill>
            <a:srgbClr val="1D4ED8"/>
          </a:solidFill>
          <a:ln w="13097">
            <a:solidFill>
              <a:srgbClr val="172B4D"/>
            </a:solidFill>
          </a:ln>
        </p:spPr>
      </p:sp>
      <p:sp>
        <p:nvSpPr>
          <p:cNvPr id="289" name="object-289">
            <a:extLst>
              <a:ext uri="{FF2B5EF4-FFF2-40B4-BE49-F238E27FC236}">
                <a16:creationId xmlns:a16="http://schemas.microsoft.com/office/drawing/2014/main" id="{191BC0C1-CFA0-4C21-A473-4E3EFBA910A8}"/>
              </a:ext>
            </a:extLst>
          </p:cNvPr>
          <p:cNvSpPr>
            <a:spLocks noGrp="1"/>
          </p:cNvSpPr>
          <p:nvPr/>
        </p:nvSpPr>
        <p:spPr>
          <a:xfrm>
            <a:off x="10337006" y="2857500"/>
            <a:ext cx="26194" cy="547688"/>
          </a:xfrm>
          <a:prstGeom prst="rect">
            <a:avLst/>
          </a:prstGeom>
          <a:solidFill>
            <a:srgbClr val="1D4ED8"/>
          </a:solidFill>
          <a:ln w="13097">
            <a:solidFill>
              <a:srgbClr val="172B4D"/>
            </a:solidFill>
          </a:ln>
        </p:spPr>
      </p:sp>
      <p:sp>
        <p:nvSpPr>
          <p:cNvPr id="290" name="object-290">
            <a:extLst>
              <a:ext uri="{FF2B5EF4-FFF2-40B4-BE49-F238E27FC236}">
                <a16:creationId xmlns:a16="http://schemas.microsoft.com/office/drawing/2014/main" id="{D3287BF6-2C21-4C37-9F88-18876C593410}"/>
              </a:ext>
            </a:extLst>
          </p:cNvPr>
          <p:cNvSpPr>
            <a:spLocks noGrp="1"/>
          </p:cNvSpPr>
          <p:nvPr/>
        </p:nvSpPr>
        <p:spPr>
          <a:xfrm>
            <a:off x="10363200" y="2857500"/>
            <a:ext cx="26194" cy="547688"/>
          </a:xfrm>
          <a:prstGeom prst="rect">
            <a:avLst/>
          </a:prstGeom>
          <a:solidFill>
            <a:srgbClr val="1D4ED8"/>
          </a:solidFill>
          <a:ln w="13097">
            <a:solidFill>
              <a:srgbClr val="172B4D"/>
            </a:solidFill>
          </a:ln>
        </p:spPr>
      </p:sp>
      <p:sp>
        <p:nvSpPr>
          <p:cNvPr id="291" name="object-291">
            <a:extLst>
              <a:ext uri="{FF2B5EF4-FFF2-40B4-BE49-F238E27FC236}">
                <a16:creationId xmlns:a16="http://schemas.microsoft.com/office/drawing/2014/main" id="{7F5093D7-2D64-457F-B904-A5855FA642CE}"/>
              </a:ext>
            </a:extLst>
          </p:cNvPr>
          <p:cNvSpPr>
            <a:spLocks noGrp="1"/>
          </p:cNvSpPr>
          <p:nvPr/>
        </p:nvSpPr>
        <p:spPr>
          <a:xfrm>
            <a:off x="10389394" y="2857500"/>
            <a:ext cx="26194" cy="547688"/>
          </a:xfrm>
          <a:prstGeom prst="rect">
            <a:avLst/>
          </a:prstGeom>
          <a:solidFill>
            <a:srgbClr val="1D4ED8"/>
          </a:solidFill>
          <a:ln w="13097">
            <a:solidFill>
              <a:srgbClr val="172B4D"/>
            </a:solidFill>
          </a:ln>
        </p:spPr>
      </p:sp>
      <p:sp>
        <p:nvSpPr>
          <p:cNvPr id="292" name="object-292">
            <a:extLst>
              <a:ext uri="{FF2B5EF4-FFF2-40B4-BE49-F238E27FC236}">
                <a16:creationId xmlns:a16="http://schemas.microsoft.com/office/drawing/2014/main" id="{83C5FE2A-5094-4E35-A541-FEA11292968D}"/>
              </a:ext>
            </a:extLst>
          </p:cNvPr>
          <p:cNvSpPr>
            <a:spLocks noGrp="1"/>
          </p:cNvSpPr>
          <p:nvPr/>
        </p:nvSpPr>
        <p:spPr>
          <a:xfrm>
            <a:off x="10415588" y="2857500"/>
            <a:ext cx="26194" cy="547688"/>
          </a:xfrm>
          <a:prstGeom prst="rect">
            <a:avLst/>
          </a:prstGeom>
          <a:solidFill>
            <a:srgbClr val="1D4ED8"/>
          </a:solidFill>
          <a:ln w="13097">
            <a:solidFill>
              <a:srgbClr val="172B4D"/>
            </a:solidFill>
          </a:ln>
        </p:spPr>
      </p:sp>
      <p:sp>
        <p:nvSpPr>
          <p:cNvPr id="293" name="object-293">
            <a:extLst>
              <a:ext uri="{FF2B5EF4-FFF2-40B4-BE49-F238E27FC236}">
                <a16:creationId xmlns:a16="http://schemas.microsoft.com/office/drawing/2014/main" id="{2CC56960-727B-4590-9B4F-644B64203AC8}"/>
              </a:ext>
            </a:extLst>
          </p:cNvPr>
          <p:cNvSpPr>
            <a:spLocks noGrp="1"/>
          </p:cNvSpPr>
          <p:nvPr/>
        </p:nvSpPr>
        <p:spPr>
          <a:xfrm>
            <a:off x="10441781" y="2857500"/>
            <a:ext cx="26194" cy="547688"/>
          </a:xfrm>
          <a:prstGeom prst="rect">
            <a:avLst/>
          </a:prstGeom>
          <a:solidFill>
            <a:srgbClr val="1D4ED8"/>
          </a:solidFill>
          <a:ln w="13097">
            <a:solidFill>
              <a:srgbClr val="172B4D"/>
            </a:solidFill>
          </a:ln>
        </p:spPr>
      </p:sp>
      <p:sp>
        <p:nvSpPr>
          <p:cNvPr id="294" name="object-294">
            <a:extLst>
              <a:ext uri="{FF2B5EF4-FFF2-40B4-BE49-F238E27FC236}">
                <a16:creationId xmlns:a16="http://schemas.microsoft.com/office/drawing/2014/main" id="{A6251A4D-BBEE-496F-AA9E-167EEB57ECAE}"/>
              </a:ext>
            </a:extLst>
          </p:cNvPr>
          <p:cNvSpPr>
            <a:spLocks noGrp="1"/>
          </p:cNvSpPr>
          <p:nvPr/>
        </p:nvSpPr>
        <p:spPr>
          <a:xfrm>
            <a:off x="10467975" y="2857500"/>
            <a:ext cx="26194" cy="547688"/>
          </a:xfrm>
          <a:prstGeom prst="rect">
            <a:avLst/>
          </a:prstGeom>
          <a:solidFill>
            <a:srgbClr val="1D4ED8"/>
          </a:solidFill>
          <a:ln w="13097">
            <a:solidFill>
              <a:srgbClr val="172B4D"/>
            </a:solidFill>
          </a:ln>
        </p:spPr>
      </p:sp>
      <p:sp>
        <p:nvSpPr>
          <p:cNvPr id="295" name="object-295">
            <a:extLst>
              <a:ext uri="{FF2B5EF4-FFF2-40B4-BE49-F238E27FC236}">
                <a16:creationId xmlns:a16="http://schemas.microsoft.com/office/drawing/2014/main" id="{DF72D7D7-1749-4AAE-91B5-6A16FA878117}"/>
              </a:ext>
            </a:extLst>
          </p:cNvPr>
          <p:cNvSpPr>
            <a:spLocks noGrp="1"/>
          </p:cNvSpPr>
          <p:nvPr/>
        </p:nvSpPr>
        <p:spPr>
          <a:xfrm>
            <a:off x="10494169" y="2857500"/>
            <a:ext cx="26194" cy="547688"/>
          </a:xfrm>
          <a:prstGeom prst="rect">
            <a:avLst/>
          </a:prstGeom>
          <a:solidFill>
            <a:srgbClr val="1D4ED8"/>
          </a:solidFill>
          <a:ln w="13097">
            <a:solidFill>
              <a:srgbClr val="172B4D"/>
            </a:solidFill>
          </a:ln>
        </p:spPr>
      </p:sp>
      <p:sp>
        <p:nvSpPr>
          <p:cNvPr id="296" name="object-296">
            <a:extLst>
              <a:ext uri="{FF2B5EF4-FFF2-40B4-BE49-F238E27FC236}">
                <a16:creationId xmlns:a16="http://schemas.microsoft.com/office/drawing/2014/main" id="{5A7E309A-5017-4FAD-A2D5-4331D3FF92BC}"/>
              </a:ext>
            </a:extLst>
          </p:cNvPr>
          <p:cNvSpPr>
            <a:spLocks noGrp="1"/>
          </p:cNvSpPr>
          <p:nvPr/>
        </p:nvSpPr>
        <p:spPr>
          <a:xfrm>
            <a:off x="10520363" y="2857500"/>
            <a:ext cx="26194" cy="547688"/>
          </a:xfrm>
          <a:prstGeom prst="rect">
            <a:avLst/>
          </a:prstGeom>
          <a:solidFill>
            <a:srgbClr val="1D4ED8"/>
          </a:solidFill>
          <a:ln w="13097">
            <a:solidFill>
              <a:srgbClr val="172B4D"/>
            </a:solidFill>
          </a:ln>
        </p:spPr>
      </p:sp>
      <p:sp>
        <p:nvSpPr>
          <p:cNvPr id="297" name="object-297">
            <a:extLst>
              <a:ext uri="{FF2B5EF4-FFF2-40B4-BE49-F238E27FC236}">
                <a16:creationId xmlns:a16="http://schemas.microsoft.com/office/drawing/2014/main" id="{4EEB440A-D0EC-432C-9E14-FE1FA2D4549D}"/>
              </a:ext>
            </a:extLst>
          </p:cNvPr>
          <p:cNvSpPr>
            <a:spLocks noGrp="1"/>
          </p:cNvSpPr>
          <p:nvPr/>
        </p:nvSpPr>
        <p:spPr>
          <a:xfrm>
            <a:off x="10546556" y="2857500"/>
            <a:ext cx="26194" cy="547688"/>
          </a:xfrm>
          <a:prstGeom prst="rect">
            <a:avLst/>
          </a:prstGeom>
          <a:solidFill>
            <a:srgbClr val="1D4ED8"/>
          </a:solidFill>
          <a:ln w="13097">
            <a:solidFill>
              <a:srgbClr val="172B4D"/>
            </a:solidFill>
          </a:ln>
        </p:spPr>
      </p:sp>
      <p:sp>
        <p:nvSpPr>
          <p:cNvPr id="298" name="object-298">
            <a:extLst>
              <a:ext uri="{FF2B5EF4-FFF2-40B4-BE49-F238E27FC236}">
                <a16:creationId xmlns:a16="http://schemas.microsoft.com/office/drawing/2014/main" id="{E50CECE5-36AD-42D0-A24C-A7A0F6D0F7A7}"/>
              </a:ext>
            </a:extLst>
          </p:cNvPr>
          <p:cNvSpPr>
            <a:spLocks noGrp="1"/>
          </p:cNvSpPr>
          <p:nvPr/>
        </p:nvSpPr>
        <p:spPr>
          <a:xfrm>
            <a:off x="10572750" y="2857500"/>
            <a:ext cx="26194" cy="547688"/>
          </a:xfrm>
          <a:prstGeom prst="rect">
            <a:avLst/>
          </a:prstGeom>
          <a:solidFill>
            <a:srgbClr val="1D4ED8"/>
          </a:solidFill>
          <a:ln w="13097">
            <a:solidFill>
              <a:srgbClr val="172B4D"/>
            </a:solidFill>
          </a:ln>
        </p:spPr>
      </p:sp>
      <p:sp>
        <p:nvSpPr>
          <p:cNvPr id="299" name="object-299">
            <a:extLst>
              <a:ext uri="{FF2B5EF4-FFF2-40B4-BE49-F238E27FC236}">
                <a16:creationId xmlns:a16="http://schemas.microsoft.com/office/drawing/2014/main" id="{485B67E1-C62C-443A-B4DF-5E194DEF233C}"/>
              </a:ext>
            </a:extLst>
          </p:cNvPr>
          <p:cNvSpPr>
            <a:spLocks noGrp="1"/>
          </p:cNvSpPr>
          <p:nvPr/>
        </p:nvSpPr>
        <p:spPr>
          <a:xfrm>
            <a:off x="10598944" y="2857500"/>
            <a:ext cx="26194" cy="547688"/>
          </a:xfrm>
          <a:prstGeom prst="rect">
            <a:avLst/>
          </a:prstGeom>
          <a:solidFill>
            <a:srgbClr val="1D4ED8"/>
          </a:solidFill>
          <a:ln w="13097">
            <a:solidFill>
              <a:srgbClr val="172B4D"/>
            </a:solidFill>
          </a:ln>
        </p:spPr>
      </p:sp>
      <p:sp>
        <p:nvSpPr>
          <p:cNvPr id="300" name="object-300">
            <a:extLst>
              <a:ext uri="{FF2B5EF4-FFF2-40B4-BE49-F238E27FC236}">
                <a16:creationId xmlns:a16="http://schemas.microsoft.com/office/drawing/2014/main" id="{E47A433E-A426-4DF2-930A-EA76037BACC8}"/>
              </a:ext>
            </a:extLst>
          </p:cNvPr>
          <p:cNvSpPr>
            <a:spLocks noGrp="1"/>
          </p:cNvSpPr>
          <p:nvPr/>
        </p:nvSpPr>
        <p:spPr>
          <a:xfrm>
            <a:off x="10625138" y="2857500"/>
            <a:ext cx="26194" cy="547688"/>
          </a:xfrm>
          <a:prstGeom prst="rect">
            <a:avLst/>
          </a:prstGeom>
          <a:solidFill>
            <a:srgbClr val="1D4ED8"/>
          </a:solidFill>
          <a:ln w="13097">
            <a:solidFill>
              <a:srgbClr val="172B4D"/>
            </a:solidFill>
          </a:ln>
        </p:spPr>
      </p:sp>
      <p:sp>
        <p:nvSpPr>
          <p:cNvPr id="301" name="object-301">
            <a:extLst>
              <a:ext uri="{FF2B5EF4-FFF2-40B4-BE49-F238E27FC236}">
                <a16:creationId xmlns:a16="http://schemas.microsoft.com/office/drawing/2014/main" id="{03DBD56F-BB82-4A16-9DC3-32C22A4D35A9}"/>
              </a:ext>
            </a:extLst>
          </p:cNvPr>
          <p:cNvSpPr>
            <a:spLocks noGrp="1"/>
          </p:cNvSpPr>
          <p:nvPr/>
        </p:nvSpPr>
        <p:spPr>
          <a:xfrm>
            <a:off x="10651331" y="2857500"/>
            <a:ext cx="26194" cy="547688"/>
          </a:xfrm>
          <a:prstGeom prst="rect">
            <a:avLst/>
          </a:prstGeom>
          <a:solidFill>
            <a:srgbClr val="1D4ED8"/>
          </a:solidFill>
          <a:ln w="13097">
            <a:solidFill>
              <a:srgbClr val="172B4D"/>
            </a:solidFill>
          </a:ln>
        </p:spPr>
      </p:sp>
      <p:sp>
        <p:nvSpPr>
          <p:cNvPr id="302" name="object-302">
            <a:extLst>
              <a:ext uri="{FF2B5EF4-FFF2-40B4-BE49-F238E27FC236}">
                <a16:creationId xmlns:a16="http://schemas.microsoft.com/office/drawing/2014/main" id="{38B539F6-72B8-410F-833B-015C4F277CA5}"/>
              </a:ext>
            </a:extLst>
          </p:cNvPr>
          <p:cNvSpPr>
            <a:spLocks noGrp="1"/>
          </p:cNvSpPr>
          <p:nvPr/>
        </p:nvSpPr>
        <p:spPr>
          <a:xfrm>
            <a:off x="10677525" y="2857500"/>
            <a:ext cx="26194" cy="547688"/>
          </a:xfrm>
          <a:prstGeom prst="rect">
            <a:avLst/>
          </a:prstGeom>
          <a:solidFill>
            <a:srgbClr val="1D4ED8"/>
          </a:solidFill>
          <a:ln w="13097">
            <a:solidFill>
              <a:srgbClr val="172B4D"/>
            </a:solidFill>
          </a:ln>
        </p:spPr>
      </p:sp>
      <p:sp>
        <p:nvSpPr>
          <p:cNvPr id="303" name="object-303">
            <a:extLst>
              <a:ext uri="{FF2B5EF4-FFF2-40B4-BE49-F238E27FC236}">
                <a16:creationId xmlns:a16="http://schemas.microsoft.com/office/drawing/2014/main" id="{33C56B67-DBE5-49EB-A558-A843C7EA578F}"/>
              </a:ext>
            </a:extLst>
          </p:cNvPr>
          <p:cNvSpPr>
            <a:spLocks noGrp="1"/>
          </p:cNvSpPr>
          <p:nvPr/>
        </p:nvSpPr>
        <p:spPr>
          <a:xfrm>
            <a:off x="10703719" y="2857500"/>
            <a:ext cx="26194" cy="547688"/>
          </a:xfrm>
          <a:prstGeom prst="rect">
            <a:avLst/>
          </a:prstGeom>
          <a:solidFill>
            <a:srgbClr val="1D4ED8"/>
          </a:solidFill>
          <a:ln w="13097">
            <a:solidFill>
              <a:srgbClr val="172B4D"/>
            </a:solidFill>
          </a:ln>
        </p:spPr>
      </p:sp>
      <p:sp>
        <p:nvSpPr>
          <p:cNvPr id="304" name="object-304">
            <a:extLst>
              <a:ext uri="{FF2B5EF4-FFF2-40B4-BE49-F238E27FC236}">
                <a16:creationId xmlns:a16="http://schemas.microsoft.com/office/drawing/2014/main" id="{94BC6376-40DA-4F11-97DF-4F1547411901}"/>
              </a:ext>
            </a:extLst>
          </p:cNvPr>
          <p:cNvSpPr>
            <a:spLocks noGrp="1"/>
          </p:cNvSpPr>
          <p:nvPr/>
        </p:nvSpPr>
        <p:spPr>
          <a:xfrm>
            <a:off x="10729913" y="2857500"/>
            <a:ext cx="26194" cy="547688"/>
          </a:xfrm>
          <a:prstGeom prst="rect">
            <a:avLst/>
          </a:prstGeom>
          <a:solidFill>
            <a:srgbClr val="1D4ED8"/>
          </a:solidFill>
          <a:ln w="13097">
            <a:solidFill>
              <a:srgbClr val="172B4D"/>
            </a:solidFill>
          </a:ln>
        </p:spPr>
      </p:sp>
      <p:sp>
        <p:nvSpPr>
          <p:cNvPr id="305" name="object-305">
            <a:extLst>
              <a:ext uri="{FF2B5EF4-FFF2-40B4-BE49-F238E27FC236}">
                <a16:creationId xmlns:a16="http://schemas.microsoft.com/office/drawing/2014/main" id="{A7E9024E-5981-4237-AB65-591D49EE87E3}"/>
              </a:ext>
            </a:extLst>
          </p:cNvPr>
          <p:cNvSpPr>
            <a:spLocks noGrp="1"/>
          </p:cNvSpPr>
          <p:nvPr/>
        </p:nvSpPr>
        <p:spPr>
          <a:xfrm>
            <a:off x="10756106" y="2857500"/>
            <a:ext cx="26194" cy="547688"/>
          </a:xfrm>
          <a:prstGeom prst="rect">
            <a:avLst/>
          </a:prstGeom>
          <a:solidFill>
            <a:srgbClr val="1D4ED8"/>
          </a:solidFill>
          <a:ln w="13097">
            <a:solidFill>
              <a:srgbClr val="172B4D"/>
            </a:solidFill>
          </a:ln>
        </p:spPr>
      </p:sp>
      <p:sp>
        <p:nvSpPr>
          <p:cNvPr id="306" name="object-306">
            <a:extLst>
              <a:ext uri="{FF2B5EF4-FFF2-40B4-BE49-F238E27FC236}">
                <a16:creationId xmlns:a16="http://schemas.microsoft.com/office/drawing/2014/main" id="{87B991A8-FB32-4A0E-855F-9B3C72000B04}"/>
              </a:ext>
            </a:extLst>
          </p:cNvPr>
          <p:cNvSpPr>
            <a:spLocks noGrp="1"/>
          </p:cNvSpPr>
          <p:nvPr/>
        </p:nvSpPr>
        <p:spPr>
          <a:xfrm>
            <a:off x="10782300" y="2857500"/>
            <a:ext cx="26194" cy="547688"/>
          </a:xfrm>
          <a:prstGeom prst="rect">
            <a:avLst/>
          </a:prstGeom>
          <a:solidFill>
            <a:srgbClr val="1D4ED8"/>
          </a:solidFill>
          <a:ln w="13097">
            <a:solidFill>
              <a:srgbClr val="172B4D"/>
            </a:solidFill>
          </a:ln>
        </p:spPr>
      </p:sp>
      <p:sp>
        <p:nvSpPr>
          <p:cNvPr id="307" name="object-307">
            <a:extLst>
              <a:ext uri="{FF2B5EF4-FFF2-40B4-BE49-F238E27FC236}">
                <a16:creationId xmlns:a16="http://schemas.microsoft.com/office/drawing/2014/main" id="{F2C92D40-70C4-4DB7-BA30-0AC7CCBD9CCA}"/>
              </a:ext>
            </a:extLst>
          </p:cNvPr>
          <p:cNvSpPr>
            <a:spLocks noGrp="1"/>
          </p:cNvSpPr>
          <p:nvPr/>
        </p:nvSpPr>
        <p:spPr>
          <a:xfrm>
            <a:off x="10808494" y="2857500"/>
            <a:ext cx="26194" cy="547688"/>
          </a:xfrm>
          <a:prstGeom prst="rect">
            <a:avLst/>
          </a:prstGeom>
          <a:solidFill>
            <a:srgbClr val="1D4ED8"/>
          </a:solidFill>
          <a:ln w="13097">
            <a:solidFill>
              <a:srgbClr val="172B4D"/>
            </a:solidFill>
          </a:ln>
        </p:spPr>
      </p:sp>
      <p:sp>
        <p:nvSpPr>
          <p:cNvPr id="308" name="object-308">
            <a:extLst>
              <a:ext uri="{FF2B5EF4-FFF2-40B4-BE49-F238E27FC236}">
                <a16:creationId xmlns:a16="http://schemas.microsoft.com/office/drawing/2014/main" id="{B9D1916F-087D-4DCB-A8DA-C0E69CB05702}"/>
              </a:ext>
            </a:extLst>
          </p:cNvPr>
          <p:cNvSpPr>
            <a:spLocks noGrp="1"/>
          </p:cNvSpPr>
          <p:nvPr/>
        </p:nvSpPr>
        <p:spPr>
          <a:xfrm>
            <a:off x="10834688" y="2857500"/>
            <a:ext cx="26194" cy="547688"/>
          </a:xfrm>
          <a:prstGeom prst="rect">
            <a:avLst/>
          </a:prstGeom>
          <a:solidFill>
            <a:srgbClr val="1D4ED8"/>
          </a:solidFill>
          <a:ln w="13097">
            <a:solidFill>
              <a:srgbClr val="172B4D"/>
            </a:solidFill>
          </a:ln>
        </p:spPr>
      </p:sp>
      <p:sp>
        <p:nvSpPr>
          <p:cNvPr id="309" name="object-309">
            <a:extLst>
              <a:ext uri="{FF2B5EF4-FFF2-40B4-BE49-F238E27FC236}">
                <a16:creationId xmlns:a16="http://schemas.microsoft.com/office/drawing/2014/main" id="{00C186C1-514C-4D30-8380-19B481FF2881}"/>
              </a:ext>
            </a:extLst>
          </p:cNvPr>
          <p:cNvSpPr>
            <a:spLocks noGrp="1"/>
          </p:cNvSpPr>
          <p:nvPr/>
        </p:nvSpPr>
        <p:spPr>
          <a:xfrm>
            <a:off x="10860881" y="2857500"/>
            <a:ext cx="26194" cy="547688"/>
          </a:xfrm>
          <a:prstGeom prst="rect">
            <a:avLst/>
          </a:prstGeom>
          <a:solidFill>
            <a:srgbClr val="1D4ED8"/>
          </a:solidFill>
          <a:ln w="13097">
            <a:solidFill>
              <a:srgbClr val="172B4D"/>
            </a:solidFill>
          </a:ln>
        </p:spPr>
      </p:sp>
      <p:sp>
        <p:nvSpPr>
          <p:cNvPr id="310" name="object-310">
            <a:extLst>
              <a:ext uri="{FF2B5EF4-FFF2-40B4-BE49-F238E27FC236}">
                <a16:creationId xmlns:a16="http://schemas.microsoft.com/office/drawing/2014/main" id="{2A95B587-1BED-4F78-B2F1-581259CBD11D}"/>
              </a:ext>
            </a:extLst>
          </p:cNvPr>
          <p:cNvSpPr>
            <a:spLocks noGrp="1"/>
          </p:cNvSpPr>
          <p:nvPr/>
        </p:nvSpPr>
        <p:spPr>
          <a:xfrm>
            <a:off x="10887075" y="2857500"/>
            <a:ext cx="26194" cy="547688"/>
          </a:xfrm>
          <a:prstGeom prst="rect">
            <a:avLst/>
          </a:prstGeom>
          <a:solidFill>
            <a:srgbClr val="1D4ED8"/>
          </a:solidFill>
          <a:ln w="13097">
            <a:solidFill>
              <a:srgbClr val="172B4D"/>
            </a:solidFill>
          </a:ln>
        </p:spPr>
      </p:sp>
      <p:sp>
        <p:nvSpPr>
          <p:cNvPr id="311" name="object-311">
            <a:extLst>
              <a:ext uri="{FF2B5EF4-FFF2-40B4-BE49-F238E27FC236}">
                <a16:creationId xmlns:a16="http://schemas.microsoft.com/office/drawing/2014/main" id="{98DAB37C-68A7-4DDF-B6EF-305A3054B212}"/>
              </a:ext>
            </a:extLst>
          </p:cNvPr>
          <p:cNvSpPr>
            <a:spLocks noGrp="1"/>
          </p:cNvSpPr>
          <p:nvPr/>
        </p:nvSpPr>
        <p:spPr>
          <a:xfrm>
            <a:off x="10913269" y="2857500"/>
            <a:ext cx="26194" cy="547688"/>
          </a:xfrm>
          <a:prstGeom prst="rect">
            <a:avLst/>
          </a:prstGeom>
          <a:solidFill>
            <a:srgbClr val="1D4ED8"/>
          </a:solidFill>
          <a:ln w="13097">
            <a:solidFill>
              <a:srgbClr val="172B4D"/>
            </a:solidFill>
          </a:ln>
        </p:spPr>
      </p:sp>
      <p:sp>
        <p:nvSpPr>
          <p:cNvPr id="312" name="object-312">
            <a:extLst>
              <a:ext uri="{FF2B5EF4-FFF2-40B4-BE49-F238E27FC236}">
                <a16:creationId xmlns:a16="http://schemas.microsoft.com/office/drawing/2014/main" id="{A590BF5F-51E6-4C6B-9F4D-3B1AC6CA2FB9}"/>
              </a:ext>
            </a:extLst>
          </p:cNvPr>
          <p:cNvSpPr>
            <a:spLocks noGrp="1"/>
          </p:cNvSpPr>
          <p:nvPr/>
        </p:nvSpPr>
        <p:spPr>
          <a:xfrm>
            <a:off x="10939463" y="2857500"/>
            <a:ext cx="26194" cy="547688"/>
          </a:xfrm>
          <a:prstGeom prst="rect">
            <a:avLst/>
          </a:prstGeom>
          <a:solidFill>
            <a:srgbClr val="1D4ED8"/>
          </a:solidFill>
          <a:ln w="13097">
            <a:solidFill>
              <a:srgbClr val="172B4D"/>
            </a:solidFill>
          </a:ln>
        </p:spPr>
      </p:sp>
      <p:sp>
        <p:nvSpPr>
          <p:cNvPr id="313" name="object-313">
            <a:extLst>
              <a:ext uri="{FF2B5EF4-FFF2-40B4-BE49-F238E27FC236}">
                <a16:creationId xmlns:a16="http://schemas.microsoft.com/office/drawing/2014/main" id="{B39708D4-2BC9-4220-8C6C-7B3069F07316}"/>
              </a:ext>
            </a:extLst>
          </p:cNvPr>
          <p:cNvSpPr>
            <a:spLocks noGrp="1"/>
          </p:cNvSpPr>
          <p:nvPr/>
        </p:nvSpPr>
        <p:spPr>
          <a:xfrm>
            <a:off x="10965656" y="2857500"/>
            <a:ext cx="26194" cy="547688"/>
          </a:xfrm>
          <a:prstGeom prst="rect">
            <a:avLst/>
          </a:prstGeom>
          <a:solidFill>
            <a:srgbClr val="1D4ED8"/>
          </a:solidFill>
          <a:ln w="13097">
            <a:solidFill>
              <a:srgbClr val="172B4D"/>
            </a:solidFill>
          </a:ln>
        </p:spPr>
      </p:sp>
      <p:sp>
        <p:nvSpPr>
          <p:cNvPr id="314" name="object-314">
            <a:extLst>
              <a:ext uri="{FF2B5EF4-FFF2-40B4-BE49-F238E27FC236}">
                <a16:creationId xmlns:a16="http://schemas.microsoft.com/office/drawing/2014/main" id="{49B5B0B4-4350-4E27-A294-BADD9868AE84}"/>
              </a:ext>
            </a:extLst>
          </p:cNvPr>
          <p:cNvSpPr>
            <a:spLocks noGrp="1"/>
          </p:cNvSpPr>
          <p:nvPr/>
        </p:nvSpPr>
        <p:spPr>
          <a:xfrm>
            <a:off x="10991850" y="2857500"/>
            <a:ext cx="26194" cy="547688"/>
          </a:xfrm>
          <a:prstGeom prst="rect">
            <a:avLst/>
          </a:prstGeom>
          <a:solidFill>
            <a:srgbClr val="1D4ED8"/>
          </a:solidFill>
          <a:ln w="13097">
            <a:solidFill>
              <a:srgbClr val="172B4D"/>
            </a:solidFill>
          </a:ln>
        </p:spPr>
      </p:sp>
      <p:sp>
        <p:nvSpPr>
          <p:cNvPr id="315" name="object-315">
            <a:extLst>
              <a:ext uri="{FF2B5EF4-FFF2-40B4-BE49-F238E27FC236}">
                <a16:creationId xmlns:a16="http://schemas.microsoft.com/office/drawing/2014/main" id="{A10A769B-938C-4687-B7D9-0CFFD2EB97B1}"/>
              </a:ext>
            </a:extLst>
          </p:cNvPr>
          <p:cNvSpPr>
            <a:spLocks noGrp="1"/>
          </p:cNvSpPr>
          <p:nvPr/>
        </p:nvSpPr>
        <p:spPr>
          <a:xfrm>
            <a:off x="11018044" y="2857500"/>
            <a:ext cx="26194" cy="547688"/>
          </a:xfrm>
          <a:prstGeom prst="rect">
            <a:avLst/>
          </a:prstGeom>
          <a:solidFill>
            <a:srgbClr val="1D4ED8"/>
          </a:solidFill>
          <a:ln w="13097">
            <a:solidFill>
              <a:srgbClr val="172B4D"/>
            </a:solidFill>
          </a:ln>
        </p:spPr>
      </p:sp>
      <p:sp>
        <p:nvSpPr>
          <p:cNvPr id="316" name="object-316">
            <a:extLst>
              <a:ext uri="{FF2B5EF4-FFF2-40B4-BE49-F238E27FC236}">
                <a16:creationId xmlns:a16="http://schemas.microsoft.com/office/drawing/2014/main" id="{958293FE-CC04-4572-A06A-807367542EE4}"/>
              </a:ext>
            </a:extLst>
          </p:cNvPr>
          <p:cNvSpPr>
            <a:spLocks noGrp="1"/>
          </p:cNvSpPr>
          <p:nvPr/>
        </p:nvSpPr>
        <p:spPr>
          <a:xfrm>
            <a:off x="11044238" y="2857500"/>
            <a:ext cx="26194" cy="547688"/>
          </a:xfrm>
          <a:prstGeom prst="rect">
            <a:avLst/>
          </a:prstGeom>
          <a:solidFill>
            <a:srgbClr val="1D4ED8"/>
          </a:solidFill>
          <a:ln w="13097">
            <a:solidFill>
              <a:srgbClr val="172B4D"/>
            </a:solidFill>
          </a:ln>
        </p:spPr>
      </p:sp>
      <p:sp>
        <p:nvSpPr>
          <p:cNvPr id="317" name="object-317">
            <a:extLst>
              <a:ext uri="{FF2B5EF4-FFF2-40B4-BE49-F238E27FC236}">
                <a16:creationId xmlns:a16="http://schemas.microsoft.com/office/drawing/2014/main" id="{648D47B0-89B7-41FF-8310-809AA1C931C7}"/>
              </a:ext>
            </a:extLst>
          </p:cNvPr>
          <p:cNvSpPr>
            <a:spLocks noGrp="1"/>
          </p:cNvSpPr>
          <p:nvPr/>
        </p:nvSpPr>
        <p:spPr>
          <a:xfrm>
            <a:off x="11070431" y="2857500"/>
            <a:ext cx="26194" cy="547688"/>
          </a:xfrm>
          <a:prstGeom prst="rect">
            <a:avLst/>
          </a:prstGeom>
          <a:solidFill>
            <a:srgbClr val="1D4ED8"/>
          </a:solidFill>
          <a:ln w="13097">
            <a:solidFill>
              <a:srgbClr val="172B4D"/>
            </a:solidFill>
          </a:ln>
        </p:spPr>
      </p:sp>
      <p:sp>
        <p:nvSpPr>
          <p:cNvPr id="318" name="object-318">
            <a:extLst>
              <a:ext uri="{FF2B5EF4-FFF2-40B4-BE49-F238E27FC236}">
                <a16:creationId xmlns:a16="http://schemas.microsoft.com/office/drawing/2014/main" id="{9DC93B51-EB00-4CA2-808B-70C2F05798C8}"/>
              </a:ext>
            </a:extLst>
          </p:cNvPr>
          <p:cNvSpPr>
            <a:spLocks noGrp="1"/>
          </p:cNvSpPr>
          <p:nvPr/>
        </p:nvSpPr>
        <p:spPr>
          <a:xfrm>
            <a:off x="11096625" y="2857500"/>
            <a:ext cx="26194" cy="547688"/>
          </a:xfrm>
          <a:prstGeom prst="rect">
            <a:avLst/>
          </a:prstGeom>
          <a:solidFill>
            <a:srgbClr val="1D4ED8"/>
          </a:solidFill>
          <a:ln w="13097">
            <a:solidFill>
              <a:srgbClr val="172B4D"/>
            </a:solidFill>
          </a:ln>
        </p:spPr>
      </p:sp>
      <p:sp>
        <p:nvSpPr>
          <p:cNvPr id="319" name="object-319">
            <a:extLst>
              <a:ext uri="{FF2B5EF4-FFF2-40B4-BE49-F238E27FC236}">
                <a16:creationId xmlns:a16="http://schemas.microsoft.com/office/drawing/2014/main" id="{BD52CA49-C189-4ABA-95DF-36E9D605A9CA}"/>
              </a:ext>
            </a:extLst>
          </p:cNvPr>
          <p:cNvSpPr>
            <a:spLocks noGrp="1"/>
          </p:cNvSpPr>
          <p:nvPr/>
        </p:nvSpPr>
        <p:spPr>
          <a:xfrm>
            <a:off x="11122819" y="2857500"/>
            <a:ext cx="26194" cy="547688"/>
          </a:xfrm>
          <a:prstGeom prst="rect">
            <a:avLst/>
          </a:prstGeom>
          <a:solidFill>
            <a:srgbClr val="1D4ED8"/>
          </a:solidFill>
          <a:ln w="13097">
            <a:solidFill>
              <a:srgbClr val="172B4D"/>
            </a:solidFill>
          </a:ln>
        </p:spPr>
      </p:sp>
      <p:sp>
        <p:nvSpPr>
          <p:cNvPr id="320" name="object-320">
            <a:extLst>
              <a:ext uri="{FF2B5EF4-FFF2-40B4-BE49-F238E27FC236}">
                <a16:creationId xmlns:a16="http://schemas.microsoft.com/office/drawing/2014/main" id="{01AFB82D-A70E-45AD-BD75-40606F2CB9C9}"/>
              </a:ext>
            </a:extLst>
          </p:cNvPr>
          <p:cNvSpPr>
            <a:spLocks noGrp="1"/>
          </p:cNvSpPr>
          <p:nvPr/>
        </p:nvSpPr>
        <p:spPr>
          <a:xfrm>
            <a:off x="11149013" y="2857500"/>
            <a:ext cx="26194" cy="547688"/>
          </a:xfrm>
          <a:prstGeom prst="rect">
            <a:avLst/>
          </a:prstGeom>
          <a:solidFill>
            <a:srgbClr val="1D4ED8"/>
          </a:solidFill>
          <a:ln w="13097">
            <a:solidFill>
              <a:srgbClr val="172B4D"/>
            </a:solidFill>
          </a:ln>
        </p:spPr>
      </p:sp>
      <p:sp>
        <p:nvSpPr>
          <p:cNvPr id="321" name="object-321">
            <a:extLst>
              <a:ext uri="{FF2B5EF4-FFF2-40B4-BE49-F238E27FC236}">
                <a16:creationId xmlns:a16="http://schemas.microsoft.com/office/drawing/2014/main" id="{288FBE3D-45B7-47C7-9EC1-5E49FCB72B2D}"/>
              </a:ext>
            </a:extLst>
          </p:cNvPr>
          <p:cNvSpPr>
            <a:spLocks noGrp="1"/>
          </p:cNvSpPr>
          <p:nvPr/>
        </p:nvSpPr>
        <p:spPr>
          <a:xfrm>
            <a:off x="11175206" y="2857500"/>
            <a:ext cx="26194" cy="547688"/>
          </a:xfrm>
          <a:prstGeom prst="rect">
            <a:avLst/>
          </a:prstGeom>
          <a:solidFill>
            <a:srgbClr val="1D4ED8"/>
          </a:solidFill>
          <a:ln w="13097">
            <a:solidFill>
              <a:srgbClr val="172B4D"/>
            </a:solidFill>
          </a:ln>
        </p:spPr>
      </p:sp>
      <p:sp>
        <p:nvSpPr>
          <p:cNvPr id="322" name="object-322">
            <a:extLst>
              <a:ext uri="{FF2B5EF4-FFF2-40B4-BE49-F238E27FC236}">
                <a16:creationId xmlns:a16="http://schemas.microsoft.com/office/drawing/2014/main" id="{F9B3B841-2A20-409C-92A5-4D25C773A104}"/>
              </a:ext>
            </a:extLst>
          </p:cNvPr>
          <p:cNvSpPr>
            <a:spLocks noGrp="1"/>
          </p:cNvSpPr>
          <p:nvPr/>
        </p:nvSpPr>
        <p:spPr>
          <a:xfrm>
            <a:off x="11201400" y="2857500"/>
            <a:ext cx="26194" cy="547688"/>
          </a:xfrm>
          <a:prstGeom prst="rect">
            <a:avLst/>
          </a:prstGeom>
          <a:solidFill>
            <a:srgbClr val="1D4ED8"/>
          </a:solidFill>
          <a:ln w="13097">
            <a:solidFill>
              <a:srgbClr val="172B4D"/>
            </a:solidFill>
          </a:ln>
        </p:spPr>
      </p:sp>
      <p:sp>
        <p:nvSpPr>
          <p:cNvPr id="323" name="object-323">
            <a:extLst>
              <a:ext uri="{FF2B5EF4-FFF2-40B4-BE49-F238E27FC236}">
                <a16:creationId xmlns:a16="http://schemas.microsoft.com/office/drawing/2014/main" id="{430D8D23-E4B7-401A-8D61-5DCBA6892496}"/>
              </a:ext>
            </a:extLst>
          </p:cNvPr>
          <p:cNvSpPr>
            <a:spLocks noGrp="1"/>
          </p:cNvSpPr>
          <p:nvPr/>
        </p:nvSpPr>
        <p:spPr>
          <a:xfrm>
            <a:off x="11227594" y="2857500"/>
            <a:ext cx="26194" cy="547688"/>
          </a:xfrm>
          <a:prstGeom prst="rect">
            <a:avLst/>
          </a:prstGeom>
          <a:solidFill>
            <a:srgbClr val="1D4ED8"/>
          </a:solidFill>
          <a:ln w="13097">
            <a:solidFill>
              <a:srgbClr val="172B4D"/>
            </a:solidFill>
          </a:ln>
        </p:spPr>
      </p:sp>
      <p:sp>
        <p:nvSpPr>
          <p:cNvPr id="324" name="object-324">
            <a:extLst>
              <a:ext uri="{FF2B5EF4-FFF2-40B4-BE49-F238E27FC236}">
                <a16:creationId xmlns:a16="http://schemas.microsoft.com/office/drawing/2014/main" id="{873948C0-AFAA-4119-A519-BB0008461704}"/>
              </a:ext>
            </a:extLst>
          </p:cNvPr>
          <p:cNvSpPr>
            <a:spLocks noGrp="1"/>
          </p:cNvSpPr>
          <p:nvPr/>
        </p:nvSpPr>
        <p:spPr>
          <a:xfrm>
            <a:off x="11253788" y="2857500"/>
            <a:ext cx="26194" cy="547688"/>
          </a:xfrm>
          <a:prstGeom prst="rect">
            <a:avLst/>
          </a:prstGeom>
          <a:solidFill>
            <a:srgbClr val="1D4ED8"/>
          </a:solidFill>
          <a:ln w="13097">
            <a:solidFill>
              <a:srgbClr val="172B4D"/>
            </a:solidFill>
          </a:ln>
        </p:spPr>
      </p:sp>
      <p:sp>
        <p:nvSpPr>
          <p:cNvPr id="325" name="object-325">
            <a:extLst>
              <a:ext uri="{FF2B5EF4-FFF2-40B4-BE49-F238E27FC236}">
                <a16:creationId xmlns:a16="http://schemas.microsoft.com/office/drawing/2014/main" id="{98EE4253-6C14-4069-ACC9-92DD5CE351A2}"/>
              </a:ext>
            </a:extLst>
          </p:cNvPr>
          <p:cNvSpPr>
            <a:spLocks noGrp="1"/>
          </p:cNvSpPr>
          <p:nvPr/>
        </p:nvSpPr>
        <p:spPr>
          <a:xfrm>
            <a:off x="11279981" y="2857500"/>
            <a:ext cx="26194" cy="547688"/>
          </a:xfrm>
          <a:prstGeom prst="rect">
            <a:avLst/>
          </a:prstGeom>
          <a:solidFill>
            <a:srgbClr val="1D4ED8"/>
          </a:solidFill>
          <a:ln w="13097">
            <a:solidFill>
              <a:srgbClr val="172B4D"/>
            </a:solidFill>
          </a:ln>
        </p:spPr>
      </p:sp>
      <p:sp>
        <p:nvSpPr>
          <p:cNvPr id="326" name="object-326">
            <a:extLst>
              <a:ext uri="{FF2B5EF4-FFF2-40B4-BE49-F238E27FC236}">
                <a16:creationId xmlns:a16="http://schemas.microsoft.com/office/drawing/2014/main" id="{236FFF63-396A-411F-8A27-9E54AF265E46}"/>
              </a:ext>
            </a:extLst>
          </p:cNvPr>
          <p:cNvSpPr>
            <a:spLocks noGrp="1"/>
          </p:cNvSpPr>
          <p:nvPr/>
        </p:nvSpPr>
        <p:spPr>
          <a:xfrm>
            <a:off x="11306175" y="2857500"/>
            <a:ext cx="26194" cy="547688"/>
          </a:xfrm>
          <a:prstGeom prst="rect">
            <a:avLst/>
          </a:prstGeom>
          <a:solidFill>
            <a:srgbClr val="1D4ED8"/>
          </a:solidFill>
          <a:ln w="13097">
            <a:solidFill>
              <a:srgbClr val="172B4D"/>
            </a:solidFill>
          </a:ln>
        </p:spPr>
      </p:sp>
      <p:sp>
        <p:nvSpPr>
          <p:cNvPr id="327" name="object-327">
            <a:extLst>
              <a:ext uri="{FF2B5EF4-FFF2-40B4-BE49-F238E27FC236}">
                <a16:creationId xmlns:a16="http://schemas.microsoft.com/office/drawing/2014/main" id="{B8D0394B-2227-4E87-9A23-9F66E213C212}"/>
              </a:ext>
            </a:extLst>
          </p:cNvPr>
          <p:cNvSpPr>
            <a:spLocks noGrp="1"/>
          </p:cNvSpPr>
          <p:nvPr/>
        </p:nvSpPr>
        <p:spPr>
          <a:xfrm>
            <a:off x="11332369" y="2857500"/>
            <a:ext cx="26194" cy="547688"/>
          </a:xfrm>
          <a:prstGeom prst="rect">
            <a:avLst/>
          </a:prstGeom>
          <a:solidFill>
            <a:srgbClr val="1D4ED8"/>
          </a:solidFill>
          <a:ln w="13097">
            <a:solidFill>
              <a:srgbClr val="172B4D"/>
            </a:solidFill>
          </a:ln>
        </p:spPr>
      </p:sp>
      <p:sp>
        <p:nvSpPr>
          <p:cNvPr id="328" name="object-328">
            <a:extLst>
              <a:ext uri="{FF2B5EF4-FFF2-40B4-BE49-F238E27FC236}">
                <a16:creationId xmlns:a16="http://schemas.microsoft.com/office/drawing/2014/main" id="{833153BE-5E9E-49CD-BF4E-0ABDED864DBD}"/>
              </a:ext>
            </a:extLst>
          </p:cNvPr>
          <p:cNvSpPr>
            <a:spLocks noGrp="1"/>
          </p:cNvSpPr>
          <p:nvPr/>
        </p:nvSpPr>
        <p:spPr>
          <a:xfrm>
            <a:off x="11358563" y="2857500"/>
            <a:ext cx="26194" cy="547688"/>
          </a:xfrm>
          <a:prstGeom prst="rect">
            <a:avLst/>
          </a:prstGeom>
          <a:solidFill>
            <a:srgbClr val="1D4ED8"/>
          </a:solidFill>
          <a:ln w="13097">
            <a:solidFill>
              <a:srgbClr val="172B4D"/>
            </a:solidFill>
          </a:ln>
        </p:spPr>
      </p:sp>
      <p:sp>
        <p:nvSpPr>
          <p:cNvPr id="329" name="object-329">
            <a:extLst>
              <a:ext uri="{FF2B5EF4-FFF2-40B4-BE49-F238E27FC236}">
                <a16:creationId xmlns:a16="http://schemas.microsoft.com/office/drawing/2014/main" id="{454F5AAE-481D-474E-BE57-9EEFDB3C53F8}"/>
              </a:ext>
            </a:extLst>
          </p:cNvPr>
          <p:cNvSpPr>
            <a:spLocks noGrp="1"/>
          </p:cNvSpPr>
          <p:nvPr/>
        </p:nvSpPr>
        <p:spPr>
          <a:xfrm>
            <a:off x="11384756" y="2857500"/>
            <a:ext cx="26194" cy="547688"/>
          </a:xfrm>
          <a:prstGeom prst="rect">
            <a:avLst/>
          </a:prstGeom>
          <a:solidFill>
            <a:srgbClr val="1D4ED8"/>
          </a:solidFill>
          <a:ln w="13097">
            <a:solidFill>
              <a:srgbClr val="172B4D"/>
            </a:solidFill>
          </a:ln>
        </p:spPr>
      </p:sp>
      <p:sp>
        <p:nvSpPr>
          <p:cNvPr id="330" name="object-330">
            <a:extLst>
              <a:ext uri="{FF2B5EF4-FFF2-40B4-BE49-F238E27FC236}">
                <a16:creationId xmlns:a16="http://schemas.microsoft.com/office/drawing/2014/main" id="{CA99D364-2A29-437C-BBCB-24DF83308A60}"/>
              </a:ext>
            </a:extLst>
          </p:cNvPr>
          <p:cNvSpPr>
            <a:spLocks noGrp="1"/>
          </p:cNvSpPr>
          <p:nvPr/>
        </p:nvSpPr>
        <p:spPr>
          <a:xfrm>
            <a:off x="11410950" y="2857500"/>
            <a:ext cx="26194" cy="547688"/>
          </a:xfrm>
          <a:prstGeom prst="rect">
            <a:avLst/>
          </a:prstGeom>
          <a:solidFill>
            <a:srgbClr val="1D4ED8"/>
          </a:solidFill>
          <a:ln w="13097">
            <a:solidFill>
              <a:srgbClr val="172B4D"/>
            </a:solidFill>
          </a:ln>
        </p:spPr>
      </p:sp>
      <p:sp>
        <p:nvSpPr>
          <p:cNvPr id="331" name="object-331">
            <a:extLst>
              <a:ext uri="{FF2B5EF4-FFF2-40B4-BE49-F238E27FC236}">
                <a16:creationId xmlns:a16="http://schemas.microsoft.com/office/drawing/2014/main" id="{389B4006-59B9-4C86-9F6B-4980339332B3}"/>
              </a:ext>
            </a:extLst>
          </p:cNvPr>
          <p:cNvSpPr>
            <a:spLocks noGrp="1"/>
          </p:cNvSpPr>
          <p:nvPr/>
        </p:nvSpPr>
        <p:spPr>
          <a:xfrm>
            <a:off x="11437144" y="2857500"/>
            <a:ext cx="26194" cy="547688"/>
          </a:xfrm>
          <a:prstGeom prst="rect">
            <a:avLst/>
          </a:prstGeom>
          <a:solidFill>
            <a:srgbClr val="1D4ED8"/>
          </a:solidFill>
          <a:ln w="13097">
            <a:solidFill>
              <a:srgbClr val="172B4D"/>
            </a:solidFill>
          </a:ln>
        </p:spPr>
      </p:sp>
      <p:sp>
        <p:nvSpPr>
          <p:cNvPr id="332" name="object-332">
            <a:extLst>
              <a:ext uri="{FF2B5EF4-FFF2-40B4-BE49-F238E27FC236}">
                <a16:creationId xmlns:a16="http://schemas.microsoft.com/office/drawing/2014/main" id="{60585FBD-3767-40EB-99DA-A24D0EFC098B}"/>
              </a:ext>
            </a:extLst>
          </p:cNvPr>
          <p:cNvSpPr>
            <a:spLocks noGrp="1"/>
          </p:cNvSpPr>
          <p:nvPr/>
        </p:nvSpPr>
        <p:spPr>
          <a:xfrm>
            <a:off x="11463338" y="2857500"/>
            <a:ext cx="26194" cy="547688"/>
          </a:xfrm>
          <a:prstGeom prst="rect">
            <a:avLst/>
          </a:prstGeom>
          <a:solidFill>
            <a:srgbClr val="1D4ED8"/>
          </a:solidFill>
          <a:ln w="13097">
            <a:solidFill>
              <a:srgbClr val="172B4D"/>
            </a:solidFill>
          </a:ln>
        </p:spPr>
      </p:sp>
      <p:sp>
        <p:nvSpPr>
          <p:cNvPr id="333" name="object-333">
            <a:extLst>
              <a:ext uri="{FF2B5EF4-FFF2-40B4-BE49-F238E27FC236}">
                <a16:creationId xmlns:a16="http://schemas.microsoft.com/office/drawing/2014/main" id="{39F1D6DC-BC11-41AE-AA14-BB938B2F0C72}"/>
              </a:ext>
            </a:extLst>
          </p:cNvPr>
          <p:cNvSpPr>
            <a:spLocks noGrp="1"/>
          </p:cNvSpPr>
          <p:nvPr/>
        </p:nvSpPr>
        <p:spPr>
          <a:xfrm>
            <a:off x="11489531" y="2857500"/>
            <a:ext cx="26194" cy="547688"/>
          </a:xfrm>
          <a:prstGeom prst="rect">
            <a:avLst/>
          </a:prstGeom>
          <a:solidFill>
            <a:srgbClr val="1D4ED8"/>
          </a:solidFill>
          <a:ln w="13097">
            <a:solidFill>
              <a:srgbClr val="172B4D"/>
            </a:solidFill>
          </a:ln>
        </p:spPr>
      </p:sp>
      <p:sp>
        <p:nvSpPr>
          <p:cNvPr id="334" name="object-334">
            <a:extLst>
              <a:ext uri="{FF2B5EF4-FFF2-40B4-BE49-F238E27FC236}">
                <a16:creationId xmlns:a16="http://schemas.microsoft.com/office/drawing/2014/main" id="{12B92192-1B9A-4501-A97D-4A8AB83C6991}"/>
              </a:ext>
            </a:extLst>
          </p:cNvPr>
          <p:cNvSpPr>
            <a:spLocks noGrp="1"/>
          </p:cNvSpPr>
          <p:nvPr/>
        </p:nvSpPr>
        <p:spPr>
          <a:xfrm>
            <a:off x="11515725" y="2857500"/>
            <a:ext cx="26194" cy="547688"/>
          </a:xfrm>
          <a:prstGeom prst="rect">
            <a:avLst/>
          </a:prstGeom>
          <a:solidFill>
            <a:srgbClr val="1D4ED8"/>
          </a:solidFill>
          <a:ln w="13097">
            <a:solidFill>
              <a:srgbClr val="172B4D"/>
            </a:solidFill>
          </a:ln>
        </p:spPr>
      </p:sp>
      <p:sp>
        <p:nvSpPr>
          <p:cNvPr id="335" name="object-335">
            <a:extLst>
              <a:ext uri="{FF2B5EF4-FFF2-40B4-BE49-F238E27FC236}">
                <a16:creationId xmlns:a16="http://schemas.microsoft.com/office/drawing/2014/main" id="{6963BD81-2849-4047-AD85-E92FC7FE243D}"/>
              </a:ext>
            </a:extLst>
          </p:cNvPr>
          <p:cNvSpPr>
            <a:spLocks noGrp="1"/>
          </p:cNvSpPr>
          <p:nvPr/>
        </p:nvSpPr>
        <p:spPr>
          <a:xfrm>
            <a:off x="11541919" y="2857500"/>
            <a:ext cx="26194" cy="547688"/>
          </a:xfrm>
          <a:prstGeom prst="rect">
            <a:avLst/>
          </a:prstGeom>
          <a:solidFill>
            <a:srgbClr val="1D4ED8"/>
          </a:solidFill>
          <a:ln w="13097">
            <a:solidFill>
              <a:srgbClr val="172B4D"/>
            </a:solidFill>
          </a:ln>
        </p:spPr>
      </p:sp>
      <p:sp>
        <p:nvSpPr>
          <p:cNvPr id="336" name="object-336">
            <a:extLst>
              <a:ext uri="{FF2B5EF4-FFF2-40B4-BE49-F238E27FC236}">
                <a16:creationId xmlns:a16="http://schemas.microsoft.com/office/drawing/2014/main" id="{86C4B1C9-DAF3-40AB-BB79-3E9F4FFA2383}"/>
              </a:ext>
            </a:extLst>
          </p:cNvPr>
          <p:cNvSpPr>
            <a:spLocks noGrp="1"/>
          </p:cNvSpPr>
          <p:nvPr/>
        </p:nvSpPr>
        <p:spPr>
          <a:xfrm>
            <a:off x="11568113" y="2857500"/>
            <a:ext cx="26194" cy="547688"/>
          </a:xfrm>
          <a:prstGeom prst="rect">
            <a:avLst/>
          </a:prstGeom>
          <a:solidFill>
            <a:srgbClr val="1D4ED8"/>
          </a:solidFill>
          <a:ln w="13097">
            <a:solidFill>
              <a:srgbClr val="172B4D"/>
            </a:solidFill>
          </a:ln>
        </p:spPr>
      </p:sp>
      <p:sp>
        <p:nvSpPr>
          <p:cNvPr id="337" name="object-337">
            <a:extLst>
              <a:ext uri="{FF2B5EF4-FFF2-40B4-BE49-F238E27FC236}">
                <a16:creationId xmlns:a16="http://schemas.microsoft.com/office/drawing/2014/main" id="{AF120CA5-4DB6-491A-A8B9-006B8800CE03}"/>
              </a:ext>
            </a:extLst>
          </p:cNvPr>
          <p:cNvSpPr>
            <a:spLocks noGrp="1"/>
          </p:cNvSpPr>
          <p:nvPr/>
        </p:nvSpPr>
        <p:spPr>
          <a:xfrm>
            <a:off x="11594306" y="2857500"/>
            <a:ext cx="26194" cy="547688"/>
          </a:xfrm>
          <a:prstGeom prst="rect">
            <a:avLst/>
          </a:prstGeom>
          <a:solidFill>
            <a:srgbClr val="1D4ED8"/>
          </a:solidFill>
          <a:ln w="13097">
            <a:solidFill>
              <a:srgbClr val="172B4D"/>
            </a:solidFill>
          </a:ln>
        </p:spPr>
      </p:sp>
      <p:sp>
        <p:nvSpPr>
          <p:cNvPr id="338" name="object-338">
            <a:extLst>
              <a:ext uri="{FF2B5EF4-FFF2-40B4-BE49-F238E27FC236}">
                <a16:creationId xmlns:a16="http://schemas.microsoft.com/office/drawing/2014/main" id="{842C3E26-0A2A-4C3D-A4E4-898668ACA475}"/>
              </a:ext>
            </a:extLst>
          </p:cNvPr>
          <p:cNvSpPr>
            <a:spLocks noGrp="1"/>
          </p:cNvSpPr>
          <p:nvPr/>
        </p:nvSpPr>
        <p:spPr>
          <a:xfrm>
            <a:off x="11620500" y="2857500"/>
            <a:ext cx="26194" cy="547688"/>
          </a:xfrm>
          <a:prstGeom prst="rect">
            <a:avLst/>
          </a:prstGeom>
          <a:solidFill>
            <a:srgbClr val="1D4ED8"/>
          </a:solidFill>
          <a:ln w="13097">
            <a:solidFill>
              <a:srgbClr val="172B4D"/>
            </a:solidFill>
          </a:ln>
        </p:spPr>
      </p:sp>
      <p:sp>
        <p:nvSpPr>
          <p:cNvPr id="339" name="object-339">
            <a:extLst>
              <a:ext uri="{FF2B5EF4-FFF2-40B4-BE49-F238E27FC236}">
                <a16:creationId xmlns:a16="http://schemas.microsoft.com/office/drawing/2014/main" id="{03006FC1-7583-4C49-AE3D-6D895AC64EF3}"/>
              </a:ext>
            </a:extLst>
          </p:cNvPr>
          <p:cNvSpPr>
            <a:spLocks noGrp="1"/>
          </p:cNvSpPr>
          <p:nvPr/>
        </p:nvSpPr>
        <p:spPr>
          <a:xfrm>
            <a:off x="11646694" y="2857500"/>
            <a:ext cx="26194" cy="547688"/>
          </a:xfrm>
          <a:prstGeom prst="rect">
            <a:avLst/>
          </a:prstGeom>
          <a:solidFill>
            <a:srgbClr val="1D4ED8"/>
          </a:solidFill>
          <a:ln w="13097">
            <a:solidFill>
              <a:srgbClr val="172B4D"/>
            </a:solidFill>
          </a:ln>
        </p:spPr>
      </p:sp>
      <p:sp>
        <p:nvSpPr>
          <p:cNvPr id="340" name="object-340">
            <a:extLst>
              <a:ext uri="{FF2B5EF4-FFF2-40B4-BE49-F238E27FC236}">
                <a16:creationId xmlns:a16="http://schemas.microsoft.com/office/drawing/2014/main" id="{74C2F130-0CEF-4E60-B2F4-5858EFC64CAA}"/>
              </a:ext>
            </a:extLst>
          </p:cNvPr>
          <p:cNvSpPr>
            <a:spLocks noGrp="1"/>
          </p:cNvSpPr>
          <p:nvPr/>
        </p:nvSpPr>
        <p:spPr>
          <a:xfrm>
            <a:off x="11672888" y="2857500"/>
            <a:ext cx="26194" cy="547688"/>
          </a:xfrm>
          <a:prstGeom prst="rect">
            <a:avLst/>
          </a:prstGeom>
          <a:solidFill>
            <a:srgbClr val="1D4ED8"/>
          </a:solidFill>
          <a:ln w="13097">
            <a:solidFill>
              <a:srgbClr val="172B4D"/>
            </a:solidFill>
          </a:ln>
        </p:spPr>
      </p:sp>
      <p:sp>
        <p:nvSpPr>
          <p:cNvPr id="341" name="object-341">
            <a:extLst>
              <a:ext uri="{FF2B5EF4-FFF2-40B4-BE49-F238E27FC236}">
                <a16:creationId xmlns:a16="http://schemas.microsoft.com/office/drawing/2014/main" id="{8DFAB182-9C6B-411B-B2DA-7F9C8F42C29B}"/>
              </a:ext>
            </a:extLst>
          </p:cNvPr>
          <p:cNvSpPr>
            <a:spLocks noGrp="1"/>
          </p:cNvSpPr>
          <p:nvPr/>
        </p:nvSpPr>
        <p:spPr>
          <a:xfrm>
            <a:off x="11699081" y="2857500"/>
            <a:ext cx="26194" cy="547688"/>
          </a:xfrm>
          <a:prstGeom prst="rect">
            <a:avLst/>
          </a:prstGeom>
          <a:solidFill>
            <a:srgbClr val="1D4ED8"/>
          </a:solidFill>
          <a:ln w="13097">
            <a:solidFill>
              <a:srgbClr val="172B4D"/>
            </a:solidFill>
          </a:ln>
        </p:spPr>
      </p:sp>
      <p:sp>
        <p:nvSpPr>
          <p:cNvPr id="342" name="object-342">
            <a:extLst>
              <a:ext uri="{FF2B5EF4-FFF2-40B4-BE49-F238E27FC236}">
                <a16:creationId xmlns:a16="http://schemas.microsoft.com/office/drawing/2014/main" id="{83F14CE8-0D60-4551-B8F5-E35354453CF3}"/>
              </a:ext>
            </a:extLst>
          </p:cNvPr>
          <p:cNvSpPr>
            <a:spLocks noGrp="1"/>
          </p:cNvSpPr>
          <p:nvPr/>
        </p:nvSpPr>
        <p:spPr>
          <a:xfrm>
            <a:off x="11725275" y="2857500"/>
            <a:ext cx="26194" cy="547688"/>
          </a:xfrm>
          <a:prstGeom prst="rect">
            <a:avLst/>
          </a:prstGeom>
          <a:solidFill>
            <a:srgbClr val="1D4ED8"/>
          </a:solidFill>
          <a:ln w="13097">
            <a:solidFill>
              <a:srgbClr val="172B4D"/>
            </a:solidFill>
          </a:ln>
        </p:spPr>
      </p:sp>
      <p:sp>
        <p:nvSpPr>
          <p:cNvPr id="343" name="object-343">
            <a:extLst>
              <a:ext uri="{FF2B5EF4-FFF2-40B4-BE49-F238E27FC236}">
                <a16:creationId xmlns:a16="http://schemas.microsoft.com/office/drawing/2014/main" id="{FD433BC7-B2B5-4346-8967-A03AE279D512}"/>
              </a:ext>
            </a:extLst>
          </p:cNvPr>
          <p:cNvSpPr>
            <a:spLocks noGrp="1"/>
          </p:cNvSpPr>
          <p:nvPr/>
        </p:nvSpPr>
        <p:spPr>
          <a:xfrm>
            <a:off x="11751469" y="2857500"/>
            <a:ext cx="26194" cy="547688"/>
          </a:xfrm>
          <a:prstGeom prst="rect">
            <a:avLst/>
          </a:prstGeom>
          <a:solidFill>
            <a:srgbClr val="1D4ED8"/>
          </a:solidFill>
          <a:ln w="13097">
            <a:solidFill>
              <a:srgbClr val="172B4D"/>
            </a:solidFill>
          </a:ln>
        </p:spPr>
      </p:sp>
      <p:sp>
        <p:nvSpPr>
          <p:cNvPr id="344" name="object-344">
            <a:extLst>
              <a:ext uri="{FF2B5EF4-FFF2-40B4-BE49-F238E27FC236}">
                <a16:creationId xmlns:a16="http://schemas.microsoft.com/office/drawing/2014/main" id="{B5E8C73B-6ECB-4407-AC55-F97DC98ADF00}"/>
              </a:ext>
            </a:extLst>
          </p:cNvPr>
          <p:cNvSpPr>
            <a:spLocks noGrp="1"/>
          </p:cNvSpPr>
          <p:nvPr/>
        </p:nvSpPr>
        <p:spPr>
          <a:xfrm>
            <a:off x="11777663" y="2857500"/>
            <a:ext cx="26194" cy="547688"/>
          </a:xfrm>
          <a:prstGeom prst="rect">
            <a:avLst/>
          </a:prstGeom>
          <a:solidFill>
            <a:srgbClr val="1D4ED8"/>
          </a:solidFill>
          <a:ln w="13097">
            <a:solidFill>
              <a:srgbClr val="172B4D"/>
            </a:solidFill>
          </a:ln>
        </p:spPr>
      </p:sp>
      <p:sp>
        <p:nvSpPr>
          <p:cNvPr id="345" name="object-345">
            <a:extLst>
              <a:ext uri="{FF2B5EF4-FFF2-40B4-BE49-F238E27FC236}">
                <a16:creationId xmlns:a16="http://schemas.microsoft.com/office/drawing/2014/main" id="{38875305-2063-49D2-8812-D9488B69BFAE}"/>
              </a:ext>
            </a:extLst>
          </p:cNvPr>
          <p:cNvSpPr>
            <a:spLocks noGrp="1"/>
          </p:cNvSpPr>
          <p:nvPr/>
        </p:nvSpPr>
        <p:spPr>
          <a:xfrm>
            <a:off x="11803856" y="2857500"/>
            <a:ext cx="26194" cy="547688"/>
          </a:xfrm>
          <a:prstGeom prst="rect">
            <a:avLst/>
          </a:prstGeom>
          <a:solidFill>
            <a:srgbClr val="1D4ED8"/>
          </a:solidFill>
          <a:ln w="13097">
            <a:solidFill>
              <a:srgbClr val="172B4D"/>
            </a:solidFill>
          </a:ln>
        </p:spPr>
      </p:sp>
      <p:sp>
        <p:nvSpPr>
          <p:cNvPr id="346" name="object-346">
            <a:extLst>
              <a:ext uri="{FF2B5EF4-FFF2-40B4-BE49-F238E27FC236}">
                <a16:creationId xmlns:a16="http://schemas.microsoft.com/office/drawing/2014/main" id="{57E7B636-42C2-4B51-A636-D5C34DBA38DA}"/>
              </a:ext>
            </a:extLst>
          </p:cNvPr>
          <p:cNvSpPr>
            <a:spLocks noGrp="1"/>
          </p:cNvSpPr>
          <p:nvPr/>
        </p:nvSpPr>
        <p:spPr>
          <a:xfrm>
            <a:off x="11830050" y="2857500"/>
            <a:ext cx="26194" cy="547688"/>
          </a:xfrm>
          <a:prstGeom prst="rect">
            <a:avLst/>
          </a:prstGeom>
          <a:solidFill>
            <a:srgbClr val="1D4ED8"/>
          </a:solidFill>
          <a:ln w="13097">
            <a:solidFill>
              <a:srgbClr val="172B4D"/>
            </a:solidFill>
          </a:ln>
        </p:spPr>
      </p:sp>
      <p:sp>
        <p:nvSpPr>
          <p:cNvPr id="347" name="object-347">
            <a:extLst>
              <a:ext uri="{FF2B5EF4-FFF2-40B4-BE49-F238E27FC236}">
                <a16:creationId xmlns:a16="http://schemas.microsoft.com/office/drawing/2014/main" id="{323C299D-8535-495D-AFE7-75ECCC41E1A8}"/>
              </a:ext>
            </a:extLst>
          </p:cNvPr>
          <p:cNvSpPr>
            <a:spLocks noGrp="1"/>
          </p:cNvSpPr>
          <p:nvPr/>
        </p:nvSpPr>
        <p:spPr>
          <a:xfrm>
            <a:off x="11856244" y="2857500"/>
            <a:ext cx="26194" cy="547688"/>
          </a:xfrm>
          <a:prstGeom prst="rect">
            <a:avLst/>
          </a:prstGeom>
          <a:solidFill>
            <a:srgbClr val="1D4ED8"/>
          </a:solidFill>
          <a:ln w="13097">
            <a:solidFill>
              <a:srgbClr val="172B4D"/>
            </a:solidFill>
          </a:ln>
        </p:spPr>
      </p:sp>
      <p:sp>
        <p:nvSpPr>
          <p:cNvPr id="348" name="object-348">
            <a:extLst>
              <a:ext uri="{FF2B5EF4-FFF2-40B4-BE49-F238E27FC236}">
                <a16:creationId xmlns:a16="http://schemas.microsoft.com/office/drawing/2014/main" id="{F025FD1D-75EB-40B3-8B5F-AED9FCF581A3}"/>
              </a:ext>
            </a:extLst>
          </p:cNvPr>
          <p:cNvSpPr>
            <a:spLocks noGrp="1"/>
          </p:cNvSpPr>
          <p:nvPr/>
        </p:nvSpPr>
        <p:spPr>
          <a:xfrm>
            <a:off x="11882438" y="2857500"/>
            <a:ext cx="26194" cy="547688"/>
          </a:xfrm>
          <a:prstGeom prst="rect">
            <a:avLst/>
          </a:prstGeom>
          <a:solidFill>
            <a:srgbClr val="1D4ED8"/>
          </a:solidFill>
          <a:ln w="13097">
            <a:solidFill>
              <a:srgbClr val="172B4D"/>
            </a:solidFill>
          </a:ln>
        </p:spPr>
      </p:sp>
      <p:sp>
        <p:nvSpPr>
          <p:cNvPr id="349" name="object-349">
            <a:extLst>
              <a:ext uri="{FF2B5EF4-FFF2-40B4-BE49-F238E27FC236}">
                <a16:creationId xmlns:a16="http://schemas.microsoft.com/office/drawing/2014/main" id="{F1ED2247-B3D0-4EA2-BB59-A6B1005487B3}"/>
              </a:ext>
            </a:extLst>
          </p:cNvPr>
          <p:cNvSpPr>
            <a:spLocks noGrp="1"/>
          </p:cNvSpPr>
          <p:nvPr/>
        </p:nvSpPr>
        <p:spPr>
          <a:xfrm>
            <a:off x="11908631" y="2857500"/>
            <a:ext cx="26194" cy="547688"/>
          </a:xfrm>
          <a:prstGeom prst="rect">
            <a:avLst/>
          </a:prstGeom>
          <a:solidFill>
            <a:srgbClr val="1D4ED8"/>
          </a:solidFill>
          <a:ln w="13097">
            <a:solidFill>
              <a:srgbClr val="172B4D"/>
            </a:solidFill>
          </a:ln>
        </p:spPr>
      </p:sp>
      <p:sp>
        <p:nvSpPr>
          <p:cNvPr id="350" name="object-350">
            <a:extLst>
              <a:ext uri="{FF2B5EF4-FFF2-40B4-BE49-F238E27FC236}">
                <a16:creationId xmlns:a16="http://schemas.microsoft.com/office/drawing/2014/main" id="{C4D9390F-C4C3-4362-B3BA-1D413484E992}"/>
              </a:ext>
            </a:extLst>
          </p:cNvPr>
          <p:cNvSpPr>
            <a:spLocks noGrp="1"/>
          </p:cNvSpPr>
          <p:nvPr/>
        </p:nvSpPr>
        <p:spPr>
          <a:xfrm>
            <a:off x="11934825" y="2857500"/>
            <a:ext cx="26194" cy="547688"/>
          </a:xfrm>
          <a:prstGeom prst="rect">
            <a:avLst/>
          </a:prstGeom>
          <a:solidFill>
            <a:srgbClr val="1D4ED8"/>
          </a:solidFill>
          <a:ln w="13097">
            <a:solidFill>
              <a:srgbClr val="172B4D"/>
            </a:solidFill>
          </a:ln>
        </p:spPr>
      </p:sp>
      <p:sp>
        <p:nvSpPr>
          <p:cNvPr id="351" name="object-351">
            <a:extLst>
              <a:ext uri="{FF2B5EF4-FFF2-40B4-BE49-F238E27FC236}">
                <a16:creationId xmlns:a16="http://schemas.microsoft.com/office/drawing/2014/main" id="{D4EAEA89-9D45-4B0C-82DA-8DAE40183394}"/>
              </a:ext>
            </a:extLst>
          </p:cNvPr>
          <p:cNvSpPr>
            <a:spLocks noGrp="1"/>
          </p:cNvSpPr>
          <p:nvPr/>
        </p:nvSpPr>
        <p:spPr>
          <a:xfrm>
            <a:off x="11961019" y="2857500"/>
            <a:ext cx="26194" cy="547688"/>
          </a:xfrm>
          <a:prstGeom prst="rect">
            <a:avLst/>
          </a:prstGeom>
          <a:solidFill>
            <a:srgbClr val="1D4ED8"/>
          </a:solidFill>
          <a:ln w="13097">
            <a:solidFill>
              <a:srgbClr val="172B4D"/>
            </a:solidFill>
          </a:ln>
        </p:spPr>
      </p:sp>
      <p:sp>
        <p:nvSpPr>
          <p:cNvPr id="352" name="object-352">
            <a:extLst>
              <a:ext uri="{FF2B5EF4-FFF2-40B4-BE49-F238E27FC236}">
                <a16:creationId xmlns:a16="http://schemas.microsoft.com/office/drawing/2014/main" id="{C3FCD50A-3568-4181-AA88-8C25FD5A8B47}"/>
              </a:ext>
            </a:extLst>
          </p:cNvPr>
          <p:cNvSpPr>
            <a:spLocks noGrp="1"/>
          </p:cNvSpPr>
          <p:nvPr/>
        </p:nvSpPr>
        <p:spPr>
          <a:xfrm>
            <a:off x="11987213" y="2857500"/>
            <a:ext cx="26194" cy="547688"/>
          </a:xfrm>
          <a:prstGeom prst="rect">
            <a:avLst/>
          </a:prstGeom>
          <a:solidFill>
            <a:srgbClr val="1D4ED8"/>
          </a:solidFill>
          <a:ln w="13097">
            <a:solidFill>
              <a:srgbClr val="172B4D"/>
            </a:solidFill>
          </a:ln>
        </p:spPr>
      </p:sp>
      <p:sp>
        <p:nvSpPr>
          <p:cNvPr id="353" name="object-353">
            <a:extLst>
              <a:ext uri="{FF2B5EF4-FFF2-40B4-BE49-F238E27FC236}">
                <a16:creationId xmlns:a16="http://schemas.microsoft.com/office/drawing/2014/main" id="{A6669FAE-01B4-472A-B8BA-5C47D2FE8695}"/>
              </a:ext>
            </a:extLst>
          </p:cNvPr>
          <p:cNvSpPr>
            <a:spLocks noGrp="1"/>
          </p:cNvSpPr>
          <p:nvPr/>
        </p:nvSpPr>
        <p:spPr>
          <a:xfrm>
            <a:off x="12013406" y="2857500"/>
            <a:ext cx="26194" cy="547688"/>
          </a:xfrm>
          <a:prstGeom prst="rect">
            <a:avLst/>
          </a:prstGeom>
          <a:solidFill>
            <a:srgbClr val="1D4ED8"/>
          </a:solidFill>
          <a:ln w="13097">
            <a:solidFill>
              <a:srgbClr val="172B4D"/>
            </a:solidFill>
          </a:ln>
        </p:spPr>
      </p:sp>
      <p:sp>
        <p:nvSpPr>
          <p:cNvPr id="354" name="object-354">
            <a:extLst>
              <a:ext uri="{FF2B5EF4-FFF2-40B4-BE49-F238E27FC236}">
                <a16:creationId xmlns:a16="http://schemas.microsoft.com/office/drawing/2014/main" id="{59B8A8E7-E90F-4C12-AE74-722598DCA5D5}"/>
              </a:ext>
            </a:extLst>
          </p:cNvPr>
          <p:cNvSpPr>
            <a:spLocks noGrp="1"/>
          </p:cNvSpPr>
          <p:nvPr/>
        </p:nvSpPr>
        <p:spPr>
          <a:xfrm>
            <a:off x="12039600" y="2857500"/>
            <a:ext cx="26194" cy="547688"/>
          </a:xfrm>
          <a:prstGeom prst="rect">
            <a:avLst/>
          </a:prstGeom>
          <a:solidFill>
            <a:srgbClr val="1D4ED8"/>
          </a:solidFill>
          <a:ln w="13097">
            <a:solidFill>
              <a:srgbClr val="172B4D"/>
            </a:solidFill>
          </a:ln>
        </p:spPr>
      </p:sp>
      <p:sp>
        <p:nvSpPr>
          <p:cNvPr id="355" name="object-355">
            <a:extLst>
              <a:ext uri="{FF2B5EF4-FFF2-40B4-BE49-F238E27FC236}">
                <a16:creationId xmlns:a16="http://schemas.microsoft.com/office/drawing/2014/main" id="{3AD39D64-594E-41ED-9F53-06F6C4F881CE}"/>
              </a:ext>
            </a:extLst>
          </p:cNvPr>
          <p:cNvSpPr>
            <a:spLocks noGrp="1"/>
          </p:cNvSpPr>
          <p:nvPr/>
        </p:nvSpPr>
        <p:spPr>
          <a:xfrm>
            <a:off x="12065794" y="2857500"/>
            <a:ext cx="26194" cy="547688"/>
          </a:xfrm>
          <a:prstGeom prst="rect">
            <a:avLst/>
          </a:prstGeom>
          <a:solidFill>
            <a:srgbClr val="1D4ED8"/>
          </a:solidFill>
          <a:ln w="13097">
            <a:solidFill>
              <a:srgbClr val="172B4D"/>
            </a:solidFill>
          </a:ln>
        </p:spPr>
      </p:sp>
      <p:sp>
        <p:nvSpPr>
          <p:cNvPr id="356" name="object-356">
            <a:extLst>
              <a:ext uri="{FF2B5EF4-FFF2-40B4-BE49-F238E27FC236}">
                <a16:creationId xmlns:a16="http://schemas.microsoft.com/office/drawing/2014/main" id="{BF2CF0AC-A7C3-412C-827A-8987190528F2}"/>
              </a:ext>
            </a:extLst>
          </p:cNvPr>
          <p:cNvSpPr>
            <a:spLocks noGrp="1"/>
          </p:cNvSpPr>
          <p:nvPr/>
        </p:nvSpPr>
        <p:spPr>
          <a:xfrm>
            <a:off x="12091988" y="2857500"/>
            <a:ext cx="26194" cy="547688"/>
          </a:xfrm>
          <a:prstGeom prst="rect">
            <a:avLst/>
          </a:prstGeom>
          <a:solidFill>
            <a:srgbClr val="1D4ED8"/>
          </a:solidFill>
          <a:ln w="13097">
            <a:solidFill>
              <a:srgbClr val="172B4D"/>
            </a:solidFill>
          </a:ln>
        </p:spPr>
      </p:sp>
      <p:sp>
        <p:nvSpPr>
          <p:cNvPr id="357" name="object-357">
            <a:extLst>
              <a:ext uri="{FF2B5EF4-FFF2-40B4-BE49-F238E27FC236}">
                <a16:creationId xmlns:a16="http://schemas.microsoft.com/office/drawing/2014/main" id="{FCF0C2B0-FA74-46BC-8EE3-3998A891B778}"/>
              </a:ext>
            </a:extLst>
          </p:cNvPr>
          <p:cNvSpPr>
            <a:spLocks noGrp="1"/>
          </p:cNvSpPr>
          <p:nvPr/>
        </p:nvSpPr>
        <p:spPr>
          <a:xfrm>
            <a:off x="12118181" y="2857500"/>
            <a:ext cx="26194" cy="547688"/>
          </a:xfrm>
          <a:prstGeom prst="rect">
            <a:avLst/>
          </a:prstGeom>
          <a:solidFill>
            <a:srgbClr val="1D4ED8"/>
          </a:solidFill>
          <a:ln w="13097">
            <a:solidFill>
              <a:srgbClr val="172B4D"/>
            </a:solidFill>
          </a:ln>
        </p:spPr>
      </p:sp>
      <p:sp>
        <p:nvSpPr>
          <p:cNvPr id="358" name="object-358">
            <a:extLst>
              <a:ext uri="{FF2B5EF4-FFF2-40B4-BE49-F238E27FC236}">
                <a16:creationId xmlns:a16="http://schemas.microsoft.com/office/drawing/2014/main" id="{DE577A97-815B-491A-AE17-46FB6797DEAC}"/>
              </a:ext>
            </a:extLst>
          </p:cNvPr>
          <p:cNvSpPr>
            <a:spLocks noGrp="1"/>
          </p:cNvSpPr>
          <p:nvPr/>
        </p:nvSpPr>
        <p:spPr>
          <a:xfrm>
            <a:off x="12144375" y="2857500"/>
            <a:ext cx="26194" cy="547688"/>
          </a:xfrm>
          <a:prstGeom prst="rect">
            <a:avLst/>
          </a:prstGeom>
          <a:solidFill>
            <a:srgbClr val="1D4ED8"/>
          </a:solidFill>
          <a:ln w="13097">
            <a:solidFill>
              <a:srgbClr val="172B4D"/>
            </a:solidFill>
          </a:ln>
        </p:spPr>
      </p:sp>
      <p:sp>
        <p:nvSpPr>
          <p:cNvPr id="359" name="object-359">
            <a:extLst>
              <a:ext uri="{FF2B5EF4-FFF2-40B4-BE49-F238E27FC236}">
                <a16:creationId xmlns:a16="http://schemas.microsoft.com/office/drawing/2014/main" id="{DF553D8D-DC19-43A3-BC4D-E02DC7D9DA5D}"/>
              </a:ext>
            </a:extLst>
          </p:cNvPr>
          <p:cNvSpPr>
            <a:spLocks noGrp="1"/>
          </p:cNvSpPr>
          <p:nvPr/>
        </p:nvSpPr>
        <p:spPr>
          <a:xfrm>
            <a:off x="12170569" y="2857500"/>
            <a:ext cx="26194" cy="547688"/>
          </a:xfrm>
          <a:prstGeom prst="rect">
            <a:avLst/>
          </a:prstGeom>
          <a:solidFill>
            <a:srgbClr val="1D4ED8"/>
          </a:solidFill>
          <a:ln w="13097">
            <a:solidFill>
              <a:srgbClr val="172B4D"/>
            </a:solidFill>
          </a:ln>
        </p:spPr>
      </p:sp>
      <p:sp>
        <p:nvSpPr>
          <p:cNvPr id="360" name="object-360">
            <a:extLst>
              <a:ext uri="{FF2B5EF4-FFF2-40B4-BE49-F238E27FC236}">
                <a16:creationId xmlns:a16="http://schemas.microsoft.com/office/drawing/2014/main" id="{1B9BFCAC-5939-492C-BF77-A1B47DE95059}"/>
              </a:ext>
            </a:extLst>
          </p:cNvPr>
          <p:cNvSpPr>
            <a:spLocks noGrp="1"/>
          </p:cNvSpPr>
          <p:nvPr/>
        </p:nvSpPr>
        <p:spPr>
          <a:xfrm>
            <a:off x="12196763" y="2857500"/>
            <a:ext cx="26194" cy="547688"/>
          </a:xfrm>
          <a:prstGeom prst="rect">
            <a:avLst/>
          </a:prstGeom>
          <a:solidFill>
            <a:srgbClr val="1D4ED8"/>
          </a:solidFill>
          <a:ln w="13097">
            <a:solidFill>
              <a:srgbClr val="172B4D"/>
            </a:solidFill>
          </a:ln>
        </p:spPr>
      </p:sp>
      <p:sp>
        <p:nvSpPr>
          <p:cNvPr id="361" name="object-361">
            <a:extLst>
              <a:ext uri="{FF2B5EF4-FFF2-40B4-BE49-F238E27FC236}">
                <a16:creationId xmlns:a16="http://schemas.microsoft.com/office/drawing/2014/main" id="{4A2127F0-5C21-4BD2-8BBA-1FEADC4CBB99}"/>
              </a:ext>
            </a:extLst>
          </p:cNvPr>
          <p:cNvSpPr>
            <a:spLocks noGrp="1"/>
          </p:cNvSpPr>
          <p:nvPr/>
        </p:nvSpPr>
        <p:spPr>
          <a:xfrm>
            <a:off x="12222956" y="2857500"/>
            <a:ext cx="26194" cy="547688"/>
          </a:xfrm>
          <a:prstGeom prst="rect">
            <a:avLst/>
          </a:prstGeom>
          <a:solidFill>
            <a:srgbClr val="1D4ED8"/>
          </a:solidFill>
          <a:ln w="13097">
            <a:solidFill>
              <a:srgbClr val="172B4D"/>
            </a:solidFill>
          </a:ln>
        </p:spPr>
      </p:sp>
      <p:sp>
        <p:nvSpPr>
          <p:cNvPr id="362" name="object-362">
            <a:extLst>
              <a:ext uri="{FF2B5EF4-FFF2-40B4-BE49-F238E27FC236}">
                <a16:creationId xmlns:a16="http://schemas.microsoft.com/office/drawing/2014/main" id="{B4F667B8-3231-4A13-BB21-ABCC3A16266A}"/>
              </a:ext>
            </a:extLst>
          </p:cNvPr>
          <p:cNvSpPr>
            <a:spLocks noGrp="1"/>
          </p:cNvSpPr>
          <p:nvPr/>
        </p:nvSpPr>
        <p:spPr>
          <a:xfrm>
            <a:off x="12249150" y="2857500"/>
            <a:ext cx="26194" cy="547688"/>
          </a:xfrm>
          <a:prstGeom prst="rect">
            <a:avLst/>
          </a:prstGeom>
          <a:solidFill>
            <a:srgbClr val="1D4ED8"/>
          </a:solidFill>
          <a:ln w="13097">
            <a:solidFill>
              <a:srgbClr val="172B4D"/>
            </a:solidFill>
          </a:ln>
        </p:spPr>
      </p:sp>
      <p:sp>
        <p:nvSpPr>
          <p:cNvPr id="363" name="object-363">
            <a:extLst>
              <a:ext uri="{FF2B5EF4-FFF2-40B4-BE49-F238E27FC236}">
                <a16:creationId xmlns:a16="http://schemas.microsoft.com/office/drawing/2014/main" id="{EEEA5D87-2C20-4A17-A002-A3A91C892983}"/>
              </a:ext>
            </a:extLst>
          </p:cNvPr>
          <p:cNvSpPr>
            <a:spLocks noGrp="1"/>
          </p:cNvSpPr>
          <p:nvPr/>
        </p:nvSpPr>
        <p:spPr>
          <a:xfrm>
            <a:off x="12275344" y="2857500"/>
            <a:ext cx="26194" cy="547688"/>
          </a:xfrm>
          <a:prstGeom prst="rect">
            <a:avLst/>
          </a:prstGeom>
          <a:solidFill>
            <a:srgbClr val="1D4ED8"/>
          </a:solidFill>
          <a:ln w="13097">
            <a:solidFill>
              <a:srgbClr val="172B4D"/>
            </a:solidFill>
          </a:ln>
        </p:spPr>
      </p:sp>
      <p:sp>
        <p:nvSpPr>
          <p:cNvPr id="364" name="object-364">
            <a:extLst>
              <a:ext uri="{FF2B5EF4-FFF2-40B4-BE49-F238E27FC236}">
                <a16:creationId xmlns:a16="http://schemas.microsoft.com/office/drawing/2014/main" id="{19172B7F-988E-4C7C-9910-0337FF603458}"/>
              </a:ext>
            </a:extLst>
          </p:cNvPr>
          <p:cNvSpPr>
            <a:spLocks noGrp="1"/>
          </p:cNvSpPr>
          <p:nvPr/>
        </p:nvSpPr>
        <p:spPr>
          <a:xfrm>
            <a:off x="12301538" y="2857500"/>
            <a:ext cx="26194" cy="547688"/>
          </a:xfrm>
          <a:prstGeom prst="rect">
            <a:avLst/>
          </a:prstGeom>
          <a:solidFill>
            <a:srgbClr val="1D4ED8"/>
          </a:solidFill>
          <a:ln w="13097">
            <a:solidFill>
              <a:srgbClr val="172B4D"/>
            </a:solidFill>
          </a:ln>
        </p:spPr>
      </p:sp>
      <p:sp>
        <p:nvSpPr>
          <p:cNvPr id="365" name="object-365">
            <a:extLst>
              <a:ext uri="{FF2B5EF4-FFF2-40B4-BE49-F238E27FC236}">
                <a16:creationId xmlns:a16="http://schemas.microsoft.com/office/drawing/2014/main" id="{55B51B6F-1E42-4F0B-8FE3-1EE636FABE13}"/>
              </a:ext>
            </a:extLst>
          </p:cNvPr>
          <p:cNvSpPr>
            <a:spLocks noGrp="1"/>
          </p:cNvSpPr>
          <p:nvPr/>
        </p:nvSpPr>
        <p:spPr>
          <a:xfrm>
            <a:off x="12327731" y="2857500"/>
            <a:ext cx="26194" cy="547688"/>
          </a:xfrm>
          <a:prstGeom prst="rect">
            <a:avLst/>
          </a:prstGeom>
          <a:solidFill>
            <a:srgbClr val="1D4ED8"/>
          </a:solidFill>
          <a:ln w="13097">
            <a:solidFill>
              <a:srgbClr val="172B4D"/>
            </a:solidFill>
          </a:ln>
        </p:spPr>
      </p:sp>
      <p:sp>
        <p:nvSpPr>
          <p:cNvPr id="366" name="object-366">
            <a:extLst>
              <a:ext uri="{FF2B5EF4-FFF2-40B4-BE49-F238E27FC236}">
                <a16:creationId xmlns:a16="http://schemas.microsoft.com/office/drawing/2014/main" id="{D2245327-9EE7-41EB-AB8E-EBDC7EF276D4}"/>
              </a:ext>
            </a:extLst>
          </p:cNvPr>
          <p:cNvSpPr>
            <a:spLocks noGrp="1"/>
          </p:cNvSpPr>
          <p:nvPr/>
        </p:nvSpPr>
        <p:spPr>
          <a:xfrm>
            <a:off x="12353925" y="2857500"/>
            <a:ext cx="26194" cy="547688"/>
          </a:xfrm>
          <a:prstGeom prst="rect">
            <a:avLst/>
          </a:prstGeom>
          <a:solidFill>
            <a:srgbClr val="1D4ED8"/>
          </a:solidFill>
          <a:ln w="13097">
            <a:solidFill>
              <a:srgbClr val="172B4D"/>
            </a:solidFill>
          </a:ln>
        </p:spPr>
      </p:sp>
      <p:sp>
        <p:nvSpPr>
          <p:cNvPr id="367" name="object-367">
            <a:extLst>
              <a:ext uri="{FF2B5EF4-FFF2-40B4-BE49-F238E27FC236}">
                <a16:creationId xmlns:a16="http://schemas.microsoft.com/office/drawing/2014/main" id="{D3E76278-B55D-4EBE-AD58-0633E606F6EC}"/>
              </a:ext>
            </a:extLst>
          </p:cNvPr>
          <p:cNvSpPr>
            <a:spLocks noGrp="1"/>
          </p:cNvSpPr>
          <p:nvPr/>
        </p:nvSpPr>
        <p:spPr>
          <a:xfrm>
            <a:off x="12380119" y="2857500"/>
            <a:ext cx="26194" cy="547688"/>
          </a:xfrm>
          <a:prstGeom prst="rect">
            <a:avLst/>
          </a:prstGeom>
          <a:solidFill>
            <a:srgbClr val="1D4ED8"/>
          </a:solidFill>
          <a:ln w="13097">
            <a:solidFill>
              <a:srgbClr val="172B4D"/>
            </a:solidFill>
          </a:ln>
        </p:spPr>
      </p:sp>
      <p:sp>
        <p:nvSpPr>
          <p:cNvPr id="368" name="object-368">
            <a:extLst>
              <a:ext uri="{FF2B5EF4-FFF2-40B4-BE49-F238E27FC236}">
                <a16:creationId xmlns:a16="http://schemas.microsoft.com/office/drawing/2014/main" id="{A5AF0114-953D-4CAE-9781-A143F8A8C98E}"/>
              </a:ext>
            </a:extLst>
          </p:cNvPr>
          <p:cNvSpPr>
            <a:spLocks noGrp="1"/>
          </p:cNvSpPr>
          <p:nvPr/>
        </p:nvSpPr>
        <p:spPr>
          <a:xfrm>
            <a:off x="12406313" y="2857500"/>
            <a:ext cx="26194" cy="547688"/>
          </a:xfrm>
          <a:prstGeom prst="rect">
            <a:avLst/>
          </a:prstGeom>
          <a:solidFill>
            <a:srgbClr val="FFFFFF"/>
          </a:solidFill>
          <a:ln w="13097">
            <a:solidFill>
              <a:srgbClr val="172B4D"/>
            </a:solidFill>
          </a:ln>
        </p:spPr>
      </p:sp>
      <p:sp>
        <p:nvSpPr>
          <p:cNvPr id="369" name="object-369">
            <a:extLst>
              <a:ext uri="{FF2B5EF4-FFF2-40B4-BE49-F238E27FC236}">
                <a16:creationId xmlns:a16="http://schemas.microsoft.com/office/drawing/2014/main" id="{9905B21B-E2CB-4146-8350-FE840466F6DE}"/>
              </a:ext>
            </a:extLst>
          </p:cNvPr>
          <p:cNvSpPr>
            <a:spLocks noGrp="1"/>
          </p:cNvSpPr>
          <p:nvPr/>
        </p:nvSpPr>
        <p:spPr>
          <a:xfrm>
            <a:off x="12432506" y="2857500"/>
            <a:ext cx="26194" cy="547688"/>
          </a:xfrm>
          <a:prstGeom prst="rect">
            <a:avLst/>
          </a:prstGeom>
          <a:solidFill>
            <a:srgbClr val="FFFFFF"/>
          </a:solidFill>
          <a:ln w="13097">
            <a:solidFill>
              <a:srgbClr val="172B4D"/>
            </a:solidFill>
          </a:ln>
        </p:spPr>
      </p:sp>
      <p:sp>
        <p:nvSpPr>
          <p:cNvPr id="370" name="object-370">
            <a:extLst>
              <a:ext uri="{FF2B5EF4-FFF2-40B4-BE49-F238E27FC236}">
                <a16:creationId xmlns:a16="http://schemas.microsoft.com/office/drawing/2014/main" id="{6900827F-13DD-4317-9749-4F791AEA07DC}"/>
              </a:ext>
            </a:extLst>
          </p:cNvPr>
          <p:cNvSpPr>
            <a:spLocks noGrp="1"/>
          </p:cNvSpPr>
          <p:nvPr/>
        </p:nvSpPr>
        <p:spPr>
          <a:xfrm>
            <a:off x="12458700" y="2857500"/>
            <a:ext cx="26194" cy="547688"/>
          </a:xfrm>
          <a:prstGeom prst="rect">
            <a:avLst/>
          </a:prstGeom>
          <a:solidFill>
            <a:srgbClr val="FFFFFF"/>
          </a:solidFill>
          <a:ln w="13097">
            <a:solidFill>
              <a:srgbClr val="172B4D"/>
            </a:solidFill>
          </a:ln>
        </p:spPr>
      </p:sp>
      <p:sp>
        <p:nvSpPr>
          <p:cNvPr id="371" name="object-371">
            <a:extLst>
              <a:ext uri="{FF2B5EF4-FFF2-40B4-BE49-F238E27FC236}">
                <a16:creationId xmlns:a16="http://schemas.microsoft.com/office/drawing/2014/main" id="{B6AF9810-4CCA-4712-B7C1-CFC0D30F87E7}"/>
              </a:ext>
            </a:extLst>
          </p:cNvPr>
          <p:cNvSpPr>
            <a:spLocks noGrp="1"/>
          </p:cNvSpPr>
          <p:nvPr/>
        </p:nvSpPr>
        <p:spPr>
          <a:xfrm>
            <a:off x="12484894" y="2857500"/>
            <a:ext cx="26194" cy="547688"/>
          </a:xfrm>
          <a:prstGeom prst="rect">
            <a:avLst/>
          </a:prstGeom>
          <a:solidFill>
            <a:srgbClr val="FFFFFF"/>
          </a:solidFill>
          <a:ln w="13097">
            <a:solidFill>
              <a:srgbClr val="172B4D"/>
            </a:solidFill>
          </a:ln>
        </p:spPr>
      </p:sp>
      <p:sp>
        <p:nvSpPr>
          <p:cNvPr id="372" name="object-372">
            <a:extLst>
              <a:ext uri="{FF2B5EF4-FFF2-40B4-BE49-F238E27FC236}">
                <a16:creationId xmlns:a16="http://schemas.microsoft.com/office/drawing/2014/main" id="{642E1B34-6298-43C0-B3EF-2626620DDDA0}"/>
              </a:ext>
            </a:extLst>
          </p:cNvPr>
          <p:cNvSpPr>
            <a:spLocks noGrp="1"/>
          </p:cNvSpPr>
          <p:nvPr/>
        </p:nvSpPr>
        <p:spPr>
          <a:xfrm>
            <a:off x="12511088" y="2857500"/>
            <a:ext cx="26194" cy="547688"/>
          </a:xfrm>
          <a:prstGeom prst="rect">
            <a:avLst/>
          </a:prstGeom>
          <a:solidFill>
            <a:srgbClr val="FFFFFF"/>
          </a:solidFill>
          <a:ln w="13097">
            <a:solidFill>
              <a:srgbClr val="172B4D"/>
            </a:solidFill>
          </a:ln>
        </p:spPr>
      </p:sp>
      <p:sp>
        <p:nvSpPr>
          <p:cNvPr id="373" name="object-373">
            <a:extLst>
              <a:ext uri="{FF2B5EF4-FFF2-40B4-BE49-F238E27FC236}">
                <a16:creationId xmlns:a16="http://schemas.microsoft.com/office/drawing/2014/main" id="{82044AF6-88D7-4FF9-97D7-428A47A08757}"/>
              </a:ext>
            </a:extLst>
          </p:cNvPr>
          <p:cNvSpPr>
            <a:spLocks noGrp="1"/>
          </p:cNvSpPr>
          <p:nvPr/>
        </p:nvSpPr>
        <p:spPr>
          <a:xfrm>
            <a:off x="12537281" y="2857500"/>
            <a:ext cx="26194" cy="547688"/>
          </a:xfrm>
          <a:prstGeom prst="rect">
            <a:avLst/>
          </a:prstGeom>
          <a:solidFill>
            <a:srgbClr val="FFFFFF"/>
          </a:solidFill>
          <a:ln w="13097">
            <a:solidFill>
              <a:srgbClr val="172B4D"/>
            </a:solidFill>
          </a:ln>
        </p:spPr>
      </p:sp>
      <p:sp>
        <p:nvSpPr>
          <p:cNvPr id="374" name="object-374">
            <a:extLst>
              <a:ext uri="{FF2B5EF4-FFF2-40B4-BE49-F238E27FC236}">
                <a16:creationId xmlns:a16="http://schemas.microsoft.com/office/drawing/2014/main" id="{96F8E52E-4F77-4F42-8F55-ED38C3CEE217}"/>
              </a:ext>
            </a:extLst>
          </p:cNvPr>
          <p:cNvSpPr>
            <a:spLocks noGrp="1"/>
          </p:cNvSpPr>
          <p:nvPr/>
        </p:nvSpPr>
        <p:spPr>
          <a:xfrm>
            <a:off x="12563475" y="2857500"/>
            <a:ext cx="26194" cy="547688"/>
          </a:xfrm>
          <a:prstGeom prst="rect">
            <a:avLst/>
          </a:prstGeom>
          <a:solidFill>
            <a:srgbClr val="FFFFFF"/>
          </a:solidFill>
          <a:ln w="13097">
            <a:solidFill>
              <a:srgbClr val="172B4D"/>
            </a:solidFill>
          </a:ln>
        </p:spPr>
      </p:sp>
      <p:sp>
        <p:nvSpPr>
          <p:cNvPr id="375" name="object-375">
            <a:extLst>
              <a:ext uri="{FF2B5EF4-FFF2-40B4-BE49-F238E27FC236}">
                <a16:creationId xmlns:a16="http://schemas.microsoft.com/office/drawing/2014/main" id="{02598727-9DED-43F2-98B0-0AFD8F3EF14F}"/>
              </a:ext>
            </a:extLst>
          </p:cNvPr>
          <p:cNvSpPr>
            <a:spLocks noGrp="1"/>
          </p:cNvSpPr>
          <p:nvPr/>
        </p:nvSpPr>
        <p:spPr>
          <a:xfrm>
            <a:off x="12589669" y="2857500"/>
            <a:ext cx="26194" cy="547688"/>
          </a:xfrm>
          <a:prstGeom prst="rect">
            <a:avLst/>
          </a:prstGeom>
          <a:solidFill>
            <a:srgbClr val="FFFFFF"/>
          </a:solidFill>
          <a:ln w="13097">
            <a:solidFill>
              <a:srgbClr val="172B4D"/>
            </a:solidFill>
          </a:ln>
        </p:spPr>
      </p:sp>
      <p:sp>
        <p:nvSpPr>
          <p:cNvPr id="376" name="object-376">
            <a:extLst>
              <a:ext uri="{FF2B5EF4-FFF2-40B4-BE49-F238E27FC236}">
                <a16:creationId xmlns:a16="http://schemas.microsoft.com/office/drawing/2014/main" id="{277AB83B-5111-4B55-93A6-6333A430DDBA}"/>
              </a:ext>
            </a:extLst>
          </p:cNvPr>
          <p:cNvSpPr>
            <a:spLocks noGrp="1"/>
          </p:cNvSpPr>
          <p:nvPr/>
        </p:nvSpPr>
        <p:spPr>
          <a:xfrm>
            <a:off x="12615863" y="2857500"/>
            <a:ext cx="26194" cy="547688"/>
          </a:xfrm>
          <a:prstGeom prst="rect">
            <a:avLst/>
          </a:prstGeom>
          <a:solidFill>
            <a:srgbClr val="FFFFFF"/>
          </a:solidFill>
          <a:ln w="13097">
            <a:solidFill>
              <a:srgbClr val="172B4D"/>
            </a:solidFill>
          </a:ln>
        </p:spPr>
      </p:sp>
      <p:sp>
        <p:nvSpPr>
          <p:cNvPr id="377" name="object-377">
            <a:extLst>
              <a:ext uri="{FF2B5EF4-FFF2-40B4-BE49-F238E27FC236}">
                <a16:creationId xmlns:a16="http://schemas.microsoft.com/office/drawing/2014/main" id="{AACD8A20-0F87-4BBD-87BA-178BA2032359}"/>
              </a:ext>
            </a:extLst>
          </p:cNvPr>
          <p:cNvSpPr>
            <a:spLocks noGrp="1"/>
          </p:cNvSpPr>
          <p:nvPr/>
        </p:nvSpPr>
        <p:spPr>
          <a:xfrm>
            <a:off x="12642056" y="2857500"/>
            <a:ext cx="26194" cy="547688"/>
          </a:xfrm>
          <a:prstGeom prst="rect">
            <a:avLst/>
          </a:prstGeom>
          <a:solidFill>
            <a:srgbClr val="FFFFFF"/>
          </a:solidFill>
          <a:ln w="13097">
            <a:solidFill>
              <a:srgbClr val="172B4D"/>
            </a:solidFill>
          </a:ln>
        </p:spPr>
      </p:sp>
      <p:sp>
        <p:nvSpPr>
          <p:cNvPr id="378" name="object-378">
            <a:extLst>
              <a:ext uri="{FF2B5EF4-FFF2-40B4-BE49-F238E27FC236}">
                <a16:creationId xmlns:a16="http://schemas.microsoft.com/office/drawing/2014/main" id="{B16B2BC9-DCC5-4BC9-A32B-18C20998A278}"/>
              </a:ext>
            </a:extLst>
          </p:cNvPr>
          <p:cNvSpPr>
            <a:spLocks noGrp="1"/>
          </p:cNvSpPr>
          <p:nvPr/>
        </p:nvSpPr>
        <p:spPr>
          <a:xfrm>
            <a:off x="12668250" y="2857500"/>
            <a:ext cx="26194" cy="547688"/>
          </a:xfrm>
          <a:prstGeom prst="rect">
            <a:avLst/>
          </a:prstGeom>
          <a:solidFill>
            <a:srgbClr val="FFFFFF"/>
          </a:solidFill>
          <a:ln w="13097">
            <a:solidFill>
              <a:srgbClr val="172B4D"/>
            </a:solidFill>
          </a:ln>
        </p:spPr>
      </p:sp>
      <p:sp>
        <p:nvSpPr>
          <p:cNvPr id="379" name="object-379">
            <a:extLst>
              <a:ext uri="{FF2B5EF4-FFF2-40B4-BE49-F238E27FC236}">
                <a16:creationId xmlns:a16="http://schemas.microsoft.com/office/drawing/2014/main" id="{312F1705-C7F2-4213-A670-686A8D2337A6}"/>
              </a:ext>
            </a:extLst>
          </p:cNvPr>
          <p:cNvSpPr>
            <a:spLocks noGrp="1"/>
          </p:cNvSpPr>
          <p:nvPr/>
        </p:nvSpPr>
        <p:spPr>
          <a:xfrm>
            <a:off x="12694444" y="2857500"/>
            <a:ext cx="26194" cy="547688"/>
          </a:xfrm>
          <a:prstGeom prst="rect">
            <a:avLst/>
          </a:prstGeom>
          <a:solidFill>
            <a:srgbClr val="FFFFFF"/>
          </a:solidFill>
          <a:ln w="13097">
            <a:solidFill>
              <a:srgbClr val="172B4D"/>
            </a:solidFill>
          </a:ln>
        </p:spPr>
      </p:sp>
      <p:sp>
        <p:nvSpPr>
          <p:cNvPr id="380" name="object-380">
            <a:extLst>
              <a:ext uri="{FF2B5EF4-FFF2-40B4-BE49-F238E27FC236}">
                <a16:creationId xmlns:a16="http://schemas.microsoft.com/office/drawing/2014/main" id="{448ADEE6-43C3-4AEF-8111-D7AEF1D121A4}"/>
              </a:ext>
            </a:extLst>
          </p:cNvPr>
          <p:cNvSpPr>
            <a:spLocks noGrp="1"/>
          </p:cNvSpPr>
          <p:nvPr/>
        </p:nvSpPr>
        <p:spPr>
          <a:xfrm>
            <a:off x="12720638" y="2857500"/>
            <a:ext cx="26194" cy="547688"/>
          </a:xfrm>
          <a:prstGeom prst="rect">
            <a:avLst/>
          </a:prstGeom>
          <a:solidFill>
            <a:srgbClr val="FFFFFF"/>
          </a:solidFill>
          <a:ln w="13097">
            <a:solidFill>
              <a:srgbClr val="172B4D"/>
            </a:solidFill>
          </a:ln>
        </p:spPr>
      </p:sp>
      <p:sp>
        <p:nvSpPr>
          <p:cNvPr id="381" name="object-381">
            <a:extLst>
              <a:ext uri="{FF2B5EF4-FFF2-40B4-BE49-F238E27FC236}">
                <a16:creationId xmlns:a16="http://schemas.microsoft.com/office/drawing/2014/main" id="{45CF342D-9B3F-4933-9A6E-F3274A436359}"/>
              </a:ext>
            </a:extLst>
          </p:cNvPr>
          <p:cNvSpPr>
            <a:spLocks noGrp="1"/>
          </p:cNvSpPr>
          <p:nvPr/>
        </p:nvSpPr>
        <p:spPr>
          <a:xfrm>
            <a:off x="12746831" y="2857500"/>
            <a:ext cx="26194" cy="547688"/>
          </a:xfrm>
          <a:prstGeom prst="rect">
            <a:avLst/>
          </a:prstGeom>
          <a:solidFill>
            <a:srgbClr val="FFFFFF"/>
          </a:solidFill>
          <a:ln w="13097">
            <a:solidFill>
              <a:srgbClr val="172B4D"/>
            </a:solidFill>
          </a:ln>
        </p:spPr>
      </p:sp>
      <p:sp>
        <p:nvSpPr>
          <p:cNvPr id="382" name="object-382">
            <a:extLst>
              <a:ext uri="{FF2B5EF4-FFF2-40B4-BE49-F238E27FC236}">
                <a16:creationId xmlns:a16="http://schemas.microsoft.com/office/drawing/2014/main" id="{A21226A3-035A-45A5-B7AF-F2C256C426D9}"/>
              </a:ext>
            </a:extLst>
          </p:cNvPr>
          <p:cNvSpPr>
            <a:spLocks noGrp="1"/>
          </p:cNvSpPr>
          <p:nvPr/>
        </p:nvSpPr>
        <p:spPr>
          <a:xfrm>
            <a:off x="12773025" y="2857500"/>
            <a:ext cx="26194" cy="547688"/>
          </a:xfrm>
          <a:prstGeom prst="rect">
            <a:avLst/>
          </a:prstGeom>
          <a:solidFill>
            <a:srgbClr val="FFFFFF"/>
          </a:solidFill>
          <a:ln w="13097">
            <a:solidFill>
              <a:srgbClr val="172B4D"/>
            </a:solidFill>
          </a:ln>
        </p:spPr>
      </p:sp>
      <p:sp>
        <p:nvSpPr>
          <p:cNvPr id="383" name="object-383">
            <a:extLst>
              <a:ext uri="{FF2B5EF4-FFF2-40B4-BE49-F238E27FC236}">
                <a16:creationId xmlns:a16="http://schemas.microsoft.com/office/drawing/2014/main" id="{8DE6028A-5154-43FF-AF4D-F34793CE79D8}"/>
              </a:ext>
            </a:extLst>
          </p:cNvPr>
          <p:cNvSpPr>
            <a:spLocks noGrp="1"/>
          </p:cNvSpPr>
          <p:nvPr/>
        </p:nvSpPr>
        <p:spPr>
          <a:xfrm>
            <a:off x="12799219" y="2857500"/>
            <a:ext cx="26194" cy="547688"/>
          </a:xfrm>
          <a:prstGeom prst="rect">
            <a:avLst/>
          </a:prstGeom>
          <a:solidFill>
            <a:srgbClr val="FFFFFF"/>
          </a:solidFill>
          <a:ln w="13097">
            <a:solidFill>
              <a:srgbClr val="172B4D"/>
            </a:solidFill>
          </a:ln>
        </p:spPr>
      </p:sp>
      <p:sp>
        <p:nvSpPr>
          <p:cNvPr id="384" name="object-384">
            <a:extLst>
              <a:ext uri="{FF2B5EF4-FFF2-40B4-BE49-F238E27FC236}">
                <a16:creationId xmlns:a16="http://schemas.microsoft.com/office/drawing/2014/main" id="{B314C693-C054-4013-A13F-B7EAAF17B206}"/>
              </a:ext>
            </a:extLst>
          </p:cNvPr>
          <p:cNvSpPr>
            <a:spLocks noGrp="1"/>
          </p:cNvSpPr>
          <p:nvPr/>
        </p:nvSpPr>
        <p:spPr>
          <a:xfrm>
            <a:off x="12825413" y="2857500"/>
            <a:ext cx="26194" cy="547688"/>
          </a:xfrm>
          <a:prstGeom prst="rect">
            <a:avLst/>
          </a:prstGeom>
          <a:solidFill>
            <a:srgbClr val="FFFFFF"/>
          </a:solidFill>
          <a:ln w="13097">
            <a:solidFill>
              <a:srgbClr val="172B4D"/>
            </a:solidFill>
          </a:ln>
        </p:spPr>
      </p:sp>
      <p:sp>
        <p:nvSpPr>
          <p:cNvPr id="385" name="object-385">
            <a:extLst>
              <a:ext uri="{FF2B5EF4-FFF2-40B4-BE49-F238E27FC236}">
                <a16:creationId xmlns:a16="http://schemas.microsoft.com/office/drawing/2014/main" id="{DD70016C-DFD6-4DAA-ADD5-C8992A5E7C34}"/>
              </a:ext>
            </a:extLst>
          </p:cNvPr>
          <p:cNvSpPr>
            <a:spLocks noGrp="1"/>
          </p:cNvSpPr>
          <p:nvPr/>
        </p:nvSpPr>
        <p:spPr>
          <a:xfrm>
            <a:off x="12851606" y="2857500"/>
            <a:ext cx="26194" cy="547688"/>
          </a:xfrm>
          <a:prstGeom prst="rect">
            <a:avLst/>
          </a:prstGeom>
          <a:solidFill>
            <a:srgbClr val="FFFFFF"/>
          </a:solidFill>
          <a:ln w="13097">
            <a:solidFill>
              <a:srgbClr val="172B4D"/>
            </a:solidFill>
          </a:ln>
        </p:spPr>
      </p:sp>
      <p:sp>
        <p:nvSpPr>
          <p:cNvPr id="386" name="object-386">
            <a:extLst>
              <a:ext uri="{FF2B5EF4-FFF2-40B4-BE49-F238E27FC236}">
                <a16:creationId xmlns:a16="http://schemas.microsoft.com/office/drawing/2014/main" id="{A5C02F7E-3157-47D4-BCC2-5D2BCBEFF171}"/>
              </a:ext>
            </a:extLst>
          </p:cNvPr>
          <p:cNvSpPr>
            <a:spLocks noGrp="1"/>
          </p:cNvSpPr>
          <p:nvPr/>
        </p:nvSpPr>
        <p:spPr>
          <a:xfrm>
            <a:off x="12877800" y="2857500"/>
            <a:ext cx="26194" cy="547688"/>
          </a:xfrm>
          <a:prstGeom prst="rect">
            <a:avLst/>
          </a:prstGeom>
          <a:solidFill>
            <a:srgbClr val="FFFFFF"/>
          </a:solidFill>
          <a:ln w="13097">
            <a:solidFill>
              <a:srgbClr val="172B4D"/>
            </a:solidFill>
          </a:ln>
        </p:spPr>
      </p:sp>
      <p:sp>
        <p:nvSpPr>
          <p:cNvPr id="387" name="object-387">
            <a:extLst>
              <a:ext uri="{FF2B5EF4-FFF2-40B4-BE49-F238E27FC236}">
                <a16:creationId xmlns:a16="http://schemas.microsoft.com/office/drawing/2014/main" id="{C1BF570F-AE68-4C14-9D72-45D1C34C5422}"/>
              </a:ext>
            </a:extLst>
          </p:cNvPr>
          <p:cNvSpPr>
            <a:spLocks noGrp="1"/>
          </p:cNvSpPr>
          <p:nvPr/>
        </p:nvSpPr>
        <p:spPr>
          <a:xfrm>
            <a:off x="12903994" y="2857500"/>
            <a:ext cx="26194" cy="547688"/>
          </a:xfrm>
          <a:prstGeom prst="rect">
            <a:avLst/>
          </a:prstGeom>
          <a:solidFill>
            <a:srgbClr val="FFFFFF"/>
          </a:solidFill>
          <a:ln w="13097">
            <a:solidFill>
              <a:srgbClr val="172B4D"/>
            </a:solidFill>
          </a:ln>
        </p:spPr>
      </p:sp>
      <p:sp>
        <p:nvSpPr>
          <p:cNvPr id="388" name="object-388">
            <a:extLst>
              <a:ext uri="{FF2B5EF4-FFF2-40B4-BE49-F238E27FC236}">
                <a16:creationId xmlns:a16="http://schemas.microsoft.com/office/drawing/2014/main" id="{58CFF1D1-EB2C-45C3-BA81-DC1CE2D3BF73}"/>
              </a:ext>
            </a:extLst>
          </p:cNvPr>
          <p:cNvSpPr>
            <a:spLocks noGrp="1"/>
          </p:cNvSpPr>
          <p:nvPr/>
        </p:nvSpPr>
        <p:spPr>
          <a:xfrm>
            <a:off x="12930188" y="2857500"/>
            <a:ext cx="26194" cy="547688"/>
          </a:xfrm>
          <a:prstGeom prst="rect">
            <a:avLst/>
          </a:prstGeom>
          <a:solidFill>
            <a:srgbClr val="FFFFFF"/>
          </a:solidFill>
          <a:ln w="13097">
            <a:solidFill>
              <a:srgbClr val="172B4D"/>
            </a:solidFill>
          </a:ln>
        </p:spPr>
      </p:sp>
      <p:sp>
        <p:nvSpPr>
          <p:cNvPr id="389" name="object-389">
            <a:extLst>
              <a:ext uri="{FF2B5EF4-FFF2-40B4-BE49-F238E27FC236}">
                <a16:creationId xmlns:a16="http://schemas.microsoft.com/office/drawing/2014/main" id="{90D2E8D4-A6A8-4D89-A33F-2430D3A56F87}"/>
              </a:ext>
            </a:extLst>
          </p:cNvPr>
          <p:cNvSpPr>
            <a:spLocks noGrp="1"/>
          </p:cNvSpPr>
          <p:nvPr/>
        </p:nvSpPr>
        <p:spPr>
          <a:xfrm>
            <a:off x="12956381" y="2857500"/>
            <a:ext cx="26194" cy="547688"/>
          </a:xfrm>
          <a:prstGeom prst="rect">
            <a:avLst/>
          </a:prstGeom>
          <a:solidFill>
            <a:srgbClr val="FFFFFF"/>
          </a:solidFill>
          <a:ln w="13097">
            <a:solidFill>
              <a:srgbClr val="172B4D"/>
            </a:solidFill>
          </a:ln>
        </p:spPr>
      </p:sp>
      <p:sp>
        <p:nvSpPr>
          <p:cNvPr id="390" name="object-390">
            <a:extLst>
              <a:ext uri="{FF2B5EF4-FFF2-40B4-BE49-F238E27FC236}">
                <a16:creationId xmlns:a16="http://schemas.microsoft.com/office/drawing/2014/main" id="{71231B46-806D-4B43-B011-C922F38C7C10}"/>
              </a:ext>
            </a:extLst>
          </p:cNvPr>
          <p:cNvSpPr>
            <a:spLocks noGrp="1"/>
          </p:cNvSpPr>
          <p:nvPr/>
        </p:nvSpPr>
        <p:spPr>
          <a:xfrm>
            <a:off x="12982575" y="2857500"/>
            <a:ext cx="26194" cy="547688"/>
          </a:xfrm>
          <a:prstGeom prst="rect">
            <a:avLst/>
          </a:prstGeom>
          <a:solidFill>
            <a:srgbClr val="FFFFFF"/>
          </a:solidFill>
          <a:ln w="13097">
            <a:solidFill>
              <a:srgbClr val="172B4D"/>
            </a:solidFill>
          </a:ln>
        </p:spPr>
      </p:sp>
      <p:sp>
        <p:nvSpPr>
          <p:cNvPr id="391" name="object-391">
            <a:extLst>
              <a:ext uri="{FF2B5EF4-FFF2-40B4-BE49-F238E27FC236}">
                <a16:creationId xmlns:a16="http://schemas.microsoft.com/office/drawing/2014/main" id="{F5114FCD-E5A3-4B13-8CAE-D87E531833A1}"/>
              </a:ext>
            </a:extLst>
          </p:cNvPr>
          <p:cNvSpPr>
            <a:spLocks noGrp="1"/>
          </p:cNvSpPr>
          <p:nvPr/>
        </p:nvSpPr>
        <p:spPr>
          <a:xfrm>
            <a:off x="13008769" y="2857500"/>
            <a:ext cx="26194" cy="547688"/>
          </a:xfrm>
          <a:prstGeom prst="rect">
            <a:avLst/>
          </a:prstGeom>
          <a:solidFill>
            <a:srgbClr val="FFFFFF"/>
          </a:solidFill>
          <a:ln w="13097">
            <a:solidFill>
              <a:srgbClr val="172B4D"/>
            </a:solidFill>
          </a:ln>
        </p:spPr>
      </p:sp>
      <p:sp>
        <p:nvSpPr>
          <p:cNvPr id="392" name="object-392">
            <a:extLst>
              <a:ext uri="{FF2B5EF4-FFF2-40B4-BE49-F238E27FC236}">
                <a16:creationId xmlns:a16="http://schemas.microsoft.com/office/drawing/2014/main" id="{AB7F811B-1560-494C-8719-078F73B56B6F}"/>
              </a:ext>
            </a:extLst>
          </p:cNvPr>
          <p:cNvSpPr>
            <a:spLocks noGrp="1"/>
          </p:cNvSpPr>
          <p:nvPr/>
        </p:nvSpPr>
        <p:spPr>
          <a:xfrm>
            <a:off x="13034963" y="2857500"/>
            <a:ext cx="26194" cy="547688"/>
          </a:xfrm>
          <a:prstGeom prst="rect">
            <a:avLst/>
          </a:prstGeom>
          <a:solidFill>
            <a:srgbClr val="FFFFFF"/>
          </a:solidFill>
          <a:ln w="13097">
            <a:solidFill>
              <a:srgbClr val="172B4D"/>
            </a:solidFill>
          </a:ln>
        </p:spPr>
      </p:sp>
      <p:sp>
        <p:nvSpPr>
          <p:cNvPr id="393" name="object-393">
            <a:extLst>
              <a:ext uri="{FF2B5EF4-FFF2-40B4-BE49-F238E27FC236}">
                <a16:creationId xmlns:a16="http://schemas.microsoft.com/office/drawing/2014/main" id="{2CC0E5BE-C132-43F7-A5F0-07BB4AD68273}"/>
              </a:ext>
            </a:extLst>
          </p:cNvPr>
          <p:cNvSpPr>
            <a:spLocks noGrp="1"/>
          </p:cNvSpPr>
          <p:nvPr/>
        </p:nvSpPr>
        <p:spPr>
          <a:xfrm>
            <a:off x="13061156" y="2857500"/>
            <a:ext cx="26194" cy="547688"/>
          </a:xfrm>
          <a:prstGeom prst="rect">
            <a:avLst/>
          </a:prstGeom>
          <a:solidFill>
            <a:srgbClr val="FFFFFF"/>
          </a:solidFill>
          <a:ln w="13097">
            <a:solidFill>
              <a:srgbClr val="172B4D"/>
            </a:solidFill>
          </a:ln>
        </p:spPr>
      </p:sp>
      <p:sp>
        <p:nvSpPr>
          <p:cNvPr id="394" name="object-394">
            <a:extLst>
              <a:ext uri="{FF2B5EF4-FFF2-40B4-BE49-F238E27FC236}">
                <a16:creationId xmlns:a16="http://schemas.microsoft.com/office/drawing/2014/main" id="{A71C4331-8B15-4457-A651-ABE12042F3C4}"/>
              </a:ext>
            </a:extLst>
          </p:cNvPr>
          <p:cNvSpPr>
            <a:spLocks noGrp="1"/>
          </p:cNvSpPr>
          <p:nvPr/>
        </p:nvSpPr>
        <p:spPr>
          <a:xfrm>
            <a:off x="13087350" y="2857500"/>
            <a:ext cx="26194" cy="547688"/>
          </a:xfrm>
          <a:prstGeom prst="rect">
            <a:avLst/>
          </a:prstGeom>
          <a:solidFill>
            <a:srgbClr val="FFFFFF"/>
          </a:solidFill>
          <a:ln w="13097">
            <a:solidFill>
              <a:srgbClr val="172B4D"/>
            </a:solidFill>
          </a:ln>
        </p:spPr>
      </p:sp>
      <p:sp>
        <p:nvSpPr>
          <p:cNvPr id="395" name="object-395">
            <a:extLst>
              <a:ext uri="{FF2B5EF4-FFF2-40B4-BE49-F238E27FC236}">
                <a16:creationId xmlns:a16="http://schemas.microsoft.com/office/drawing/2014/main" id="{5FAB3256-EA6A-40DF-8BDC-7CF3BF96D76B}"/>
              </a:ext>
            </a:extLst>
          </p:cNvPr>
          <p:cNvSpPr>
            <a:spLocks noGrp="1"/>
          </p:cNvSpPr>
          <p:nvPr/>
        </p:nvSpPr>
        <p:spPr>
          <a:xfrm>
            <a:off x="13113544" y="2857500"/>
            <a:ext cx="26194" cy="547688"/>
          </a:xfrm>
          <a:prstGeom prst="rect">
            <a:avLst/>
          </a:prstGeom>
          <a:solidFill>
            <a:srgbClr val="FFFFFF"/>
          </a:solidFill>
          <a:ln w="13097">
            <a:solidFill>
              <a:srgbClr val="172B4D"/>
            </a:solidFill>
          </a:ln>
        </p:spPr>
      </p:sp>
      <p:sp>
        <p:nvSpPr>
          <p:cNvPr id="396" name="object-396">
            <a:extLst>
              <a:ext uri="{FF2B5EF4-FFF2-40B4-BE49-F238E27FC236}">
                <a16:creationId xmlns:a16="http://schemas.microsoft.com/office/drawing/2014/main" id="{FAFD815E-CB12-42AA-84B4-20CE5806CE8B}"/>
              </a:ext>
            </a:extLst>
          </p:cNvPr>
          <p:cNvSpPr>
            <a:spLocks noGrp="1"/>
          </p:cNvSpPr>
          <p:nvPr/>
        </p:nvSpPr>
        <p:spPr>
          <a:xfrm>
            <a:off x="13139738" y="2857500"/>
            <a:ext cx="26194" cy="547688"/>
          </a:xfrm>
          <a:prstGeom prst="rect">
            <a:avLst/>
          </a:prstGeom>
          <a:solidFill>
            <a:srgbClr val="FFFFFF"/>
          </a:solidFill>
          <a:ln w="13097">
            <a:solidFill>
              <a:srgbClr val="172B4D"/>
            </a:solidFill>
          </a:ln>
        </p:spPr>
      </p:sp>
      <p:sp>
        <p:nvSpPr>
          <p:cNvPr id="397" name="object-397">
            <a:extLst>
              <a:ext uri="{FF2B5EF4-FFF2-40B4-BE49-F238E27FC236}">
                <a16:creationId xmlns:a16="http://schemas.microsoft.com/office/drawing/2014/main" id="{5304CB53-E983-4EE4-AE73-FE80BF943168}"/>
              </a:ext>
            </a:extLst>
          </p:cNvPr>
          <p:cNvSpPr>
            <a:spLocks noGrp="1"/>
          </p:cNvSpPr>
          <p:nvPr/>
        </p:nvSpPr>
        <p:spPr>
          <a:xfrm>
            <a:off x="13165931" y="2857500"/>
            <a:ext cx="26194" cy="547688"/>
          </a:xfrm>
          <a:prstGeom prst="rect">
            <a:avLst/>
          </a:prstGeom>
          <a:solidFill>
            <a:srgbClr val="FFFFFF"/>
          </a:solidFill>
          <a:ln w="13097">
            <a:solidFill>
              <a:srgbClr val="172B4D"/>
            </a:solidFill>
          </a:ln>
        </p:spPr>
      </p:sp>
      <p:sp>
        <p:nvSpPr>
          <p:cNvPr id="398" name="object-398">
            <a:extLst>
              <a:ext uri="{FF2B5EF4-FFF2-40B4-BE49-F238E27FC236}">
                <a16:creationId xmlns:a16="http://schemas.microsoft.com/office/drawing/2014/main" id="{0A6AE66A-9619-41A9-A72F-80FDF9E20319}"/>
              </a:ext>
            </a:extLst>
          </p:cNvPr>
          <p:cNvSpPr>
            <a:spLocks noGrp="1"/>
          </p:cNvSpPr>
          <p:nvPr/>
        </p:nvSpPr>
        <p:spPr>
          <a:xfrm>
            <a:off x="13192125" y="2857500"/>
            <a:ext cx="26194" cy="547688"/>
          </a:xfrm>
          <a:prstGeom prst="rect">
            <a:avLst/>
          </a:prstGeom>
          <a:solidFill>
            <a:srgbClr val="FFFFFF"/>
          </a:solidFill>
          <a:ln w="13097">
            <a:solidFill>
              <a:srgbClr val="172B4D"/>
            </a:solidFill>
          </a:ln>
        </p:spPr>
      </p:sp>
      <p:sp>
        <p:nvSpPr>
          <p:cNvPr id="399" name="object-399">
            <a:extLst>
              <a:ext uri="{FF2B5EF4-FFF2-40B4-BE49-F238E27FC236}">
                <a16:creationId xmlns:a16="http://schemas.microsoft.com/office/drawing/2014/main" id="{0B38A067-AAC6-4D93-90BB-1BF73050188D}"/>
              </a:ext>
            </a:extLst>
          </p:cNvPr>
          <p:cNvSpPr>
            <a:spLocks noGrp="1"/>
          </p:cNvSpPr>
          <p:nvPr/>
        </p:nvSpPr>
        <p:spPr>
          <a:xfrm>
            <a:off x="13218319" y="2857500"/>
            <a:ext cx="26194" cy="547688"/>
          </a:xfrm>
          <a:prstGeom prst="rect">
            <a:avLst/>
          </a:prstGeom>
          <a:solidFill>
            <a:srgbClr val="FFFFFF"/>
          </a:solidFill>
          <a:ln w="13097">
            <a:solidFill>
              <a:srgbClr val="172B4D"/>
            </a:solidFill>
          </a:ln>
        </p:spPr>
      </p:sp>
      <p:sp>
        <p:nvSpPr>
          <p:cNvPr id="400" name="object-400">
            <a:extLst>
              <a:ext uri="{FF2B5EF4-FFF2-40B4-BE49-F238E27FC236}">
                <a16:creationId xmlns:a16="http://schemas.microsoft.com/office/drawing/2014/main" id="{DBE64F8B-791F-4751-970C-57DF636ADD43}"/>
              </a:ext>
            </a:extLst>
          </p:cNvPr>
          <p:cNvSpPr>
            <a:spLocks noGrp="1"/>
          </p:cNvSpPr>
          <p:nvPr/>
        </p:nvSpPr>
        <p:spPr>
          <a:xfrm>
            <a:off x="13244513" y="2857500"/>
            <a:ext cx="26194" cy="547688"/>
          </a:xfrm>
          <a:prstGeom prst="rect">
            <a:avLst/>
          </a:prstGeom>
          <a:solidFill>
            <a:srgbClr val="FFFFFF"/>
          </a:solidFill>
          <a:ln w="13097">
            <a:solidFill>
              <a:srgbClr val="172B4D"/>
            </a:solidFill>
          </a:ln>
        </p:spPr>
      </p:sp>
      <p:sp>
        <p:nvSpPr>
          <p:cNvPr id="401" name="object-401">
            <a:extLst>
              <a:ext uri="{FF2B5EF4-FFF2-40B4-BE49-F238E27FC236}">
                <a16:creationId xmlns:a16="http://schemas.microsoft.com/office/drawing/2014/main" id="{FD12422A-B99E-48F9-A136-CA996ABF6D11}"/>
              </a:ext>
            </a:extLst>
          </p:cNvPr>
          <p:cNvSpPr>
            <a:spLocks noGrp="1"/>
          </p:cNvSpPr>
          <p:nvPr/>
        </p:nvSpPr>
        <p:spPr>
          <a:xfrm>
            <a:off x="13270706" y="2857500"/>
            <a:ext cx="26194" cy="547688"/>
          </a:xfrm>
          <a:prstGeom prst="rect">
            <a:avLst/>
          </a:prstGeom>
          <a:solidFill>
            <a:srgbClr val="FFFFFF"/>
          </a:solidFill>
          <a:ln w="13097">
            <a:solidFill>
              <a:srgbClr val="172B4D"/>
            </a:solidFill>
          </a:ln>
        </p:spPr>
      </p:sp>
      <p:sp>
        <p:nvSpPr>
          <p:cNvPr id="402" name="object-402">
            <a:extLst>
              <a:ext uri="{FF2B5EF4-FFF2-40B4-BE49-F238E27FC236}">
                <a16:creationId xmlns:a16="http://schemas.microsoft.com/office/drawing/2014/main" id="{1D60C074-9B87-4BFC-921F-081A40F007E3}"/>
              </a:ext>
            </a:extLst>
          </p:cNvPr>
          <p:cNvSpPr>
            <a:spLocks noGrp="1"/>
          </p:cNvSpPr>
          <p:nvPr/>
        </p:nvSpPr>
        <p:spPr>
          <a:xfrm>
            <a:off x="13296900" y="2857500"/>
            <a:ext cx="26194" cy="547688"/>
          </a:xfrm>
          <a:prstGeom prst="rect">
            <a:avLst/>
          </a:prstGeom>
          <a:solidFill>
            <a:srgbClr val="FFFFFF"/>
          </a:solidFill>
          <a:ln w="13097">
            <a:solidFill>
              <a:srgbClr val="172B4D"/>
            </a:solidFill>
          </a:ln>
        </p:spPr>
      </p:sp>
      <p:sp>
        <p:nvSpPr>
          <p:cNvPr id="403" name="object-403">
            <a:extLst>
              <a:ext uri="{FF2B5EF4-FFF2-40B4-BE49-F238E27FC236}">
                <a16:creationId xmlns:a16="http://schemas.microsoft.com/office/drawing/2014/main" id="{8DAEB1F2-4E39-441D-AAB5-74BF2E9D23D0}"/>
              </a:ext>
            </a:extLst>
          </p:cNvPr>
          <p:cNvSpPr>
            <a:spLocks noGrp="1"/>
          </p:cNvSpPr>
          <p:nvPr/>
        </p:nvSpPr>
        <p:spPr>
          <a:xfrm>
            <a:off x="13323094" y="2857500"/>
            <a:ext cx="26194" cy="547688"/>
          </a:xfrm>
          <a:prstGeom prst="rect">
            <a:avLst/>
          </a:prstGeom>
          <a:solidFill>
            <a:srgbClr val="FFFFFF"/>
          </a:solidFill>
          <a:ln w="13097">
            <a:solidFill>
              <a:srgbClr val="172B4D"/>
            </a:solidFill>
          </a:ln>
        </p:spPr>
      </p:sp>
      <p:sp>
        <p:nvSpPr>
          <p:cNvPr id="404" name="object-404">
            <a:extLst>
              <a:ext uri="{FF2B5EF4-FFF2-40B4-BE49-F238E27FC236}">
                <a16:creationId xmlns:a16="http://schemas.microsoft.com/office/drawing/2014/main" id="{61D1835C-74E1-451D-AE01-AFBA2AD47A59}"/>
              </a:ext>
            </a:extLst>
          </p:cNvPr>
          <p:cNvSpPr>
            <a:spLocks noGrp="1"/>
          </p:cNvSpPr>
          <p:nvPr/>
        </p:nvSpPr>
        <p:spPr>
          <a:xfrm>
            <a:off x="13349288" y="2857500"/>
            <a:ext cx="26194" cy="547688"/>
          </a:xfrm>
          <a:prstGeom prst="rect">
            <a:avLst/>
          </a:prstGeom>
          <a:solidFill>
            <a:srgbClr val="FFFFFF"/>
          </a:solidFill>
          <a:ln w="13097">
            <a:solidFill>
              <a:srgbClr val="172B4D"/>
            </a:solidFill>
          </a:ln>
        </p:spPr>
      </p:sp>
      <p:sp>
        <p:nvSpPr>
          <p:cNvPr id="405" name="object-405">
            <a:extLst>
              <a:ext uri="{FF2B5EF4-FFF2-40B4-BE49-F238E27FC236}">
                <a16:creationId xmlns:a16="http://schemas.microsoft.com/office/drawing/2014/main" id="{14C66E8A-D0C2-4BCD-8717-C394C378999F}"/>
              </a:ext>
            </a:extLst>
          </p:cNvPr>
          <p:cNvSpPr>
            <a:spLocks noGrp="1"/>
          </p:cNvSpPr>
          <p:nvPr/>
        </p:nvSpPr>
        <p:spPr>
          <a:xfrm>
            <a:off x="13375481" y="2857500"/>
            <a:ext cx="26194" cy="547688"/>
          </a:xfrm>
          <a:prstGeom prst="rect">
            <a:avLst/>
          </a:prstGeom>
          <a:solidFill>
            <a:srgbClr val="FFFFFF"/>
          </a:solidFill>
          <a:ln w="13097">
            <a:solidFill>
              <a:srgbClr val="172B4D"/>
            </a:solidFill>
          </a:ln>
        </p:spPr>
      </p:sp>
      <p:sp>
        <p:nvSpPr>
          <p:cNvPr id="406" name="object-406">
            <a:extLst>
              <a:ext uri="{FF2B5EF4-FFF2-40B4-BE49-F238E27FC236}">
                <a16:creationId xmlns:a16="http://schemas.microsoft.com/office/drawing/2014/main" id="{51A93D3B-9A5E-4DBE-BB93-EFABAB8FA34B}"/>
              </a:ext>
            </a:extLst>
          </p:cNvPr>
          <p:cNvSpPr>
            <a:spLocks noGrp="1"/>
          </p:cNvSpPr>
          <p:nvPr/>
        </p:nvSpPr>
        <p:spPr>
          <a:xfrm>
            <a:off x="13401675" y="2857500"/>
            <a:ext cx="26194" cy="547688"/>
          </a:xfrm>
          <a:prstGeom prst="rect">
            <a:avLst/>
          </a:prstGeom>
          <a:solidFill>
            <a:srgbClr val="FFFFFF"/>
          </a:solidFill>
          <a:ln w="13097">
            <a:solidFill>
              <a:srgbClr val="172B4D"/>
            </a:solidFill>
          </a:ln>
        </p:spPr>
      </p:sp>
      <p:sp>
        <p:nvSpPr>
          <p:cNvPr id="407" name="object-407">
            <a:extLst>
              <a:ext uri="{FF2B5EF4-FFF2-40B4-BE49-F238E27FC236}">
                <a16:creationId xmlns:a16="http://schemas.microsoft.com/office/drawing/2014/main" id="{A25525C4-BFCA-4CBA-AD40-62AE47C1CF4F}"/>
              </a:ext>
            </a:extLst>
          </p:cNvPr>
          <p:cNvSpPr>
            <a:spLocks noGrp="1"/>
          </p:cNvSpPr>
          <p:nvPr/>
        </p:nvSpPr>
        <p:spPr>
          <a:xfrm>
            <a:off x="13427869" y="2857500"/>
            <a:ext cx="26194" cy="547688"/>
          </a:xfrm>
          <a:prstGeom prst="rect">
            <a:avLst/>
          </a:prstGeom>
          <a:solidFill>
            <a:srgbClr val="FFFFFF"/>
          </a:solidFill>
          <a:ln w="13097">
            <a:solidFill>
              <a:srgbClr val="172B4D"/>
            </a:solidFill>
          </a:ln>
        </p:spPr>
      </p:sp>
      <p:sp>
        <p:nvSpPr>
          <p:cNvPr id="408" name="object-408">
            <a:extLst>
              <a:ext uri="{FF2B5EF4-FFF2-40B4-BE49-F238E27FC236}">
                <a16:creationId xmlns:a16="http://schemas.microsoft.com/office/drawing/2014/main" id="{F3449D5D-71E5-4B90-B6AD-5AFB7D68DFC7}"/>
              </a:ext>
            </a:extLst>
          </p:cNvPr>
          <p:cNvSpPr>
            <a:spLocks noGrp="1"/>
          </p:cNvSpPr>
          <p:nvPr/>
        </p:nvSpPr>
        <p:spPr>
          <a:xfrm>
            <a:off x="12263438" y="3417094"/>
            <a:ext cx="1905000" cy="476250"/>
          </a:xfrm>
          <a:prstGeom prst="rect">
            <a:avLst/>
          </a:prstGeom>
          <a:noFill/>
          <a:ln w="0">
            <a:noFill/>
          </a:ln>
        </p:spPr>
        <p:txBody>
          <a:bodyPr anchor="ctr">
            <a:noAutofit/>
          </a:bodyPr>
          <a:lstStyle/>
          <a:p>
            <a:pPr algn="l">
              <a:defRPr sz="2250" b="1">
                <a:solidFill>
                  <a:srgbClr val="9A5800"/>
                </a:solidFill>
                <a:latin typeface="Arial"/>
                <a:ea typeface="Arial"/>
                <a:cs typeface="Arial"/>
              </a:defRPr>
            </a:pPr>
            <a:r>
              <a:rPr sz="2250" b="1">
                <a:solidFill>
                  <a:srgbClr val="9A5800"/>
                </a:solidFill>
                <a:latin typeface="Arial"/>
                <a:ea typeface="Arial"/>
                <a:cs typeface="Arial"/>
              </a:rPr>
              <a:t>360/100</a:t>
            </a:r>
          </a:p>
        </p:txBody>
      </p:sp>
      <p:sp>
        <p:nvSpPr>
          <p:cNvPr id="409" name="object-409">
            <a:extLst>
              <a:ext uri="{FF2B5EF4-FFF2-40B4-BE49-F238E27FC236}">
                <a16:creationId xmlns:a16="http://schemas.microsoft.com/office/drawing/2014/main" id="{39115F3A-4E21-47A5-B810-972610A8C271}"/>
              </a:ext>
            </a:extLst>
          </p:cNvPr>
          <p:cNvSpPr>
            <a:spLocks noGrp="1"/>
          </p:cNvSpPr>
          <p:nvPr/>
        </p:nvSpPr>
        <p:spPr>
          <a:xfrm>
            <a:off x="833438" y="4048125"/>
            <a:ext cx="1905000" cy="714375"/>
          </a:xfrm>
          <a:prstGeom prst="rect">
            <a:avLst/>
          </a:prstGeom>
          <a:noFill/>
          <a:ln w="0">
            <a:noFill/>
          </a:ln>
        </p:spPr>
        <p:txBody>
          <a:bodyPr anchor="ctr">
            <a:noAutofit/>
          </a:bodyPr>
          <a:lstStyle/>
          <a:p>
            <a:pPr algn="l">
              <a:defRPr sz="3375" b="1">
                <a:solidFill>
                  <a:srgbClr val="1D4ED8"/>
                </a:solidFill>
                <a:latin typeface="Arial"/>
                <a:ea typeface="Arial"/>
                <a:cs typeface="Arial"/>
              </a:defRPr>
            </a:pPr>
            <a:r>
              <a:rPr sz="3375" b="1">
                <a:solidFill>
                  <a:srgbClr val="1D4ED8"/>
                </a:solidFill>
                <a:latin typeface="Arial"/>
                <a:ea typeface="Arial"/>
                <a:cs typeface="Arial"/>
              </a:rPr>
              <a:t>358/100</a:t>
            </a:r>
          </a:p>
        </p:txBody>
      </p:sp>
      <p:sp>
        <p:nvSpPr>
          <p:cNvPr id="410" name="object-410">
            <a:extLst>
              <a:ext uri="{FF2B5EF4-FFF2-40B4-BE49-F238E27FC236}">
                <a16:creationId xmlns:a16="http://schemas.microsoft.com/office/drawing/2014/main" id="{4C8492C3-8ED9-4CBC-A4D7-521CB786E2BF}"/>
              </a:ext>
            </a:extLst>
          </p:cNvPr>
          <p:cNvSpPr>
            <a:spLocks noGrp="1"/>
          </p:cNvSpPr>
          <p:nvPr/>
        </p:nvSpPr>
        <p:spPr>
          <a:xfrm>
            <a:off x="2976563" y="4048125"/>
            <a:ext cx="26194" cy="547688"/>
          </a:xfrm>
          <a:prstGeom prst="rect">
            <a:avLst/>
          </a:prstGeom>
          <a:solidFill>
            <a:srgbClr val="1D4ED8"/>
          </a:solidFill>
          <a:ln w="13097">
            <a:solidFill>
              <a:srgbClr val="172B4D"/>
            </a:solidFill>
          </a:ln>
        </p:spPr>
      </p:sp>
      <p:sp>
        <p:nvSpPr>
          <p:cNvPr id="411" name="object-411">
            <a:extLst>
              <a:ext uri="{FF2B5EF4-FFF2-40B4-BE49-F238E27FC236}">
                <a16:creationId xmlns:a16="http://schemas.microsoft.com/office/drawing/2014/main" id="{C65EAE74-2B5B-4C35-8851-8343762FAB8F}"/>
              </a:ext>
            </a:extLst>
          </p:cNvPr>
          <p:cNvSpPr>
            <a:spLocks noGrp="1"/>
          </p:cNvSpPr>
          <p:nvPr/>
        </p:nvSpPr>
        <p:spPr>
          <a:xfrm>
            <a:off x="3002756" y="4048125"/>
            <a:ext cx="26194" cy="547688"/>
          </a:xfrm>
          <a:prstGeom prst="rect">
            <a:avLst/>
          </a:prstGeom>
          <a:solidFill>
            <a:srgbClr val="1D4ED8"/>
          </a:solidFill>
          <a:ln w="13097">
            <a:solidFill>
              <a:srgbClr val="172B4D"/>
            </a:solidFill>
          </a:ln>
        </p:spPr>
      </p:sp>
      <p:sp>
        <p:nvSpPr>
          <p:cNvPr id="412" name="object-412">
            <a:extLst>
              <a:ext uri="{FF2B5EF4-FFF2-40B4-BE49-F238E27FC236}">
                <a16:creationId xmlns:a16="http://schemas.microsoft.com/office/drawing/2014/main" id="{CFB0DC19-45D9-453C-B6C8-C08946888C17}"/>
              </a:ext>
            </a:extLst>
          </p:cNvPr>
          <p:cNvSpPr>
            <a:spLocks noGrp="1"/>
          </p:cNvSpPr>
          <p:nvPr/>
        </p:nvSpPr>
        <p:spPr>
          <a:xfrm>
            <a:off x="3028950" y="4048125"/>
            <a:ext cx="26194" cy="547688"/>
          </a:xfrm>
          <a:prstGeom prst="rect">
            <a:avLst/>
          </a:prstGeom>
          <a:solidFill>
            <a:srgbClr val="1D4ED8"/>
          </a:solidFill>
          <a:ln w="13097">
            <a:solidFill>
              <a:srgbClr val="172B4D"/>
            </a:solidFill>
          </a:ln>
        </p:spPr>
      </p:sp>
      <p:sp>
        <p:nvSpPr>
          <p:cNvPr id="413" name="object-413">
            <a:extLst>
              <a:ext uri="{FF2B5EF4-FFF2-40B4-BE49-F238E27FC236}">
                <a16:creationId xmlns:a16="http://schemas.microsoft.com/office/drawing/2014/main" id="{9522C580-B292-44B8-904A-B575D351FDFD}"/>
              </a:ext>
            </a:extLst>
          </p:cNvPr>
          <p:cNvSpPr>
            <a:spLocks noGrp="1"/>
          </p:cNvSpPr>
          <p:nvPr/>
        </p:nvSpPr>
        <p:spPr>
          <a:xfrm>
            <a:off x="3055144" y="4048125"/>
            <a:ext cx="26194" cy="547688"/>
          </a:xfrm>
          <a:prstGeom prst="rect">
            <a:avLst/>
          </a:prstGeom>
          <a:solidFill>
            <a:srgbClr val="1D4ED8"/>
          </a:solidFill>
          <a:ln w="13097">
            <a:solidFill>
              <a:srgbClr val="172B4D"/>
            </a:solidFill>
          </a:ln>
        </p:spPr>
      </p:sp>
      <p:sp>
        <p:nvSpPr>
          <p:cNvPr id="414" name="object-414">
            <a:extLst>
              <a:ext uri="{FF2B5EF4-FFF2-40B4-BE49-F238E27FC236}">
                <a16:creationId xmlns:a16="http://schemas.microsoft.com/office/drawing/2014/main" id="{E8ACE595-9423-41C0-A190-E06725CCCFAF}"/>
              </a:ext>
            </a:extLst>
          </p:cNvPr>
          <p:cNvSpPr>
            <a:spLocks noGrp="1"/>
          </p:cNvSpPr>
          <p:nvPr/>
        </p:nvSpPr>
        <p:spPr>
          <a:xfrm>
            <a:off x="3081338" y="4048125"/>
            <a:ext cx="26194" cy="547688"/>
          </a:xfrm>
          <a:prstGeom prst="rect">
            <a:avLst/>
          </a:prstGeom>
          <a:solidFill>
            <a:srgbClr val="1D4ED8"/>
          </a:solidFill>
          <a:ln w="13097">
            <a:solidFill>
              <a:srgbClr val="172B4D"/>
            </a:solidFill>
          </a:ln>
        </p:spPr>
      </p:sp>
      <p:sp>
        <p:nvSpPr>
          <p:cNvPr id="415" name="object-415">
            <a:extLst>
              <a:ext uri="{FF2B5EF4-FFF2-40B4-BE49-F238E27FC236}">
                <a16:creationId xmlns:a16="http://schemas.microsoft.com/office/drawing/2014/main" id="{429DC4B4-AB68-4395-8AE0-9A9A7867FFF9}"/>
              </a:ext>
            </a:extLst>
          </p:cNvPr>
          <p:cNvSpPr>
            <a:spLocks noGrp="1"/>
          </p:cNvSpPr>
          <p:nvPr/>
        </p:nvSpPr>
        <p:spPr>
          <a:xfrm>
            <a:off x="3107531" y="4048125"/>
            <a:ext cx="26194" cy="547688"/>
          </a:xfrm>
          <a:prstGeom prst="rect">
            <a:avLst/>
          </a:prstGeom>
          <a:solidFill>
            <a:srgbClr val="1D4ED8"/>
          </a:solidFill>
          <a:ln w="13097">
            <a:solidFill>
              <a:srgbClr val="172B4D"/>
            </a:solidFill>
          </a:ln>
        </p:spPr>
      </p:sp>
      <p:sp>
        <p:nvSpPr>
          <p:cNvPr id="416" name="object-416">
            <a:extLst>
              <a:ext uri="{FF2B5EF4-FFF2-40B4-BE49-F238E27FC236}">
                <a16:creationId xmlns:a16="http://schemas.microsoft.com/office/drawing/2014/main" id="{8FBB886D-7CEA-4195-8FCB-0A21CFC9F9B1}"/>
              </a:ext>
            </a:extLst>
          </p:cNvPr>
          <p:cNvSpPr>
            <a:spLocks noGrp="1"/>
          </p:cNvSpPr>
          <p:nvPr/>
        </p:nvSpPr>
        <p:spPr>
          <a:xfrm>
            <a:off x="3133725" y="4048125"/>
            <a:ext cx="26194" cy="547688"/>
          </a:xfrm>
          <a:prstGeom prst="rect">
            <a:avLst/>
          </a:prstGeom>
          <a:solidFill>
            <a:srgbClr val="1D4ED8"/>
          </a:solidFill>
          <a:ln w="13097">
            <a:solidFill>
              <a:srgbClr val="172B4D"/>
            </a:solidFill>
          </a:ln>
        </p:spPr>
      </p:sp>
      <p:sp>
        <p:nvSpPr>
          <p:cNvPr id="417" name="object-417">
            <a:extLst>
              <a:ext uri="{FF2B5EF4-FFF2-40B4-BE49-F238E27FC236}">
                <a16:creationId xmlns:a16="http://schemas.microsoft.com/office/drawing/2014/main" id="{DF4C825D-8986-4FEA-8A71-59E18168E8B9}"/>
              </a:ext>
            </a:extLst>
          </p:cNvPr>
          <p:cNvSpPr>
            <a:spLocks noGrp="1"/>
          </p:cNvSpPr>
          <p:nvPr/>
        </p:nvSpPr>
        <p:spPr>
          <a:xfrm>
            <a:off x="3159919" y="4048125"/>
            <a:ext cx="26194" cy="547688"/>
          </a:xfrm>
          <a:prstGeom prst="rect">
            <a:avLst/>
          </a:prstGeom>
          <a:solidFill>
            <a:srgbClr val="1D4ED8"/>
          </a:solidFill>
          <a:ln w="13097">
            <a:solidFill>
              <a:srgbClr val="172B4D"/>
            </a:solidFill>
          </a:ln>
        </p:spPr>
      </p:sp>
      <p:sp>
        <p:nvSpPr>
          <p:cNvPr id="418" name="object-418">
            <a:extLst>
              <a:ext uri="{FF2B5EF4-FFF2-40B4-BE49-F238E27FC236}">
                <a16:creationId xmlns:a16="http://schemas.microsoft.com/office/drawing/2014/main" id="{87B26FF2-7A4D-4617-969C-B3D87095BD5A}"/>
              </a:ext>
            </a:extLst>
          </p:cNvPr>
          <p:cNvSpPr>
            <a:spLocks noGrp="1"/>
          </p:cNvSpPr>
          <p:nvPr/>
        </p:nvSpPr>
        <p:spPr>
          <a:xfrm>
            <a:off x="3186113" y="4048125"/>
            <a:ext cx="26194" cy="547688"/>
          </a:xfrm>
          <a:prstGeom prst="rect">
            <a:avLst/>
          </a:prstGeom>
          <a:solidFill>
            <a:srgbClr val="1D4ED8"/>
          </a:solidFill>
          <a:ln w="13097">
            <a:solidFill>
              <a:srgbClr val="172B4D"/>
            </a:solidFill>
          </a:ln>
        </p:spPr>
      </p:sp>
      <p:sp>
        <p:nvSpPr>
          <p:cNvPr id="419" name="object-419">
            <a:extLst>
              <a:ext uri="{FF2B5EF4-FFF2-40B4-BE49-F238E27FC236}">
                <a16:creationId xmlns:a16="http://schemas.microsoft.com/office/drawing/2014/main" id="{7D79F607-7C62-4D11-B121-C3695240D3D1}"/>
              </a:ext>
            </a:extLst>
          </p:cNvPr>
          <p:cNvSpPr>
            <a:spLocks noGrp="1"/>
          </p:cNvSpPr>
          <p:nvPr/>
        </p:nvSpPr>
        <p:spPr>
          <a:xfrm>
            <a:off x="3212306" y="4048125"/>
            <a:ext cx="26194" cy="547688"/>
          </a:xfrm>
          <a:prstGeom prst="rect">
            <a:avLst/>
          </a:prstGeom>
          <a:solidFill>
            <a:srgbClr val="1D4ED8"/>
          </a:solidFill>
          <a:ln w="13097">
            <a:solidFill>
              <a:srgbClr val="172B4D"/>
            </a:solidFill>
          </a:ln>
        </p:spPr>
      </p:sp>
      <p:sp>
        <p:nvSpPr>
          <p:cNvPr id="420" name="object-420">
            <a:extLst>
              <a:ext uri="{FF2B5EF4-FFF2-40B4-BE49-F238E27FC236}">
                <a16:creationId xmlns:a16="http://schemas.microsoft.com/office/drawing/2014/main" id="{A349C639-13AD-43EC-B624-A16844C26D74}"/>
              </a:ext>
            </a:extLst>
          </p:cNvPr>
          <p:cNvSpPr>
            <a:spLocks noGrp="1"/>
          </p:cNvSpPr>
          <p:nvPr/>
        </p:nvSpPr>
        <p:spPr>
          <a:xfrm>
            <a:off x="3238500" y="4048125"/>
            <a:ext cx="26194" cy="547688"/>
          </a:xfrm>
          <a:prstGeom prst="rect">
            <a:avLst/>
          </a:prstGeom>
          <a:solidFill>
            <a:srgbClr val="1D4ED8"/>
          </a:solidFill>
          <a:ln w="13097">
            <a:solidFill>
              <a:srgbClr val="172B4D"/>
            </a:solidFill>
          </a:ln>
        </p:spPr>
      </p:sp>
      <p:sp>
        <p:nvSpPr>
          <p:cNvPr id="421" name="object-421">
            <a:extLst>
              <a:ext uri="{FF2B5EF4-FFF2-40B4-BE49-F238E27FC236}">
                <a16:creationId xmlns:a16="http://schemas.microsoft.com/office/drawing/2014/main" id="{7801532F-87F1-4764-8024-16C9686BFA4A}"/>
              </a:ext>
            </a:extLst>
          </p:cNvPr>
          <p:cNvSpPr>
            <a:spLocks noGrp="1"/>
          </p:cNvSpPr>
          <p:nvPr/>
        </p:nvSpPr>
        <p:spPr>
          <a:xfrm>
            <a:off x="3264694" y="4048125"/>
            <a:ext cx="26194" cy="547688"/>
          </a:xfrm>
          <a:prstGeom prst="rect">
            <a:avLst/>
          </a:prstGeom>
          <a:solidFill>
            <a:srgbClr val="1D4ED8"/>
          </a:solidFill>
          <a:ln w="13097">
            <a:solidFill>
              <a:srgbClr val="172B4D"/>
            </a:solidFill>
          </a:ln>
        </p:spPr>
      </p:sp>
      <p:sp>
        <p:nvSpPr>
          <p:cNvPr id="422" name="object-422">
            <a:extLst>
              <a:ext uri="{FF2B5EF4-FFF2-40B4-BE49-F238E27FC236}">
                <a16:creationId xmlns:a16="http://schemas.microsoft.com/office/drawing/2014/main" id="{AF513CB3-90DD-41F9-916F-4549938ECD05}"/>
              </a:ext>
            </a:extLst>
          </p:cNvPr>
          <p:cNvSpPr>
            <a:spLocks noGrp="1"/>
          </p:cNvSpPr>
          <p:nvPr/>
        </p:nvSpPr>
        <p:spPr>
          <a:xfrm>
            <a:off x="3290888" y="4048125"/>
            <a:ext cx="26194" cy="547688"/>
          </a:xfrm>
          <a:prstGeom prst="rect">
            <a:avLst/>
          </a:prstGeom>
          <a:solidFill>
            <a:srgbClr val="1D4ED8"/>
          </a:solidFill>
          <a:ln w="13097">
            <a:solidFill>
              <a:srgbClr val="172B4D"/>
            </a:solidFill>
          </a:ln>
        </p:spPr>
      </p:sp>
      <p:sp>
        <p:nvSpPr>
          <p:cNvPr id="423" name="object-423">
            <a:extLst>
              <a:ext uri="{FF2B5EF4-FFF2-40B4-BE49-F238E27FC236}">
                <a16:creationId xmlns:a16="http://schemas.microsoft.com/office/drawing/2014/main" id="{F6EB56D3-2E7B-4E72-8F0D-4E4D302FFF03}"/>
              </a:ext>
            </a:extLst>
          </p:cNvPr>
          <p:cNvSpPr>
            <a:spLocks noGrp="1"/>
          </p:cNvSpPr>
          <p:nvPr/>
        </p:nvSpPr>
        <p:spPr>
          <a:xfrm>
            <a:off x="3317081" y="4048125"/>
            <a:ext cx="26194" cy="547688"/>
          </a:xfrm>
          <a:prstGeom prst="rect">
            <a:avLst/>
          </a:prstGeom>
          <a:solidFill>
            <a:srgbClr val="1D4ED8"/>
          </a:solidFill>
          <a:ln w="13097">
            <a:solidFill>
              <a:srgbClr val="172B4D"/>
            </a:solidFill>
          </a:ln>
        </p:spPr>
      </p:sp>
      <p:sp>
        <p:nvSpPr>
          <p:cNvPr id="424" name="object-424">
            <a:extLst>
              <a:ext uri="{FF2B5EF4-FFF2-40B4-BE49-F238E27FC236}">
                <a16:creationId xmlns:a16="http://schemas.microsoft.com/office/drawing/2014/main" id="{0011D818-9790-4B37-9080-39EE8E703CBE}"/>
              </a:ext>
            </a:extLst>
          </p:cNvPr>
          <p:cNvSpPr>
            <a:spLocks noGrp="1"/>
          </p:cNvSpPr>
          <p:nvPr/>
        </p:nvSpPr>
        <p:spPr>
          <a:xfrm>
            <a:off x="3343275" y="4048125"/>
            <a:ext cx="26194" cy="547688"/>
          </a:xfrm>
          <a:prstGeom prst="rect">
            <a:avLst/>
          </a:prstGeom>
          <a:solidFill>
            <a:srgbClr val="1D4ED8"/>
          </a:solidFill>
          <a:ln w="13097">
            <a:solidFill>
              <a:srgbClr val="172B4D"/>
            </a:solidFill>
          </a:ln>
        </p:spPr>
      </p:sp>
      <p:sp>
        <p:nvSpPr>
          <p:cNvPr id="425" name="object-425">
            <a:extLst>
              <a:ext uri="{FF2B5EF4-FFF2-40B4-BE49-F238E27FC236}">
                <a16:creationId xmlns:a16="http://schemas.microsoft.com/office/drawing/2014/main" id="{0A4AF7D8-0093-4704-8D8A-C5AA126C655C}"/>
              </a:ext>
            </a:extLst>
          </p:cNvPr>
          <p:cNvSpPr>
            <a:spLocks noGrp="1"/>
          </p:cNvSpPr>
          <p:nvPr/>
        </p:nvSpPr>
        <p:spPr>
          <a:xfrm>
            <a:off x="3369469" y="4048125"/>
            <a:ext cx="26194" cy="547688"/>
          </a:xfrm>
          <a:prstGeom prst="rect">
            <a:avLst/>
          </a:prstGeom>
          <a:solidFill>
            <a:srgbClr val="1D4ED8"/>
          </a:solidFill>
          <a:ln w="13097">
            <a:solidFill>
              <a:srgbClr val="172B4D"/>
            </a:solidFill>
          </a:ln>
        </p:spPr>
      </p:sp>
      <p:sp>
        <p:nvSpPr>
          <p:cNvPr id="426" name="object-426">
            <a:extLst>
              <a:ext uri="{FF2B5EF4-FFF2-40B4-BE49-F238E27FC236}">
                <a16:creationId xmlns:a16="http://schemas.microsoft.com/office/drawing/2014/main" id="{4BA88070-FD48-4A98-B2D5-4BAE6A4A48FF}"/>
              </a:ext>
            </a:extLst>
          </p:cNvPr>
          <p:cNvSpPr>
            <a:spLocks noGrp="1"/>
          </p:cNvSpPr>
          <p:nvPr/>
        </p:nvSpPr>
        <p:spPr>
          <a:xfrm>
            <a:off x="3395663" y="4048125"/>
            <a:ext cx="26194" cy="547688"/>
          </a:xfrm>
          <a:prstGeom prst="rect">
            <a:avLst/>
          </a:prstGeom>
          <a:solidFill>
            <a:srgbClr val="1D4ED8"/>
          </a:solidFill>
          <a:ln w="13097">
            <a:solidFill>
              <a:srgbClr val="172B4D"/>
            </a:solidFill>
          </a:ln>
        </p:spPr>
      </p:sp>
      <p:sp>
        <p:nvSpPr>
          <p:cNvPr id="427" name="object-427">
            <a:extLst>
              <a:ext uri="{FF2B5EF4-FFF2-40B4-BE49-F238E27FC236}">
                <a16:creationId xmlns:a16="http://schemas.microsoft.com/office/drawing/2014/main" id="{5A7643FF-1374-4864-BA22-311F27990F0D}"/>
              </a:ext>
            </a:extLst>
          </p:cNvPr>
          <p:cNvSpPr>
            <a:spLocks noGrp="1"/>
          </p:cNvSpPr>
          <p:nvPr/>
        </p:nvSpPr>
        <p:spPr>
          <a:xfrm>
            <a:off x="3421856" y="4048125"/>
            <a:ext cx="26194" cy="547688"/>
          </a:xfrm>
          <a:prstGeom prst="rect">
            <a:avLst/>
          </a:prstGeom>
          <a:solidFill>
            <a:srgbClr val="1D4ED8"/>
          </a:solidFill>
          <a:ln w="13097">
            <a:solidFill>
              <a:srgbClr val="172B4D"/>
            </a:solidFill>
          </a:ln>
        </p:spPr>
      </p:sp>
      <p:sp>
        <p:nvSpPr>
          <p:cNvPr id="428" name="object-428">
            <a:extLst>
              <a:ext uri="{FF2B5EF4-FFF2-40B4-BE49-F238E27FC236}">
                <a16:creationId xmlns:a16="http://schemas.microsoft.com/office/drawing/2014/main" id="{EB4EF9CA-6A99-46BB-B866-A7B088D738C2}"/>
              </a:ext>
            </a:extLst>
          </p:cNvPr>
          <p:cNvSpPr>
            <a:spLocks noGrp="1"/>
          </p:cNvSpPr>
          <p:nvPr/>
        </p:nvSpPr>
        <p:spPr>
          <a:xfrm>
            <a:off x="3448050" y="4048125"/>
            <a:ext cx="26194" cy="547688"/>
          </a:xfrm>
          <a:prstGeom prst="rect">
            <a:avLst/>
          </a:prstGeom>
          <a:solidFill>
            <a:srgbClr val="1D4ED8"/>
          </a:solidFill>
          <a:ln w="13097">
            <a:solidFill>
              <a:srgbClr val="172B4D"/>
            </a:solidFill>
          </a:ln>
        </p:spPr>
      </p:sp>
      <p:sp>
        <p:nvSpPr>
          <p:cNvPr id="429" name="object-429">
            <a:extLst>
              <a:ext uri="{FF2B5EF4-FFF2-40B4-BE49-F238E27FC236}">
                <a16:creationId xmlns:a16="http://schemas.microsoft.com/office/drawing/2014/main" id="{ED9B2464-46D2-4D76-B9EB-24BB912AF0C7}"/>
              </a:ext>
            </a:extLst>
          </p:cNvPr>
          <p:cNvSpPr>
            <a:spLocks noGrp="1"/>
          </p:cNvSpPr>
          <p:nvPr/>
        </p:nvSpPr>
        <p:spPr>
          <a:xfrm>
            <a:off x="3474244" y="4048125"/>
            <a:ext cx="26194" cy="547688"/>
          </a:xfrm>
          <a:prstGeom prst="rect">
            <a:avLst/>
          </a:prstGeom>
          <a:solidFill>
            <a:srgbClr val="1D4ED8"/>
          </a:solidFill>
          <a:ln w="13097">
            <a:solidFill>
              <a:srgbClr val="172B4D"/>
            </a:solidFill>
          </a:ln>
        </p:spPr>
      </p:sp>
      <p:sp>
        <p:nvSpPr>
          <p:cNvPr id="430" name="object-430">
            <a:extLst>
              <a:ext uri="{FF2B5EF4-FFF2-40B4-BE49-F238E27FC236}">
                <a16:creationId xmlns:a16="http://schemas.microsoft.com/office/drawing/2014/main" id="{5431E703-55F8-4CBF-A0E1-AB8D53E6EA90}"/>
              </a:ext>
            </a:extLst>
          </p:cNvPr>
          <p:cNvSpPr>
            <a:spLocks noGrp="1"/>
          </p:cNvSpPr>
          <p:nvPr/>
        </p:nvSpPr>
        <p:spPr>
          <a:xfrm>
            <a:off x="3500438" y="4048125"/>
            <a:ext cx="26194" cy="547688"/>
          </a:xfrm>
          <a:prstGeom prst="rect">
            <a:avLst/>
          </a:prstGeom>
          <a:solidFill>
            <a:srgbClr val="1D4ED8"/>
          </a:solidFill>
          <a:ln w="13097">
            <a:solidFill>
              <a:srgbClr val="172B4D"/>
            </a:solidFill>
          </a:ln>
        </p:spPr>
      </p:sp>
      <p:sp>
        <p:nvSpPr>
          <p:cNvPr id="431" name="object-431">
            <a:extLst>
              <a:ext uri="{FF2B5EF4-FFF2-40B4-BE49-F238E27FC236}">
                <a16:creationId xmlns:a16="http://schemas.microsoft.com/office/drawing/2014/main" id="{3C6D6D8E-1A88-40E7-BFAC-D7DE0E96FE67}"/>
              </a:ext>
            </a:extLst>
          </p:cNvPr>
          <p:cNvSpPr>
            <a:spLocks noGrp="1"/>
          </p:cNvSpPr>
          <p:nvPr/>
        </p:nvSpPr>
        <p:spPr>
          <a:xfrm>
            <a:off x="3526631" y="4048125"/>
            <a:ext cx="26194" cy="547688"/>
          </a:xfrm>
          <a:prstGeom prst="rect">
            <a:avLst/>
          </a:prstGeom>
          <a:solidFill>
            <a:srgbClr val="1D4ED8"/>
          </a:solidFill>
          <a:ln w="13097">
            <a:solidFill>
              <a:srgbClr val="172B4D"/>
            </a:solidFill>
          </a:ln>
        </p:spPr>
      </p:sp>
      <p:sp>
        <p:nvSpPr>
          <p:cNvPr id="432" name="object-432">
            <a:extLst>
              <a:ext uri="{FF2B5EF4-FFF2-40B4-BE49-F238E27FC236}">
                <a16:creationId xmlns:a16="http://schemas.microsoft.com/office/drawing/2014/main" id="{5DBB63A9-BD84-4CB8-B898-34A304F94803}"/>
              </a:ext>
            </a:extLst>
          </p:cNvPr>
          <p:cNvSpPr>
            <a:spLocks noGrp="1"/>
          </p:cNvSpPr>
          <p:nvPr/>
        </p:nvSpPr>
        <p:spPr>
          <a:xfrm>
            <a:off x="3552825" y="4048125"/>
            <a:ext cx="26194" cy="547688"/>
          </a:xfrm>
          <a:prstGeom prst="rect">
            <a:avLst/>
          </a:prstGeom>
          <a:solidFill>
            <a:srgbClr val="1D4ED8"/>
          </a:solidFill>
          <a:ln w="13097">
            <a:solidFill>
              <a:srgbClr val="172B4D"/>
            </a:solidFill>
          </a:ln>
        </p:spPr>
      </p:sp>
      <p:sp>
        <p:nvSpPr>
          <p:cNvPr id="433" name="object-433">
            <a:extLst>
              <a:ext uri="{FF2B5EF4-FFF2-40B4-BE49-F238E27FC236}">
                <a16:creationId xmlns:a16="http://schemas.microsoft.com/office/drawing/2014/main" id="{33B7E6C1-7D8C-48BD-9C37-62693A2DF90D}"/>
              </a:ext>
            </a:extLst>
          </p:cNvPr>
          <p:cNvSpPr>
            <a:spLocks noGrp="1"/>
          </p:cNvSpPr>
          <p:nvPr/>
        </p:nvSpPr>
        <p:spPr>
          <a:xfrm>
            <a:off x="3579019" y="4048125"/>
            <a:ext cx="26194" cy="547688"/>
          </a:xfrm>
          <a:prstGeom prst="rect">
            <a:avLst/>
          </a:prstGeom>
          <a:solidFill>
            <a:srgbClr val="1D4ED8"/>
          </a:solidFill>
          <a:ln w="13097">
            <a:solidFill>
              <a:srgbClr val="172B4D"/>
            </a:solidFill>
          </a:ln>
        </p:spPr>
      </p:sp>
      <p:sp>
        <p:nvSpPr>
          <p:cNvPr id="434" name="object-434">
            <a:extLst>
              <a:ext uri="{FF2B5EF4-FFF2-40B4-BE49-F238E27FC236}">
                <a16:creationId xmlns:a16="http://schemas.microsoft.com/office/drawing/2014/main" id="{4FCC8817-14A3-40D0-95F7-E0595546BCC6}"/>
              </a:ext>
            </a:extLst>
          </p:cNvPr>
          <p:cNvSpPr>
            <a:spLocks noGrp="1"/>
          </p:cNvSpPr>
          <p:nvPr/>
        </p:nvSpPr>
        <p:spPr>
          <a:xfrm>
            <a:off x="3605213" y="4048125"/>
            <a:ext cx="26194" cy="547688"/>
          </a:xfrm>
          <a:prstGeom prst="rect">
            <a:avLst/>
          </a:prstGeom>
          <a:solidFill>
            <a:srgbClr val="1D4ED8"/>
          </a:solidFill>
          <a:ln w="13097">
            <a:solidFill>
              <a:srgbClr val="172B4D"/>
            </a:solidFill>
          </a:ln>
        </p:spPr>
      </p:sp>
      <p:sp>
        <p:nvSpPr>
          <p:cNvPr id="435" name="object-435">
            <a:extLst>
              <a:ext uri="{FF2B5EF4-FFF2-40B4-BE49-F238E27FC236}">
                <a16:creationId xmlns:a16="http://schemas.microsoft.com/office/drawing/2014/main" id="{3BF98B0B-3C61-45BA-BA14-B7D10DB816B0}"/>
              </a:ext>
            </a:extLst>
          </p:cNvPr>
          <p:cNvSpPr>
            <a:spLocks noGrp="1"/>
          </p:cNvSpPr>
          <p:nvPr/>
        </p:nvSpPr>
        <p:spPr>
          <a:xfrm>
            <a:off x="3631406" y="4048125"/>
            <a:ext cx="26194" cy="547688"/>
          </a:xfrm>
          <a:prstGeom prst="rect">
            <a:avLst/>
          </a:prstGeom>
          <a:solidFill>
            <a:srgbClr val="1D4ED8"/>
          </a:solidFill>
          <a:ln w="13097">
            <a:solidFill>
              <a:srgbClr val="172B4D"/>
            </a:solidFill>
          </a:ln>
        </p:spPr>
      </p:sp>
      <p:sp>
        <p:nvSpPr>
          <p:cNvPr id="436" name="object-436">
            <a:extLst>
              <a:ext uri="{FF2B5EF4-FFF2-40B4-BE49-F238E27FC236}">
                <a16:creationId xmlns:a16="http://schemas.microsoft.com/office/drawing/2014/main" id="{8BA046DE-6265-4419-95FA-EE96752F7BC2}"/>
              </a:ext>
            </a:extLst>
          </p:cNvPr>
          <p:cNvSpPr>
            <a:spLocks noGrp="1"/>
          </p:cNvSpPr>
          <p:nvPr/>
        </p:nvSpPr>
        <p:spPr>
          <a:xfrm>
            <a:off x="3657600" y="4048125"/>
            <a:ext cx="26194" cy="547688"/>
          </a:xfrm>
          <a:prstGeom prst="rect">
            <a:avLst/>
          </a:prstGeom>
          <a:solidFill>
            <a:srgbClr val="1D4ED8"/>
          </a:solidFill>
          <a:ln w="13097">
            <a:solidFill>
              <a:srgbClr val="172B4D"/>
            </a:solidFill>
          </a:ln>
        </p:spPr>
      </p:sp>
      <p:sp>
        <p:nvSpPr>
          <p:cNvPr id="437" name="object-437">
            <a:extLst>
              <a:ext uri="{FF2B5EF4-FFF2-40B4-BE49-F238E27FC236}">
                <a16:creationId xmlns:a16="http://schemas.microsoft.com/office/drawing/2014/main" id="{5874260A-C15E-44A9-83B0-FEAD57A03730}"/>
              </a:ext>
            </a:extLst>
          </p:cNvPr>
          <p:cNvSpPr>
            <a:spLocks noGrp="1"/>
          </p:cNvSpPr>
          <p:nvPr/>
        </p:nvSpPr>
        <p:spPr>
          <a:xfrm>
            <a:off x="3683794" y="4048125"/>
            <a:ext cx="26194" cy="547688"/>
          </a:xfrm>
          <a:prstGeom prst="rect">
            <a:avLst/>
          </a:prstGeom>
          <a:solidFill>
            <a:srgbClr val="1D4ED8"/>
          </a:solidFill>
          <a:ln w="13097">
            <a:solidFill>
              <a:srgbClr val="172B4D"/>
            </a:solidFill>
          </a:ln>
        </p:spPr>
      </p:sp>
      <p:sp>
        <p:nvSpPr>
          <p:cNvPr id="438" name="object-438">
            <a:extLst>
              <a:ext uri="{FF2B5EF4-FFF2-40B4-BE49-F238E27FC236}">
                <a16:creationId xmlns:a16="http://schemas.microsoft.com/office/drawing/2014/main" id="{327A4A62-3969-495F-92AF-2D50097899C9}"/>
              </a:ext>
            </a:extLst>
          </p:cNvPr>
          <p:cNvSpPr>
            <a:spLocks noGrp="1"/>
          </p:cNvSpPr>
          <p:nvPr/>
        </p:nvSpPr>
        <p:spPr>
          <a:xfrm>
            <a:off x="3709988" y="4048125"/>
            <a:ext cx="26194" cy="547688"/>
          </a:xfrm>
          <a:prstGeom prst="rect">
            <a:avLst/>
          </a:prstGeom>
          <a:solidFill>
            <a:srgbClr val="1D4ED8"/>
          </a:solidFill>
          <a:ln w="13097">
            <a:solidFill>
              <a:srgbClr val="172B4D"/>
            </a:solidFill>
          </a:ln>
        </p:spPr>
      </p:sp>
      <p:sp>
        <p:nvSpPr>
          <p:cNvPr id="439" name="object-439">
            <a:extLst>
              <a:ext uri="{FF2B5EF4-FFF2-40B4-BE49-F238E27FC236}">
                <a16:creationId xmlns:a16="http://schemas.microsoft.com/office/drawing/2014/main" id="{05EC8D6C-2B04-41C0-BFED-1A32E1867F79}"/>
              </a:ext>
            </a:extLst>
          </p:cNvPr>
          <p:cNvSpPr>
            <a:spLocks noGrp="1"/>
          </p:cNvSpPr>
          <p:nvPr/>
        </p:nvSpPr>
        <p:spPr>
          <a:xfrm>
            <a:off x="3736181" y="4048125"/>
            <a:ext cx="26194" cy="547688"/>
          </a:xfrm>
          <a:prstGeom prst="rect">
            <a:avLst/>
          </a:prstGeom>
          <a:solidFill>
            <a:srgbClr val="1D4ED8"/>
          </a:solidFill>
          <a:ln w="13097">
            <a:solidFill>
              <a:srgbClr val="172B4D"/>
            </a:solidFill>
          </a:ln>
        </p:spPr>
      </p:sp>
      <p:sp>
        <p:nvSpPr>
          <p:cNvPr id="440" name="object-440">
            <a:extLst>
              <a:ext uri="{FF2B5EF4-FFF2-40B4-BE49-F238E27FC236}">
                <a16:creationId xmlns:a16="http://schemas.microsoft.com/office/drawing/2014/main" id="{C7DF0073-42F1-4FAF-9062-69B2693C14FE}"/>
              </a:ext>
            </a:extLst>
          </p:cNvPr>
          <p:cNvSpPr>
            <a:spLocks noGrp="1"/>
          </p:cNvSpPr>
          <p:nvPr/>
        </p:nvSpPr>
        <p:spPr>
          <a:xfrm>
            <a:off x="3762375" y="4048125"/>
            <a:ext cx="26194" cy="547688"/>
          </a:xfrm>
          <a:prstGeom prst="rect">
            <a:avLst/>
          </a:prstGeom>
          <a:solidFill>
            <a:srgbClr val="1D4ED8"/>
          </a:solidFill>
          <a:ln w="13097">
            <a:solidFill>
              <a:srgbClr val="172B4D"/>
            </a:solidFill>
          </a:ln>
        </p:spPr>
      </p:sp>
      <p:sp>
        <p:nvSpPr>
          <p:cNvPr id="441" name="object-441">
            <a:extLst>
              <a:ext uri="{FF2B5EF4-FFF2-40B4-BE49-F238E27FC236}">
                <a16:creationId xmlns:a16="http://schemas.microsoft.com/office/drawing/2014/main" id="{62EC0CF3-D525-45CB-AA45-80DF8057AEF4}"/>
              </a:ext>
            </a:extLst>
          </p:cNvPr>
          <p:cNvSpPr>
            <a:spLocks noGrp="1"/>
          </p:cNvSpPr>
          <p:nvPr/>
        </p:nvSpPr>
        <p:spPr>
          <a:xfrm>
            <a:off x="3788569" y="4048125"/>
            <a:ext cx="26194" cy="547688"/>
          </a:xfrm>
          <a:prstGeom prst="rect">
            <a:avLst/>
          </a:prstGeom>
          <a:solidFill>
            <a:srgbClr val="1D4ED8"/>
          </a:solidFill>
          <a:ln w="13097">
            <a:solidFill>
              <a:srgbClr val="172B4D"/>
            </a:solidFill>
          </a:ln>
        </p:spPr>
      </p:sp>
      <p:sp>
        <p:nvSpPr>
          <p:cNvPr id="442" name="object-442">
            <a:extLst>
              <a:ext uri="{FF2B5EF4-FFF2-40B4-BE49-F238E27FC236}">
                <a16:creationId xmlns:a16="http://schemas.microsoft.com/office/drawing/2014/main" id="{29EB1CD8-81DC-41F8-A4A7-EF959F93D0D1}"/>
              </a:ext>
            </a:extLst>
          </p:cNvPr>
          <p:cNvSpPr>
            <a:spLocks noGrp="1"/>
          </p:cNvSpPr>
          <p:nvPr/>
        </p:nvSpPr>
        <p:spPr>
          <a:xfrm>
            <a:off x="3814763" y="4048125"/>
            <a:ext cx="26194" cy="547688"/>
          </a:xfrm>
          <a:prstGeom prst="rect">
            <a:avLst/>
          </a:prstGeom>
          <a:solidFill>
            <a:srgbClr val="1D4ED8"/>
          </a:solidFill>
          <a:ln w="13097">
            <a:solidFill>
              <a:srgbClr val="172B4D"/>
            </a:solidFill>
          </a:ln>
        </p:spPr>
      </p:sp>
      <p:sp>
        <p:nvSpPr>
          <p:cNvPr id="443" name="object-443">
            <a:extLst>
              <a:ext uri="{FF2B5EF4-FFF2-40B4-BE49-F238E27FC236}">
                <a16:creationId xmlns:a16="http://schemas.microsoft.com/office/drawing/2014/main" id="{3302AB02-C396-47B1-9664-5D2DC93E907D}"/>
              </a:ext>
            </a:extLst>
          </p:cNvPr>
          <p:cNvSpPr>
            <a:spLocks noGrp="1"/>
          </p:cNvSpPr>
          <p:nvPr/>
        </p:nvSpPr>
        <p:spPr>
          <a:xfrm>
            <a:off x="3840956" y="4048125"/>
            <a:ext cx="26194" cy="547688"/>
          </a:xfrm>
          <a:prstGeom prst="rect">
            <a:avLst/>
          </a:prstGeom>
          <a:solidFill>
            <a:srgbClr val="1D4ED8"/>
          </a:solidFill>
          <a:ln w="13097">
            <a:solidFill>
              <a:srgbClr val="172B4D"/>
            </a:solidFill>
          </a:ln>
        </p:spPr>
      </p:sp>
      <p:sp>
        <p:nvSpPr>
          <p:cNvPr id="444" name="object-444">
            <a:extLst>
              <a:ext uri="{FF2B5EF4-FFF2-40B4-BE49-F238E27FC236}">
                <a16:creationId xmlns:a16="http://schemas.microsoft.com/office/drawing/2014/main" id="{AEC3CFE3-6425-4028-AEC9-54D0125E1AE6}"/>
              </a:ext>
            </a:extLst>
          </p:cNvPr>
          <p:cNvSpPr>
            <a:spLocks noGrp="1"/>
          </p:cNvSpPr>
          <p:nvPr/>
        </p:nvSpPr>
        <p:spPr>
          <a:xfrm>
            <a:off x="3867150" y="4048125"/>
            <a:ext cx="26194" cy="547688"/>
          </a:xfrm>
          <a:prstGeom prst="rect">
            <a:avLst/>
          </a:prstGeom>
          <a:solidFill>
            <a:srgbClr val="1D4ED8"/>
          </a:solidFill>
          <a:ln w="13097">
            <a:solidFill>
              <a:srgbClr val="172B4D"/>
            </a:solidFill>
          </a:ln>
        </p:spPr>
      </p:sp>
      <p:sp>
        <p:nvSpPr>
          <p:cNvPr id="445" name="object-445">
            <a:extLst>
              <a:ext uri="{FF2B5EF4-FFF2-40B4-BE49-F238E27FC236}">
                <a16:creationId xmlns:a16="http://schemas.microsoft.com/office/drawing/2014/main" id="{C8531CBC-F838-4BED-AC4A-C3ED4F6EB595}"/>
              </a:ext>
            </a:extLst>
          </p:cNvPr>
          <p:cNvSpPr>
            <a:spLocks noGrp="1"/>
          </p:cNvSpPr>
          <p:nvPr/>
        </p:nvSpPr>
        <p:spPr>
          <a:xfrm>
            <a:off x="3893344" y="4048125"/>
            <a:ext cx="26194" cy="547688"/>
          </a:xfrm>
          <a:prstGeom prst="rect">
            <a:avLst/>
          </a:prstGeom>
          <a:solidFill>
            <a:srgbClr val="1D4ED8"/>
          </a:solidFill>
          <a:ln w="13097">
            <a:solidFill>
              <a:srgbClr val="172B4D"/>
            </a:solidFill>
          </a:ln>
        </p:spPr>
      </p:sp>
      <p:sp>
        <p:nvSpPr>
          <p:cNvPr id="446" name="object-446">
            <a:extLst>
              <a:ext uri="{FF2B5EF4-FFF2-40B4-BE49-F238E27FC236}">
                <a16:creationId xmlns:a16="http://schemas.microsoft.com/office/drawing/2014/main" id="{E8587A1A-AEB4-48A6-84E4-040D59D8C362}"/>
              </a:ext>
            </a:extLst>
          </p:cNvPr>
          <p:cNvSpPr>
            <a:spLocks noGrp="1"/>
          </p:cNvSpPr>
          <p:nvPr/>
        </p:nvSpPr>
        <p:spPr>
          <a:xfrm>
            <a:off x="3919538" y="4048125"/>
            <a:ext cx="26194" cy="547688"/>
          </a:xfrm>
          <a:prstGeom prst="rect">
            <a:avLst/>
          </a:prstGeom>
          <a:solidFill>
            <a:srgbClr val="1D4ED8"/>
          </a:solidFill>
          <a:ln w="13097">
            <a:solidFill>
              <a:srgbClr val="172B4D"/>
            </a:solidFill>
          </a:ln>
        </p:spPr>
      </p:sp>
      <p:sp>
        <p:nvSpPr>
          <p:cNvPr id="447" name="object-447">
            <a:extLst>
              <a:ext uri="{FF2B5EF4-FFF2-40B4-BE49-F238E27FC236}">
                <a16:creationId xmlns:a16="http://schemas.microsoft.com/office/drawing/2014/main" id="{799138D6-4264-4C46-9F7E-4A2D9E54E6B8}"/>
              </a:ext>
            </a:extLst>
          </p:cNvPr>
          <p:cNvSpPr>
            <a:spLocks noGrp="1"/>
          </p:cNvSpPr>
          <p:nvPr/>
        </p:nvSpPr>
        <p:spPr>
          <a:xfrm>
            <a:off x="3945731" y="4048125"/>
            <a:ext cx="26194" cy="547688"/>
          </a:xfrm>
          <a:prstGeom prst="rect">
            <a:avLst/>
          </a:prstGeom>
          <a:solidFill>
            <a:srgbClr val="1D4ED8"/>
          </a:solidFill>
          <a:ln w="13097">
            <a:solidFill>
              <a:srgbClr val="172B4D"/>
            </a:solidFill>
          </a:ln>
        </p:spPr>
      </p:sp>
      <p:sp>
        <p:nvSpPr>
          <p:cNvPr id="448" name="object-448">
            <a:extLst>
              <a:ext uri="{FF2B5EF4-FFF2-40B4-BE49-F238E27FC236}">
                <a16:creationId xmlns:a16="http://schemas.microsoft.com/office/drawing/2014/main" id="{8B4E094F-F162-4BB3-A052-9EA17A511F58}"/>
              </a:ext>
            </a:extLst>
          </p:cNvPr>
          <p:cNvSpPr>
            <a:spLocks noGrp="1"/>
          </p:cNvSpPr>
          <p:nvPr/>
        </p:nvSpPr>
        <p:spPr>
          <a:xfrm>
            <a:off x="3971925" y="4048125"/>
            <a:ext cx="26194" cy="547688"/>
          </a:xfrm>
          <a:prstGeom prst="rect">
            <a:avLst/>
          </a:prstGeom>
          <a:solidFill>
            <a:srgbClr val="1D4ED8"/>
          </a:solidFill>
          <a:ln w="13097">
            <a:solidFill>
              <a:srgbClr val="172B4D"/>
            </a:solidFill>
          </a:ln>
        </p:spPr>
      </p:sp>
      <p:sp>
        <p:nvSpPr>
          <p:cNvPr id="449" name="object-449">
            <a:extLst>
              <a:ext uri="{FF2B5EF4-FFF2-40B4-BE49-F238E27FC236}">
                <a16:creationId xmlns:a16="http://schemas.microsoft.com/office/drawing/2014/main" id="{21A739EF-911F-4181-BF40-AA47008B5AC9}"/>
              </a:ext>
            </a:extLst>
          </p:cNvPr>
          <p:cNvSpPr>
            <a:spLocks noGrp="1"/>
          </p:cNvSpPr>
          <p:nvPr/>
        </p:nvSpPr>
        <p:spPr>
          <a:xfrm>
            <a:off x="3998119" y="4048125"/>
            <a:ext cx="26194" cy="547688"/>
          </a:xfrm>
          <a:prstGeom prst="rect">
            <a:avLst/>
          </a:prstGeom>
          <a:solidFill>
            <a:srgbClr val="1D4ED8"/>
          </a:solidFill>
          <a:ln w="13097">
            <a:solidFill>
              <a:srgbClr val="172B4D"/>
            </a:solidFill>
          </a:ln>
        </p:spPr>
      </p:sp>
      <p:sp>
        <p:nvSpPr>
          <p:cNvPr id="450" name="object-450">
            <a:extLst>
              <a:ext uri="{FF2B5EF4-FFF2-40B4-BE49-F238E27FC236}">
                <a16:creationId xmlns:a16="http://schemas.microsoft.com/office/drawing/2014/main" id="{1486CCC6-4F38-4232-B2DF-B611297080F7}"/>
              </a:ext>
            </a:extLst>
          </p:cNvPr>
          <p:cNvSpPr>
            <a:spLocks noGrp="1"/>
          </p:cNvSpPr>
          <p:nvPr/>
        </p:nvSpPr>
        <p:spPr>
          <a:xfrm>
            <a:off x="4024313" y="4048125"/>
            <a:ext cx="26194" cy="547688"/>
          </a:xfrm>
          <a:prstGeom prst="rect">
            <a:avLst/>
          </a:prstGeom>
          <a:solidFill>
            <a:srgbClr val="1D4ED8"/>
          </a:solidFill>
          <a:ln w="13097">
            <a:solidFill>
              <a:srgbClr val="172B4D"/>
            </a:solidFill>
          </a:ln>
        </p:spPr>
      </p:sp>
      <p:sp>
        <p:nvSpPr>
          <p:cNvPr id="451" name="object-451">
            <a:extLst>
              <a:ext uri="{FF2B5EF4-FFF2-40B4-BE49-F238E27FC236}">
                <a16:creationId xmlns:a16="http://schemas.microsoft.com/office/drawing/2014/main" id="{F63EB274-11A6-4C4D-94F3-646699FECE28}"/>
              </a:ext>
            </a:extLst>
          </p:cNvPr>
          <p:cNvSpPr>
            <a:spLocks noGrp="1"/>
          </p:cNvSpPr>
          <p:nvPr/>
        </p:nvSpPr>
        <p:spPr>
          <a:xfrm>
            <a:off x="4050506" y="4048125"/>
            <a:ext cx="26194" cy="547688"/>
          </a:xfrm>
          <a:prstGeom prst="rect">
            <a:avLst/>
          </a:prstGeom>
          <a:solidFill>
            <a:srgbClr val="1D4ED8"/>
          </a:solidFill>
          <a:ln w="13097">
            <a:solidFill>
              <a:srgbClr val="172B4D"/>
            </a:solidFill>
          </a:ln>
        </p:spPr>
      </p:sp>
      <p:sp>
        <p:nvSpPr>
          <p:cNvPr id="452" name="object-452">
            <a:extLst>
              <a:ext uri="{FF2B5EF4-FFF2-40B4-BE49-F238E27FC236}">
                <a16:creationId xmlns:a16="http://schemas.microsoft.com/office/drawing/2014/main" id="{41B92631-9D12-463C-A68A-4509F751879B}"/>
              </a:ext>
            </a:extLst>
          </p:cNvPr>
          <p:cNvSpPr>
            <a:spLocks noGrp="1"/>
          </p:cNvSpPr>
          <p:nvPr/>
        </p:nvSpPr>
        <p:spPr>
          <a:xfrm>
            <a:off x="4076700" y="4048125"/>
            <a:ext cx="26194" cy="547688"/>
          </a:xfrm>
          <a:prstGeom prst="rect">
            <a:avLst/>
          </a:prstGeom>
          <a:solidFill>
            <a:srgbClr val="1D4ED8"/>
          </a:solidFill>
          <a:ln w="13097">
            <a:solidFill>
              <a:srgbClr val="172B4D"/>
            </a:solidFill>
          </a:ln>
        </p:spPr>
      </p:sp>
      <p:sp>
        <p:nvSpPr>
          <p:cNvPr id="453" name="object-453">
            <a:extLst>
              <a:ext uri="{FF2B5EF4-FFF2-40B4-BE49-F238E27FC236}">
                <a16:creationId xmlns:a16="http://schemas.microsoft.com/office/drawing/2014/main" id="{53A3C5BA-7F13-4DD8-AB67-B3290F93172B}"/>
              </a:ext>
            </a:extLst>
          </p:cNvPr>
          <p:cNvSpPr>
            <a:spLocks noGrp="1"/>
          </p:cNvSpPr>
          <p:nvPr/>
        </p:nvSpPr>
        <p:spPr>
          <a:xfrm>
            <a:off x="4102894" y="4048125"/>
            <a:ext cx="26194" cy="547688"/>
          </a:xfrm>
          <a:prstGeom prst="rect">
            <a:avLst/>
          </a:prstGeom>
          <a:solidFill>
            <a:srgbClr val="1D4ED8"/>
          </a:solidFill>
          <a:ln w="13097">
            <a:solidFill>
              <a:srgbClr val="172B4D"/>
            </a:solidFill>
          </a:ln>
        </p:spPr>
      </p:sp>
      <p:sp>
        <p:nvSpPr>
          <p:cNvPr id="454" name="object-454">
            <a:extLst>
              <a:ext uri="{FF2B5EF4-FFF2-40B4-BE49-F238E27FC236}">
                <a16:creationId xmlns:a16="http://schemas.microsoft.com/office/drawing/2014/main" id="{F03FD57B-0236-4013-B318-A05C6B238761}"/>
              </a:ext>
            </a:extLst>
          </p:cNvPr>
          <p:cNvSpPr>
            <a:spLocks noGrp="1"/>
          </p:cNvSpPr>
          <p:nvPr/>
        </p:nvSpPr>
        <p:spPr>
          <a:xfrm>
            <a:off x="4129088" y="4048125"/>
            <a:ext cx="26194" cy="547688"/>
          </a:xfrm>
          <a:prstGeom prst="rect">
            <a:avLst/>
          </a:prstGeom>
          <a:solidFill>
            <a:srgbClr val="1D4ED8"/>
          </a:solidFill>
          <a:ln w="13097">
            <a:solidFill>
              <a:srgbClr val="172B4D"/>
            </a:solidFill>
          </a:ln>
        </p:spPr>
      </p:sp>
      <p:sp>
        <p:nvSpPr>
          <p:cNvPr id="455" name="object-455">
            <a:extLst>
              <a:ext uri="{FF2B5EF4-FFF2-40B4-BE49-F238E27FC236}">
                <a16:creationId xmlns:a16="http://schemas.microsoft.com/office/drawing/2014/main" id="{9F4625E9-F7BC-4C0C-AF96-FA1ADF422742}"/>
              </a:ext>
            </a:extLst>
          </p:cNvPr>
          <p:cNvSpPr>
            <a:spLocks noGrp="1"/>
          </p:cNvSpPr>
          <p:nvPr/>
        </p:nvSpPr>
        <p:spPr>
          <a:xfrm>
            <a:off x="4155281" y="4048125"/>
            <a:ext cx="26194" cy="547688"/>
          </a:xfrm>
          <a:prstGeom prst="rect">
            <a:avLst/>
          </a:prstGeom>
          <a:solidFill>
            <a:srgbClr val="1D4ED8"/>
          </a:solidFill>
          <a:ln w="13097">
            <a:solidFill>
              <a:srgbClr val="172B4D"/>
            </a:solidFill>
          </a:ln>
        </p:spPr>
      </p:sp>
      <p:sp>
        <p:nvSpPr>
          <p:cNvPr id="456" name="object-456">
            <a:extLst>
              <a:ext uri="{FF2B5EF4-FFF2-40B4-BE49-F238E27FC236}">
                <a16:creationId xmlns:a16="http://schemas.microsoft.com/office/drawing/2014/main" id="{9D148700-756A-4947-A6AF-781421AE8BAF}"/>
              </a:ext>
            </a:extLst>
          </p:cNvPr>
          <p:cNvSpPr>
            <a:spLocks noGrp="1"/>
          </p:cNvSpPr>
          <p:nvPr/>
        </p:nvSpPr>
        <p:spPr>
          <a:xfrm>
            <a:off x="4181475" y="4048125"/>
            <a:ext cx="26194" cy="547688"/>
          </a:xfrm>
          <a:prstGeom prst="rect">
            <a:avLst/>
          </a:prstGeom>
          <a:solidFill>
            <a:srgbClr val="1D4ED8"/>
          </a:solidFill>
          <a:ln w="13097">
            <a:solidFill>
              <a:srgbClr val="172B4D"/>
            </a:solidFill>
          </a:ln>
        </p:spPr>
      </p:sp>
      <p:sp>
        <p:nvSpPr>
          <p:cNvPr id="457" name="object-457">
            <a:extLst>
              <a:ext uri="{FF2B5EF4-FFF2-40B4-BE49-F238E27FC236}">
                <a16:creationId xmlns:a16="http://schemas.microsoft.com/office/drawing/2014/main" id="{8893BD88-C92E-429A-9843-7632EEF2B347}"/>
              </a:ext>
            </a:extLst>
          </p:cNvPr>
          <p:cNvSpPr>
            <a:spLocks noGrp="1"/>
          </p:cNvSpPr>
          <p:nvPr/>
        </p:nvSpPr>
        <p:spPr>
          <a:xfrm>
            <a:off x="4207669" y="4048125"/>
            <a:ext cx="26194" cy="547688"/>
          </a:xfrm>
          <a:prstGeom prst="rect">
            <a:avLst/>
          </a:prstGeom>
          <a:solidFill>
            <a:srgbClr val="1D4ED8"/>
          </a:solidFill>
          <a:ln w="13097">
            <a:solidFill>
              <a:srgbClr val="172B4D"/>
            </a:solidFill>
          </a:ln>
        </p:spPr>
      </p:sp>
      <p:sp>
        <p:nvSpPr>
          <p:cNvPr id="458" name="object-458">
            <a:extLst>
              <a:ext uri="{FF2B5EF4-FFF2-40B4-BE49-F238E27FC236}">
                <a16:creationId xmlns:a16="http://schemas.microsoft.com/office/drawing/2014/main" id="{DE0396C7-DF5C-4F0B-BA60-096C5D7E0A5A}"/>
              </a:ext>
            </a:extLst>
          </p:cNvPr>
          <p:cNvSpPr>
            <a:spLocks noGrp="1"/>
          </p:cNvSpPr>
          <p:nvPr/>
        </p:nvSpPr>
        <p:spPr>
          <a:xfrm>
            <a:off x="4233863" y="4048125"/>
            <a:ext cx="26194" cy="547688"/>
          </a:xfrm>
          <a:prstGeom prst="rect">
            <a:avLst/>
          </a:prstGeom>
          <a:solidFill>
            <a:srgbClr val="1D4ED8"/>
          </a:solidFill>
          <a:ln w="13097">
            <a:solidFill>
              <a:srgbClr val="172B4D"/>
            </a:solidFill>
          </a:ln>
        </p:spPr>
      </p:sp>
      <p:sp>
        <p:nvSpPr>
          <p:cNvPr id="459" name="object-459">
            <a:extLst>
              <a:ext uri="{FF2B5EF4-FFF2-40B4-BE49-F238E27FC236}">
                <a16:creationId xmlns:a16="http://schemas.microsoft.com/office/drawing/2014/main" id="{7EA3E58F-D1A2-4796-8ADE-A5850C342DB1}"/>
              </a:ext>
            </a:extLst>
          </p:cNvPr>
          <p:cNvSpPr>
            <a:spLocks noGrp="1"/>
          </p:cNvSpPr>
          <p:nvPr/>
        </p:nvSpPr>
        <p:spPr>
          <a:xfrm>
            <a:off x="4260056" y="4048125"/>
            <a:ext cx="26194" cy="547688"/>
          </a:xfrm>
          <a:prstGeom prst="rect">
            <a:avLst/>
          </a:prstGeom>
          <a:solidFill>
            <a:srgbClr val="1D4ED8"/>
          </a:solidFill>
          <a:ln w="13097">
            <a:solidFill>
              <a:srgbClr val="172B4D"/>
            </a:solidFill>
          </a:ln>
        </p:spPr>
      </p:sp>
      <p:sp>
        <p:nvSpPr>
          <p:cNvPr id="460" name="object-460">
            <a:extLst>
              <a:ext uri="{FF2B5EF4-FFF2-40B4-BE49-F238E27FC236}">
                <a16:creationId xmlns:a16="http://schemas.microsoft.com/office/drawing/2014/main" id="{61221520-F5DF-4BD3-A2AB-75968B361465}"/>
              </a:ext>
            </a:extLst>
          </p:cNvPr>
          <p:cNvSpPr>
            <a:spLocks noGrp="1"/>
          </p:cNvSpPr>
          <p:nvPr/>
        </p:nvSpPr>
        <p:spPr>
          <a:xfrm>
            <a:off x="4286250" y="4048125"/>
            <a:ext cx="26194" cy="547688"/>
          </a:xfrm>
          <a:prstGeom prst="rect">
            <a:avLst/>
          </a:prstGeom>
          <a:solidFill>
            <a:srgbClr val="1D4ED8"/>
          </a:solidFill>
          <a:ln w="13097">
            <a:solidFill>
              <a:srgbClr val="172B4D"/>
            </a:solidFill>
          </a:ln>
        </p:spPr>
      </p:sp>
      <p:sp>
        <p:nvSpPr>
          <p:cNvPr id="461" name="object-461">
            <a:extLst>
              <a:ext uri="{FF2B5EF4-FFF2-40B4-BE49-F238E27FC236}">
                <a16:creationId xmlns:a16="http://schemas.microsoft.com/office/drawing/2014/main" id="{748A41D2-4DD5-421A-840B-8111527DE4A1}"/>
              </a:ext>
            </a:extLst>
          </p:cNvPr>
          <p:cNvSpPr>
            <a:spLocks noGrp="1"/>
          </p:cNvSpPr>
          <p:nvPr/>
        </p:nvSpPr>
        <p:spPr>
          <a:xfrm>
            <a:off x="4312444" y="4048125"/>
            <a:ext cx="26194" cy="547688"/>
          </a:xfrm>
          <a:prstGeom prst="rect">
            <a:avLst/>
          </a:prstGeom>
          <a:solidFill>
            <a:srgbClr val="1D4ED8"/>
          </a:solidFill>
          <a:ln w="13097">
            <a:solidFill>
              <a:srgbClr val="172B4D"/>
            </a:solidFill>
          </a:ln>
        </p:spPr>
      </p:sp>
      <p:sp>
        <p:nvSpPr>
          <p:cNvPr id="462" name="object-462">
            <a:extLst>
              <a:ext uri="{FF2B5EF4-FFF2-40B4-BE49-F238E27FC236}">
                <a16:creationId xmlns:a16="http://schemas.microsoft.com/office/drawing/2014/main" id="{B603CB23-C883-4D44-B438-35A6D444BBA7}"/>
              </a:ext>
            </a:extLst>
          </p:cNvPr>
          <p:cNvSpPr>
            <a:spLocks noGrp="1"/>
          </p:cNvSpPr>
          <p:nvPr/>
        </p:nvSpPr>
        <p:spPr>
          <a:xfrm>
            <a:off x="4338638" y="4048125"/>
            <a:ext cx="26194" cy="547688"/>
          </a:xfrm>
          <a:prstGeom prst="rect">
            <a:avLst/>
          </a:prstGeom>
          <a:solidFill>
            <a:srgbClr val="1D4ED8"/>
          </a:solidFill>
          <a:ln w="13097">
            <a:solidFill>
              <a:srgbClr val="172B4D"/>
            </a:solidFill>
          </a:ln>
        </p:spPr>
      </p:sp>
      <p:sp>
        <p:nvSpPr>
          <p:cNvPr id="463" name="object-463">
            <a:extLst>
              <a:ext uri="{FF2B5EF4-FFF2-40B4-BE49-F238E27FC236}">
                <a16:creationId xmlns:a16="http://schemas.microsoft.com/office/drawing/2014/main" id="{BBDEE379-A281-4BF5-B93B-75DE4DA0F24B}"/>
              </a:ext>
            </a:extLst>
          </p:cNvPr>
          <p:cNvSpPr>
            <a:spLocks noGrp="1"/>
          </p:cNvSpPr>
          <p:nvPr/>
        </p:nvSpPr>
        <p:spPr>
          <a:xfrm>
            <a:off x="4364831" y="4048125"/>
            <a:ext cx="26194" cy="547688"/>
          </a:xfrm>
          <a:prstGeom prst="rect">
            <a:avLst/>
          </a:prstGeom>
          <a:solidFill>
            <a:srgbClr val="1D4ED8"/>
          </a:solidFill>
          <a:ln w="13097">
            <a:solidFill>
              <a:srgbClr val="172B4D"/>
            </a:solidFill>
          </a:ln>
        </p:spPr>
      </p:sp>
      <p:sp>
        <p:nvSpPr>
          <p:cNvPr id="464" name="object-464">
            <a:extLst>
              <a:ext uri="{FF2B5EF4-FFF2-40B4-BE49-F238E27FC236}">
                <a16:creationId xmlns:a16="http://schemas.microsoft.com/office/drawing/2014/main" id="{FB04AE55-C8C7-4288-B147-87E8BF5D0254}"/>
              </a:ext>
            </a:extLst>
          </p:cNvPr>
          <p:cNvSpPr>
            <a:spLocks noGrp="1"/>
          </p:cNvSpPr>
          <p:nvPr/>
        </p:nvSpPr>
        <p:spPr>
          <a:xfrm>
            <a:off x="4391025" y="4048125"/>
            <a:ext cx="26194" cy="547688"/>
          </a:xfrm>
          <a:prstGeom prst="rect">
            <a:avLst/>
          </a:prstGeom>
          <a:solidFill>
            <a:srgbClr val="1D4ED8"/>
          </a:solidFill>
          <a:ln w="13097">
            <a:solidFill>
              <a:srgbClr val="172B4D"/>
            </a:solidFill>
          </a:ln>
        </p:spPr>
      </p:sp>
      <p:sp>
        <p:nvSpPr>
          <p:cNvPr id="465" name="object-465">
            <a:extLst>
              <a:ext uri="{FF2B5EF4-FFF2-40B4-BE49-F238E27FC236}">
                <a16:creationId xmlns:a16="http://schemas.microsoft.com/office/drawing/2014/main" id="{16DA2FD7-9012-4C6C-9178-4D92225F0909}"/>
              </a:ext>
            </a:extLst>
          </p:cNvPr>
          <p:cNvSpPr>
            <a:spLocks noGrp="1"/>
          </p:cNvSpPr>
          <p:nvPr/>
        </p:nvSpPr>
        <p:spPr>
          <a:xfrm>
            <a:off x="4417219" y="4048125"/>
            <a:ext cx="26194" cy="547688"/>
          </a:xfrm>
          <a:prstGeom prst="rect">
            <a:avLst/>
          </a:prstGeom>
          <a:solidFill>
            <a:srgbClr val="1D4ED8"/>
          </a:solidFill>
          <a:ln w="13097">
            <a:solidFill>
              <a:srgbClr val="172B4D"/>
            </a:solidFill>
          </a:ln>
        </p:spPr>
      </p:sp>
      <p:sp>
        <p:nvSpPr>
          <p:cNvPr id="466" name="object-466">
            <a:extLst>
              <a:ext uri="{FF2B5EF4-FFF2-40B4-BE49-F238E27FC236}">
                <a16:creationId xmlns:a16="http://schemas.microsoft.com/office/drawing/2014/main" id="{58C94D1A-4CE1-466B-8734-326EF328674F}"/>
              </a:ext>
            </a:extLst>
          </p:cNvPr>
          <p:cNvSpPr>
            <a:spLocks noGrp="1"/>
          </p:cNvSpPr>
          <p:nvPr/>
        </p:nvSpPr>
        <p:spPr>
          <a:xfrm>
            <a:off x="4443413" y="4048125"/>
            <a:ext cx="26194" cy="547688"/>
          </a:xfrm>
          <a:prstGeom prst="rect">
            <a:avLst/>
          </a:prstGeom>
          <a:solidFill>
            <a:srgbClr val="1D4ED8"/>
          </a:solidFill>
          <a:ln w="13097">
            <a:solidFill>
              <a:srgbClr val="172B4D"/>
            </a:solidFill>
          </a:ln>
        </p:spPr>
      </p:sp>
      <p:sp>
        <p:nvSpPr>
          <p:cNvPr id="467" name="object-467">
            <a:extLst>
              <a:ext uri="{FF2B5EF4-FFF2-40B4-BE49-F238E27FC236}">
                <a16:creationId xmlns:a16="http://schemas.microsoft.com/office/drawing/2014/main" id="{DF8A806D-7FBD-4C54-BD9D-A159B35EEFA3}"/>
              </a:ext>
            </a:extLst>
          </p:cNvPr>
          <p:cNvSpPr>
            <a:spLocks noGrp="1"/>
          </p:cNvSpPr>
          <p:nvPr/>
        </p:nvSpPr>
        <p:spPr>
          <a:xfrm>
            <a:off x="4469606" y="4048125"/>
            <a:ext cx="26194" cy="547688"/>
          </a:xfrm>
          <a:prstGeom prst="rect">
            <a:avLst/>
          </a:prstGeom>
          <a:solidFill>
            <a:srgbClr val="1D4ED8"/>
          </a:solidFill>
          <a:ln w="13097">
            <a:solidFill>
              <a:srgbClr val="172B4D"/>
            </a:solidFill>
          </a:ln>
        </p:spPr>
      </p:sp>
      <p:sp>
        <p:nvSpPr>
          <p:cNvPr id="468" name="object-468">
            <a:extLst>
              <a:ext uri="{FF2B5EF4-FFF2-40B4-BE49-F238E27FC236}">
                <a16:creationId xmlns:a16="http://schemas.microsoft.com/office/drawing/2014/main" id="{4FACADAA-5146-4515-A3E2-51F04D3B4CE8}"/>
              </a:ext>
            </a:extLst>
          </p:cNvPr>
          <p:cNvSpPr>
            <a:spLocks noGrp="1"/>
          </p:cNvSpPr>
          <p:nvPr/>
        </p:nvSpPr>
        <p:spPr>
          <a:xfrm>
            <a:off x="4495800" y="4048125"/>
            <a:ext cx="26194" cy="547688"/>
          </a:xfrm>
          <a:prstGeom prst="rect">
            <a:avLst/>
          </a:prstGeom>
          <a:solidFill>
            <a:srgbClr val="1D4ED8"/>
          </a:solidFill>
          <a:ln w="13097">
            <a:solidFill>
              <a:srgbClr val="172B4D"/>
            </a:solidFill>
          </a:ln>
        </p:spPr>
      </p:sp>
      <p:sp>
        <p:nvSpPr>
          <p:cNvPr id="469" name="object-469">
            <a:extLst>
              <a:ext uri="{FF2B5EF4-FFF2-40B4-BE49-F238E27FC236}">
                <a16:creationId xmlns:a16="http://schemas.microsoft.com/office/drawing/2014/main" id="{BD53C038-8220-44FC-A2BC-A864D57EE309}"/>
              </a:ext>
            </a:extLst>
          </p:cNvPr>
          <p:cNvSpPr>
            <a:spLocks noGrp="1"/>
          </p:cNvSpPr>
          <p:nvPr/>
        </p:nvSpPr>
        <p:spPr>
          <a:xfrm>
            <a:off x="4521994" y="4048125"/>
            <a:ext cx="26194" cy="547688"/>
          </a:xfrm>
          <a:prstGeom prst="rect">
            <a:avLst/>
          </a:prstGeom>
          <a:solidFill>
            <a:srgbClr val="1D4ED8"/>
          </a:solidFill>
          <a:ln w="13097">
            <a:solidFill>
              <a:srgbClr val="172B4D"/>
            </a:solidFill>
          </a:ln>
        </p:spPr>
      </p:sp>
      <p:sp>
        <p:nvSpPr>
          <p:cNvPr id="470" name="object-470">
            <a:extLst>
              <a:ext uri="{FF2B5EF4-FFF2-40B4-BE49-F238E27FC236}">
                <a16:creationId xmlns:a16="http://schemas.microsoft.com/office/drawing/2014/main" id="{58A337CD-9BDD-47AD-A381-5793297CE3CF}"/>
              </a:ext>
            </a:extLst>
          </p:cNvPr>
          <p:cNvSpPr>
            <a:spLocks noGrp="1"/>
          </p:cNvSpPr>
          <p:nvPr/>
        </p:nvSpPr>
        <p:spPr>
          <a:xfrm>
            <a:off x="4548188" y="4048125"/>
            <a:ext cx="26194" cy="547688"/>
          </a:xfrm>
          <a:prstGeom prst="rect">
            <a:avLst/>
          </a:prstGeom>
          <a:solidFill>
            <a:srgbClr val="1D4ED8"/>
          </a:solidFill>
          <a:ln w="13097">
            <a:solidFill>
              <a:srgbClr val="172B4D"/>
            </a:solidFill>
          </a:ln>
        </p:spPr>
      </p:sp>
      <p:sp>
        <p:nvSpPr>
          <p:cNvPr id="471" name="object-471">
            <a:extLst>
              <a:ext uri="{FF2B5EF4-FFF2-40B4-BE49-F238E27FC236}">
                <a16:creationId xmlns:a16="http://schemas.microsoft.com/office/drawing/2014/main" id="{97475136-3FEF-41F5-90C8-586C1001F5E7}"/>
              </a:ext>
            </a:extLst>
          </p:cNvPr>
          <p:cNvSpPr>
            <a:spLocks noGrp="1"/>
          </p:cNvSpPr>
          <p:nvPr/>
        </p:nvSpPr>
        <p:spPr>
          <a:xfrm>
            <a:off x="4574381" y="4048125"/>
            <a:ext cx="26194" cy="547688"/>
          </a:xfrm>
          <a:prstGeom prst="rect">
            <a:avLst/>
          </a:prstGeom>
          <a:solidFill>
            <a:srgbClr val="1D4ED8"/>
          </a:solidFill>
          <a:ln w="13097">
            <a:solidFill>
              <a:srgbClr val="172B4D"/>
            </a:solidFill>
          </a:ln>
        </p:spPr>
      </p:sp>
      <p:sp>
        <p:nvSpPr>
          <p:cNvPr id="472" name="object-472">
            <a:extLst>
              <a:ext uri="{FF2B5EF4-FFF2-40B4-BE49-F238E27FC236}">
                <a16:creationId xmlns:a16="http://schemas.microsoft.com/office/drawing/2014/main" id="{558E00C3-9268-46B0-A1CB-62414ED848E6}"/>
              </a:ext>
            </a:extLst>
          </p:cNvPr>
          <p:cNvSpPr>
            <a:spLocks noGrp="1"/>
          </p:cNvSpPr>
          <p:nvPr/>
        </p:nvSpPr>
        <p:spPr>
          <a:xfrm>
            <a:off x="4600575" y="4048125"/>
            <a:ext cx="26194" cy="547688"/>
          </a:xfrm>
          <a:prstGeom prst="rect">
            <a:avLst/>
          </a:prstGeom>
          <a:solidFill>
            <a:srgbClr val="1D4ED8"/>
          </a:solidFill>
          <a:ln w="13097">
            <a:solidFill>
              <a:srgbClr val="172B4D"/>
            </a:solidFill>
          </a:ln>
        </p:spPr>
      </p:sp>
      <p:sp>
        <p:nvSpPr>
          <p:cNvPr id="473" name="object-473">
            <a:extLst>
              <a:ext uri="{FF2B5EF4-FFF2-40B4-BE49-F238E27FC236}">
                <a16:creationId xmlns:a16="http://schemas.microsoft.com/office/drawing/2014/main" id="{220DC9BC-0867-4898-A0E8-BE7048715584}"/>
              </a:ext>
            </a:extLst>
          </p:cNvPr>
          <p:cNvSpPr>
            <a:spLocks noGrp="1"/>
          </p:cNvSpPr>
          <p:nvPr/>
        </p:nvSpPr>
        <p:spPr>
          <a:xfrm>
            <a:off x="4626769" y="4048125"/>
            <a:ext cx="26194" cy="547688"/>
          </a:xfrm>
          <a:prstGeom prst="rect">
            <a:avLst/>
          </a:prstGeom>
          <a:solidFill>
            <a:srgbClr val="1D4ED8"/>
          </a:solidFill>
          <a:ln w="13097">
            <a:solidFill>
              <a:srgbClr val="172B4D"/>
            </a:solidFill>
          </a:ln>
        </p:spPr>
      </p:sp>
      <p:sp>
        <p:nvSpPr>
          <p:cNvPr id="474" name="object-474">
            <a:extLst>
              <a:ext uri="{FF2B5EF4-FFF2-40B4-BE49-F238E27FC236}">
                <a16:creationId xmlns:a16="http://schemas.microsoft.com/office/drawing/2014/main" id="{C5D378D5-FDFF-4A9D-AD27-0871552E7D78}"/>
              </a:ext>
            </a:extLst>
          </p:cNvPr>
          <p:cNvSpPr>
            <a:spLocks noGrp="1"/>
          </p:cNvSpPr>
          <p:nvPr/>
        </p:nvSpPr>
        <p:spPr>
          <a:xfrm>
            <a:off x="4652963" y="4048125"/>
            <a:ext cx="26194" cy="547688"/>
          </a:xfrm>
          <a:prstGeom prst="rect">
            <a:avLst/>
          </a:prstGeom>
          <a:solidFill>
            <a:srgbClr val="1D4ED8"/>
          </a:solidFill>
          <a:ln w="13097">
            <a:solidFill>
              <a:srgbClr val="172B4D"/>
            </a:solidFill>
          </a:ln>
        </p:spPr>
      </p:sp>
      <p:sp>
        <p:nvSpPr>
          <p:cNvPr id="475" name="object-475">
            <a:extLst>
              <a:ext uri="{FF2B5EF4-FFF2-40B4-BE49-F238E27FC236}">
                <a16:creationId xmlns:a16="http://schemas.microsoft.com/office/drawing/2014/main" id="{08D45A0E-74CE-42FB-9B9A-62920FCAAD9B}"/>
              </a:ext>
            </a:extLst>
          </p:cNvPr>
          <p:cNvSpPr>
            <a:spLocks noGrp="1"/>
          </p:cNvSpPr>
          <p:nvPr/>
        </p:nvSpPr>
        <p:spPr>
          <a:xfrm>
            <a:off x="4679156" y="4048125"/>
            <a:ext cx="26194" cy="547688"/>
          </a:xfrm>
          <a:prstGeom prst="rect">
            <a:avLst/>
          </a:prstGeom>
          <a:solidFill>
            <a:srgbClr val="1D4ED8"/>
          </a:solidFill>
          <a:ln w="13097">
            <a:solidFill>
              <a:srgbClr val="172B4D"/>
            </a:solidFill>
          </a:ln>
        </p:spPr>
      </p:sp>
      <p:sp>
        <p:nvSpPr>
          <p:cNvPr id="476" name="object-476">
            <a:extLst>
              <a:ext uri="{FF2B5EF4-FFF2-40B4-BE49-F238E27FC236}">
                <a16:creationId xmlns:a16="http://schemas.microsoft.com/office/drawing/2014/main" id="{73DCE5D9-C550-4C84-B8F1-8BA8F73C0B92}"/>
              </a:ext>
            </a:extLst>
          </p:cNvPr>
          <p:cNvSpPr>
            <a:spLocks noGrp="1"/>
          </p:cNvSpPr>
          <p:nvPr/>
        </p:nvSpPr>
        <p:spPr>
          <a:xfrm>
            <a:off x="4705350" y="4048125"/>
            <a:ext cx="26194" cy="547688"/>
          </a:xfrm>
          <a:prstGeom prst="rect">
            <a:avLst/>
          </a:prstGeom>
          <a:solidFill>
            <a:srgbClr val="1D4ED8"/>
          </a:solidFill>
          <a:ln w="13097">
            <a:solidFill>
              <a:srgbClr val="172B4D"/>
            </a:solidFill>
          </a:ln>
        </p:spPr>
      </p:sp>
      <p:sp>
        <p:nvSpPr>
          <p:cNvPr id="477" name="object-477">
            <a:extLst>
              <a:ext uri="{FF2B5EF4-FFF2-40B4-BE49-F238E27FC236}">
                <a16:creationId xmlns:a16="http://schemas.microsoft.com/office/drawing/2014/main" id="{7C037311-9886-4332-8A9E-DC11611CC818}"/>
              </a:ext>
            </a:extLst>
          </p:cNvPr>
          <p:cNvSpPr>
            <a:spLocks noGrp="1"/>
          </p:cNvSpPr>
          <p:nvPr/>
        </p:nvSpPr>
        <p:spPr>
          <a:xfrm>
            <a:off x="4731544" y="4048125"/>
            <a:ext cx="26194" cy="547688"/>
          </a:xfrm>
          <a:prstGeom prst="rect">
            <a:avLst/>
          </a:prstGeom>
          <a:solidFill>
            <a:srgbClr val="1D4ED8"/>
          </a:solidFill>
          <a:ln w="13097">
            <a:solidFill>
              <a:srgbClr val="172B4D"/>
            </a:solidFill>
          </a:ln>
        </p:spPr>
      </p:sp>
      <p:sp>
        <p:nvSpPr>
          <p:cNvPr id="478" name="object-478">
            <a:extLst>
              <a:ext uri="{FF2B5EF4-FFF2-40B4-BE49-F238E27FC236}">
                <a16:creationId xmlns:a16="http://schemas.microsoft.com/office/drawing/2014/main" id="{9CD09DB6-B9BC-45EE-BBD4-BFCE255CC44D}"/>
              </a:ext>
            </a:extLst>
          </p:cNvPr>
          <p:cNvSpPr>
            <a:spLocks noGrp="1"/>
          </p:cNvSpPr>
          <p:nvPr/>
        </p:nvSpPr>
        <p:spPr>
          <a:xfrm>
            <a:off x="4757738" y="4048125"/>
            <a:ext cx="26194" cy="547688"/>
          </a:xfrm>
          <a:prstGeom prst="rect">
            <a:avLst/>
          </a:prstGeom>
          <a:solidFill>
            <a:srgbClr val="1D4ED8"/>
          </a:solidFill>
          <a:ln w="13097">
            <a:solidFill>
              <a:srgbClr val="172B4D"/>
            </a:solidFill>
          </a:ln>
        </p:spPr>
      </p:sp>
      <p:sp>
        <p:nvSpPr>
          <p:cNvPr id="479" name="object-479">
            <a:extLst>
              <a:ext uri="{FF2B5EF4-FFF2-40B4-BE49-F238E27FC236}">
                <a16:creationId xmlns:a16="http://schemas.microsoft.com/office/drawing/2014/main" id="{5EBE1966-86F5-4AE0-9218-2F14C42B8607}"/>
              </a:ext>
            </a:extLst>
          </p:cNvPr>
          <p:cNvSpPr>
            <a:spLocks noGrp="1"/>
          </p:cNvSpPr>
          <p:nvPr/>
        </p:nvSpPr>
        <p:spPr>
          <a:xfrm>
            <a:off x="4783931" y="4048125"/>
            <a:ext cx="26194" cy="547688"/>
          </a:xfrm>
          <a:prstGeom prst="rect">
            <a:avLst/>
          </a:prstGeom>
          <a:solidFill>
            <a:srgbClr val="1D4ED8"/>
          </a:solidFill>
          <a:ln w="13097">
            <a:solidFill>
              <a:srgbClr val="172B4D"/>
            </a:solidFill>
          </a:ln>
        </p:spPr>
      </p:sp>
      <p:sp>
        <p:nvSpPr>
          <p:cNvPr id="480" name="object-480">
            <a:extLst>
              <a:ext uri="{FF2B5EF4-FFF2-40B4-BE49-F238E27FC236}">
                <a16:creationId xmlns:a16="http://schemas.microsoft.com/office/drawing/2014/main" id="{16533CE4-2F7B-4080-A628-9140260FE5BE}"/>
              </a:ext>
            </a:extLst>
          </p:cNvPr>
          <p:cNvSpPr>
            <a:spLocks noGrp="1"/>
          </p:cNvSpPr>
          <p:nvPr/>
        </p:nvSpPr>
        <p:spPr>
          <a:xfrm>
            <a:off x="4810125" y="4048125"/>
            <a:ext cx="26194" cy="547688"/>
          </a:xfrm>
          <a:prstGeom prst="rect">
            <a:avLst/>
          </a:prstGeom>
          <a:solidFill>
            <a:srgbClr val="1D4ED8"/>
          </a:solidFill>
          <a:ln w="13097">
            <a:solidFill>
              <a:srgbClr val="172B4D"/>
            </a:solidFill>
          </a:ln>
        </p:spPr>
      </p:sp>
      <p:sp>
        <p:nvSpPr>
          <p:cNvPr id="481" name="object-481">
            <a:extLst>
              <a:ext uri="{FF2B5EF4-FFF2-40B4-BE49-F238E27FC236}">
                <a16:creationId xmlns:a16="http://schemas.microsoft.com/office/drawing/2014/main" id="{DEEFBAEA-76BD-4478-B17D-43522461F4AE}"/>
              </a:ext>
            </a:extLst>
          </p:cNvPr>
          <p:cNvSpPr>
            <a:spLocks noGrp="1"/>
          </p:cNvSpPr>
          <p:nvPr/>
        </p:nvSpPr>
        <p:spPr>
          <a:xfrm>
            <a:off x="4836319" y="4048125"/>
            <a:ext cx="26194" cy="547688"/>
          </a:xfrm>
          <a:prstGeom prst="rect">
            <a:avLst/>
          </a:prstGeom>
          <a:solidFill>
            <a:srgbClr val="1D4ED8"/>
          </a:solidFill>
          <a:ln w="13097">
            <a:solidFill>
              <a:srgbClr val="172B4D"/>
            </a:solidFill>
          </a:ln>
        </p:spPr>
      </p:sp>
      <p:sp>
        <p:nvSpPr>
          <p:cNvPr id="482" name="object-482">
            <a:extLst>
              <a:ext uri="{FF2B5EF4-FFF2-40B4-BE49-F238E27FC236}">
                <a16:creationId xmlns:a16="http://schemas.microsoft.com/office/drawing/2014/main" id="{0AD1E10D-84FA-46AA-9C2E-15CE37C2032F}"/>
              </a:ext>
            </a:extLst>
          </p:cNvPr>
          <p:cNvSpPr>
            <a:spLocks noGrp="1"/>
          </p:cNvSpPr>
          <p:nvPr/>
        </p:nvSpPr>
        <p:spPr>
          <a:xfrm>
            <a:off x="4862513" y="4048125"/>
            <a:ext cx="26194" cy="547688"/>
          </a:xfrm>
          <a:prstGeom prst="rect">
            <a:avLst/>
          </a:prstGeom>
          <a:solidFill>
            <a:srgbClr val="1D4ED8"/>
          </a:solidFill>
          <a:ln w="13097">
            <a:solidFill>
              <a:srgbClr val="172B4D"/>
            </a:solidFill>
          </a:ln>
        </p:spPr>
      </p:sp>
      <p:sp>
        <p:nvSpPr>
          <p:cNvPr id="483" name="object-483">
            <a:extLst>
              <a:ext uri="{FF2B5EF4-FFF2-40B4-BE49-F238E27FC236}">
                <a16:creationId xmlns:a16="http://schemas.microsoft.com/office/drawing/2014/main" id="{0F96724F-F22B-4E81-BE1B-8D2F178C2FA3}"/>
              </a:ext>
            </a:extLst>
          </p:cNvPr>
          <p:cNvSpPr>
            <a:spLocks noGrp="1"/>
          </p:cNvSpPr>
          <p:nvPr/>
        </p:nvSpPr>
        <p:spPr>
          <a:xfrm>
            <a:off x="4888706" y="4048125"/>
            <a:ext cx="26194" cy="547688"/>
          </a:xfrm>
          <a:prstGeom prst="rect">
            <a:avLst/>
          </a:prstGeom>
          <a:solidFill>
            <a:srgbClr val="1D4ED8"/>
          </a:solidFill>
          <a:ln w="13097">
            <a:solidFill>
              <a:srgbClr val="172B4D"/>
            </a:solidFill>
          </a:ln>
        </p:spPr>
      </p:sp>
      <p:sp>
        <p:nvSpPr>
          <p:cNvPr id="484" name="object-484">
            <a:extLst>
              <a:ext uri="{FF2B5EF4-FFF2-40B4-BE49-F238E27FC236}">
                <a16:creationId xmlns:a16="http://schemas.microsoft.com/office/drawing/2014/main" id="{EE48A2C5-C7D1-446C-882C-9DCE2F107BA5}"/>
              </a:ext>
            </a:extLst>
          </p:cNvPr>
          <p:cNvSpPr>
            <a:spLocks noGrp="1"/>
          </p:cNvSpPr>
          <p:nvPr/>
        </p:nvSpPr>
        <p:spPr>
          <a:xfrm>
            <a:off x="4914900" y="4048125"/>
            <a:ext cx="26194" cy="547688"/>
          </a:xfrm>
          <a:prstGeom prst="rect">
            <a:avLst/>
          </a:prstGeom>
          <a:solidFill>
            <a:srgbClr val="1D4ED8"/>
          </a:solidFill>
          <a:ln w="13097">
            <a:solidFill>
              <a:srgbClr val="172B4D"/>
            </a:solidFill>
          </a:ln>
        </p:spPr>
      </p:sp>
      <p:sp>
        <p:nvSpPr>
          <p:cNvPr id="485" name="object-485">
            <a:extLst>
              <a:ext uri="{FF2B5EF4-FFF2-40B4-BE49-F238E27FC236}">
                <a16:creationId xmlns:a16="http://schemas.microsoft.com/office/drawing/2014/main" id="{9B8F17AA-888A-4ED6-93FE-E665428A652B}"/>
              </a:ext>
            </a:extLst>
          </p:cNvPr>
          <p:cNvSpPr>
            <a:spLocks noGrp="1"/>
          </p:cNvSpPr>
          <p:nvPr/>
        </p:nvSpPr>
        <p:spPr>
          <a:xfrm>
            <a:off x="4941094" y="4048125"/>
            <a:ext cx="26194" cy="547688"/>
          </a:xfrm>
          <a:prstGeom prst="rect">
            <a:avLst/>
          </a:prstGeom>
          <a:solidFill>
            <a:srgbClr val="1D4ED8"/>
          </a:solidFill>
          <a:ln w="13097">
            <a:solidFill>
              <a:srgbClr val="172B4D"/>
            </a:solidFill>
          </a:ln>
        </p:spPr>
      </p:sp>
      <p:sp>
        <p:nvSpPr>
          <p:cNvPr id="486" name="object-486">
            <a:extLst>
              <a:ext uri="{FF2B5EF4-FFF2-40B4-BE49-F238E27FC236}">
                <a16:creationId xmlns:a16="http://schemas.microsoft.com/office/drawing/2014/main" id="{BB664192-4B9E-48CA-B6D2-400820E9C2F6}"/>
              </a:ext>
            </a:extLst>
          </p:cNvPr>
          <p:cNvSpPr>
            <a:spLocks noGrp="1"/>
          </p:cNvSpPr>
          <p:nvPr/>
        </p:nvSpPr>
        <p:spPr>
          <a:xfrm>
            <a:off x="4967288" y="4048125"/>
            <a:ext cx="26194" cy="547688"/>
          </a:xfrm>
          <a:prstGeom prst="rect">
            <a:avLst/>
          </a:prstGeom>
          <a:solidFill>
            <a:srgbClr val="1D4ED8"/>
          </a:solidFill>
          <a:ln w="13097">
            <a:solidFill>
              <a:srgbClr val="172B4D"/>
            </a:solidFill>
          </a:ln>
        </p:spPr>
      </p:sp>
      <p:sp>
        <p:nvSpPr>
          <p:cNvPr id="487" name="object-487">
            <a:extLst>
              <a:ext uri="{FF2B5EF4-FFF2-40B4-BE49-F238E27FC236}">
                <a16:creationId xmlns:a16="http://schemas.microsoft.com/office/drawing/2014/main" id="{3EDC7E72-E959-4AA7-889B-3B9EB75F01D9}"/>
              </a:ext>
            </a:extLst>
          </p:cNvPr>
          <p:cNvSpPr>
            <a:spLocks noGrp="1"/>
          </p:cNvSpPr>
          <p:nvPr/>
        </p:nvSpPr>
        <p:spPr>
          <a:xfrm>
            <a:off x="4993481" y="4048125"/>
            <a:ext cx="26194" cy="547688"/>
          </a:xfrm>
          <a:prstGeom prst="rect">
            <a:avLst/>
          </a:prstGeom>
          <a:solidFill>
            <a:srgbClr val="1D4ED8"/>
          </a:solidFill>
          <a:ln w="13097">
            <a:solidFill>
              <a:srgbClr val="172B4D"/>
            </a:solidFill>
          </a:ln>
        </p:spPr>
      </p:sp>
      <p:sp>
        <p:nvSpPr>
          <p:cNvPr id="488" name="object-488">
            <a:extLst>
              <a:ext uri="{FF2B5EF4-FFF2-40B4-BE49-F238E27FC236}">
                <a16:creationId xmlns:a16="http://schemas.microsoft.com/office/drawing/2014/main" id="{A26D2CDC-4F40-41B6-ACA0-03E35836F67B}"/>
              </a:ext>
            </a:extLst>
          </p:cNvPr>
          <p:cNvSpPr>
            <a:spLocks noGrp="1"/>
          </p:cNvSpPr>
          <p:nvPr/>
        </p:nvSpPr>
        <p:spPr>
          <a:xfrm>
            <a:off x="5019675" y="4048125"/>
            <a:ext cx="26194" cy="547688"/>
          </a:xfrm>
          <a:prstGeom prst="rect">
            <a:avLst/>
          </a:prstGeom>
          <a:solidFill>
            <a:srgbClr val="1D4ED8"/>
          </a:solidFill>
          <a:ln w="13097">
            <a:solidFill>
              <a:srgbClr val="172B4D"/>
            </a:solidFill>
          </a:ln>
        </p:spPr>
      </p:sp>
      <p:sp>
        <p:nvSpPr>
          <p:cNvPr id="489" name="object-489">
            <a:extLst>
              <a:ext uri="{FF2B5EF4-FFF2-40B4-BE49-F238E27FC236}">
                <a16:creationId xmlns:a16="http://schemas.microsoft.com/office/drawing/2014/main" id="{A189451B-9685-4896-BE64-BA5065E0424A}"/>
              </a:ext>
            </a:extLst>
          </p:cNvPr>
          <p:cNvSpPr>
            <a:spLocks noGrp="1"/>
          </p:cNvSpPr>
          <p:nvPr/>
        </p:nvSpPr>
        <p:spPr>
          <a:xfrm>
            <a:off x="5045869" y="4048125"/>
            <a:ext cx="26194" cy="547688"/>
          </a:xfrm>
          <a:prstGeom prst="rect">
            <a:avLst/>
          </a:prstGeom>
          <a:solidFill>
            <a:srgbClr val="1D4ED8"/>
          </a:solidFill>
          <a:ln w="13097">
            <a:solidFill>
              <a:srgbClr val="172B4D"/>
            </a:solidFill>
          </a:ln>
        </p:spPr>
      </p:sp>
      <p:sp>
        <p:nvSpPr>
          <p:cNvPr id="490" name="object-490">
            <a:extLst>
              <a:ext uri="{FF2B5EF4-FFF2-40B4-BE49-F238E27FC236}">
                <a16:creationId xmlns:a16="http://schemas.microsoft.com/office/drawing/2014/main" id="{4725C73A-B5C9-4230-BA09-8E03253C7A39}"/>
              </a:ext>
            </a:extLst>
          </p:cNvPr>
          <p:cNvSpPr>
            <a:spLocks noGrp="1"/>
          </p:cNvSpPr>
          <p:nvPr/>
        </p:nvSpPr>
        <p:spPr>
          <a:xfrm>
            <a:off x="5072063" y="4048125"/>
            <a:ext cx="26194" cy="547688"/>
          </a:xfrm>
          <a:prstGeom prst="rect">
            <a:avLst/>
          </a:prstGeom>
          <a:solidFill>
            <a:srgbClr val="1D4ED8"/>
          </a:solidFill>
          <a:ln w="13097">
            <a:solidFill>
              <a:srgbClr val="172B4D"/>
            </a:solidFill>
          </a:ln>
        </p:spPr>
      </p:sp>
      <p:sp>
        <p:nvSpPr>
          <p:cNvPr id="491" name="object-491">
            <a:extLst>
              <a:ext uri="{FF2B5EF4-FFF2-40B4-BE49-F238E27FC236}">
                <a16:creationId xmlns:a16="http://schemas.microsoft.com/office/drawing/2014/main" id="{35D60345-788E-4DEA-A88B-027C5850193E}"/>
              </a:ext>
            </a:extLst>
          </p:cNvPr>
          <p:cNvSpPr>
            <a:spLocks noGrp="1"/>
          </p:cNvSpPr>
          <p:nvPr/>
        </p:nvSpPr>
        <p:spPr>
          <a:xfrm>
            <a:off x="5098256" y="4048125"/>
            <a:ext cx="26194" cy="547688"/>
          </a:xfrm>
          <a:prstGeom prst="rect">
            <a:avLst/>
          </a:prstGeom>
          <a:solidFill>
            <a:srgbClr val="1D4ED8"/>
          </a:solidFill>
          <a:ln w="13097">
            <a:solidFill>
              <a:srgbClr val="172B4D"/>
            </a:solidFill>
          </a:ln>
        </p:spPr>
      </p:sp>
      <p:sp>
        <p:nvSpPr>
          <p:cNvPr id="492" name="object-492">
            <a:extLst>
              <a:ext uri="{FF2B5EF4-FFF2-40B4-BE49-F238E27FC236}">
                <a16:creationId xmlns:a16="http://schemas.microsoft.com/office/drawing/2014/main" id="{CF6572F0-8195-4D4D-B098-B215F09FF7F8}"/>
              </a:ext>
            </a:extLst>
          </p:cNvPr>
          <p:cNvSpPr>
            <a:spLocks noGrp="1"/>
          </p:cNvSpPr>
          <p:nvPr/>
        </p:nvSpPr>
        <p:spPr>
          <a:xfrm>
            <a:off x="5124450" y="4048125"/>
            <a:ext cx="26194" cy="547688"/>
          </a:xfrm>
          <a:prstGeom prst="rect">
            <a:avLst/>
          </a:prstGeom>
          <a:solidFill>
            <a:srgbClr val="1D4ED8"/>
          </a:solidFill>
          <a:ln w="13097">
            <a:solidFill>
              <a:srgbClr val="172B4D"/>
            </a:solidFill>
          </a:ln>
        </p:spPr>
      </p:sp>
      <p:sp>
        <p:nvSpPr>
          <p:cNvPr id="493" name="object-493">
            <a:extLst>
              <a:ext uri="{FF2B5EF4-FFF2-40B4-BE49-F238E27FC236}">
                <a16:creationId xmlns:a16="http://schemas.microsoft.com/office/drawing/2014/main" id="{163903C8-2016-498A-9D88-3A55918C94FE}"/>
              </a:ext>
            </a:extLst>
          </p:cNvPr>
          <p:cNvSpPr>
            <a:spLocks noGrp="1"/>
          </p:cNvSpPr>
          <p:nvPr/>
        </p:nvSpPr>
        <p:spPr>
          <a:xfrm>
            <a:off x="5150644" y="4048125"/>
            <a:ext cx="26194" cy="547688"/>
          </a:xfrm>
          <a:prstGeom prst="rect">
            <a:avLst/>
          </a:prstGeom>
          <a:solidFill>
            <a:srgbClr val="1D4ED8"/>
          </a:solidFill>
          <a:ln w="13097">
            <a:solidFill>
              <a:srgbClr val="172B4D"/>
            </a:solidFill>
          </a:ln>
        </p:spPr>
      </p:sp>
      <p:sp>
        <p:nvSpPr>
          <p:cNvPr id="494" name="object-494">
            <a:extLst>
              <a:ext uri="{FF2B5EF4-FFF2-40B4-BE49-F238E27FC236}">
                <a16:creationId xmlns:a16="http://schemas.microsoft.com/office/drawing/2014/main" id="{8EDFDEB2-AF65-49D4-BFB7-EF049A20AB5E}"/>
              </a:ext>
            </a:extLst>
          </p:cNvPr>
          <p:cNvSpPr>
            <a:spLocks noGrp="1"/>
          </p:cNvSpPr>
          <p:nvPr/>
        </p:nvSpPr>
        <p:spPr>
          <a:xfrm>
            <a:off x="5176838" y="4048125"/>
            <a:ext cx="26194" cy="547688"/>
          </a:xfrm>
          <a:prstGeom prst="rect">
            <a:avLst/>
          </a:prstGeom>
          <a:solidFill>
            <a:srgbClr val="1D4ED8"/>
          </a:solidFill>
          <a:ln w="13097">
            <a:solidFill>
              <a:srgbClr val="172B4D"/>
            </a:solidFill>
          </a:ln>
        </p:spPr>
      </p:sp>
      <p:sp>
        <p:nvSpPr>
          <p:cNvPr id="495" name="object-495">
            <a:extLst>
              <a:ext uri="{FF2B5EF4-FFF2-40B4-BE49-F238E27FC236}">
                <a16:creationId xmlns:a16="http://schemas.microsoft.com/office/drawing/2014/main" id="{AC3D5911-A982-4F73-9CB5-08E1053B8924}"/>
              </a:ext>
            </a:extLst>
          </p:cNvPr>
          <p:cNvSpPr>
            <a:spLocks noGrp="1"/>
          </p:cNvSpPr>
          <p:nvPr/>
        </p:nvSpPr>
        <p:spPr>
          <a:xfrm>
            <a:off x="5203031" y="4048125"/>
            <a:ext cx="26194" cy="547688"/>
          </a:xfrm>
          <a:prstGeom prst="rect">
            <a:avLst/>
          </a:prstGeom>
          <a:solidFill>
            <a:srgbClr val="1D4ED8"/>
          </a:solidFill>
          <a:ln w="13097">
            <a:solidFill>
              <a:srgbClr val="172B4D"/>
            </a:solidFill>
          </a:ln>
        </p:spPr>
      </p:sp>
      <p:sp>
        <p:nvSpPr>
          <p:cNvPr id="496" name="object-496">
            <a:extLst>
              <a:ext uri="{FF2B5EF4-FFF2-40B4-BE49-F238E27FC236}">
                <a16:creationId xmlns:a16="http://schemas.microsoft.com/office/drawing/2014/main" id="{15F6270E-A85D-455A-8999-E1C5C7F3114F}"/>
              </a:ext>
            </a:extLst>
          </p:cNvPr>
          <p:cNvSpPr>
            <a:spLocks noGrp="1"/>
          </p:cNvSpPr>
          <p:nvPr/>
        </p:nvSpPr>
        <p:spPr>
          <a:xfrm>
            <a:off x="5229225" y="4048125"/>
            <a:ext cx="26194" cy="547688"/>
          </a:xfrm>
          <a:prstGeom prst="rect">
            <a:avLst/>
          </a:prstGeom>
          <a:solidFill>
            <a:srgbClr val="1D4ED8"/>
          </a:solidFill>
          <a:ln w="13097">
            <a:solidFill>
              <a:srgbClr val="172B4D"/>
            </a:solidFill>
          </a:ln>
        </p:spPr>
      </p:sp>
      <p:sp>
        <p:nvSpPr>
          <p:cNvPr id="497" name="object-497">
            <a:extLst>
              <a:ext uri="{FF2B5EF4-FFF2-40B4-BE49-F238E27FC236}">
                <a16:creationId xmlns:a16="http://schemas.microsoft.com/office/drawing/2014/main" id="{C6DE8EE4-1D21-4F18-AEB8-5E64E29ED438}"/>
              </a:ext>
            </a:extLst>
          </p:cNvPr>
          <p:cNvSpPr>
            <a:spLocks noGrp="1"/>
          </p:cNvSpPr>
          <p:nvPr/>
        </p:nvSpPr>
        <p:spPr>
          <a:xfrm>
            <a:off x="5255419" y="4048125"/>
            <a:ext cx="26194" cy="547688"/>
          </a:xfrm>
          <a:prstGeom prst="rect">
            <a:avLst/>
          </a:prstGeom>
          <a:solidFill>
            <a:srgbClr val="1D4ED8"/>
          </a:solidFill>
          <a:ln w="13097">
            <a:solidFill>
              <a:srgbClr val="172B4D"/>
            </a:solidFill>
          </a:ln>
        </p:spPr>
      </p:sp>
      <p:sp>
        <p:nvSpPr>
          <p:cNvPr id="498" name="object-498">
            <a:extLst>
              <a:ext uri="{FF2B5EF4-FFF2-40B4-BE49-F238E27FC236}">
                <a16:creationId xmlns:a16="http://schemas.microsoft.com/office/drawing/2014/main" id="{C5DBF6F6-6A40-472E-9FC3-EA8EC34FD52E}"/>
              </a:ext>
            </a:extLst>
          </p:cNvPr>
          <p:cNvSpPr>
            <a:spLocks noGrp="1"/>
          </p:cNvSpPr>
          <p:nvPr/>
        </p:nvSpPr>
        <p:spPr>
          <a:xfrm>
            <a:off x="5281613" y="4048125"/>
            <a:ext cx="26194" cy="547688"/>
          </a:xfrm>
          <a:prstGeom prst="rect">
            <a:avLst/>
          </a:prstGeom>
          <a:solidFill>
            <a:srgbClr val="1D4ED8"/>
          </a:solidFill>
          <a:ln w="13097">
            <a:solidFill>
              <a:srgbClr val="172B4D"/>
            </a:solidFill>
          </a:ln>
        </p:spPr>
      </p:sp>
      <p:sp>
        <p:nvSpPr>
          <p:cNvPr id="499" name="object-499">
            <a:extLst>
              <a:ext uri="{FF2B5EF4-FFF2-40B4-BE49-F238E27FC236}">
                <a16:creationId xmlns:a16="http://schemas.microsoft.com/office/drawing/2014/main" id="{0C70EAAA-73BB-40D7-9619-95D9DA25CE6F}"/>
              </a:ext>
            </a:extLst>
          </p:cNvPr>
          <p:cNvSpPr>
            <a:spLocks noGrp="1"/>
          </p:cNvSpPr>
          <p:nvPr/>
        </p:nvSpPr>
        <p:spPr>
          <a:xfrm>
            <a:off x="5307806" y="4048125"/>
            <a:ext cx="26194" cy="547688"/>
          </a:xfrm>
          <a:prstGeom prst="rect">
            <a:avLst/>
          </a:prstGeom>
          <a:solidFill>
            <a:srgbClr val="1D4ED8"/>
          </a:solidFill>
          <a:ln w="13097">
            <a:solidFill>
              <a:srgbClr val="172B4D"/>
            </a:solidFill>
          </a:ln>
        </p:spPr>
      </p:sp>
      <p:sp>
        <p:nvSpPr>
          <p:cNvPr id="500" name="object-500">
            <a:extLst>
              <a:ext uri="{FF2B5EF4-FFF2-40B4-BE49-F238E27FC236}">
                <a16:creationId xmlns:a16="http://schemas.microsoft.com/office/drawing/2014/main" id="{5DE15608-02D0-4A15-A929-8A2B0212A5CC}"/>
              </a:ext>
            </a:extLst>
          </p:cNvPr>
          <p:cNvSpPr>
            <a:spLocks noGrp="1"/>
          </p:cNvSpPr>
          <p:nvPr/>
        </p:nvSpPr>
        <p:spPr>
          <a:xfrm>
            <a:off x="5334000" y="4048125"/>
            <a:ext cx="26194" cy="547688"/>
          </a:xfrm>
          <a:prstGeom prst="rect">
            <a:avLst/>
          </a:prstGeom>
          <a:solidFill>
            <a:srgbClr val="1D4ED8"/>
          </a:solidFill>
          <a:ln w="13097">
            <a:solidFill>
              <a:srgbClr val="172B4D"/>
            </a:solidFill>
          </a:ln>
        </p:spPr>
      </p:sp>
      <p:sp>
        <p:nvSpPr>
          <p:cNvPr id="501" name="object-501">
            <a:extLst>
              <a:ext uri="{FF2B5EF4-FFF2-40B4-BE49-F238E27FC236}">
                <a16:creationId xmlns:a16="http://schemas.microsoft.com/office/drawing/2014/main" id="{2CA7BD9B-363D-4AFC-8A4B-ABF2B97395EF}"/>
              </a:ext>
            </a:extLst>
          </p:cNvPr>
          <p:cNvSpPr>
            <a:spLocks noGrp="1"/>
          </p:cNvSpPr>
          <p:nvPr/>
        </p:nvSpPr>
        <p:spPr>
          <a:xfrm>
            <a:off x="5360194" y="4048125"/>
            <a:ext cx="26194" cy="547688"/>
          </a:xfrm>
          <a:prstGeom prst="rect">
            <a:avLst/>
          </a:prstGeom>
          <a:solidFill>
            <a:srgbClr val="1D4ED8"/>
          </a:solidFill>
          <a:ln w="13097">
            <a:solidFill>
              <a:srgbClr val="172B4D"/>
            </a:solidFill>
          </a:ln>
        </p:spPr>
      </p:sp>
      <p:sp>
        <p:nvSpPr>
          <p:cNvPr id="502" name="object-502">
            <a:extLst>
              <a:ext uri="{FF2B5EF4-FFF2-40B4-BE49-F238E27FC236}">
                <a16:creationId xmlns:a16="http://schemas.microsoft.com/office/drawing/2014/main" id="{6210E3C3-1D6F-440F-94C3-D8B84D8C2715}"/>
              </a:ext>
            </a:extLst>
          </p:cNvPr>
          <p:cNvSpPr>
            <a:spLocks noGrp="1"/>
          </p:cNvSpPr>
          <p:nvPr/>
        </p:nvSpPr>
        <p:spPr>
          <a:xfrm>
            <a:off x="5386388" y="4048125"/>
            <a:ext cx="26194" cy="547688"/>
          </a:xfrm>
          <a:prstGeom prst="rect">
            <a:avLst/>
          </a:prstGeom>
          <a:solidFill>
            <a:srgbClr val="1D4ED8"/>
          </a:solidFill>
          <a:ln w="13097">
            <a:solidFill>
              <a:srgbClr val="172B4D"/>
            </a:solidFill>
          </a:ln>
        </p:spPr>
      </p:sp>
      <p:sp>
        <p:nvSpPr>
          <p:cNvPr id="503" name="object-503">
            <a:extLst>
              <a:ext uri="{FF2B5EF4-FFF2-40B4-BE49-F238E27FC236}">
                <a16:creationId xmlns:a16="http://schemas.microsoft.com/office/drawing/2014/main" id="{61353EEE-5AD0-4D05-B6D6-8D00055DBF07}"/>
              </a:ext>
            </a:extLst>
          </p:cNvPr>
          <p:cNvSpPr>
            <a:spLocks noGrp="1"/>
          </p:cNvSpPr>
          <p:nvPr/>
        </p:nvSpPr>
        <p:spPr>
          <a:xfrm>
            <a:off x="5412581" y="4048125"/>
            <a:ext cx="26194" cy="547688"/>
          </a:xfrm>
          <a:prstGeom prst="rect">
            <a:avLst/>
          </a:prstGeom>
          <a:solidFill>
            <a:srgbClr val="1D4ED8"/>
          </a:solidFill>
          <a:ln w="13097">
            <a:solidFill>
              <a:srgbClr val="172B4D"/>
            </a:solidFill>
          </a:ln>
        </p:spPr>
      </p:sp>
      <p:sp>
        <p:nvSpPr>
          <p:cNvPr id="504" name="object-504">
            <a:extLst>
              <a:ext uri="{FF2B5EF4-FFF2-40B4-BE49-F238E27FC236}">
                <a16:creationId xmlns:a16="http://schemas.microsoft.com/office/drawing/2014/main" id="{910F27F0-E62A-42C0-95E8-4BE420DE8BA2}"/>
              </a:ext>
            </a:extLst>
          </p:cNvPr>
          <p:cNvSpPr>
            <a:spLocks noGrp="1"/>
          </p:cNvSpPr>
          <p:nvPr/>
        </p:nvSpPr>
        <p:spPr>
          <a:xfrm>
            <a:off x="5438775" y="4048125"/>
            <a:ext cx="26194" cy="547688"/>
          </a:xfrm>
          <a:prstGeom prst="rect">
            <a:avLst/>
          </a:prstGeom>
          <a:solidFill>
            <a:srgbClr val="1D4ED8"/>
          </a:solidFill>
          <a:ln w="13097">
            <a:solidFill>
              <a:srgbClr val="172B4D"/>
            </a:solidFill>
          </a:ln>
        </p:spPr>
      </p:sp>
      <p:sp>
        <p:nvSpPr>
          <p:cNvPr id="505" name="object-505">
            <a:extLst>
              <a:ext uri="{FF2B5EF4-FFF2-40B4-BE49-F238E27FC236}">
                <a16:creationId xmlns:a16="http://schemas.microsoft.com/office/drawing/2014/main" id="{852037F2-4B85-41A8-A3D3-79C5930CE5B4}"/>
              </a:ext>
            </a:extLst>
          </p:cNvPr>
          <p:cNvSpPr>
            <a:spLocks noGrp="1"/>
          </p:cNvSpPr>
          <p:nvPr/>
        </p:nvSpPr>
        <p:spPr>
          <a:xfrm>
            <a:off x="5464969" y="4048125"/>
            <a:ext cx="26194" cy="547688"/>
          </a:xfrm>
          <a:prstGeom prst="rect">
            <a:avLst/>
          </a:prstGeom>
          <a:solidFill>
            <a:srgbClr val="1D4ED8"/>
          </a:solidFill>
          <a:ln w="13097">
            <a:solidFill>
              <a:srgbClr val="172B4D"/>
            </a:solidFill>
          </a:ln>
        </p:spPr>
      </p:sp>
      <p:sp>
        <p:nvSpPr>
          <p:cNvPr id="506" name="object-506">
            <a:extLst>
              <a:ext uri="{FF2B5EF4-FFF2-40B4-BE49-F238E27FC236}">
                <a16:creationId xmlns:a16="http://schemas.microsoft.com/office/drawing/2014/main" id="{78CCB865-E568-4108-9FB0-647E1FC8F026}"/>
              </a:ext>
            </a:extLst>
          </p:cNvPr>
          <p:cNvSpPr>
            <a:spLocks noGrp="1"/>
          </p:cNvSpPr>
          <p:nvPr/>
        </p:nvSpPr>
        <p:spPr>
          <a:xfrm>
            <a:off x="5491163" y="4048125"/>
            <a:ext cx="26194" cy="547688"/>
          </a:xfrm>
          <a:prstGeom prst="rect">
            <a:avLst/>
          </a:prstGeom>
          <a:solidFill>
            <a:srgbClr val="1D4ED8"/>
          </a:solidFill>
          <a:ln w="13097">
            <a:solidFill>
              <a:srgbClr val="172B4D"/>
            </a:solidFill>
          </a:ln>
        </p:spPr>
      </p:sp>
      <p:sp>
        <p:nvSpPr>
          <p:cNvPr id="507" name="object-507">
            <a:extLst>
              <a:ext uri="{FF2B5EF4-FFF2-40B4-BE49-F238E27FC236}">
                <a16:creationId xmlns:a16="http://schemas.microsoft.com/office/drawing/2014/main" id="{4B4B2C7E-5A11-41DE-8FF7-6D36BDCF0138}"/>
              </a:ext>
            </a:extLst>
          </p:cNvPr>
          <p:cNvSpPr>
            <a:spLocks noGrp="1"/>
          </p:cNvSpPr>
          <p:nvPr/>
        </p:nvSpPr>
        <p:spPr>
          <a:xfrm>
            <a:off x="5517356" y="4048125"/>
            <a:ext cx="26194" cy="547688"/>
          </a:xfrm>
          <a:prstGeom prst="rect">
            <a:avLst/>
          </a:prstGeom>
          <a:solidFill>
            <a:srgbClr val="1D4ED8"/>
          </a:solidFill>
          <a:ln w="13097">
            <a:solidFill>
              <a:srgbClr val="172B4D"/>
            </a:solidFill>
          </a:ln>
        </p:spPr>
      </p:sp>
      <p:sp>
        <p:nvSpPr>
          <p:cNvPr id="508" name="object-508">
            <a:extLst>
              <a:ext uri="{FF2B5EF4-FFF2-40B4-BE49-F238E27FC236}">
                <a16:creationId xmlns:a16="http://schemas.microsoft.com/office/drawing/2014/main" id="{1C9D02B6-1D44-42BF-99D6-909C632AB101}"/>
              </a:ext>
            </a:extLst>
          </p:cNvPr>
          <p:cNvSpPr>
            <a:spLocks noGrp="1"/>
          </p:cNvSpPr>
          <p:nvPr/>
        </p:nvSpPr>
        <p:spPr>
          <a:xfrm>
            <a:off x="5543550" y="4048125"/>
            <a:ext cx="26194" cy="547688"/>
          </a:xfrm>
          <a:prstGeom prst="rect">
            <a:avLst/>
          </a:prstGeom>
          <a:solidFill>
            <a:srgbClr val="1D4ED8"/>
          </a:solidFill>
          <a:ln w="13097">
            <a:solidFill>
              <a:srgbClr val="172B4D"/>
            </a:solidFill>
          </a:ln>
        </p:spPr>
      </p:sp>
      <p:sp>
        <p:nvSpPr>
          <p:cNvPr id="509" name="object-509">
            <a:extLst>
              <a:ext uri="{FF2B5EF4-FFF2-40B4-BE49-F238E27FC236}">
                <a16:creationId xmlns:a16="http://schemas.microsoft.com/office/drawing/2014/main" id="{8D965428-F731-4836-919C-3278F9D7C1E0}"/>
              </a:ext>
            </a:extLst>
          </p:cNvPr>
          <p:cNvSpPr>
            <a:spLocks noGrp="1"/>
          </p:cNvSpPr>
          <p:nvPr/>
        </p:nvSpPr>
        <p:spPr>
          <a:xfrm>
            <a:off x="5569744" y="4048125"/>
            <a:ext cx="26194" cy="547688"/>
          </a:xfrm>
          <a:prstGeom prst="rect">
            <a:avLst/>
          </a:prstGeom>
          <a:solidFill>
            <a:srgbClr val="1D4ED8"/>
          </a:solidFill>
          <a:ln w="13097">
            <a:solidFill>
              <a:srgbClr val="172B4D"/>
            </a:solidFill>
          </a:ln>
        </p:spPr>
      </p:sp>
      <p:sp>
        <p:nvSpPr>
          <p:cNvPr id="510" name="object-510">
            <a:extLst>
              <a:ext uri="{FF2B5EF4-FFF2-40B4-BE49-F238E27FC236}">
                <a16:creationId xmlns:a16="http://schemas.microsoft.com/office/drawing/2014/main" id="{4ED3BEB2-BA53-4A52-8DEB-8CA94C58B0F5}"/>
              </a:ext>
            </a:extLst>
          </p:cNvPr>
          <p:cNvSpPr>
            <a:spLocks noGrp="1"/>
          </p:cNvSpPr>
          <p:nvPr/>
        </p:nvSpPr>
        <p:spPr>
          <a:xfrm>
            <a:off x="5595938" y="4048125"/>
            <a:ext cx="26194" cy="547688"/>
          </a:xfrm>
          <a:prstGeom prst="rect">
            <a:avLst/>
          </a:prstGeom>
          <a:solidFill>
            <a:srgbClr val="1D4ED8"/>
          </a:solidFill>
          <a:ln w="13097">
            <a:solidFill>
              <a:srgbClr val="172B4D"/>
            </a:solidFill>
          </a:ln>
        </p:spPr>
      </p:sp>
      <p:sp>
        <p:nvSpPr>
          <p:cNvPr id="511" name="object-511">
            <a:extLst>
              <a:ext uri="{FF2B5EF4-FFF2-40B4-BE49-F238E27FC236}">
                <a16:creationId xmlns:a16="http://schemas.microsoft.com/office/drawing/2014/main" id="{FBA29826-70C4-4482-836D-A72E6AEBE4F1}"/>
              </a:ext>
            </a:extLst>
          </p:cNvPr>
          <p:cNvSpPr>
            <a:spLocks noGrp="1"/>
          </p:cNvSpPr>
          <p:nvPr/>
        </p:nvSpPr>
        <p:spPr>
          <a:xfrm>
            <a:off x="5622131" y="4048125"/>
            <a:ext cx="26194" cy="547688"/>
          </a:xfrm>
          <a:prstGeom prst="rect">
            <a:avLst/>
          </a:prstGeom>
          <a:solidFill>
            <a:srgbClr val="1D4ED8"/>
          </a:solidFill>
          <a:ln w="13097">
            <a:solidFill>
              <a:srgbClr val="172B4D"/>
            </a:solidFill>
          </a:ln>
        </p:spPr>
      </p:sp>
      <p:sp>
        <p:nvSpPr>
          <p:cNvPr id="512" name="object-512">
            <a:extLst>
              <a:ext uri="{FF2B5EF4-FFF2-40B4-BE49-F238E27FC236}">
                <a16:creationId xmlns:a16="http://schemas.microsoft.com/office/drawing/2014/main" id="{B996A7FF-F036-4CA6-B884-D97C78617EA9}"/>
              </a:ext>
            </a:extLst>
          </p:cNvPr>
          <p:cNvSpPr>
            <a:spLocks noGrp="1"/>
          </p:cNvSpPr>
          <p:nvPr/>
        </p:nvSpPr>
        <p:spPr>
          <a:xfrm>
            <a:off x="5648325" y="4048125"/>
            <a:ext cx="26194" cy="547688"/>
          </a:xfrm>
          <a:prstGeom prst="rect">
            <a:avLst/>
          </a:prstGeom>
          <a:solidFill>
            <a:srgbClr val="1D4ED8"/>
          </a:solidFill>
          <a:ln w="13097">
            <a:solidFill>
              <a:srgbClr val="172B4D"/>
            </a:solidFill>
          </a:ln>
        </p:spPr>
      </p:sp>
      <p:sp>
        <p:nvSpPr>
          <p:cNvPr id="513" name="object-513">
            <a:extLst>
              <a:ext uri="{FF2B5EF4-FFF2-40B4-BE49-F238E27FC236}">
                <a16:creationId xmlns:a16="http://schemas.microsoft.com/office/drawing/2014/main" id="{1EA84552-C958-4C68-A2EF-25D6FC20FBA5}"/>
              </a:ext>
            </a:extLst>
          </p:cNvPr>
          <p:cNvSpPr>
            <a:spLocks noGrp="1"/>
          </p:cNvSpPr>
          <p:nvPr/>
        </p:nvSpPr>
        <p:spPr>
          <a:xfrm>
            <a:off x="5674519" y="4048125"/>
            <a:ext cx="26194" cy="547688"/>
          </a:xfrm>
          <a:prstGeom prst="rect">
            <a:avLst/>
          </a:prstGeom>
          <a:solidFill>
            <a:srgbClr val="1D4ED8"/>
          </a:solidFill>
          <a:ln w="13097">
            <a:solidFill>
              <a:srgbClr val="172B4D"/>
            </a:solidFill>
          </a:ln>
        </p:spPr>
      </p:sp>
      <p:sp>
        <p:nvSpPr>
          <p:cNvPr id="514" name="object-514">
            <a:extLst>
              <a:ext uri="{FF2B5EF4-FFF2-40B4-BE49-F238E27FC236}">
                <a16:creationId xmlns:a16="http://schemas.microsoft.com/office/drawing/2014/main" id="{1518EAC2-CF90-4941-930D-E540016D7322}"/>
              </a:ext>
            </a:extLst>
          </p:cNvPr>
          <p:cNvSpPr>
            <a:spLocks noGrp="1"/>
          </p:cNvSpPr>
          <p:nvPr/>
        </p:nvSpPr>
        <p:spPr>
          <a:xfrm>
            <a:off x="5700713" y="4048125"/>
            <a:ext cx="26194" cy="547688"/>
          </a:xfrm>
          <a:prstGeom prst="rect">
            <a:avLst/>
          </a:prstGeom>
          <a:solidFill>
            <a:srgbClr val="1D4ED8"/>
          </a:solidFill>
          <a:ln w="13097">
            <a:solidFill>
              <a:srgbClr val="172B4D"/>
            </a:solidFill>
          </a:ln>
        </p:spPr>
      </p:sp>
      <p:sp>
        <p:nvSpPr>
          <p:cNvPr id="515" name="object-515">
            <a:extLst>
              <a:ext uri="{FF2B5EF4-FFF2-40B4-BE49-F238E27FC236}">
                <a16:creationId xmlns:a16="http://schemas.microsoft.com/office/drawing/2014/main" id="{77DBD659-A80A-49D7-AF4C-6B23FFC93163}"/>
              </a:ext>
            </a:extLst>
          </p:cNvPr>
          <p:cNvSpPr>
            <a:spLocks noGrp="1"/>
          </p:cNvSpPr>
          <p:nvPr/>
        </p:nvSpPr>
        <p:spPr>
          <a:xfrm>
            <a:off x="5726906" y="4048125"/>
            <a:ext cx="26194" cy="547688"/>
          </a:xfrm>
          <a:prstGeom prst="rect">
            <a:avLst/>
          </a:prstGeom>
          <a:solidFill>
            <a:srgbClr val="1D4ED8"/>
          </a:solidFill>
          <a:ln w="13097">
            <a:solidFill>
              <a:srgbClr val="172B4D"/>
            </a:solidFill>
          </a:ln>
        </p:spPr>
      </p:sp>
      <p:sp>
        <p:nvSpPr>
          <p:cNvPr id="516" name="object-516">
            <a:extLst>
              <a:ext uri="{FF2B5EF4-FFF2-40B4-BE49-F238E27FC236}">
                <a16:creationId xmlns:a16="http://schemas.microsoft.com/office/drawing/2014/main" id="{E2A6B716-9323-4FB0-AA9C-95CE064B7167}"/>
              </a:ext>
            </a:extLst>
          </p:cNvPr>
          <p:cNvSpPr>
            <a:spLocks noGrp="1"/>
          </p:cNvSpPr>
          <p:nvPr/>
        </p:nvSpPr>
        <p:spPr>
          <a:xfrm>
            <a:off x="5753100" y="4048125"/>
            <a:ext cx="26194" cy="547688"/>
          </a:xfrm>
          <a:prstGeom prst="rect">
            <a:avLst/>
          </a:prstGeom>
          <a:solidFill>
            <a:srgbClr val="1D4ED8"/>
          </a:solidFill>
          <a:ln w="13097">
            <a:solidFill>
              <a:srgbClr val="172B4D"/>
            </a:solidFill>
          </a:ln>
        </p:spPr>
      </p:sp>
      <p:sp>
        <p:nvSpPr>
          <p:cNvPr id="517" name="object-517">
            <a:extLst>
              <a:ext uri="{FF2B5EF4-FFF2-40B4-BE49-F238E27FC236}">
                <a16:creationId xmlns:a16="http://schemas.microsoft.com/office/drawing/2014/main" id="{C5649603-365A-4A69-AA7B-C73D999DBBC7}"/>
              </a:ext>
            </a:extLst>
          </p:cNvPr>
          <p:cNvSpPr>
            <a:spLocks noGrp="1"/>
          </p:cNvSpPr>
          <p:nvPr/>
        </p:nvSpPr>
        <p:spPr>
          <a:xfrm>
            <a:off x="5779294" y="4048125"/>
            <a:ext cx="26194" cy="547688"/>
          </a:xfrm>
          <a:prstGeom prst="rect">
            <a:avLst/>
          </a:prstGeom>
          <a:solidFill>
            <a:srgbClr val="1D4ED8"/>
          </a:solidFill>
          <a:ln w="13097">
            <a:solidFill>
              <a:srgbClr val="172B4D"/>
            </a:solidFill>
          </a:ln>
        </p:spPr>
      </p:sp>
      <p:sp>
        <p:nvSpPr>
          <p:cNvPr id="518" name="object-518">
            <a:extLst>
              <a:ext uri="{FF2B5EF4-FFF2-40B4-BE49-F238E27FC236}">
                <a16:creationId xmlns:a16="http://schemas.microsoft.com/office/drawing/2014/main" id="{384CBD1C-0FAD-4F8A-ABEA-90AF7354B89E}"/>
              </a:ext>
            </a:extLst>
          </p:cNvPr>
          <p:cNvSpPr>
            <a:spLocks noGrp="1"/>
          </p:cNvSpPr>
          <p:nvPr/>
        </p:nvSpPr>
        <p:spPr>
          <a:xfrm>
            <a:off x="5805488" y="4048125"/>
            <a:ext cx="26194" cy="547688"/>
          </a:xfrm>
          <a:prstGeom prst="rect">
            <a:avLst/>
          </a:prstGeom>
          <a:solidFill>
            <a:srgbClr val="1D4ED8"/>
          </a:solidFill>
          <a:ln w="13097">
            <a:solidFill>
              <a:srgbClr val="172B4D"/>
            </a:solidFill>
          </a:ln>
        </p:spPr>
      </p:sp>
      <p:sp>
        <p:nvSpPr>
          <p:cNvPr id="519" name="object-519">
            <a:extLst>
              <a:ext uri="{FF2B5EF4-FFF2-40B4-BE49-F238E27FC236}">
                <a16:creationId xmlns:a16="http://schemas.microsoft.com/office/drawing/2014/main" id="{9F626342-0AE8-4FF1-94AA-04901D9A6527}"/>
              </a:ext>
            </a:extLst>
          </p:cNvPr>
          <p:cNvSpPr>
            <a:spLocks noGrp="1"/>
          </p:cNvSpPr>
          <p:nvPr/>
        </p:nvSpPr>
        <p:spPr>
          <a:xfrm>
            <a:off x="5831681" y="4048125"/>
            <a:ext cx="26194" cy="547688"/>
          </a:xfrm>
          <a:prstGeom prst="rect">
            <a:avLst/>
          </a:prstGeom>
          <a:solidFill>
            <a:srgbClr val="1D4ED8"/>
          </a:solidFill>
          <a:ln w="13097">
            <a:solidFill>
              <a:srgbClr val="172B4D"/>
            </a:solidFill>
          </a:ln>
        </p:spPr>
      </p:sp>
      <p:sp>
        <p:nvSpPr>
          <p:cNvPr id="520" name="object-520">
            <a:extLst>
              <a:ext uri="{FF2B5EF4-FFF2-40B4-BE49-F238E27FC236}">
                <a16:creationId xmlns:a16="http://schemas.microsoft.com/office/drawing/2014/main" id="{8997EB9C-2664-4A0E-B2CD-4ABFB7E8AC88}"/>
              </a:ext>
            </a:extLst>
          </p:cNvPr>
          <p:cNvSpPr>
            <a:spLocks noGrp="1"/>
          </p:cNvSpPr>
          <p:nvPr/>
        </p:nvSpPr>
        <p:spPr>
          <a:xfrm>
            <a:off x="5857875" y="4048125"/>
            <a:ext cx="26194" cy="547688"/>
          </a:xfrm>
          <a:prstGeom prst="rect">
            <a:avLst/>
          </a:prstGeom>
          <a:solidFill>
            <a:srgbClr val="1D4ED8"/>
          </a:solidFill>
          <a:ln w="13097">
            <a:solidFill>
              <a:srgbClr val="172B4D"/>
            </a:solidFill>
          </a:ln>
        </p:spPr>
      </p:sp>
      <p:sp>
        <p:nvSpPr>
          <p:cNvPr id="521" name="object-521">
            <a:extLst>
              <a:ext uri="{FF2B5EF4-FFF2-40B4-BE49-F238E27FC236}">
                <a16:creationId xmlns:a16="http://schemas.microsoft.com/office/drawing/2014/main" id="{BC0ED4F6-585E-4A4B-ACE0-3449074E685F}"/>
              </a:ext>
            </a:extLst>
          </p:cNvPr>
          <p:cNvSpPr>
            <a:spLocks noGrp="1"/>
          </p:cNvSpPr>
          <p:nvPr/>
        </p:nvSpPr>
        <p:spPr>
          <a:xfrm>
            <a:off x="5884069" y="4048125"/>
            <a:ext cx="26194" cy="547688"/>
          </a:xfrm>
          <a:prstGeom prst="rect">
            <a:avLst/>
          </a:prstGeom>
          <a:solidFill>
            <a:srgbClr val="1D4ED8"/>
          </a:solidFill>
          <a:ln w="13097">
            <a:solidFill>
              <a:srgbClr val="172B4D"/>
            </a:solidFill>
          </a:ln>
        </p:spPr>
      </p:sp>
      <p:sp>
        <p:nvSpPr>
          <p:cNvPr id="522" name="object-522">
            <a:extLst>
              <a:ext uri="{FF2B5EF4-FFF2-40B4-BE49-F238E27FC236}">
                <a16:creationId xmlns:a16="http://schemas.microsoft.com/office/drawing/2014/main" id="{67977C2E-4801-421D-9130-5D5A964273BD}"/>
              </a:ext>
            </a:extLst>
          </p:cNvPr>
          <p:cNvSpPr>
            <a:spLocks noGrp="1"/>
          </p:cNvSpPr>
          <p:nvPr/>
        </p:nvSpPr>
        <p:spPr>
          <a:xfrm>
            <a:off x="5910263" y="4048125"/>
            <a:ext cx="26194" cy="547688"/>
          </a:xfrm>
          <a:prstGeom prst="rect">
            <a:avLst/>
          </a:prstGeom>
          <a:solidFill>
            <a:srgbClr val="1D4ED8"/>
          </a:solidFill>
          <a:ln w="13097">
            <a:solidFill>
              <a:srgbClr val="172B4D"/>
            </a:solidFill>
          </a:ln>
        </p:spPr>
      </p:sp>
      <p:sp>
        <p:nvSpPr>
          <p:cNvPr id="523" name="object-523">
            <a:extLst>
              <a:ext uri="{FF2B5EF4-FFF2-40B4-BE49-F238E27FC236}">
                <a16:creationId xmlns:a16="http://schemas.microsoft.com/office/drawing/2014/main" id="{3679E7D8-4D82-4402-88D5-63BF17C1093F}"/>
              </a:ext>
            </a:extLst>
          </p:cNvPr>
          <p:cNvSpPr>
            <a:spLocks noGrp="1"/>
          </p:cNvSpPr>
          <p:nvPr/>
        </p:nvSpPr>
        <p:spPr>
          <a:xfrm>
            <a:off x="5936456" y="4048125"/>
            <a:ext cx="26194" cy="547688"/>
          </a:xfrm>
          <a:prstGeom prst="rect">
            <a:avLst/>
          </a:prstGeom>
          <a:solidFill>
            <a:srgbClr val="1D4ED8"/>
          </a:solidFill>
          <a:ln w="13097">
            <a:solidFill>
              <a:srgbClr val="172B4D"/>
            </a:solidFill>
          </a:ln>
        </p:spPr>
      </p:sp>
      <p:sp>
        <p:nvSpPr>
          <p:cNvPr id="524" name="object-524">
            <a:extLst>
              <a:ext uri="{FF2B5EF4-FFF2-40B4-BE49-F238E27FC236}">
                <a16:creationId xmlns:a16="http://schemas.microsoft.com/office/drawing/2014/main" id="{2EB03D25-DBA0-4F84-9C7B-CFC6ACEA20A8}"/>
              </a:ext>
            </a:extLst>
          </p:cNvPr>
          <p:cNvSpPr>
            <a:spLocks noGrp="1"/>
          </p:cNvSpPr>
          <p:nvPr/>
        </p:nvSpPr>
        <p:spPr>
          <a:xfrm>
            <a:off x="5962650" y="4048125"/>
            <a:ext cx="26194" cy="547688"/>
          </a:xfrm>
          <a:prstGeom prst="rect">
            <a:avLst/>
          </a:prstGeom>
          <a:solidFill>
            <a:srgbClr val="1D4ED8"/>
          </a:solidFill>
          <a:ln w="13097">
            <a:solidFill>
              <a:srgbClr val="172B4D"/>
            </a:solidFill>
          </a:ln>
        </p:spPr>
      </p:sp>
      <p:sp>
        <p:nvSpPr>
          <p:cNvPr id="525" name="object-525">
            <a:extLst>
              <a:ext uri="{FF2B5EF4-FFF2-40B4-BE49-F238E27FC236}">
                <a16:creationId xmlns:a16="http://schemas.microsoft.com/office/drawing/2014/main" id="{B7AA83D0-B2D7-4C64-950C-69E09BC0706F}"/>
              </a:ext>
            </a:extLst>
          </p:cNvPr>
          <p:cNvSpPr>
            <a:spLocks noGrp="1"/>
          </p:cNvSpPr>
          <p:nvPr/>
        </p:nvSpPr>
        <p:spPr>
          <a:xfrm>
            <a:off x="5988844" y="4048125"/>
            <a:ext cx="26194" cy="547688"/>
          </a:xfrm>
          <a:prstGeom prst="rect">
            <a:avLst/>
          </a:prstGeom>
          <a:solidFill>
            <a:srgbClr val="1D4ED8"/>
          </a:solidFill>
          <a:ln w="13097">
            <a:solidFill>
              <a:srgbClr val="172B4D"/>
            </a:solidFill>
          </a:ln>
        </p:spPr>
      </p:sp>
      <p:sp>
        <p:nvSpPr>
          <p:cNvPr id="526" name="object-526">
            <a:extLst>
              <a:ext uri="{FF2B5EF4-FFF2-40B4-BE49-F238E27FC236}">
                <a16:creationId xmlns:a16="http://schemas.microsoft.com/office/drawing/2014/main" id="{5900AD36-B843-4A8F-A18E-90C2E8139F0B}"/>
              </a:ext>
            </a:extLst>
          </p:cNvPr>
          <p:cNvSpPr>
            <a:spLocks noGrp="1"/>
          </p:cNvSpPr>
          <p:nvPr/>
        </p:nvSpPr>
        <p:spPr>
          <a:xfrm>
            <a:off x="6015038" y="4048125"/>
            <a:ext cx="26194" cy="547688"/>
          </a:xfrm>
          <a:prstGeom prst="rect">
            <a:avLst/>
          </a:prstGeom>
          <a:solidFill>
            <a:srgbClr val="1D4ED8"/>
          </a:solidFill>
          <a:ln w="13097">
            <a:solidFill>
              <a:srgbClr val="172B4D"/>
            </a:solidFill>
          </a:ln>
        </p:spPr>
      </p:sp>
      <p:sp>
        <p:nvSpPr>
          <p:cNvPr id="527" name="object-527">
            <a:extLst>
              <a:ext uri="{FF2B5EF4-FFF2-40B4-BE49-F238E27FC236}">
                <a16:creationId xmlns:a16="http://schemas.microsoft.com/office/drawing/2014/main" id="{D070803B-01F9-4016-BECF-9255E7D42D96}"/>
              </a:ext>
            </a:extLst>
          </p:cNvPr>
          <p:cNvSpPr>
            <a:spLocks noGrp="1"/>
          </p:cNvSpPr>
          <p:nvPr/>
        </p:nvSpPr>
        <p:spPr>
          <a:xfrm>
            <a:off x="6041231" y="4048125"/>
            <a:ext cx="26194" cy="547688"/>
          </a:xfrm>
          <a:prstGeom prst="rect">
            <a:avLst/>
          </a:prstGeom>
          <a:solidFill>
            <a:srgbClr val="1D4ED8"/>
          </a:solidFill>
          <a:ln w="13097">
            <a:solidFill>
              <a:srgbClr val="172B4D"/>
            </a:solidFill>
          </a:ln>
        </p:spPr>
      </p:sp>
      <p:sp>
        <p:nvSpPr>
          <p:cNvPr id="528" name="object-528">
            <a:extLst>
              <a:ext uri="{FF2B5EF4-FFF2-40B4-BE49-F238E27FC236}">
                <a16:creationId xmlns:a16="http://schemas.microsoft.com/office/drawing/2014/main" id="{E79D92BF-451A-4F08-A2B1-0571AA842AF1}"/>
              </a:ext>
            </a:extLst>
          </p:cNvPr>
          <p:cNvSpPr>
            <a:spLocks noGrp="1"/>
          </p:cNvSpPr>
          <p:nvPr/>
        </p:nvSpPr>
        <p:spPr>
          <a:xfrm>
            <a:off x="6067425" y="4048125"/>
            <a:ext cx="26194" cy="547688"/>
          </a:xfrm>
          <a:prstGeom prst="rect">
            <a:avLst/>
          </a:prstGeom>
          <a:solidFill>
            <a:srgbClr val="1D4ED8"/>
          </a:solidFill>
          <a:ln w="13097">
            <a:solidFill>
              <a:srgbClr val="172B4D"/>
            </a:solidFill>
          </a:ln>
        </p:spPr>
      </p:sp>
      <p:sp>
        <p:nvSpPr>
          <p:cNvPr id="529" name="object-529">
            <a:extLst>
              <a:ext uri="{FF2B5EF4-FFF2-40B4-BE49-F238E27FC236}">
                <a16:creationId xmlns:a16="http://schemas.microsoft.com/office/drawing/2014/main" id="{4E2071F5-9923-42E4-9F3B-EC9BA9A07E65}"/>
              </a:ext>
            </a:extLst>
          </p:cNvPr>
          <p:cNvSpPr>
            <a:spLocks noGrp="1"/>
          </p:cNvSpPr>
          <p:nvPr/>
        </p:nvSpPr>
        <p:spPr>
          <a:xfrm>
            <a:off x="6093619" y="4048125"/>
            <a:ext cx="26194" cy="547688"/>
          </a:xfrm>
          <a:prstGeom prst="rect">
            <a:avLst/>
          </a:prstGeom>
          <a:solidFill>
            <a:srgbClr val="1D4ED8"/>
          </a:solidFill>
          <a:ln w="13097">
            <a:solidFill>
              <a:srgbClr val="172B4D"/>
            </a:solidFill>
          </a:ln>
        </p:spPr>
      </p:sp>
      <p:sp>
        <p:nvSpPr>
          <p:cNvPr id="530" name="object-530">
            <a:extLst>
              <a:ext uri="{FF2B5EF4-FFF2-40B4-BE49-F238E27FC236}">
                <a16:creationId xmlns:a16="http://schemas.microsoft.com/office/drawing/2014/main" id="{48878984-6314-4E6E-BC34-9E230F0A37C4}"/>
              </a:ext>
            </a:extLst>
          </p:cNvPr>
          <p:cNvSpPr>
            <a:spLocks noGrp="1"/>
          </p:cNvSpPr>
          <p:nvPr/>
        </p:nvSpPr>
        <p:spPr>
          <a:xfrm>
            <a:off x="6119813" y="4048125"/>
            <a:ext cx="26194" cy="547688"/>
          </a:xfrm>
          <a:prstGeom prst="rect">
            <a:avLst/>
          </a:prstGeom>
          <a:solidFill>
            <a:srgbClr val="1D4ED8"/>
          </a:solidFill>
          <a:ln w="13097">
            <a:solidFill>
              <a:srgbClr val="172B4D"/>
            </a:solidFill>
          </a:ln>
        </p:spPr>
      </p:sp>
      <p:sp>
        <p:nvSpPr>
          <p:cNvPr id="531" name="object-531">
            <a:extLst>
              <a:ext uri="{FF2B5EF4-FFF2-40B4-BE49-F238E27FC236}">
                <a16:creationId xmlns:a16="http://schemas.microsoft.com/office/drawing/2014/main" id="{5A564733-7B4F-4683-A4B2-2261667FFB1F}"/>
              </a:ext>
            </a:extLst>
          </p:cNvPr>
          <p:cNvSpPr>
            <a:spLocks noGrp="1"/>
          </p:cNvSpPr>
          <p:nvPr/>
        </p:nvSpPr>
        <p:spPr>
          <a:xfrm>
            <a:off x="6146006" y="4048125"/>
            <a:ext cx="26194" cy="547688"/>
          </a:xfrm>
          <a:prstGeom prst="rect">
            <a:avLst/>
          </a:prstGeom>
          <a:solidFill>
            <a:srgbClr val="1D4ED8"/>
          </a:solidFill>
          <a:ln w="13097">
            <a:solidFill>
              <a:srgbClr val="172B4D"/>
            </a:solidFill>
          </a:ln>
        </p:spPr>
      </p:sp>
      <p:sp>
        <p:nvSpPr>
          <p:cNvPr id="532" name="object-532">
            <a:extLst>
              <a:ext uri="{FF2B5EF4-FFF2-40B4-BE49-F238E27FC236}">
                <a16:creationId xmlns:a16="http://schemas.microsoft.com/office/drawing/2014/main" id="{C0F8D112-27FF-4133-909B-6B65FD033D60}"/>
              </a:ext>
            </a:extLst>
          </p:cNvPr>
          <p:cNvSpPr>
            <a:spLocks noGrp="1"/>
          </p:cNvSpPr>
          <p:nvPr/>
        </p:nvSpPr>
        <p:spPr>
          <a:xfrm>
            <a:off x="6172200" y="4048125"/>
            <a:ext cx="26194" cy="547688"/>
          </a:xfrm>
          <a:prstGeom prst="rect">
            <a:avLst/>
          </a:prstGeom>
          <a:solidFill>
            <a:srgbClr val="1D4ED8"/>
          </a:solidFill>
          <a:ln w="13097">
            <a:solidFill>
              <a:srgbClr val="172B4D"/>
            </a:solidFill>
          </a:ln>
        </p:spPr>
      </p:sp>
      <p:sp>
        <p:nvSpPr>
          <p:cNvPr id="533" name="object-533">
            <a:extLst>
              <a:ext uri="{FF2B5EF4-FFF2-40B4-BE49-F238E27FC236}">
                <a16:creationId xmlns:a16="http://schemas.microsoft.com/office/drawing/2014/main" id="{B02BC4DD-F090-4848-B6BB-0B5D21E6E385}"/>
              </a:ext>
            </a:extLst>
          </p:cNvPr>
          <p:cNvSpPr>
            <a:spLocks noGrp="1"/>
          </p:cNvSpPr>
          <p:nvPr/>
        </p:nvSpPr>
        <p:spPr>
          <a:xfrm>
            <a:off x="6198394" y="4048125"/>
            <a:ext cx="26194" cy="547688"/>
          </a:xfrm>
          <a:prstGeom prst="rect">
            <a:avLst/>
          </a:prstGeom>
          <a:solidFill>
            <a:srgbClr val="1D4ED8"/>
          </a:solidFill>
          <a:ln w="13097">
            <a:solidFill>
              <a:srgbClr val="172B4D"/>
            </a:solidFill>
          </a:ln>
        </p:spPr>
      </p:sp>
      <p:sp>
        <p:nvSpPr>
          <p:cNvPr id="534" name="object-534">
            <a:extLst>
              <a:ext uri="{FF2B5EF4-FFF2-40B4-BE49-F238E27FC236}">
                <a16:creationId xmlns:a16="http://schemas.microsoft.com/office/drawing/2014/main" id="{23C6AA79-A229-469C-BF9B-06DBA60B667E}"/>
              </a:ext>
            </a:extLst>
          </p:cNvPr>
          <p:cNvSpPr>
            <a:spLocks noGrp="1"/>
          </p:cNvSpPr>
          <p:nvPr/>
        </p:nvSpPr>
        <p:spPr>
          <a:xfrm>
            <a:off x="6224588" y="4048125"/>
            <a:ext cx="26194" cy="547688"/>
          </a:xfrm>
          <a:prstGeom prst="rect">
            <a:avLst/>
          </a:prstGeom>
          <a:solidFill>
            <a:srgbClr val="1D4ED8"/>
          </a:solidFill>
          <a:ln w="13097">
            <a:solidFill>
              <a:srgbClr val="172B4D"/>
            </a:solidFill>
          </a:ln>
        </p:spPr>
      </p:sp>
      <p:sp>
        <p:nvSpPr>
          <p:cNvPr id="535" name="object-535">
            <a:extLst>
              <a:ext uri="{FF2B5EF4-FFF2-40B4-BE49-F238E27FC236}">
                <a16:creationId xmlns:a16="http://schemas.microsoft.com/office/drawing/2014/main" id="{4783D11A-E749-44D2-B1FC-A6BA6DB91ED1}"/>
              </a:ext>
            </a:extLst>
          </p:cNvPr>
          <p:cNvSpPr>
            <a:spLocks noGrp="1"/>
          </p:cNvSpPr>
          <p:nvPr/>
        </p:nvSpPr>
        <p:spPr>
          <a:xfrm>
            <a:off x="6250781" y="4048125"/>
            <a:ext cx="26194" cy="547688"/>
          </a:xfrm>
          <a:prstGeom prst="rect">
            <a:avLst/>
          </a:prstGeom>
          <a:solidFill>
            <a:srgbClr val="1D4ED8"/>
          </a:solidFill>
          <a:ln w="13097">
            <a:solidFill>
              <a:srgbClr val="172B4D"/>
            </a:solidFill>
          </a:ln>
        </p:spPr>
      </p:sp>
      <p:sp>
        <p:nvSpPr>
          <p:cNvPr id="536" name="object-536">
            <a:extLst>
              <a:ext uri="{FF2B5EF4-FFF2-40B4-BE49-F238E27FC236}">
                <a16:creationId xmlns:a16="http://schemas.microsoft.com/office/drawing/2014/main" id="{7555D119-3F86-4E62-8069-F7F71EF47EC2}"/>
              </a:ext>
            </a:extLst>
          </p:cNvPr>
          <p:cNvSpPr>
            <a:spLocks noGrp="1"/>
          </p:cNvSpPr>
          <p:nvPr/>
        </p:nvSpPr>
        <p:spPr>
          <a:xfrm>
            <a:off x="6276975" y="4048125"/>
            <a:ext cx="26194" cy="547688"/>
          </a:xfrm>
          <a:prstGeom prst="rect">
            <a:avLst/>
          </a:prstGeom>
          <a:solidFill>
            <a:srgbClr val="1D4ED8"/>
          </a:solidFill>
          <a:ln w="13097">
            <a:solidFill>
              <a:srgbClr val="172B4D"/>
            </a:solidFill>
          </a:ln>
        </p:spPr>
      </p:sp>
      <p:sp>
        <p:nvSpPr>
          <p:cNvPr id="537" name="object-537">
            <a:extLst>
              <a:ext uri="{FF2B5EF4-FFF2-40B4-BE49-F238E27FC236}">
                <a16:creationId xmlns:a16="http://schemas.microsoft.com/office/drawing/2014/main" id="{125B2775-3845-41E0-A62D-57806E4E74AC}"/>
              </a:ext>
            </a:extLst>
          </p:cNvPr>
          <p:cNvSpPr>
            <a:spLocks noGrp="1"/>
          </p:cNvSpPr>
          <p:nvPr/>
        </p:nvSpPr>
        <p:spPr>
          <a:xfrm>
            <a:off x="6303169" y="4048125"/>
            <a:ext cx="26194" cy="547688"/>
          </a:xfrm>
          <a:prstGeom prst="rect">
            <a:avLst/>
          </a:prstGeom>
          <a:solidFill>
            <a:srgbClr val="1D4ED8"/>
          </a:solidFill>
          <a:ln w="13097">
            <a:solidFill>
              <a:srgbClr val="172B4D"/>
            </a:solidFill>
          </a:ln>
        </p:spPr>
      </p:sp>
      <p:sp>
        <p:nvSpPr>
          <p:cNvPr id="538" name="object-538">
            <a:extLst>
              <a:ext uri="{FF2B5EF4-FFF2-40B4-BE49-F238E27FC236}">
                <a16:creationId xmlns:a16="http://schemas.microsoft.com/office/drawing/2014/main" id="{21DDC29D-5A52-48A8-A891-3E087CF7F552}"/>
              </a:ext>
            </a:extLst>
          </p:cNvPr>
          <p:cNvSpPr>
            <a:spLocks noGrp="1"/>
          </p:cNvSpPr>
          <p:nvPr/>
        </p:nvSpPr>
        <p:spPr>
          <a:xfrm>
            <a:off x="6329363" y="4048125"/>
            <a:ext cx="26194" cy="547688"/>
          </a:xfrm>
          <a:prstGeom prst="rect">
            <a:avLst/>
          </a:prstGeom>
          <a:solidFill>
            <a:srgbClr val="1D4ED8"/>
          </a:solidFill>
          <a:ln w="13097">
            <a:solidFill>
              <a:srgbClr val="172B4D"/>
            </a:solidFill>
          </a:ln>
        </p:spPr>
      </p:sp>
      <p:sp>
        <p:nvSpPr>
          <p:cNvPr id="539" name="object-539">
            <a:extLst>
              <a:ext uri="{FF2B5EF4-FFF2-40B4-BE49-F238E27FC236}">
                <a16:creationId xmlns:a16="http://schemas.microsoft.com/office/drawing/2014/main" id="{2C0FF98F-D39A-4E81-8B88-8092E405D28A}"/>
              </a:ext>
            </a:extLst>
          </p:cNvPr>
          <p:cNvSpPr>
            <a:spLocks noGrp="1"/>
          </p:cNvSpPr>
          <p:nvPr/>
        </p:nvSpPr>
        <p:spPr>
          <a:xfrm>
            <a:off x="6355556" y="4048125"/>
            <a:ext cx="26194" cy="547688"/>
          </a:xfrm>
          <a:prstGeom prst="rect">
            <a:avLst/>
          </a:prstGeom>
          <a:solidFill>
            <a:srgbClr val="1D4ED8"/>
          </a:solidFill>
          <a:ln w="13097">
            <a:solidFill>
              <a:srgbClr val="172B4D"/>
            </a:solidFill>
          </a:ln>
        </p:spPr>
      </p:sp>
      <p:sp>
        <p:nvSpPr>
          <p:cNvPr id="540" name="object-540">
            <a:extLst>
              <a:ext uri="{FF2B5EF4-FFF2-40B4-BE49-F238E27FC236}">
                <a16:creationId xmlns:a16="http://schemas.microsoft.com/office/drawing/2014/main" id="{56F058FE-9AED-4050-949F-7B6C40732DE6}"/>
              </a:ext>
            </a:extLst>
          </p:cNvPr>
          <p:cNvSpPr>
            <a:spLocks noGrp="1"/>
          </p:cNvSpPr>
          <p:nvPr/>
        </p:nvSpPr>
        <p:spPr>
          <a:xfrm>
            <a:off x="6381750" y="4048125"/>
            <a:ext cx="26194" cy="547688"/>
          </a:xfrm>
          <a:prstGeom prst="rect">
            <a:avLst/>
          </a:prstGeom>
          <a:solidFill>
            <a:srgbClr val="1D4ED8"/>
          </a:solidFill>
          <a:ln w="13097">
            <a:solidFill>
              <a:srgbClr val="172B4D"/>
            </a:solidFill>
          </a:ln>
        </p:spPr>
      </p:sp>
      <p:sp>
        <p:nvSpPr>
          <p:cNvPr id="541" name="object-541">
            <a:extLst>
              <a:ext uri="{FF2B5EF4-FFF2-40B4-BE49-F238E27FC236}">
                <a16:creationId xmlns:a16="http://schemas.microsoft.com/office/drawing/2014/main" id="{46F302E3-2351-4DCC-ADF9-4D75B3FE032B}"/>
              </a:ext>
            </a:extLst>
          </p:cNvPr>
          <p:cNvSpPr>
            <a:spLocks noGrp="1"/>
          </p:cNvSpPr>
          <p:nvPr/>
        </p:nvSpPr>
        <p:spPr>
          <a:xfrm>
            <a:off x="6407944" y="4048125"/>
            <a:ext cx="26194" cy="547688"/>
          </a:xfrm>
          <a:prstGeom prst="rect">
            <a:avLst/>
          </a:prstGeom>
          <a:solidFill>
            <a:srgbClr val="1D4ED8"/>
          </a:solidFill>
          <a:ln w="13097">
            <a:solidFill>
              <a:srgbClr val="172B4D"/>
            </a:solidFill>
          </a:ln>
        </p:spPr>
      </p:sp>
      <p:sp>
        <p:nvSpPr>
          <p:cNvPr id="542" name="object-542">
            <a:extLst>
              <a:ext uri="{FF2B5EF4-FFF2-40B4-BE49-F238E27FC236}">
                <a16:creationId xmlns:a16="http://schemas.microsoft.com/office/drawing/2014/main" id="{D0719277-DA66-4EA7-959C-519447CC91D8}"/>
              </a:ext>
            </a:extLst>
          </p:cNvPr>
          <p:cNvSpPr>
            <a:spLocks noGrp="1"/>
          </p:cNvSpPr>
          <p:nvPr/>
        </p:nvSpPr>
        <p:spPr>
          <a:xfrm>
            <a:off x="6434138" y="4048125"/>
            <a:ext cx="26194" cy="547688"/>
          </a:xfrm>
          <a:prstGeom prst="rect">
            <a:avLst/>
          </a:prstGeom>
          <a:solidFill>
            <a:srgbClr val="1D4ED8"/>
          </a:solidFill>
          <a:ln w="13097">
            <a:solidFill>
              <a:srgbClr val="172B4D"/>
            </a:solidFill>
          </a:ln>
        </p:spPr>
      </p:sp>
      <p:sp>
        <p:nvSpPr>
          <p:cNvPr id="543" name="object-543">
            <a:extLst>
              <a:ext uri="{FF2B5EF4-FFF2-40B4-BE49-F238E27FC236}">
                <a16:creationId xmlns:a16="http://schemas.microsoft.com/office/drawing/2014/main" id="{9D8B6E96-9F29-4939-8CB9-0EB01F4E3946}"/>
              </a:ext>
            </a:extLst>
          </p:cNvPr>
          <p:cNvSpPr>
            <a:spLocks noGrp="1"/>
          </p:cNvSpPr>
          <p:nvPr/>
        </p:nvSpPr>
        <p:spPr>
          <a:xfrm>
            <a:off x="6460331" y="4048125"/>
            <a:ext cx="26194" cy="547688"/>
          </a:xfrm>
          <a:prstGeom prst="rect">
            <a:avLst/>
          </a:prstGeom>
          <a:solidFill>
            <a:srgbClr val="1D4ED8"/>
          </a:solidFill>
          <a:ln w="13097">
            <a:solidFill>
              <a:srgbClr val="172B4D"/>
            </a:solidFill>
          </a:ln>
        </p:spPr>
      </p:sp>
      <p:sp>
        <p:nvSpPr>
          <p:cNvPr id="544" name="object-544">
            <a:extLst>
              <a:ext uri="{FF2B5EF4-FFF2-40B4-BE49-F238E27FC236}">
                <a16:creationId xmlns:a16="http://schemas.microsoft.com/office/drawing/2014/main" id="{0E71D0E9-E52A-46A6-AC09-099A9A52A736}"/>
              </a:ext>
            </a:extLst>
          </p:cNvPr>
          <p:cNvSpPr>
            <a:spLocks noGrp="1"/>
          </p:cNvSpPr>
          <p:nvPr/>
        </p:nvSpPr>
        <p:spPr>
          <a:xfrm>
            <a:off x="6486525" y="4048125"/>
            <a:ext cx="26194" cy="547688"/>
          </a:xfrm>
          <a:prstGeom prst="rect">
            <a:avLst/>
          </a:prstGeom>
          <a:solidFill>
            <a:srgbClr val="1D4ED8"/>
          </a:solidFill>
          <a:ln w="13097">
            <a:solidFill>
              <a:srgbClr val="172B4D"/>
            </a:solidFill>
          </a:ln>
        </p:spPr>
      </p:sp>
      <p:sp>
        <p:nvSpPr>
          <p:cNvPr id="545" name="object-545">
            <a:extLst>
              <a:ext uri="{FF2B5EF4-FFF2-40B4-BE49-F238E27FC236}">
                <a16:creationId xmlns:a16="http://schemas.microsoft.com/office/drawing/2014/main" id="{0E605555-321E-4861-8363-4F4EBFC2D735}"/>
              </a:ext>
            </a:extLst>
          </p:cNvPr>
          <p:cNvSpPr>
            <a:spLocks noGrp="1"/>
          </p:cNvSpPr>
          <p:nvPr/>
        </p:nvSpPr>
        <p:spPr>
          <a:xfrm>
            <a:off x="6512719" y="4048125"/>
            <a:ext cx="26194" cy="547688"/>
          </a:xfrm>
          <a:prstGeom prst="rect">
            <a:avLst/>
          </a:prstGeom>
          <a:solidFill>
            <a:srgbClr val="1D4ED8"/>
          </a:solidFill>
          <a:ln w="13097">
            <a:solidFill>
              <a:srgbClr val="172B4D"/>
            </a:solidFill>
          </a:ln>
        </p:spPr>
      </p:sp>
      <p:sp>
        <p:nvSpPr>
          <p:cNvPr id="546" name="object-546">
            <a:extLst>
              <a:ext uri="{FF2B5EF4-FFF2-40B4-BE49-F238E27FC236}">
                <a16:creationId xmlns:a16="http://schemas.microsoft.com/office/drawing/2014/main" id="{642839EE-3EDD-4FE7-ACC6-08CE73081BCE}"/>
              </a:ext>
            </a:extLst>
          </p:cNvPr>
          <p:cNvSpPr>
            <a:spLocks noGrp="1"/>
          </p:cNvSpPr>
          <p:nvPr/>
        </p:nvSpPr>
        <p:spPr>
          <a:xfrm>
            <a:off x="6538913" y="4048125"/>
            <a:ext cx="26194" cy="547688"/>
          </a:xfrm>
          <a:prstGeom prst="rect">
            <a:avLst/>
          </a:prstGeom>
          <a:solidFill>
            <a:srgbClr val="1D4ED8"/>
          </a:solidFill>
          <a:ln w="13097">
            <a:solidFill>
              <a:srgbClr val="172B4D"/>
            </a:solidFill>
          </a:ln>
        </p:spPr>
      </p:sp>
      <p:sp>
        <p:nvSpPr>
          <p:cNvPr id="547" name="object-547">
            <a:extLst>
              <a:ext uri="{FF2B5EF4-FFF2-40B4-BE49-F238E27FC236}">
                <a16:creationId xmlns:a16="http://schemas.microsoft.com/office/drawing/2014/main" id="{5F53661E-F918-4F61-8ADC-04661D23CF2F}"/>
              </a:ext>
            </a:extLst>
          </p:cNvPr>
          <p:cNvSpPr>
            <a:spLocks noGrp="1"/>
          </p:cNvSpPr>
          <p:nvPr/>
        </p:nvSpPr>
        <p:spPr>
          <a:xfrm>
            <a:off x="6565106" y="4048125"/>
            <a:ext cx="26194" cy="547688"/>
          </a:xfrm>
          <a:prstGeom prst="rect">
            <a:avLst/>
          </a:prstGeom>
          <a:solidFill>
            <a:srgbClr val="1D4ED8"/>
          </a:solidFill>
          <a:ln w="13097">
            <a:solidFill>
              <a:srgbClr val="172B4D"/>
            </a:solidFill>
          </a:ln>
        </p:spPr>
      </p:sp>
      <p:sp>
        <p:nvSpPr>
          <p:cNvPr id="548" name="object-548">
            <a:extLst>
              <a:ext uri="{FF2B5EF4-FFF2-40B4-BE49-F238E27FC236}">
                <a16:creationId xmlns:a16="http://schemas.microsoft.com/office/drawing/2014/main" id="{D7106C62-550D-4E71-BFEA-8ECBA10ACCA0}"/>
              </a:ext>
            </a:extLst>
          </p:cNvPr>
          <p:cNvSpPr>
            <a:spLocks noGrp="1"/>
          </p:cNvSpPr>
          <p:nvPr/>
        </p:nvSpPr>
        <p:spPr>
          <a:xfrm>
            <a:off x="6591300" y="4048125"/>
            <a:ext cx="26194" cy="547688"/>
          </a:xfrm>
          <a:prstGeom prst="rect">
            <a:avLst/>
          </a:prstGeom>
          <a:solidFill>
            <a:srgbClr val="1D4ED8"/>
          </a:solidFill>
          <a:ln w="13097">
            <a:solidFill>
              <a:srgbClr val="172B4D"/>
            </a:solidFill>
          </a:ln>
        </p:spPr>
      </p:sp>
      <p:sp>
        <p:nvSpPr>
          <p:cNvPr id="549" name="object-549">
            <a:extLst>
              <a:ext uri="{FF2B5EF4-FFF2-40B4-BE49-F238E27FC236}">
                <a16:creationId xmlns:a16="http://schemas.microsoft.com/office/drawing/2014/main" id="{C02C617D-B51F-40A9-98BB-734A476A8503}"/>
              </a:ext>
            </a:extLst>
          </p:cNvPr>
          <p:cNvSpPr>
            <a:spLocks noGrp="1"/>
          </p:cNvSpPr>
          <p:nvPr/>
        </p:nvSpPr>
        <p:spPr>
          <a:xfrm>
            <a:off x="6617494" y="4048125"/>
            <a:ext cx="26194" cy="547688"/>
          </a:xfrm>
          <a:prstGeom prst="rect">
            <a:avLst/>
          </a:prstGeom>
          <a:solidFill>
            <a:srgbClr val="1D4ED8"/>
          </a:solidFill>
          <a:ln w="13097">
            <a:solidFill>
              <a:srgbClr val="172B4D"/>
            </a:solidFill>
          </a:ln>
        </p:spPr>
      </p:sp>
      <p:sp>
        <p:nvSpPr>
          <p:cNvPr id="550" name="object-550">
            <a:extLst>
              <a:ext uri="{FF2B5EF4-FFF2-40B4-BE49-F238E27FC236}">
                <a16:creationId xmlns:a16="http://schemas.microsoft.com/office/drawing/2014/main" id="{43AFCEDF-1546-4474-9FDE-CE9F763FC5B1}"/>
              </a:ext>
            </a:extLst>
          </p:cNvPr>
          <p:cNvSpPr>
            <a:spLocks noGrp="1"/>
          </p:cNvSpPr>
          <p:nvPr/>
        </p:nvSpPr>
        <p:spPr>
          <a:xfrm>
            <a:off x="6643688" y="4048125"/>
            <a:ext cx="26194" cy="547688"/>
          </a:xfrm>
          <a:prstGeom prst="rect">
            <a:avLst/>
          </a:prstGeom>
          <a:solidFill>
            <a:srgbClr val="1D4ED8"/>
          </a:solidFill>
          <a:ln w="13097">
            <a:solidFill>
              <a:srgbClr val="172B4D"/>
            </a:solidFill>
          </a:ln>
        </p:spPr>
      </p:sp>
      <p:sp>
        <p:nvSpPr>
          <p:cNvPr id="551" name="object-551">
            <a:extLst>
              <a:ext uri="{FF2B5EF4-FFF2-40B4-BE49-F238E27FC236}">
                <a16:creationId xmlns:a16="http://schemas.microsoft.com/office/drawing/2014/main" id="{AF4BAF16-8A4C-4AD9-BAEE-2EF70F60087D}"/>
              </a:ext>
            </a:extLst>
          </p:cNvPr>
          <p:cNvSpPr>
            <a:spLocks noGrp="1"/>
          </p:cNvSpPr>
          <p:nvPr/>
        </p:nvSpPr>
        <p:spPr>
          <a:xfrm>
            <a:off x="6669881" y="4048125"/>
            <a:ext cx="26194" cy="547688"/>
          </a:xfrm>
          <a:prstGeom prst="rect">
            <a:avLst/>
          </a:prstGeom>
          <a:solidFill>
            <a:srgbClr val="1D4ED8"/>
          </a:solidFill>
          <a:ln w="13097">
            <a:solidFill>
              <a:srgbClr val="172B4D"/>
            </a:solidFill>
          </a:ln>
        </p:spPr>
      </p:sp>
      <p:sp>
        <p:nvSpPr>
          <p:cNvPr id="552" name="object-552">
            <a:extLst>
              <a:ext uri="{FF2B5EF4-FFF2-40B4-BE49-F238E27FC236}">
                <a16:creationId xmlns:a16="http://schemas.microsoft.com/office/drawing/2014/main" id="{E8B146B4-FC42-4E5C-AEE9-E695517BE349}"/>
              </a:ext>
            </a:extLst>
          </p:cNvPr>
          <p:cNvSpPr>
            <a:spLocks noGrp="1"/>
          </p:cNvSpPr>
          <p:nvPr/>
        </p:nvSpPr>
        <p:spPr>
          <a:xfrm>
            <a:off x="6696075" y="4048125"/>
            <a:ext cx="26194" cy="547688"/>
          </a:xfrm>
          <a:prstGeom prst="rect">
            <a:avLst/>
          </a:prstGeom>
          <a:solidFill>
            <a:srgbClr val="1D4ED8"/>
          </a:solidFill>
          <a:ln w="13097">
            <a:solidFill>
              <a:srgbClr val="172B4D"/>
            </a:solidFill>
          </a:ln>
        </p:spPr>
      </p:sp>
      <p:sp>
        <p:nvSpPr>
          <p:cNvPr id="553" name="object-553">
            <a:extLst>
              <a:ext uri="{FF2B5EF4-FFF2-40B4-BE49-F238E27FC236}">
                <a16:creationId xmlns:a16="http://schemas.microsoft.com/office/drawing/2014/main" id="{86F5A090-0DD8-4717-B16A-419A9BEAD65F}"/>
              </a:ext>
            </a:extLst>
          </p:cNvPr>
          <p:cNvSpPr>
            <a:spLocks noGrp="1"/>
          </p:cNvSpPr>
          <p:nvPr/>
        </p:nvSpPr>
        <p:spPr>
          <a:xfrm>
            <a:off x="6722269" y="4048125"/>
            <a:ext cx="26194" cy="547688"/>
          </a:xfrm>
          <a:prstGeom prst="rect">
            <a:avLst/>
          </a:prstGeom>
          <a:solidFill>
            <a:srgbClr val="1D4ED8"/>
          </a:solidFill>
          <a:ln w="13097">
            <a:solidFill>
              <a:srgbClr val="172B4D"/>
            </a:solidFill>
          </a:ln>
        </p:spPr>
      </p:sp>
      <p:sp>
        <p:nvSpPr>
          <p:cNvPr id="554" name="object-554">
            <a:extLst>
              <a:ext uri="{FF2B5EF4-FFF2-40B4-BE49-F238E27FC236}">
                <a16:creationId xmlns:a16="http://schemas.microsoft.com/office/drawing/2014/main" id="{33EACB00-FC8A-4CC9-8A36-63F439D3BE96}"/>
              </a:ext>
            </a:extLst>
          </p:cNvPr>
          <p:cNvSpPr>
            <a:spLocks noGrp="1"/>
          </p:cNvSpPr>
          <p:nvPr/>
        </p:nvSpPr>
        <p:spPr>
          <a:xfrm>
            <a:off x="6748463" y="4048125"/>
            <a:ext cx="26194" cy="547688"/>
          </a:xfrm>
          <a:prstGeom prst="rect">
            <a:avLst/>
          </a:prstGeom>
          <a:solidFill>
            <a:srgbClr val="1D4ED8"/>
          </a:solidFill>
          <a:ln w="13097">
            <a:solidFill>
              <a:srgbClr val="172B4D"/>
            </a:solidFill>
          </a:ln>
        </p:spPr>
      </p:sp>
      <p:sp>
        <p:nvSpPr>
          <p:cNvPr id="555" name="object-555">
            <a:extLst>
              <a:ext uri="{FF2B5EF4-FFF2-40B4-BE49-F238E27FC236}">
                <a16:creationId xmlns:a16="http://schemas.microsoft.com/office/drawing/2014/main" id="{1A0089F7-D1EA-4661-829C-373D568E218A}"/>
              </a:ext>
            </a:extLst>
          </p:cNvPr>
          <p:cNvSpPr>
            <a:spLocks noGrp="1"/>
          </p:cNvSpPr>
          <p:nvPr/>
        </p:nvSpPr>
        <p:spPr>
          <a:xfrm>
            <a:off x="6774656" y="4048125"/>
            <a:ext cx="26194" cy="547688"/>
          </a:xfrm>
          <a:prstGeom prst="rect">
            <a:avLst/>
          </a:prstGeom>
          <a:solidFill>
            <a:srgbClr val="1D4ED8"/>
          </a:solidFill>
          <a:ln w="13097">
            <a:solidFill>
              <a:srgbClr val="172B4D"/>
            </a:solidFill>
          </a:ln>
        </p:spPr>
      </p:sp>
      <p:sp>
        <p:nvSpPr>
          <p:cNvPr id="556" name="object-556">
            <a:extLst>
              <a:ext uri="{FF2B5EF4-FFF2-40B4-BE49-F238E27FC236}">
                <a16:creationId xmlns:a16="http://schemas.microsoft.com/office/drawing/2014/main" id="{78E64E46-D18A-4FDF-977F-80B6414F79F1}"/>
              </a:ext>
            </a:extLst>
          </p:cNvPr>
          <p:cNvSpPr>
            <a:spLocks noGrp="1"/>
          </p:cNvSpPr>
          <p:nvPr/>
        </p:nvSpPr>
        <p:spPr>
          <a:xfrm>
            <a:off x="6800850" y="4048125"/>
            <a:ext cx="26194" cy="547688"/>
          </a:xfrm>
          <a:prstGeom prst="rect">
            <a:avLst/>
          </a:prstGeom>
          <a:solidFill>
            <a:srgbClr val="1D4ED8"/>
          </a:solidFill>
          <a:ln w="13097">
            <a:solidFill>
              <a:srgbClr val="172B4D"/>
            </a:solidFill>
          </a:ln>
        </p:spPr>
      </p:sp>
      <p:sp>
        <p:nvSpPr>
          <p:cNvPr id="557" name="object-557">
            <a:extLst>
              <a:ext uri="{FF2B5EF4-FFF2-40B4-BE49-F238E27FC236}">
                <a16:creationId xmlns:a16="http://schemas.microsoft.com/office/drawing/2014/main" id="{E69008B1-597A-41AD-9E74-4E327EC73553}"/>
              </a:ext>
            </a:extLst>
          </p:cNvPr>
          <p:cNvSpPr>
            <a:spLocks noGrp="1"/>
          </p:cNvSpPr>
          <p:nvPr/>
        </p:nvSpPr>
        <p:spPr>
          <a:xfrm>
            <a:off x="6827044" y="4048125"/>
            <a:ext cx="26194" cy="547688"/>
          </a:xfrm>
          <a:prstGeom prst="rect">
            <a:avLst/>
          </a:prstGeom>
          <a:solidFill>
            <a:srgbClr val="1D4ED8"/>
          </a:solidFill>
          <a:ln w="13097">
            <a:solidFill>
              <a:srgbClr val="172B4D"/>
            </a:solidFill>
          </a:ln>
        </p:spPr>
      </p:sp>
      <p:sp>
        <p:nvSpPr>
          <p:cNvPr id="558" name="object-558">
            <a:extLst>
              <a:ext uri="{FF2B5EF4-FFF2-40B4-BE49-F238E27FC236}">
                <a16:creationId xmlns:a16="http://schemas.microsoft.com/office/drawing/2014/main" id="{7DA39925-EF05-442F-919E-ED400167EEE4}"/>
              </a:ext>
            </a:extLst>
          </p:cNvPr>
          <p:cNvSpPr>
            <a:spLocks noGrp="1"/>
          </p:cNvSpPr>
          <p:nvPr/>
        </p:nvSpPr>
        <p:spPr>
          <a:xfrm>
            <a:off x="6853238" y="4048125"/>
            <a:ext cx="26194" cy="547688"/>
          </a:xfrm>
          <a:prstGeom prst="rect">
            <a:avLst/>
          </a:prstGeom>
          <a:solidFill>
            <a:srgbClr val="1D4ED8"/>
          </a:solidFill>
          <a:ln w="13097">
            <a:solidFill>
              <a:srgbClr val="172B4D"/>
            </a:solidFill>
          </a:ln>
        </p:spPr>
      </p:sp>
      <p:sp>
        <p:nvSpPr>
          <p:cNvPr id="559" name="object-559">
            <a:extLst>
              <a:ext uri="{FF2B5EF4-FFF2-40B4-BE49-F238E27FC236}">
                <a16:creationId xmlns:a16="http://schemas.microsoft.com/office/drawing/2014/main" id="{ED1089E0-97A4-43BF-B5D4-4A6B9B3B2AC2}"/>
              </a:ext>
            </a:extLst>
          </p:cNvPr>
          <p:cNvSpPr>
            <a:spLocks noGrp="1"/>
          </p:cNvSpPr>
          <p:nvPr/>
        </p:nvSpPr>
        <p:spPr>
          <a:xfrm>
            <a:off x="6879431" y="4048125"/>
            <a:ext cx="26194" cy="547688"/>
          </a:xfrm>
          <a:prstGeom prst="rect">
            <a:avLst/>
          </a:prstGeom>
          <a:solidFill>
            <a:srgbClr val="1D4ED8"/>
          </a:solidFill>
          <a:ln w="13097">
            <a:solidFill>
              <a:srgbClr val="172B4D"/>
            </a:solidFill>
          </a:ln>
        </p:spPr>
      </p:sp>
      <p:sp>
        <p:nvSpPr>
          <p:cNvPr id="560" name="object-560">
            <a:extLst>
              <a:ext uri="{FF2B5EF4-FFF2-40B4-BE49-F238E27FC236}">
                <a16:creationId xmlns:a16="http://schemas.microsoft.com/office/drawing/2014/main" id="{8F42BF54-CBA2-4850-BA74-9C59C3964D9E}"/>
              </a:ext>
            </a:extLst>
          </p:cNvPr>
          <p:cNvSpPr>
            <a:spLocks noGrp="1"/>
          </p:cNvSpPr>
          <p:nvPr/>
        </p:nvSpPr>
        <p:spPr>
          <a:xfrm>
            <a:off x="6905625" y="4048125"/>
            <a:ext cx="26194" cy="547688"/>
          </a:xfrm>
          <a:prstGeom prst="rect">
            <a:avLst/>
          </a:prstGeom>
          <a:solidFill>
            <a:srgbClr val="1D4ED8"/>
          </a:solidFill>
          <a:ln w="13097">
            <a:solidFill>
              <a:srgbClr val="172B4D"/>
            </a:solidFill>
          </a:ln>
        </p:spPr>
      </p:sp>
      <p:sp>
        <p:nvSpPr>
          <p:cNvPr id="561" name="object-561">
            <a:extLst>
              <a:ext uri="{FF2B5EF4-FFF2-40B4-BE49-F238E27FC236}">
                <a16:creationId xmlns:a16="http://schemas.microsoft.com/office/drawing/2014/main" id="{42926519-C62C-4B6E-8C8E-7EA59452E126}"/>
              </a:ext>
            </a:extLst>
          </p:cNvPr>
          <p:cNvSpPr>
            <a:spLocks noGrp="1"/>
          </p:cNvSpPr>
          <p:nvPr/>
        </p:nvSpPr>
        <p:spPr>
          <a:xfrm>
            <a:off x="6931819" y="4048125"/>
            <a:ext cx="26194" cy="547688"/>
          </a:xfrm>
          <a:prstGeom prst="rect">
            <a:avLst/>
          </a:prstGeom>
          <a:solidFill>
            <a:srgbClr val="1D4ED8"/>
          </a:solidFill>
          <a:ln w="13097">
            <a:solidFill>
              <a:srgbClr val="172B4D"/>
            </a:solidFill>
          </a:ln>
        </p:spPr>
      </p:sp>
      <p:sp>
        <p:nvSpPr>
          <p:cNvPr id="562" name="object-562">
            <a:extLst>
              <a:ext uri="{FF2B5EF4-FFF2-40B4-BE49-F238E27FC236}">
                <a16:creationId xmlns:a16="http://schemas.microsoft.com/office/drawing/2014/main" id="{D73CA2AC-580C-47DB-94BA-11F91A213C94}"/>
              </a:ext>
            </a:extLst>
          </p:cNvPr>
          <p:cNvSpPr>
            <a:spLocks noGrp="1"/>
          </p:cNvSpPr>
          <p:nvPr/>
        </p:nvSpPr>
        <p:spPr>
          <a:xfrm>
            <a:off x="6958013" y="4048125"/>
            <a:ext cx="26194" cy="547688"/>
          </a:xfrm>
          <a:prstGeom prst="rect">
            <a:avLst/>
          </a:prstGeom>
          <a:solidFill>
            <a:srgbClr val="1D4ED8"/>
          </a:solidFill>
          <a:ln w="13097">
            <a:solidFill>
              <a:srgbClr val="172B4D"/>
            </a:solidFill>
          </a:ln>
        </p:spPr>
      </p:sp>
      <p:sp>
        <p:nvSpPr>
          <p:cNvPr id="563" name="object-563">
            <a:extLst>
              <a:ext uri="{FF2B5EF4-FFF2-40B4-BE49-F238E27FC236}">
                <a16:creationId xmlns:a16="http://schemas.microsoft.com/office/drawing/2014/main" id="{F5C8C56E-A671-4B9B-A022-0EF219D7286B}"/>
              </a:ext>
            </a:extLst>
          </p:cNvPr>
          <p:cNvSpPr>
            <a:spLocks noGrp="1"/>
          </p:cNvSpPr>
          <p:nvPr/>
        </p:nvSpPr>
        <p:spPr>
          <a:xfrm>
            <a:off x="6984206" y="4048125"/>
            <a:ext cx="26194" cy="547688"/>
          </a:xfrm>
          <a:prstGeom prst="rect">
            <a:avLst/>
          </a:prstGeom>
          <a:solidFill>
            <a:srgbClr val="1D4ED8"/>
          </a:solidFill>
          <a:ln w="13097">
            <a:solidFill>
              <a:srgbClr val="172B4D"/>
            </a:solidFill>
          </a:ln>
        </p:spPr>
      </p:sp>
      <p:sp>
        <p:nvSpPr>
          <p:cNvPr id="564" name="object-564">
            <a:extLst>
              <a:ext uri="{FF2B5EF4-FFF2-40B4-BE49-F238E27FC236}">
                <a16:creationId xmlns:a16="http://schemas.microsoft.com/office/drawing/2014/main" id="{F95557C4-B75B-4AB2-939B-876E0D60D950}"/>
              </a:ext>
            </a:extLst>
          </p:cNvPr>
          <p:cNvSpPr>
            <a:spLocks noGrp="1"/>
          </p:cNvSpPr>
          <p:nvPr/>
        </p:nvSpPr>
        <p:spPr>
          <a:xfrm>
            <a:off x="7010400" y="4048125"/>
            <a:ext cx="26194" cy="547688"/>
          </a:xfrm>
          <a:prstGeom prst="rect">
            <a:avLst/>
          </a:prstGeom>
          <a:solidFill>
            <a:srgbClr val="1D4ED8"/>
          </a:solidFill>
          <a:ln w="13097">
            <a:solidFill>
              <a:srgbClr val="172B4D"/>
            </a:solidFill>
          </a:ln>
        </p:spPr>
      </p:sp>
      <p:sp>
        <p:nvSpPr>
          <p:cNvPr id="565" name="object-565">
            <a:extLst>
              <a:ext uri="{FF2B5EF4-FFF2-40B4-BE49-F238E27FC236}">
                <a16:creationId xmlns:a16="http://schemas.microsoft.com/office/drawing/2014/main" id="{F881297A-7E39-4410-A290-6E4EF3F35D4C}"/>
              </a:ext>
            </a:extLst>
          </p:cNvPr>
          <p:cNvSpPr>
            <a:spLocks noGrp="1"/>
          </p:cNvSpPr>
          <p:nvPr/>
        </p:nvSpPr>
        <p:spPr>
          <a:xfrm>
            <a:off x="7036594" y="4048125"/>
            <a:ext cx="26194" cy="547688"/>
          </a:xfrm>
          <a:prstGeom prst="rect">
            <a:avLst/>
          </a:prstGeom>
          <a:solidFill>
            <a:srgbClr val="1D4ED8"/>
          </a:solidFill>
          <a:ln w="13097">
            <a:solidFill>
              <a:srgbClr val="172B4D"/>
            </a:solidFill>
          </a:ln>
        </p:spPr>
      </p:sp>
      <p:sp>
        <p:nvSpPr>
          <p:cNvPr id="566" name="object-566">
            <a:extLst>
              <a:ext uri="{FF2B5EF4-FFF2-40B4-BE49-F238E27FC236}">
                <a16:creationId xmlns:a16="http://schemas.microsoft.com/office/drawing/2014/main" id="{C4329964-7ACA-4A05-BD2D-8AF0AA8A506C}"/>
              </a:ext>
            </a:extLst>
          </p:cNvPr>
          <p:cNvSpPr>
            <a:spLocks noGrp="1"/>
          </p:cNvSpPr>
          <p:nvPr/>
        </p:nvSpPr>
        <p:spPr>
          <a:xfrm>
            <a:off x="7062788" y="4048125"/>
            <a:ext cx="26194" cy="547688"/>
          </a:xfrm>
          <a:prstGeom prst="rect">
            <a:avLst/>
          </a:prstGeom>
          <a:solidFill>
            <a:srgbClr val="1D4ED8"/>
          </a:solidFill>
          <a:ln w="13097">
            <a:solidFill>
              <a:srgbClr val="172B4D"/>
            </a:solidFill>
          </a:ln>
        </p:spPr>
      </p:sp>
      <p:sp>
        <p:nvSpPr>
          <p:cNvPr id="567" name="object-567">
            <a:extLst>
              <a:ext uri="{FF2B5EF4-FFF2-40B4-BE49-F238E27FC236}">
                <a16:creationId xmlns:a16="http://schemas.microsoft.com/office/drawing/2014/main" id="{5819866B-14CB-477E-8D3D-A62A51357783}"/>
              </a:ext>
            </a:extLst>
          </p:cNvPr>
          <p:cNvSpPr>
            <a:spLocks noGrp="1"/>
          </p:cNvSpPr>
          <p:nvPr/>
        </p:nvSpPr>
        <p:spPr>
          <a:xfrm>
            <a:off x="7088981" y="4048125"/>
            <a:ext cx="26194" cy="547688"/>
          </a:xfrm>
          <a:prstGeom prst="rect">
            <a:avLst/>
          </a:prstGeom>
          <a:solidFill>
            <a:srgbClr val="1D4ED8"/>
          </a:solidFill>
          <a:ln w="13097">
            <a:solidFill>
              <a:srgbClr val="172B4D"/>
            </a:solidFill>
          </a:ln>
        </p:spPr>
      </p:sp>
      <p:sp>
        <p:nvSpPr>
          <p:cNvPr id="568" name="object-568">
            <a:extLst>
              <a:ext uri="{FF2B5EF4-FFF2-40B4-BE49-F238E27FC236}">
                <a16:creationId xmlns:a16="http://schemas.microsoft.com/office/drawing/2014/main" id="{1253C885-557A-4814-A684-A75F7C374AFB}"/>
              </a:ext>
            </a:extLst>
          </p:cNvPr>
          <p:cNvSpPr>
            <a:spLocks noGrp="1"/>
          </p:cNvSpPr>
          <p:nvPr/>
        </p:nvSpPr>
        <p:spPr>
          <a:xfrm>
            <a:off x="7115175" y="4048125"/>
            <a:ext cx="26194" cy="547688"/>
          </a:xfrm>
          <a:prstGeom prst="rect">
            <a:avLst/>
          </a:prstGeom>
          <a:solidFill>
            <a:srgbClr val="1D4ED8"/>
          </a:solidFill>
          <a:ln w="13097">
            <a:solidFill>
              <a:srgbClr val="172B4D"/>
            </a:solidFill>
          </a:ln>
        </p:spPr>
      </p:sp>
      <p:sp>
        <p:nvSpPr>
          <p:cNvPr id="569" name="object-569">
            <a:extLst>
              <a:ext uri="{FF2B5EF4-FFF2-40B4-BE49-F238E27FC236}">
                <a16:creationId xmlns:a16="http://schemas.microsoft.com/office/drawing/2014/main" id="{61478D3E-F92C-4089-A030-106F01FAACE8}"/>
              </a:ext>
            </a:extLst>
          </p:cNvPr>
          <p:cNvSpPr>
            <a:spLocks noGrp="1"/>
          </p:cNvSpPr>
          <p:nvPr/>
        </p:nvSpPr>
        <p:spPr>
          <a:xfrm>
            <a:off x="7141369" y="4048125"/>
            <a:ext cx="26194" cy="547688"/>
          </a:xfrm>
          <a:prstGeom prst="rect">
            <a:avLst/>
          </a:prstGeom>
          <a:solidFill>
            <a:srgbClr val="1D4ED8"/>
          </a:solidFill>
          <a:ln w="13097">
            <a:solidFill>
              <a:srgbClr val="172B4D"/>
            </a:solidFill>
          </a:ln>
        </p:spPr>
      </p:sp>
      <p:sp>
        <p:nvSpPr>
          <p:cNvPr id="570" name="object-570">
            <a:extLst>
              <a:ext uri="{FF2B5EF4-FFF2-40B4-BE49-F238E27FC236}">
                <a16:creationId xmlns:a16="http://schemas.microsoft.com/office/drawing/2014/main" id="{887B28F7-75D3-4657-AC64-30859D4F52D9}"/>
              </a:ext>
            </a:extLst>
          </p:cNvPr>
          <p:cNvSpPr>
            <a:spLocks noGrp="1"/>
          </p:cNvSpPr>
          <p:nvPr/>
        </p:nvSpPr>
        <p:spPr>
          <a:xfrm>
            <a:off x="7167563" y="4048125"/>
            <a:ext cx="26194" cy="547688"/>
          </a:xfrm>
          <a:prstGeom prst="rect">
            <a:avLst/>
          </a:prstGeom>
          <a:solidFill>
            <a:srgbClr val="1D4ED8"/>
          </a:solidFill>
          <a:ln w="13097">
            <a:solidFill>
              <a:srgbClr val="172B4D"/>
            </a:solidFill>
          </a:ln>
        </p:spPr>
      </p:sp>
      <p:sp>
        <p:nvSpPr>
          <p:cNvPr id="571" name="object-571">
            <a:extLst>
              <a:ext uri="{FF2B5EF4-FFF2-40B4-BE49-F238E27FC236}">
                <a16:creationId xmlns:a16="http://schemas.microsoft.com/office/drawing/2014/main" id="{321B405B-2C7F-43A7-925D-F9C95119BD34}"/>
              </a:ext>
            </a:extLst>
          </p:cNvPr>
          <p:cNvSpPr>
            <a:spLocks noGrp="1"/>
          </p:cNvSpPr>
          <p:nvPr/>
        </p:nvSpPr>
        <p:spPr>
          <a:xfrm>
            <a:off x="7193756" y="4048125"/>
            <a:ext cx="26194" cy="547688"/>
          </a:xfrm>
          <a:prstGeom prst="rect">
            <a:avLst/>
          </a:prstGeom>
          <a:solidFill>
            <a:srgbClr val="1D4ED8"/>
          </a:solidFill>
          <a:ln w="13097">
            <a:solidFill>
              <a:srgbClr val="172B4D"/>
            </a:solidFill>
          </a:ln>
        </p:spPr>
      </p:sp>
      <p:sp>
        <p:nvSpPr>
          <p:cNvPr id="572" name="object-572">
            <a:extLst>
              <a:ext uri="{FF2B5EF4-FFF2-40B4-BE49-F238E27FC236}">
                <a16:creationId xmlns:a16="http://schemas.microsoft.com/office/drawing/2014/main" id="{78748E2F-9EFC-41E0-A0C4-E11BE4B69F07}"/>
              </a:ext>
            </a:extLst>
          </p:cNvPr>
          <p:cNvSpPr>
            <a:spLocks noGrp="1"/>
          </p:cNvSpPr>
          <p:nvPr/>
        </p:nvSpPr>
        <p:spPr>
          <a:xfrm>
            <a:off x="7219950" y="4048125"/>
            <a:ext cx="26194" cy="547688"/>
          </a:xfrm>
          <a:prstGeom prst="rect">
            <a:avLst/>
          </a:prstGeom>
          <a:solidFill>
            <a:srgbClr val="1D4ED8"/>
          </a:solidFill>
          <a:ln w="13097">
            <a:solidFill>
              <a:srgbClr val="172B4D"/>
            </a:solidFill>
          </a:ln>
        </p:spPr>
      </p:sp>
      <p:sp>
        <p:nvSpPr>
          <p:cNvPr id="573" name="object-573">
            <a:extLst>
              <a:ext uri="{FF2B5EF4-FFF2-40B4-BE49-F238E27FC236}">
                <a16:creationId xmlns:a16="http://schemas.microsoft.com/office/drawing/2014/main" id="{B8946E3C-BE21-4927-9463-84E500C6B76A}"/>
              </a:ext>
            </a:extLst>
          </p:cNvPr>
          <p:cNvSpPr>
            <a:spLocks noGrp="1"/>
          </p:cNvSpPr>
          <p:nvPr/>
        </p:nvSpPr>
        <p:spPr>
          <a:xfrm>
            <a:off x="7246144" y="4048125"/>
            <a:ext cx="26194" cy="547688"/>
          </a:xfrm>
          <a:prstGeom prst="rect">
            <a:avLst/>
          </a:prstGeom>
          <a:solidFill>
            <a:srgbClr val="1D4ED8"/>
          </a:solidFill>
          <a:ln w="13097">
            <a:solidFill>
              <a:srgbClr val="172B4D"/>
            </a:solidFill>
          </a:ln>
        </p:spPr>
      </p:sp>
      <p:sp>
        <p:nvSpPr>
          <p:cNvPr id="574" name="object-574">
            <a:extLst>
              <a:ext uri="{FF2B5EF4-FFF2-40B4-BE49-F238E27FC236}">
                <a16:creationId xmlns:a16="http://schemas.microsoft.com/office/drawing/2014/main" id="{2A7846EF-323A-416D-BF41-33E1410C0930}"/>
              </a:ext>
            </a:extLst>
          </p:cNvPr>
          <p:cNvSpPr>
            <a:spLocks noGrp="1"/>
          </p:cNvSpPr>
          <p:nvPr/>
        </p:nvSpPr>
        <p:spPr>
          <a:xfrm>
            <a:off x="7272338" y="4048125"/>
            <a:ext cx="26194" cy="547688"/>
          </a:xfrm>
          <a:prstGeom prst="rect">
            <a:avLst/>
          </a:prstGeom>
          <a:solidFill>
            <a:srgbClr val="1D4ED8"/>
          </a:solidFill>
          <a:ln w="13097">
            <a:solidFill>
              <a:srgbClr val="172B4D"/>
            </a:solidFill>
          </a:ln>
        </p:spPr>
      </p:sp>
      <p:sp>
        <p:nvSpPr>
          <p:cNvPr id="575" name="object-575">
            <a:extLst>
              <a:ext uri="{FF2B5EF4-FFF2-40B4-BE49-F238E27FC236}">
                <a16:creationId xmlns:a16="http://schemas.microsoft.com/office/drawing/2014/main" id="{A52E74D4-66A3-4436-8DCF-8741583AF8AC}"/>
              </a:ext>
            </a:extLst>
          </p:cNvPr>
          <p:cNvSpPr>
            <a:spLocks noGrp="1"/>
          </p:cNvSpPr>
          <p:nvPr/>
        </p:nvSpPr>
        <p:spPr>
          <a:xfrm>
            <a:off x="7298531" y="4048125"/>
            <a:ext cx="26194" cy="547688"/>
          </a:xfrm>
          <a:prstGeom prst="rect">
            <a:avLst/>
          </a:prstGeom>
          <a:solidFill>
            <a:srgbClr val="1D4ED8"/>
          </a:solidFill>
          <a:ln w="13097">
            <a:solidFill>
              <a:srgbClr val="172B4D"/>
            </a:solidFill>
          </a:ln>
        </p:spPr>
      </p:sp>
      <p:sp>
        <p:nvSpPr>
          <p:cNvPr id="576" name="object-576">
            <a:extLst>
              <a:ext uri="{FF2B5EF4-FFF2-40B4-BE49-F238E27FC236}">
                <a16:creationId xmlns:a16="http://schemas.microsoft.com/office/drawing/2014/main" id="{2F339CF8-1B08-4280-B158-C7CAABF63468}"/>
              </a:ext>
            </a:extLst>
          </p:cNvPr>
          <p:cNvSpPr>
            <a:spLocks noGrp="1"/>
          </p:cNvSpPr>
          <p:nvPr/>
        </p:nvSpPr>
        <p:spPr>
          <a:xfrm>
            <a:off x="7324725" y="4048125"/>
            <a:ext cx="26194" cy="547688"/>
          </a:xfrm>
          <a:prstGeom prst="rect">
            <a:avLst/>
          </a:prstGeom>
          <a:solidFill>
            <a:srgbClr val="1D4ED8"/>
          </a:solidFill>
          <a:ln w="13097">
            <a:solidFill>
              <a:srgbClr val="172B4D"/>
            </a:solidFill>
          </a:ln>
        </p:spPr>
      </p:sp>
      <p:sp>
        <p:nvSpPr>
          <p:cNvPr id="577" name="object-577">
            <a:extLst>
              <a:ext uri="{FF2B5EF4-FFF2-40B4-BE49-F238E27FC236}">
                <a16:creationId xmlns:a16="http://schemas.microsoft.com/office/drawing/2014/main" id="{F1E958F1-B164-4895-8FAF-D3F3694FF442}"/>
              </a:ext>
            </a:extLst>
          </p:cNvPr>
          <p:cNvSpPr>
            <a:spLocks noGrp="1"/>
          </p:cNvSpPr>
          <p:nvPr/>
        </p:nvSpPr>
        <p:spPr>
          <a:xfrm>
            <a:off x="7350919" y="4048125"/>
            <a:ext cx="26194" cy="547688"/>
          </a:xfrm>
          <a:prstGeom prst="rect">
            <a:avLst/>
          </a:prstGeom>
          <a:solidFill>
            <a:srgbClr val="1D4ED8"/>
          </a:solidFill>
          <a:ln w="13097">
            <a:solidFill>
              <a:srgbClr val="172B4D"/>
            </a:solidFill>
          </a:ln>
        </p:spPr>
      </p:sp>
      <p:sp>
        <p:nvSpPr>
          <p:cNvPr id="578" name="object-578">
            <a:extLst>
              <a:ext uri="{FF2B5EF4-FFF2-40B4-BE49-F238E27FC236}">
                <a16:creationId xmlns:a16="http://schemas.microsoft.com/office/drawing/2014/main" id="{876B522A-3583-4116-B454-5306245DFA10}"/>
              </a:ext>
            </a:extLst>
          </p:cNvPr>
          <p:cNvSpPr>
            <a:spLocks noGrp="1"/>
          </p:cNvSpPr>
          <p:nvPr/>
        </p:nvSpPr>
        <p:spPr>
          <a:xfrm>
            <a:off x="7377113" y="4048125"/>
            <a:ext cx="26194" cy="547688"/>
          </a:xfrm>
          <a:prstGeom prst="rect">
            <a:avLst/>
          </a:prstGeom>
          <a:solidFill>
            <a:srgbClr val="1D4ED8"/>
          </a:solidFill>
          <a:ln w="13097">
            <a:solidFill>
              <a:srgbClr val="172B4D"/>
            </a:solidFill>
          </a:ln>
        </p:spPr>
      </p:sp>
      <p:sp>
        <p:nvSpPr>
          <p:cNvPr id="579" name="object-579">
            <a:extLst>
              <a:ext uri="{FF2B5EF4-FFF2-40B4-BE49-F238E27FC236}">
                <a16:creationId xmlns:a16="http://schemas.microsoft.com/office/drawing/2014/main" id="{83F0ACEA-F6E5-482C-BF32-05361062AE28}"/>
              </a:ext>
            </a:extLst>
          </p:cNvPr>
          <p:cNvSpPr>
            <a:spLocks noGrp="1"/>
          </p:cNvSpPr>
          <p:nvPr/>
        </p:nvSpPr>
        <p:spPr>
          <a:xfrm>
            <a:off x="7403306" y="4048125"/>
            <a:ext cx="26194" cy="547688"/>
          </a:xfrm>
          <a:prstGeom prst="rect">
            <a:avLst/>
          </a:prstGeom>
          <a:solidFill>
            <a:srgbClr val="1D4ED8"/>
          </a:solidFill>
          <a:ln w="13097">
            <a:solidFill>
              <a:srgbClr val="172B4D"/>
            </a:solidFill>
          </a:ln>
        </p:spPr>
      </p:sp>
      <p:sp>
        <p:nvSpPr>
          <p:cNvPr id="580" name="object-580">
            <a:extLst>
              <a:ext uri="{FF2B5EF4-FFF2-40B4-BE49-F238E27FC236}">
                <a16:creationId xmlns:a16="http://schemas.microsoft.com/office/drawing/2014/main" id="{C202C3A2-3308-4EDA-A1D3-A03E0CD3B32E}"/>
              </a:ext>
            </a:extLst>
          </p:cNvPr>
          <p:cNvSpPr>
            <a:spLocks noGrp="1"/>
          </p:cNvSpPr>
          <p:nvPr/>
        </p:nvSpPr>
        <p:spPr>
          <a:xfrm>
            <a:off x="7429500" y="4048125"/>
            <a:ext cx="26194" cy="547688"/>
          </a:xfrm>
          <a:prstGeom prst="rect">
            <a:avLst/>
          </a:prstGeom>
          <a:solidFill>
            <a:srgbClr val="1D4ED8"/>
          </a:solidFill>
          <a:ln w="13097">
            <a:solidFill>
              <a:srgbClr val="172B4D"/>
            </a:solidFill>
          </a:ln>
        </p:spPr>
      </p:sp>
      <p:sp>
        <p:nvSpPr>
          <p:cNvPr id="581" name="object-581">
            <a:extLst>
              <a:ext uri="{FF2B5EF4-FFF2-40B4-BE49-F238E27FC236}">
                <a16:creationId xmlns:a16="http://schemas.microsoft.com/office/drawing/2014/main" id="{EE52C837-5BD4-431D-B4AA-0DE8BA5835BD}"/>
              </a:ext>
            </a:extLst>
          </p:cNvPr>
          <p:cNvSpPr>
            <a:spLocks noGrp="1"/>
          </p:cNvSpPr>
          <p:nvPr/>
        </p:nvSpPr>
        <p:spPr>
          <a:xfrm>
            <a:off x="7455694" y="4048125"/>
            <a:ext cx="26194" cy="547688"/>
          </a:xfrm>
          <a:prstGeom prst="rect">
            <a:avLst/>
          </a:prstGeom>
          <a:solidFill>
            <a:srgbClr val="1D4ED8"/>
          </a:solidFill>
          <a:ln w="13097">
            <a:solidFill>
              <a:srgbClr val="172B4D"/>
            </a:solidFill>
          </a:ln>
        </p:spPr>
      </p:sp>
      <p:sp>
        <p:nvSpPr>
          <p:cNvPr id="582" name="object-582">
            <a:extLst>
              <a:ext uri="{FF2B5EF4-FFF2-40B4-BE49-F238E27FC236}">
                <a16:creationId xmlns:a16="http://schemas.microsoft.com/office/drawing/2014/main" id="{DFAA77E8-FDEC-4C80-B56E-B0447B6234E7}"/>
              </a:ext>
            </a:extLst>
          </p:cNvPr>
          <p:cNvSpPr>
            <a:spLocks noGrp="1"/>
          </p:cNvSpPr>
          <p:nvPr/>
        </p:nvSpPr>
        <p:spPr>
          <a:xfrm>
            <a:off x="7481888" y="4048125"/>
            <a:ext cx="26194" cy="547688"/>
          </a:xfrm>
          <a:prstGeom prst="rect">
            <a:avLst/>
          </a:prstGeom>
          <a:solidFill>
            <a:srgbClr val="1D4ED8"/>
          </a:solidFill>
          <a:ln w="13097">
            <a:solidFill>
              <a:srgbClr val="172B4D"/>
            </a:solidFill>
          </a:ln>
        </p:spPr>
      </p:sp>
      <p:sp>
        <p:nvSpPr>
          <p:cNvPr id="583" name="object-583">
            <a:extLst>
              <a:ext uri="{FF2B5EF4-FFF2-40B4-BE49-F238E27FC236}">
                <a16:creationId xmlns:a16="http://schemas.microsoft.com/office/drawing/2014/main" id="{414A83F6-1442-4715-ABE9-F47CE2F82303}"/>
              </a:ext>
            </a:extLst>
          </p:cNvPr>
          <p:cNvSpPr>
            <a:spLocks noGrp="1"/>
          </p:cNvSpPr>
          <p:nvPr/>
        </p:nvSpPr>
        <p:spPr>
          <a:xfrm>
            <a:off x="7508081" y="4048125"/>
            <a:ext cx="26194" cy="547688"/>
          </a:xfrm>
          <a:prstGeom prst="rect">
            <a:avLst/>
          </a:prstGeom>
          <a:solidFill>
            <a:srgbClr val="1D4ED8"/>
          </a:solidFill>
          <a:ln w="13097">
            <a:solidFill>
              <a:srgbClr val="172B4D"/>
            </a:solidFill>
          </a:ln>
        </p:spPr>
      </p:sp>
      <p:sp>
        <p:nvSpPr>
          <p:cNvPr id="584" name="object-584">
            <a:extLst>
              <a:ext uri="{FF2B5EF4-FFF2-40B4-BE49-F238E27FC236}">
                <a16:creationId xmlns:a16="http://schemas.microsoft.com/office/drawing/2014/main" id="{D1231602-CCDA-41A3-8B7E-211B71FB895A}"/>
              </a:ext>
            </a:extLst>
          </p:cNvPr>
          <p:cNvSpPr>
            <a:spLocks noGrp="1"/>
          </p:cNvSpPr>
          <p:nvPr/>
        </p:nvSpPr>
        <p:spPr>
          <a:xfrm>
            <a:off x="7534275" y="4048125"/>
            <a:ext cx="26194" cy="547688"/>
          </a:xfrm>
          <a:prstGeom prst="rect">
            <a:avLst/>
          </a:prstGeom>
          <a:solidFill>
            <a:srgbClr val="1D4ED8"/>
          </a:solidFill>
          <a:ln w="13097">
            <a:solidFill>
              <a:srgbClr val="172B4D"/>
            </a:solidFill>
          </a:ln>
        </p:spPr>
      </p:sp>
      <p:sp>
        <p:nvSpPr>
          <p:cNvPr id="585" name="object-585">
            <a:extLst>
              <a:ext uri="{FF2B5EF4-FFF2-40B4-BE49-F238E27FC236}">
                <a16:creationId xmlns:a16="http://schemas.microsoft.com/office/drawing/2014/main" id="{1C8D925A-546F-4EF7-8039-A107922731E8}"/>
              </a:ext>
            </a:extLst>
          </p:cNvPr>
          <p:cNvSpPr>
            <a:spLocks noGrp="1"/>
          </p:cNvSpPr>
          <p:nvPr/>
        </p:nvSpPr>
        <p:spPr>
          <a:xfrm>
            <a:off x="7560469" y="4048125"/>
            <a:ext cx="26194" cy="547688"/>
          </a:xfrm>
          <a:prstGeom prst="rect">
            <a:avLst/>
          </a:prstGeom>
          <a:solidFill>
            <a:srgbClr val="1D4ED8"/>
          </a:solidFill>
          <a:ln w="13097">
            <a:solidFill>
              <a:srgbClr val="172B4D"/>
            </a:solidFill>
          </a:ln>
        </p:spPr>
      </p:sp>
      <p:sp>
        <p:nvSpPr>
          <p:cNvPr id="586" name="object-586">
            <a:extLst>
              <a:ext uri="{FF2B5EF4-FFF2-40B4-BE49-F238E27FC236}">
                <a16:creationId xmlns:a16="http://schemas.microsoft.com/office/drawing/2014/main" id="{C8BEC843-1202-4F2D-9570-7AEBD6C65EB0}"/>
              </a:ext>
            </a:extLst>
          </p:cNvPr>
          <p:cNvSpPr>
            <a:spLocks noGrp="1"/>
          </p:cNvSpPr>
          <p:nvPr/>
        </p:nvSpPr>
        <p:spPr>
          <a:xfrm>
            <a:off x="7586663" y="4048125"/>
            <a:ext cx="26194" cy="547688"/>
          </a:xfrm>
          <a:prstGeom prst="rect">
            <a:avLst/>
          </a:prstGeom>
          <a:solidFill>
            <a:srgbClr val="1D4ED8"/>
          </a:solidFill>
          <a:ln w="13097">
            <a:solidFill>
              <a:srgbClr val="172B4D"/>
            </a:solidFill>
          </a:ln>
        </p:spPr>
      </p:sp>
      <p:sp>
        <p:nvSpPr>
          <p:cNvPr id="587" name="object-587">
            <a:extLst>
              <a:ext uri="{FF2B5EF4-FFF2-40B4-BE49-F238E27FC236}">
                <a16:creationId xmlns:a16="http://schemas.microsoft.com/office/drawing/2014/main" id="{75864A5F-6C46-4785-9C9C-5A6FE50A6B66}"/>
              </a:ext>
            </a:extLst>
          </p:cNvPr>
          <p:cNvSpPr>
            <a:spLocks noGrp="1"/>
          </p:cNvSpPr>
          <p:nvPr/>
        </p:nvSpPr>
        <p:spPr>
          <a:xfrm>
            <a:off x="7612856" y="4048125"/>
            <a:ext cx="26194" cy="547688"/>
          </a:xfrm>
          <a:prstGeom prst="rect">
            <a:avLst/>
          </a:prstGeom>
          <a:solidFill>
            <a:srgbClr val="1D4ED8"/>
          </a:solidFill>
          <a:ln w="13097">
            <a:solidFill>
              <a:srgbClr val="172B4D"/>
            </a:solidFill>
          </a:ln>
        </p:spPr>
      </p:sp>
      <p:sp>
        <p:nvSpPr>
          <p:cNvPr id="588" name="object-588">
            <a:extLst>
              <a:ext uri="{FF2B5EF4-FFF2-40B4-BE49-F238E27FC236}">
                <a16:creationId xmlns:a16="http://schemas.microsoft.com/office/drawing/2014/main" id="{83247EFA-5DEF-4EAD-BB9D-E9F0195CAA1F}"/>
              </a:ext>
            </a:extLst>
          </p:cNvPr>
          <p:cNvSpPr>
            <a:spLocks noGrp="1"/>
          </p:cNvSpPr>
          <p:nvPr/>
        </p:nvSpPr>
        <p:spPr>
          <a:xfrm>
            <a:off x="7639050" y="4048125"/>
            <a:ext cx="26194" cy="547688"/>
          </a:xfrm>
          <a:prstGeom prst="rect">
            <a:avLst/>
          </a:prstGeom>
          <a:solidFill>
            <a:srgbClr val="1D4ED8"/>
          </a:solidFill>
          <a:ln w="13097">
            <a:solidFill>
              <a:srgbClr val="172B4D"/>
            </a:solidFill>
          </a:ln>
        </p:spPr>
      </p:sp>
      <p:sp>
        <p:nvSpPr>
          <p:cNvPr id="589" name="object-589">
            <a:extLst>
              <a:ext uri="{FF2B5EF4-FFF2-40B4-BE49-F238E27FC236}">
                <a16:creationId xmlns:a16="http://schemas.microsoft.com/office/drawing/2014/main" id="{75136370-12F5-4B3C-BB26-3B57A85C9BBF}"/>
              </a:ext>
            </a:extLst>
          </p:cNvPr>
          <p:cNvSpPr>
            <a:spLocks noGrp="1"/>
          </p:cNvSpPr>
          <p:nvPr/>
        </p:nvSpPr>
        <p:spPr>
          <a:xfrm>
            <a:off x="7665244" y="4048125"/>
            <a:ext cx="26194" cy="547688"/>
          </a:xfrm>
          <a:prstGeom prst="rect">
            <a:avLst/>
          </a:prstGeom>
          <a:solidFill>
            <a:srgbClr val="1D4ED8"/>
          </a:solidFill>
          <a:ln w="13097">
            <a:solidFill>
              <a:srgbClr val="172B4D"/>
            </a:solidFill>
          </a:ln>
        </p:spPr>
      </p:sp>
      <p:sp>
        <p:nvSpPr>
          <p:cNvPr id="590" name="object-590">
            <a:extLst>
              <a:ext uri="{FF2B5EF4-FFF2-40B4-BE49-F238E27FC236}">
                <a16:creationId xmlns:a16="http://schemas.microsoft.com/office/drawing/2014/main" id="{59F47A80-9FB1-4730-85C2-07F6F8E50663}"/>
              </a:ext>
            </a:extLst>
          </p:cNvPr>
          <p:cNvSpPr>
            <a:spLocks noGrp="1"/>
          </p:cNvSpPr>
          <p:nvPr/>
        </p:nvSpPr>
        <p:spPr>
          <a:xfrm>
            <a:off x="7691438" y="4048125"/>
            <a:ext cx="26194" cy="547688"/>
          </a:xfrm>
          <a:prstGeom prst="rect">
            <a:avLst/>
          </a:prstGeom>
          <a:solidFill>
            <a:srgbClr val="1D4ED8"/>
          </a:solidFill>
          <a:ln w="13097">
            <a:solidFill>
              <a:srgbClr val="172B4D"/>
            </a:solidFill>
          </a:ln>
        </p:spPr>
      </p:sp>
      <p:sp>
        <p:nvSpPr>
          <p:cNvPr id="591" name="object-591">
            <a:extLst>
              <a:ext uri="{FF2B5EF4-FFF2-40B4-BE49-F238E27FC236}">
                <a16:creationId xmlns:a16="http://schemas.microsoft.com/office/drawing/2014/main" id="{E74255BE-2E61-41D3-B4BC-A5B0D0532D55}"/>
              </a:ext>
            </a:extLst>
          </p:cNvPr>
          <p:cNvSpPr>
            <a:spLocks noGrp="1"/>
          </p:cNvSpPr>
          <p:nvPr/>
        </p:nvSpPr>
        <p:spPr>
          <a:xfrm>
            <a:off x="7717631" y="4048125"/>
            <a:ext cx="26194" cy="547688"/>
          </a:xfrm>
          <a:prstGeom prst="rect">
            <a:avLst/>
          </a:prstGeom>
          <a:solidFill>
            <a:srgbClr val="1D4ED8"/>
          </a:solidFill>
          <a:ln w="13097">
            <a:solidFill>
              <a:srgbClr val="172B4D"/>
            </a:solidFill>
          </a:ln>
        </p:spPr>
      </p:sp>
      <p:sp>
        <p:nvSpPr>
          <p:cNvPr id="592" name="object-592">
            <a:extLst>
              <a:ext uri="{FF2B5EF4-FFF2-40B4-BE49-F238E27FC236}">
                <a16:creationId xmlns:a16="http://schemas.microsoft.com/office/drawing/2014/main" id="{867DBD8D-4FBE-4331-94A7-1BAC0BAB4D45}"/>
              </a:ext>
            </a:extLst>
          </p:cNvPr>
          <p:cNvSpPr>
            <a:spLocks noGrp="1"/>
          </p:cNvSpPr>
          <p:nvPr/>
        </p:nvSpPr>
        <p:spPr>
          <a:xfrm>
            <a:off x="7743825" y="4048125"/>
            <a:ext cx="26194" cy="547688"/>
          </a:xfrm>
          <a:prstGeom prst="rect">
            <a:avLst/>
          </a:prstGeom>
          <a:solidFill>
            <a:srgbClr val="1D4ED8"/>
          </a:solidFill>
          <a:ln w="13097">
            <a:solidFill>
              <a:srgbClr val="172B4D"/>
            </a:solidFill>
          </a:ln>
        </p:spPr>
      </p:sp>
      <p:sp>
        <p:nvSpPr>
          <p:cNvPr id="593" name="object-593">
            <a:extLst>
              <a:ext uri="{FF2B5EF4-FFF2-40B4-BE49-F238E27FC236}">
                <a16:creationId xmlns:a16="http://schemas.microsoft.com/office/drawing/2014/main" id="{0AE58FB9-3FE6-4FF3-87A2-817042DA9B01}"/>
              </a:ext>
            </a:extLst>
          </p:cNvPr>
          <p:cNvSpPr>
            <a:spLocks noGrp="1"/>
          </p:cNvSpPr>
          <p:nvPr/>
        </p:nvSpPr>
        <p:spPr>
          <a:xfrm>
            <a:off x="7770019" y="4048125"/>
            <a:ext cx="26194" cy="547688"/>
          </a:xfrm>
          <a:prstGeom prst="rect">
            <a:avLst/>
          </a:prstGeom>
          <a:solidFill>
            <a:srgbClr val="1D4ED8"/>
          </a:solidFill>
          <a:ln w="13097">
            <a:solidFill>
              <a:srgbClr val="172B4D"/>
            </a:solidFill>
          </a:ln>
        </p:spPr>
      </p:sp>
      <p:sp>
        <p:nvSpPr>
          <p:cNvPr id="594" name="object-594">
            <a:extLst>
              <a:ext uri="{FF2B5EF4-FFF2-40B4-BE49-F238E27FC236}">
                <a16:creationId xmlns:a16="http://schemas.microsoft.com/office/drawing/2014/main" id="{920763A5-274D-4C60-BF12-60BA754B6E59}"/>
              </a:ext>
            </a:extLst>
          </p:cNvPr>
          <p:cNvSpPr>
            <a:spLocks noGrp="1"/>
          </p:cNvSpPr>
          <p:nvPr/>
        </p:nvSpPr>
        <p:spPr>
          <a:xfrm>
            <a:off x="7796213" y="4048125"/>
            <a:ext cx="26194" cy="547688"/>
          </a:xfrm>
          <a:prstGeom prst="rect">
            <a:avLst/>
          </a:prstGeom>
          <a:solidFill>
            <a:srgbClr val="1D4ED8"/>
          </a:solidFill>
          <a:ln w="13097">
            <a:solidFill>
              <a:srgbClr val="172B4D"/>
            </a:solidFill>
          </a:ln>
        </p:spPr>
      </p:sp>
      <p:sp>
        <p:nvSpPr>
          <p:cNvPr id="595" name="object-595">
            <a:extLst>
              <a:ext uri="{FF2B5EF4-FFF2-40B4-BE49-F238E27FC236}">
                <a16:creationId xmlns:a16="http://schemas.microsoft.com/office/drawing/2014/main" id="{67A17F60-0306-4683-8D9A-605EB601789D}"/>
              </a:ext>
            </a:extLst>
          </p:cNvPr>
          <p:cNvSpPr>
            <a:spLocks noGrp="1"/>
          </p:cNvSpPr>
          <p:nvPr/>
        </p:nvSpPr>
        <p:spPr>
          <a:xfrm>
            <a:off x="7822406" y="4048125"/>
            <a:ext cx="26194" cy="547688"/>
          </a:xfrm>
          <a:prstGeom prst="rect">
            <a:avLst/>
          </a:prstGeom>
          <a:solidFill>
            <a:srgbClr val="1D4ED8"/>
          </a:solidFill>
          <a:ln w="13097">
            <a:solidFill>
              <a:srgbClr val="172B4D"/>
            </a:solidFill>
          </a:ln>
        </p:spPr>
      </p:sp>
      <p:sp>
        <p:nvSpPr>
          <p:cNvPr id="596" name="object-596">
            <a:extLst>
              <a:ext uri="{FF2B5EF4-FFF2-40B4-BE49-F238E27FC236}">
                <a16:creationId xmlns:a16="http://schemas.microsoft.com/office/drawing/2014/main" id="{B67D15DA-64C7-4FD2-85DB-CB3165E5F840}"/>
              </a:ext>
            </a:extLst>
          </p:cNvPr>
          <p:cNvSpPr>
            <a:spLocks noGrp="1"/>
          </p:cNvSpPr>
          <p:nvPr/>
        </p:nvSpPr>
        <p:spPr>
          <a:xfrm>
            <a:off x="7848600" y="4048125"/>
            <a:ext cx="26194" cy="547688"/>
          </a:xfrm>
          <a:prstGeom prst="rect">
            <a:avLst/>
          </a:prstGeom>
          <a:solidFill>
            <a:srgbClr val="1D4ED8"/>
          </a:solidFill>
          <a:ln w="13097">
            <a:solidFill>
              <a:srgbClr val="172B4D"/>
            </a:solidFill>
          </a:ln>
        </p:spPr>
      </p:sp>
      <p:sp>
        <p:nvSpPr>
          <p:cNvPr id="597" name="object-597">
            <a:extLst>
              <a:ext uri="{FF2B5EF4-FFF2-40B4-BE49-F238E27FC236}">
                <a16:creationId xmlns:a16="http://schemas.microsoft.com/office/drawing/2014/main" id="{5043988D-437F-4B9F-8F48-BC1803CC97A1}"/>
              </a:ext>
            </a:extLst>
          </p:cNvPr>
          <p:cNvSpPr>
            <a:spLocks noGrp="1"/>
          </p:cNvSpPr>
          <p:nvPr/>
        </p:nvSpPr>
        <p:spPr>
          <a:xfrm>
            <a:off x="7874794" y="4048125"/>
            <a:ext cx="26194" cy="547688"/>
          </a:xfrm>
          <a:prstGeom prst="rect">
            <a:avLst/>
          </a:prstGeom>
          <a:solidFill>
            <a:srgbClr val="1D4ED8"/>
          </a:solidFill>
          <a:ln w="13097">
            <a:solidFill>
              <a:srgbClr val="172B4D"/>
            </a:solidFill>
          </a:ln>
        </p:spPr>
      </p:sp>
      <p:sp>
        <p:nvSpPr>
          <p:cNvPr id="598" name="object-598">
            <a:extLst>
              <a:ext uri="{FF2B5EF4-FFF2-40B4-BE49-F238E27FC236}">
                <a16:creationId xmlns:a16="http://schemas.microsoft.com/office/drawing/2014/main" id="{13FE1659-E1BE-4AFB-840A-E2C7F149BD32}"/>
              </a:ext>
            </a:extLst>
          </p:cNvPr>
          <p:cNvSpPr>
            <a:spLocks noGrp="1"/>
          </p:cNvSpPr>
          <p:nvPr/>
        </p:nvSpPr>
        <p:spPr>
          <a:xfrm>
            <a:off x="7900988" y="4048125"/>
            <a:ext cx="26194" cy="547688"/>
          </a:xfrm>
          <a:prstGeom prst="rect">
            <a:avLst/>
          </a:prstGeom>
          <a:solidFill>
            <a:srgbClr val="1D4ED8"/>
          </a:solidFill>
          <a:ln w="13097">
            <a:solidFill>
              <a:srgbClr val="172B4D"/>
            </a:solidFill>
          </a:ln>
        </p:spPr>
      </p:sp>
      <p:sp>
        <p:nvSpPr>
          <p:cNvPr id="599" name="object-599">
            <a:extLst>
              <a:ext uri="{FF2B5EF4-FFF2-40B4-BE49-F238E27FC236}">
                <a16:creationId xmlns:a16="http://schemas.microsoft.com/office/drawing/2014/main" id="{D9314134-C9E6-45E9-978B-1B250D9FD0E5}"/>
              </a:ext>
            </a:extLst>
          </p:cNvPr>
          <p:cNvSpPr>
            <a:spLocks noGrp="1"/>
          </p:cNvSpPr>
          <p:nvPr/>
        </p:nvSpPr>
        <p:spPr>
          <a:xfrm>
            <a:off x="7927181" y="4048125"/>
            <a:ext cx="26194" cy="547688"/>
          </a:xfrm>
          <a:prstGeom prst="rect">
            <a:avLst/>
          </a:prstGeom>
          <a:solidFill>
            <a:srgbClr val="1D4ED8"/>
          </a:solidFill>
          <a:ln w="13097">
            <a:solidFill>
              <a:srgbClr val="172B4D"/>
            </a:solidFill>
          </a:ln>
        </p:spPr>
      </p:sp>
      <p:sp>
        <p:nvSpPr>
          <p:cNvPr id="600" name="object-600">
            <a:extLst>
              <a:ext uri="{FF2B5EF4-FFF2-40B4-BE49-F238E27FC236}">
                <a16:creationId xmlns:a16="http://schemas.microsoft.com/office/drawing/2014/main" id="{AE6B609B-AD90-4054-AEA6-04661EC8D912}"/>
              </a:ext>
            </a:extLst>
          </p:cNvPr>
          <p:cNvSpPr>
            <a:spLocks noGrp="1"/>
          </p:cNvSpPr>
          <p:nvPr/>
        </p:nvSpPr>
        <p:spPr>
          <a:xfrm>
            <a:off x="7953375" y="4048125"/>
            <a:ext cx="26194" cy="547688"/>
          </a:xfrm>
          <a:prstGeom prst="rect">
            <a:avLst/>
          </a:prstGeom>
          <a:solidFill>
            <a:srgbClr val="1D4ED8"/>
          </a:solidFill>
          <a:ln w="13097">
            <a:solidFill>
              <a:srgbClr val="172B4D"/>
            </a:solidFill>
          </a:ln>
        </p:spPr>
      </p:sp>
      <p:sp>
        <p:nvSpPr>
          <p:cNvPr id="601" name="object-601">
            <a:extLst>
              <a:ext uri="{FF2B5EF4-FFF2-40B4-BE49-F238E27FC236}">
                <a16:creationId xmlns:a16="http://schemas.microsoft.com/office/drawing/2014/main" id="{38D79018-35C4-4E91-B644-99E75F4E3583}"/>
              </a:ext>
            </a:extLst>
          </p:cNvPr>
          <p:cNvSpPr>
            <a:spLocks noGrp="1"/>
          </p:cNvSpPr>
          <p:nvPr/>
        </p:nvSpPr>
        <p:spPr>
          <a:xfrm>
            <a:off x="7979569" y="4048125"/>
            <a:ext cx="26194" cy="547688"/>
          </a:xfrm>
          <a:prstGeom prst="rect">
            <a:avLst/>
          </a:prstGeom>
          <a:solidFill>
            <a:srgbClr val="1D4ED8"/>
          </a:solidFill>
          <a:ln w="13097">
            <a:solidFill>
              <a:srgbClr val="172B4D"/>
            </a:solidFill>
          </a:ln>
        </p:spPr>
      </p:sp>
      <p:sp>
        <p:nvSpPr>
          <p:cNvPr id="602" name="object-602">
            <a:extLst>
              <a:ext uri="{FF2B5EF4-FFF2-40B4-BE49-F238E27FC236}">
                <a16:creationId xmlns:a16="http://schemas.microsoft.com/office/drawing/2014/main" id="{BDBA9ABF-86FF-4A4E-859C-F6C6939588E9}"/>
              </a:ext>
            </a:extLst>
          </p:cNvPr>
          <p:cNvSpPr>
            <a:spLocks noGrp="1"/>
          </p:cNvSpPr>
          <p:nvPr/>
        </p:nvSpPr>
        <p:spPr>
          <a:xfrm>
            <a:off x="8005763" y="4048125"/>
            <a:ext cx="26194" cy="547688"/>
          </a:xfrm>
          <a:prstGeom prst="rect">
            <a:avLst/>
          </a:prstGeom>
          <a:solidFill>
            <a:srgbClr val="1D4ED8"/>
          </a:solidFill>
          <a:ln w="13097">
            <a:solidFill>
              <a:srgbClr val="172B4D"/>
            </a:solidFill>
          </a:ln>
        </p:spPr>
      </p:sp>
      <p:sp>
        <p:nvSpPr>
          <p:cNvPr id="603" name="object-603">
            <a:extLst>
              <a:ext uri="{FF2B5EF4-FFF2-40B4-BE49-F238E27FC236}">
                <a16:creationId xmlns:a16="http://schemas.microsoft.com/office/drawing/2014/main" id="{E3D4398F-4063-4AC7-966E-DAEBE80FD634}"/>
              </a:ext>
            </a:extLst>
          </p:cNvPr>
          <p:cNvSpPr>
            <a:spLocks noGrp="1"/>
          </p:cNvSpPr>
          <p:nvPr/>
        </p:nvSpPr>
        <p:spPr>
          <a:xfrm>
            <a:off x="8031956" y="4048125"/>
            <a:ext cx="26194" cy="547688"/>
          </a:xfrm>
          <a:prstGeom prst="rect">
            <a:avLst/>
          </a:prstGeom>
          <a:solidFill>
            <a:srgbClr val="1D4ED8"/>
          </a:solidFill>
          <a:ln w="13097">
            <a:solidFill>
              <a:srgbClr val="172B4D"/>
            </a:solidFill>
          </a:ln>
        </p:spPr>
      </p:sp>
      <p:sp>
        <p:nvSpPr>
          <p:cNvPr id="604" name="object-604">
            <a:extLst>
              <a:ext uri="{FF2B5EF4-FFF2-40B4-BE49-F238E27FC236}">
                <a16:creationId xmlns:a16="http://schemas.microsoft.com/office/drawing/2014/main" id="{B9680DF9-36BB-44CF-90CD-4015C62B976F}"/>
              </a:ext>
            </a:extLst>
          </p:cNvPr>
          <p:cNvSpPr>
            <a:spLocks noGrp="1"/>
          </p:cNvSpPr>
          <p:nvPr/>
        </p:nvSpPr>
        <p:spPr>
          <a:xfrm>
            <a:off x="8058150" y="4048125"/>
            <a:ext cx="26194" cy="547688"/>
          </a:xfrm>
          <a:prstGeom prst="rect">
            <a:avLst/>
          </a:prstGeom>
          <a:solidFill>
            <a:srgbClr val="1D4ED8"/>
          </a:solidFill>
          <a:ln w="13097">
            <a:solidFill>
              <a:srgbClr val="172B4D"/>
            </a:solidFill>
          </a:ln>
        </p:spPr>
      </p:sp>
      <p:sp>
        <p:nvSpPr>
          <p:cNvPr id="605" name="object-605">
            <a:extLst>
              <a:ext uri="{FF2B5EF4-FFF2-40B4-BE49-F238E27FC236}">
                <a16:creationId xmlns:a16="http://schemas.microsoft.com/office/drawing/2014/main" id="{503FAB4E-6E2D-4C30-BD54-6C30C21267BF}"/>
              </a:ext>
            </a:extLst>
          </p:cNvPr>
          <p:cNvSpPr>
            <a:spLocks noGrp="1"/>
          </p:cNvSpPr>
          <p:nvPr/>
        </p:nvSpPr>
        <p:spPr>
          <a:xfrm>
            <a:off x="8084344" y="4048125"/>
            <a:ext cx="26194" cy="547688"/>
          </a:xfrm>
          <a:prstGeom prst="rect">
            <a:avLst/>
          </a:prstGeom>
          <a:solidFill>
            <a:srgbClr val="1D4ED8"/>
          </a:solidFill>
          <a:ln w="13097">
            <a:solidFill>
              <a:srgbClr val="172B4D"/>
            </a:solidFill>
          </a:ln>
        </p:spPr>
      </p:sp>
      <p:sp>
        <p:nvSpPr>
          <p:cNvPr id="606" name="object-606">
            <a:extLst>
              <a:ext uri="{FF2B5EF4-FFF2-40B4-BE49-F238E27FC236}">
                <a16:creationId xmlns:a16="http://schemas.microsoft.com/office/drawing/2014/main" id="{C06A2A6A-F93E-45AB-828E-297EA342CEDF}"/>
              </a:ext>
            </a:extLst>
          </p:cNvPr>
          <p:cNvSpPr>
            <a:spLocks noGrp="1"/>
          </p:cNvSpPr>
          <p:nvPr/>
        </p:nvSpPr>
        <p:spPr>
          <a:xfrm>
            <a:off x="8110538" y="4048125"/>
            <a:ext cx="26194" cy="547688"/>
          </a:xfrm>
          <a:prstGeom prst="rect">
            <a:avLst/>
          </a:prstGeom>
          <a:solidFill>
            <a:srgbClr val="1D4ED8"/>
          </a:solidFill>
          <a:ln w="13097">
            <a:solidFill>
              <a:srgbClr val="172B4D"/>
            </a:solidFill>
          </a:ln>
        </p:spPr>
      </p:sp>
      <p:sp>
        <p:nvSpPr>
          <p:cNvPr id="607" name="object-607">
            <a:extLst>
              <a:ext uri="{FF2B5EF4-FFF2-40B4-BE49-F238E27FC236}">
                <a16:creationId xmlns:a16="http://schemas.microsoft.com/office/drawing/2014/main" id="{80602BE6-EBE0-4017-A2A5-383486E9F833}"/>
              </a:ext>
            </a:extLst>
          </p:cNvPr>
          <p:cNvSpPr>
            <a:spLocks noGrp="1"/>
          </p:cNvSpPr>
          <p:nvPr/>
        </p:nvSpPr>
        <p:spPr>
          <a:xfrm>
            <a:off x="8136731" y="4048125"/>
            <a:ext cx="26194" cy="547688"/>
          </a:xfrm>
          <a:prstGeom prst="rect">
            <a:avLst/>
          </a:prstGeom>
          <a:solidFill>
            <a:srgbClr val="1D4ED8"/>
          </a:solidFill>
          <a:ln w="13097">
            <a:solidFill>
              <a:srgbClr val="172B4D"/>
            </a:solidFill>
          </a:ln>
        </p:spPr>
      </p:sp>
      <p:sp>
        <p:nvSpPr>
          <p:cNvPr id="608" name="object-608">
            <a:extLst>
              <a:ext uri="{FF2B5EF4-FFF2-40B4-BE49-F238E27FC236}">
                <a16:creationId xmlns:a16="http://schemas.microsoft.com/office/drawing/2014/main" id="{E8578C23-42E6-4013-8166-E288AFA2C1DC}"/>
              </a:ext>
            </a:extLst>
          </p:cNvPr>
          <p:cNvSpPr>
            <a:spLocks noGrp="1"/>
          </p:cNvSpPr>
          <p:nvPr/>
        </p:nvSpPr>
        <p:spPr>
          <a:xfrm>
            <a:off x="8162925" y="4048125"/>
            <a:ext cx="26194" cy="547688"/>
          </a:xfrm>
          <a:prstGeom prst="rect">
            <a:avLst/>
          </a:prstGeom>
          <a:solidFill>
            <a:srgbClr val="1D4ED8"/>
          </a:solidFill>
          <a:ln w="13097">
            <a:solidFill>
              <a:srgbClr val="172B4D"/>
            </a:solidFill>
          </a:ln>
        </p:spPr>
      </p:sp>
      <p:sp>
        <p:nvSpPr>
          <p:cNvPr id="609" name="object-609">
            <a:extLst>
              <a:ext uri="{FF2B5EF4-FFF2-40B4-BE49-F238E27FC236}">
                <a16:creationId xmlns:a16="http://schemas.microsoft.com/office/drawing/2014/main" id="{1E9BA331-E4CD-447C-87F7-2253DBE10ED2}"/>
              </a:ext>
            </a:extLst>
          </p:cNvPr>
          <p:cNvSpPr>
            <a:spLocks noGrp="1"/>
          </p:cNvSpPr>
          <p:nvPr/>
        </p:nvSpPr>
        <p:spPr>
          <a:xfrm>
            <a:off x="8189119" y="4048125"/>
            <a:ext cx="26194" cy="547688"/>
          </a:xfrm>
          <a:prstGeom prst="rect">
            <a:avLst/>
          </a:prstGeom>
          <a:solidFill>
            <a:srgbClr val="1D4ED8"/>
          </a:solidFill>
          <a:ln w="13097">
            <a:solidFill>
              <a:srgbClr val="172B4D"/>
            </a:solidFill>
          </a:ln>
        </p:spPr>
      </p:sp>
      <p:sp>
        <p:nvSpPr>
          <p:cNvPr id="610" name="object-610">
            <a:extLst>
              <a:ext uri="{FF2B5EF4-FFF2-40B4-BE49-F238E27FC236}">
                <a16:creationId xmlns:a16="http://schemas.microsoft.com/office/drawing/2014/main" id="{39EA4B57-76D6-4EFA-804D-560F4942341D}"/>
              </a:ext>
            </a:extLst>
          </p:cNvPr>
          <p:cNvSpPr>
            <a:spLocks noGrp="1"/>
          </p:cNvSpPr>
          <p:nvPr/>
        </p:nvSpPr>
        <p:spPr>
          <a:xfrm>
            <a:off x="8215313" y="4048125"/>
            <a:ext cx="26194" cy="547688"/>
          </a:xfrm>
          <a:prstGeom prst="rect">
            <a:avLst/>
          </a:prstGeom>
          <a:solidFill>
            <a:srgbClr val="1D4ED8"/>
          </a:solidFill>
          <a:ln w="13097">
            <a:solidFill>
              <a:srgbClr val="172B4D"/>
            </a:solidFill>
          </a:ln>
        </p:spPr>
      </p:sp>
      <p:sp>
        <p:nvSpPr>
          <p:cNvPr id="611" name="object-611">
            <a:extLst>
              <a:ext uri="{FF2B5EF4-FFF2-40B4-BE49-F238E27FC236}">
                <a16:creationId xmlns:a16="http://schemas.microsoft.com/office/drawing/2014/main" id="{98323C35-030C-4514-A2A5-0CE19C2952B3}"/>
              </a:ext>
            </a:extLst>
          </p:cNvPr>
          <p:cNvSpPr>
            <a:spLocks noGrp="1"/>
          </p:cNvSpPr>
          <p:nvPr/>
        </p:nvSpPr>
        <p:spPr>
          <a:xfrm>
            <a:off x="8241506" y="4048125"/>
            <a:ext cx="26194" cy="547688"/>
          </a:xfrm>
          <a:prstGeom prst="rect">
            <a:avLst/>
          </a:prstGeom>
          <a:solidFill>
            <a:srgbClr val="1D4ED8"/>
          </a:solidFill>
          <a:ln w="13097">
            <a:solidFill>
              <a:srgbClr val="172B4D"/>
            </a:solidFill>
          </a:ln>
        </p:spPr>
      </p:sp>
      <p:sp>
        <p:nvSpPr>
          <p:cNvPr id="612" name="object-612">
            <a:extLst>
              <a:ext uri="{FF2B5EF4-FFF2-40B4-BE49-F238E27FC236}">
                <a16:creationId xmlns:a16="http://schemas.microsoft.com/office/drawing/2014/main" id="{81794B70-63A9-4DF5-B79A-F8FB7EF15493}"/>
              </a:ext>
            </a:extLst>
          </p:cNvPr>
          <p:cNvSpPr>
            <a:spLocks noGrp="1"/>
          </p:cNvSpPr>
          <p:nvPr/>
        </p:nvSpPr>
        <p:spPr>
          <a:xfrm>
            <a:off x="8267700" y="4048125"/>
            <a:ext cx="26194" cy="547688"/>
          </a:xfrm>
          <a:prstGeom prst="rect">
            <a:avLst/>
          </a:prstGeom>
          <a:solidFill>
            <a:srgbClr val="1D4ED8"/>
          </a:solidFill>
          <a:ln w="13097">
            <a:solidFill>
              <a:srgbClr val="172B4D"/>
            </a:solidFill>
          </a:ln>
        </p:spPr>
      </p:sp>
      <p:sp>
        <p:nvSpPr>
          <p:cNvPr id="613" name="object-613">
            <a:extLst>
              <a:ext uri="{FF2B5EF4-FFF2-40B4-BE49-F238E27FC236}">
                <a16:creationId xmlns:a16="http://schemas.microsoft.com/office/drawing/2014/main" id="{CBD0395E-FD50-4747-83D1-ED263AB5DB6D}"/>
              </a:ext>
            </a:extLst>
          </p:cNvPr>
          <p:cNvSpPr>
            <a:spLocks noGrp="1"/>
          </p:cNvSpPr>
          <p:nvPr/>
        </p:nvSpPr>
        <p:spPr>
          <a:xfrm>
            <a:off x="8293894" y="4048125"/>
            <a:ext cx="26194" cy="547688"/>
          </a:xfrm>
          <a:prstGeom prst="rect">
            <a:avLst/>
          </a:prstGeom>
          <a:solidFill>
            <a:srgbClr val="1D4ED8"/>
          </a:solidFill>
          <a:ln w="13097">
            <a:solidFill>
              <a:srgbClr val="172B4D"/>
            </a:solidFill>
          </a:ln>
        </p:spPr>
      </p:sp>
      <p:sp>
        <p:nvSpPr>
          <p:cNvPr id="614" name="object-614">
            <a:extLst>
              <a:ext uri="{FF2B5EF4-FFF2-40B4-BE49-F238E27FC236}">
                <a16:creationId xmlns:a16="http://schemas.microsoft.com/office/drawing/2014/main" id="{12A1D089-2B35-40D3-8410-6BA142BC94A5}"/>
              </a:ext>
            </a:extLst>
          </p:cNvPr>
          <p:cNvSpPr>
            <a:spLocks noGrp="1"/>
          </p:cNvSpPr>
          <p:nvPr/>
        </p:nvSpPr>
        <p:spPr>
          <a:xfrm>
            <a:off x="8320088" y="4048125"/>
            <a:ext cx="26194" cy="547688"/>
          </a:xfrm>
          <a:prstGeom prst="rect">
            <a:avLst/>
          </a:prstGeom>
          <a:solidFill>
            <a:srgbClr val="1D4ED8"/>
          </a:solidFill>
          <a:ln w="13097">
            <a:solidFill>
              <a:srgbClr val="172B4D"/>
            </a:solidFill>
          </a:ln>
        </p:spPr>
      </p:sp>
      <p:sp>
        <p:nvSpPr>
          <p:cNvPr id="615" name="object-615">
            <a:extLst>
              <a:ext uri="{FF2B5EF4-FFF2-40B4-BE49-F238E27FC236}">
                <a16:creationId xmlns:a16="http://schemas.microsoft.com/office/drawing/2014/main" id="{9F5EEE23-8632-4872-882F-4DB5B5D9779A}"/>
              </a:ext>
            </a:extLst>
          </p:cNvPr>
          <p:cNvSpPr>
            <a:spLocks noGrp="1"/>
          </p:cNvSpPr>
          <p:nvPr/>
        </p:nvSpPr>
        <p:spPr>
          <a:xfrm>
            <a:off x="8346281" y="4048125"/>
            <a:ext cx="26194" cy="547688"/>
          </a:xfrm>
          <a:prstGeom prst="rect">
            <a:avLst/>
          </a:prstGeom>
          <a:solidFill>
            <a:srgbClr val="1D4ED8"/>
          </a:solidFill>
          <a:ln w="13097">
            <a:solidFill>
              <a:srgbClr val="172B4D"/>
            </a:solidFill>
          </a:ln>
        </p:spPr>
      </p:sp>
      <p:sp>
        <p:nvSpPr>
          <p:cNvPr id="616" name="object-616">
            <a:extLst>
              <a:ext uri="{FF2B5EF4-FFF2-40B4-BE49-F238E27FC236}">
                <a16:creationId xmlns:a16="http://schemas.microsoft.com/office/drawing/2014/main" id="{EECD8721-5829-46FC-8F09-0505575A3A27}"/>
              </a:ext>
            </a:extLst>
          </p:cNvPr>
          <p:cNvSpPr>
            <a:spLocks noGrp="1"/>
          </p:cNvSpPr>
          <p:nvPr/>
        </p:nvSpPr>
        <p:spPr>
          <a:xfrm>
            <a:off x="8372475" y="4048125"/>
            <a:ext cx="26194" cy="547688"/>
          </a:xfrm>
          <a:prstGeom prst="rect">
            <a:avLst/>
          </a:prstGeom>
          <a:solidFill>
            <a:srgbClr val="1D4ED8"/>
          </a:solidFill>
          <a:ln w="13097">
            <a:solidFill>
              <a:srgbClr val="172B4D"/>
            </a:solidFill>
          </a:ln>
        </p:spPr>
      </p:sp>
      <p:sp>
        <p:nvSpPr>
          <p:cNvPr id="617" name="object-617">
            <a:extLst>
              <a:ext uri="{FF2B5EF4-FFF2-40B4-BE49-F238E27FC236}">
                <a16:creationId xmlns:a16="http://schemas.microsoft.com/office/drawing/2014/main" id="{D92191D8-1FB5-428D-8897-5D84672CEEB3}"/>
              </a:ext>
            </a:extLst>
          </p:cNvPr>
          <p:cNvSpPr>
            <a:spLocks noGrp="1"/>
          </p:cNvSpPr>
          <p:nvPr/>
        </p:nvSpPr>
        <p:spPr>
          <a:xfrm>
            <a:off x="8398669" y="4048125"/>
            <a:ext cx="26194" cy="547688"/>
          </a:xfrm>
          <a:prstGeom prst="rect">
            <a:avLst/>
          </a:prstGeom>
          <a:solidFill>
            <a:srgbClr val="1D4ED8"/>
          </a:solidFill>
          <a:ln w="13097">
            <a:solidFill>
              <a:srgbClr val="172B4D"/>
            </a:solidFill>
          </a:ln>
        </p:spPr>
      </p:sp>
      <p:sp>
        <p:nvSpPr>
          <p:cNvPr id="618" name="object-618">
            <a:extLst>
              <a:ext uri="{FF2B5EF4-FFF2-40B4-BE49-F238E27FC236}">
                <a16:creationId xmlns:a16="http://schemas.microsoft.com/office/drawing/2014/main" id="{42ADCFF2-978C-45A9-A7D8-0900DFA06DF6}"/>
              </a:ext>
            </a:extLst>
          </p:cNvPr>
          <p:cNvSpPr>
            <a:spLocks noGrp="1"/>
          </p:cNvSpPr>
          <p:nvPr/>
        </p:nvSpPr>
        <p:spPr>
          <a:xfrm>
            <a:off x="8424863" y="4048125"/>
            <a:ext cx="26194" cy="547688"/>
          </a:xfrm>
          <a:prstGeom prst="rect">
            <a:avLst/>
          </a:prstGeom>
          <a:solidFill>
            <a:srgbClr val="1D4ED8"/>
          </a:solidFill>
          <a:ln w="13097">
            <a:solidFill>
              <a:srgbClr val="172B4D"/>
            </a:solidFill>
          </a:ln>
        </p:spPr>
      </p:sp>
      <p:sp>
        <p:nvSpPr>
          <p:cNvPr id="619" name="object-619">
            <a:extLst>
              <a:ext uri="{FF2B5EF4-FFF2-40B4-BE49-F238E27FC236}">
                <a16:creationId xmlns:a16="http://schemas.microsoft.com/office/drawing/2014/main" id="{E2161765-71E0-46AD-92D2-52F8DC9E56C0}"/>
              </a:ext>
            </a:extLst>
          </p:cNvPr>
          <p:cNvSpPr>
            <a:spLocks noGrp="1"/>
          </p:cNvSpPr>
          <p:nvPr/>
        </p:nvSpPr>
        <p:spPr>
          <a:xfrm>
            <a:off x="8451056" y="4048125"/>
            <a:ext cx="26194" cy="547688"/>
          </a:xfrm>
          <a:prstGeom prst="rect">
            <a:avLst/>
          </a:prstGeom>
          <a:solidFill>
            <a:srgbClr val="1D4ED8"/>
          </a:solidFill>
          <a:ln w="13097">
            <a:solidFill>
              <a:srgbClr val="172B4D"/>
            </a:solidFill>
          </a:ln>
        </p:spPr>
      </p:sp>
      <p:sp>
        <p:nvSpPr>
          <p:cNvPr id="620" name="object-620">
            <a:extLst>
              <a:ext uri="{FF2B5EF4-FFF2-40B4-BE49-F238E27FC236}">
                <a16:creationId xmlns:a16="http://schemas.microsoft.com/office/drawing/2014/main" id="{D89DC631-9DC3-4B40-B595-E79B14B8C251}"/>
              </a:ext>
            </a:extLst>
          </p:cNvPr>
          <p:cNvSpPr>
            <a:spLocks noGrp="1"/>
          </p:cNvSpPr>
          <p:nvPr/>
        </p:nvSpPr>
        <p:spPr>
          <a:xfrm>
            <a:off x="8477250" y="4048125"/>
            <a:ext cx="26194" cy="547688"/>
          </a:xfrm>
          <a:prstGeom prst="rect">
            <a:avLst/>
          </a:prstGeom>
          <a:solidFill>
            <a:srgbClr val="1D4ED8"/>
          </a:solidFill>
          <a:ln w="13097">
            <a:solidFill>
              <a:srgbClr val="172B4D"/>
            </a:solidFill>
          </a:ln>
        </p:spPr>
      </p:sp>
      <p:sp>
        <p:nvSpPr>
          <p:cNvPr id="621" name="object-621">
            <a:extLst>
              <a:ext uri="{FF2B5EF4-FFF2-40B4-BE49-F238E27FC236}">
                <a16:creationId xmlns:a16="http://schemas.microsoft.com/office/drawing/2014/main" id="{E9BFB128-3443-49E4-B309-F39D461893CF}"/>
              </a:ext>
            </a:extLst>
          </p:cNvPr>
          <p:cNvSpPr>
            <a:spLocks noGrp="1"/>
          </p:cNvSpPr>
          <p:nvPr/>
        </p:nvSpPr>
        <p:spPr>
          <a:xfrm>
            <a:off x="8503444" y="4048125"/>
            <a:ext cx="26194" cy="547688"/>
          </a:xfrm>
          <a:prstGeom prst="rect">
            <a:avLst/>
          </a:prstGeom>
          <a:solidFill>
            <a:srgbClr val="1D4ED8"/>
          </a:solidFill>
          <a:ln w="13097">
            <a:solidFill>
              <a:srgbClr val="172B4D"/>
            </a:solidFill>
          </a:ln>
        </p:spPr>
      </p:sp>
      <p:sp>
        <p:nvSpPr>
          <p:cNvPr id="622" name="object-622">
            <a:extLst>
              <a:ext uri="{FF2B5EF4-FFF2-40B4-BE49-F238E27FC236}">
                <a16:creationId xmlns:a16="http://schemas.microsoft.com/office/drawing/2014/main" id="{64E86778-DEB7-484F-A8C7-05BECC1EE200}"/>
              </a:ext>
            </a:extLst>
          </p:cNvPr>
          <p:cNvSpPr>
            <a:spLocks noGrp="1"/>
          </p:cNvSpPr>
          <p:nvPr/>
        </p:nvSpPr>
        <p:spPr>
          <a:xfrm>
            <a:off x="8529638" y="4048125"/>
            <a:ext cx="26194" cy="547688"/>
          </a:xfrm>
          <a:prstGeom prst="rect">
            <a:avLst/>
          </a:prstGeom>
          <a:solidFill>
            <a:srgbClr val="1D4ED8"/>
          </a:solidFill>
          <a:ln w="13097">
            <a:solidFill>
              <a:srgbClr val="172B4D"/>
            </a:solidFill>
          </a:ln>
        </p:spPr>
      </p:sp>
      <p:sp>
        <p:nvSpPr>
          <p:cNvPr id="623" name="object-623">
            <a:extLst>
              <a:ext uri="{FF2B5EF4-FFF2-40B4-BE49-F238E27FC236}">
                <a16:creationId xmlns:a16="http://schemas.microsoft.com/office/drawing/2014/main" id="{3D541ECC-4CC2-4384-8139-77F8B37C5F9B}"/>
              </a:ext>
            </a:extLst>
          </p:cNvPr>
          <p:cNvSpPr>
            <a:spLocks noGrp="1"/>
          </p:cNvSpPr>
          <p:nvPr/>
        </p:nvSpPr>
        <p:spPr>
          <a:xfrm>
            <a:off x="8555831" y="4048125"/>
            <a:ext cx="26194" cy="547688"/>
          </a:xfrm>
          <a:prstGeom prst="rect">
            <a:avLst/>
          </a:prstGeom>
          <a:solidFill>
            <a:srgbClr val="1D4ED8"/>
          </a:solidFill>
          <a:ln w="13097">
            <a:solidFill>
              <a:srgbClr val="172B4D"/>
            </a:solidFill>
          </a:ln>
        </p:spPr>
      </p:sp>
      <p:sp>
        <p:nvSpPr>
          <p:cNvPr id="624" name="object-624">
            <a:extLst>
              <a:ext uri="{FF2B5EF4-FFF2-40B4-BE49-F238E27FC236}">
                <a16:creationId xmlns:a16="http://schemas.microsoft.com/office/drawing/2014/main" id="{E2A9A8D2-FEAC-475B-9000-EA34D0C71C46}"/>
              </a:ext>
            </a:extLst>
          </p:cNvPr>
          <p:cNvSpPr>
            <a:spLocks noGrp="1"/>
          </p:cNvSpPr>
          <p:nvPr/>
        </p:nvSpPr>
        <p:spPr>
          <a:xfrm>
            <a:off x="8582025" y="4048125"/>
            <a:ext cx="26194" cy="547688"/>
          </a:xfrm>
          <a:prstGeom prst="rect">
            <a:avLst/>
          </a:prstGeom>
          <a:solidFill>
            <a:srgbClr val="1D4ED8"/>
          </a:solidFill>
          <a:ln w="13097">
            <a:solidFill>
              <a:srgbClr val="172B4D"/>
            </a:solidFill>
          </a:ln>
        </p:spPr>
      </p:sp>
      <p:sp>
        <p:nvSpPr>
          <p:cNvPr id="625" name="object-625">
            <a:extLst>
              <a:ext uri="{FF2B5EF4-FFF2-40B4-BE49-F238E27FC236}">
                <a16:creationId xmlns:a16="http://schemas.microsoft.com/office/drawing/2014/main" id="{B4E623E6-BAF1-44DC-AF3E-5FC84CF3F287}"/>
              </a:ext>
            </a:extLst>
          </p:cNvPr>
          <p:cNvSpPr>
            <a:spLocks noGrp="1"/>
          </p:cNvSpPr>
          <p:nvPr/>
        </p:nvSpPr>
        <p:spPr>
          <a:xfrm>
            <a:off x="8608219" y="4048125"/>
            <a:ext cx="26194" cy="547688"/>
          </a:xfrm>
          <a:prstGeom prst="rect">
            <a:avLst/>
          </a:prstGeom>
          <a:solidFill>
            <a:srgbClr val="1D4ED8"/>
          </a:solidFill>
          <a:ln w="13097">
            <a:solidFill>
              <a:srgbClr val="172B4D"/>
            </a:solidFill>
          </a:ln>
        </p:spPr>
      </p:sp>
      <p:sp>
        <p:nvSpPr>
          <p:cNvPr id="626" name="object-626">
            <a:extLst>
              <a:ext uri="{FF2B5EF4-FFF2-40B4-BE49-F238E27FC236}">
                <a16:creationId xmlns:a16="http://schemas.microsoft.com/office/drawing/2014/main" id="{F727192A-EE55-4D8D-A98A-5194D07D7511}"/>
              </a:ext>
            </a:extLst>
          </p:cNvPr>
          <p:cNvSpPr>
            <a:spLocks noGrp="1"/>
          </p:cNvSpPr>
          <p:nvPr/>
        </p:nvSpPr>
        <p:spPr>
          <a:xfrm>
            <a:off x="8634413" y="4048125"/>
            <a:ext cx="26194" cy="547688"/>
          </a:xfrm>
          <a:prstGeom prst="rect">
            <a:avLst/>
          </a:prstGeom>
          <a:solidFill>
            <a:srgbClr val="1D4ED8"/>
          </a:solidFill>
          <a:ln w="13097">
            <a:solidFill>
              <a:srgbClr val="172B4D"/>
            </a:solidFill>
          </a:ln>
        </p:spPr>
      </p:sp>
      <p:sp>
        <p:nvSpPr>
          <p:cNvPr id="627" name="object-627">
            <a:extLst>
              <a:ext uri="{FF2B5EF4-FFF2-40B4-BE49-F238E27FC236}">
                <a16:creationId xmlns:a16="http://schemas.microsoft.com/office/drawing/2014/main" id="{1F9A30CA-6919-49FA-91A5-268F5A300578}"/>
              </a:ext>
            </a:extLst>
          </p:cNvPr>
          <p:cNvSpPr>
            <a:spLocks noGrp="1"/>
          </p:cNvSpPr>
          <p:nvPr/>
        </p:nvSpPr>
        <p:spPr>
          <a:xfrm>
            <a:off x="8660606" y="4048125"/>
            <a:ext cx="26194" cy="547688"/>
          </a:xfrm>
          <a:prstGeom prst="rect">
            <a:avLst/>
          </a:prstGeom>
          <a:solidFill>
            <a:srgbClr val="1D4ED8"/>
          </a:solidFill>
          <a:ln w="13097">
            <a:solidFill>
              <a:srgbClr val="172B4D"/>
            </a:solidFill>
          </a:ln>
        </p:spPr>
      </p:sp>
      <p:sp>
        <p:nvSpPr>
          <p:cNvPr id="628" name="object-628">
            <a:extLst>
              <a:ext uri="{FF2B5EF4-FFF2-40B4-BE49-F238E27FC236}">
                <a16:creationId xmlns:a16="http://schemas.microsoft.com/office/drawing/2014/main" id="{067ACE94-368F-4886-9791-F36748DC065F}"/>
              </a:ext>
            </a:extLst>
          </p:cNvPr>
          <p:cNvSpPr>
            <a:spLocks noGrp="1"/>
          </p:cNvSpPr>
          <p:nvPr/>
        </p:nvSpPr>
        <p:spPr>
          <a:xfrm>
            <a:off x="8686800" y="4048125"/>
            <a:ext cx="26194" cy="547688"/>
          </a:xfrm>
          <a:prstGeom prst="rect">
            <a:avLst/>
          </a:prstGeom>
          <a:solidFill>
            <a:srgbClr val="1D4ED8"/>
          </a:solidFill>
          <a:ln w="13097">
            <a:solidFill>
              <a:srgbClr val="172B4D"/>
            </a:solidFill>
          </a:ln>
        </p:spPr>
      </p:sp>
      <p:sp>
        <p:nvSpPr>
          <p:cNvPr id="629" name="object-629">
            <a:extLst>
              <a:ext uri="{FF2B5EF4-FFF2-40B4-BE49-F238E27FC236}">
                <a16:creationId xmlns:a16="http://schemas.microsoft.com/office/drawing/2014/main" id="{FA6DAF02-B42E-47E4-A31F-CD35D3E991CD}"/>
              </a:ext>
            </a:extLst>
          </p:cNvPr>
          <p:cNvSpPr>
            <a:spLocks noGrp="1"/>
          </p:cNvSpPr>
          <p:nvPr/>
        </p:nvSpPr>
        <p:spPr>
          <a:xfrm>
            <a:off x="8712994" y="4048125"/>
            <a:ext cx="26194" cy="547688"/>
          </a:xfrm>
          <a:prstGeom prst="rect">
            <a:avLst/>
          </a:prstGeom>
          <a:solidFill>
            <a:srgbClr val="1D4ED8"/>
          </a:solidFill>
          <a:ln w="13097">
            <a:solidFill>
              <a:srgbClr val="172B4D"/>
            </a:solidFill>
          </a:ln>
        </p:spPr>
      </p:sp>
      <p:sp>
        <p:nvSpPr>
          <p:cNvPr id="630" name="object-630">
            <a:extLst>
              <a:ext uri="{FF2B5EF4-FFF2-40B4-BE49-F238E27FC236}">
                <a16:creationId xmlns:a16="http://schemas.microsoft.com/office/drawing/2014/main" id="{1E0D2D31-594E-4A1D-BC1C-38EBE79065ED}"/>
              </a:ext>
            </a:extLst>
          </p:cNvPr>
          <p:cNvSpPr>
            <a:spLocks noGrp="1"/>
          </p:cNvSpPr>
          <p:nvPr/>
        </p:nvSpPr>
        <p:spPr>
          <a:xfrm>
            <a:off x="8739188" y="4048125"/>
            <a:ext cx="26194" cy="547688"/>
          </a:xfrm>
          <a:prstGeom prst="rect">
            <a:avLst/>
          </a:prstGeom>
          <a:solidFill>
            <a:srgbClr val="1D4ED8"/>
          </a:solidFill>
          <a:ln w="13097">
            <a:solidFill>
              <a:srgbClr val="172B4D"/>
            </a:solidFill>
          </a:ln>
        </p:spPr>
      </p:sp>
      <p:sp>
        <p:nvSpPr>
          <p:cNvPr id="631" name="object-631">
            <a:extLst>
              <a:ext uri="{FF2B5EF4-FFF2-40B4-BE49-F238E27FC236}">
                <a16:creationId xmlns:a16="http://schemas.microsoft.com/office/drawing/2014/main" id="{327067D3-7A43-406E-82C1-22B3BFD9E623}"/>
              </a:ext>
            </a:extLst>
          </p:cNvPr>
          <p:cNvSpPr>
            <a:spLocks noGrp="1"/>
          </p:cNvSpPr>
          <p:nvPr/>
        </p:nvSpPr>
        <p:spPr>
          <a:xfrm>
            <a:off x="8765381" y="4048125"/>
            <a:ext cx="26194" cy="547688"/>
          </a:xfrm>
          <a:prstGeom prst="rect">
            <a:avLst/>
          </a:prstGeom>
          <a:solidFill>
            <a:srgbClr val="1D4ED8"/>
          </a:solidFill>
          <a:ln w="13097">
            <a:solidFill>
              <a:srgbClr val="172B4D"/>
            </a:solidFill>
          </a:ln>
        </p:spPr>
      </p:sp>
      <p:sp>
        <p:nvSpPr>
          <p:cNvPr id="632" name="object-632">
            <a:extLst>
              <a:ext uri="{FF2B5EF4-FFF2-40B4-BE49-F238E27FC236}">
                <a16:creationId xmlns:a16="http://schemas.microsoft.com/office/drawing/2014/main" id="{B49DE196-53AB-48B4-981E-7196B8278A1B}"/>
              </a:ext>
            </a:extLst>
          </p:cNvPr>
          <p:cNvSpPr>
            <a:spLocks noGrp="1"/>
          </p:cNvSpPr>
          <p:nvPr/>
        </p:nvSpPr>
        <p:spPr>
          <a:xfrm>
            <a:off x="8791575" y="4048125"/>
            <a:ext cx="26194" cy="547688"/>
          </a:xfrm>
          <a:prstGeom prst="rect">
            <a:avLst/>
          </a:prstGeom>
          <a:solidFill>
            <a:srgbClr val="1D4ED8"/>
          </a:solidFill>
          <a:ln w="13097">
            <a:solidFill>
              <a:srgbClr val="172B4D"/>
            </a:solidFill>
          </a:ln>
        </p:spPr>
      </p:sp>
      <p:sp>
        <p:nvSpPr>
          <p:cNvPr id="633" name="object-633">
            <a:extLst>
              <a:ext uri="{FF2B5EF4-FFF2-40B4-BE49-F238E27FC236}">
                <a16:creationId xmlns:a16="http://schemas.microsoft.com/office/drawing/2014/main" id="{2B92A69D-098F-4D1D-800B-BC55F694F2D0}"/>
              </a:ext>
            </a:extLst>
          </p:cNvPr>
          <p:cNvSpPr>
            <a:spLocks noGrp="1"/>
          </p:cNvSpPr>
          <p:nvPr/>
        </p:nvSpPr>
        <p:spPr>
          <a:xfrm>
            <a:off x="8817769" y="4048125"/>
            <a:ext cx="26194" cy="547688"/>
          </a:xfrm>
          <a:prstGeom prst="rect">
            <a:avLst/>
          </a:prstGeom>
          <a:solidFill>
            <a:srgbClr val="1D4ED8"/>
          </a:solidFill>
          <a:ln w="13097">
            <a:solidFill>
              <a:srgbClr val="172B4D"/>
            </a:solidFill>
          </a:ln>
        </p:spPr>
      </p:sp>
      <p:sp>
        <p:nvSpPr>
          <p:cNvPr id="634" name="object-634">
            <a:extLst>
              <a:ext uri="{FF2B5EF4-FFF2-40B4-BE49-F238E27FC236}">
                <a16:creationId xmlns:a16="http://schemas.microsoft.com/office/drawing/2014/main" id="{74B44A7A-DAE8-4D35-98ED-A733265FE8EB}"/>
              </a:ext>
            </a:extLst>
          </p:cNvPr>
          <p:cNvSpPr>
            <a:spLocks noGrp="1"/>
          </p:cNvSpPr>
          <p:nvPr/>
        </p:nvSpPr>
        <p:spPr>
          <a:xfrm>
            <a:off x="8843963" y="4048125"/>
            <a:ext cx="26194" cy="547688"/>
          </a:xfrm>
          <a:prstGeom prst="rect">
            <a:avLst/>
          </a:prstGeom>
          <a:solidFill>
            <a:srgbClr val="1D4ED8"/>
          </a:solidFill>
          <a:ln w="13097">
            <a:solidFill>
              <a:srgbClr val="172B4D"/>
            </a:solidFill>
          </a:ln>
        </p:spPr>
      </p:sp>
      <p:sp>
        <p:nvSpPr>
          <p:cNvPr id="635" name="object-635">
            <a:extLst>
              <a:ext uri="{FF2B5EF4-FFF2-40B4-BE49-F238E27FC236}">
                <a16:creationId xmlns:a16="http://schemas.microsoft.com/office/drawing/2014/main" id="{8CCF411A-72D4-46A2-84D8-E0B769EC8063}"/>
              </a:ext>
            </a:extLst>
          </p:cNvPr>
          <p:cNvSpPr>
            <a:spLocks noGrp="1"/>
          </p:cNvSpPr>
          <p:nvPr/>
        </p:nvSpPr>
        <p:spPr>
          <a:xfrm>
            <a:off x="8870156" y="4048125"/>
            <a:ext cx="26194" cy="547688"/>
          </a:xfrm>
          <a:prstGeom prst="rect">
            <a:avLst/>
          </a:prstGeom>
          <a:solidFill>
            <a:srgbClr val="1D4ED8"/>
          </a:solidFill>
          <a:ln w="13097">
            <a:solidFill>
              <a:srgbClr val="172B4D"/>
            </a:solidFill>
          </a:ln>
        </p:spPr>
      </p:sp>
      <p:sp>
        <p:nvSpPr>
          <p:cNvPr id="636" name="object-636">
            <a:extLst>
              <a:ext uri="{FF2B5EF4-FFF2-40B4-BE49-F238E27FC236}">
                <a16:creationId xmlns:a16="http://schemas.microsoft.com/office/drawing/2014/main" id="{A349DBE3-2BCB-49E2-BEC6-C4ABBAC9CD60}"/>
              </a:ext>
            </a:extLst>
          </p:cNvPr>
          <p:cNvSpPr>
            <a:spLocks noGrp="1"/>
          </p:cNvSpPr>
          <p:nvPr/>
        </p:nvSpPr>
        <p:spPr>
          <a:xfrm>
            <a:off x="8896350" y="4048125"/>
            <a:ext cx="26194" cy="547688"/>
          </a:xfrm>
          <a:prstGeom prst="rect">
            <a:avLst/>
          </a:prstGeom>
          <a:solidFill>
            <a:srgbClr val="1D4ED8"/>
          </a:solidFill>
          <a:ln w="13097">
            <a:solidFill>
              <a:srgbClr val="172B4D"/>
            </a:solidFill>
          </a:ln>
        </p:spPr>
      </p:sp>
      <p:sp>
        <p:nvSpPr>
          <p:cNvPr id="637" name="object-637">
            <a:extLst>
              <a:ext uri="{FF2B5EF4-FFF2-40B4-BE49-F238E27FC236}">
                <a16:creationId xmlns:a16="http://schemas.microsoft.com/office/drawing/2014/main" id="{9E0725E6-AA17-4A6A-A6C5-E95FC813D8E3}"/>
              </a:ext>
            </a:extLst>
          </p:cNvPr>
          <p:cNvSpPr>
            <a:spLocks noGrp="1"/>
          </p:cNvSpPr>
          <p:nvPr/>
        </p:nvSpPr>
        <p:spPr>
          <a:xfrm>
            <a:off x="8922544" y="4048125"/>
            <a:ext cx="26194" cy="547688"/>
          </a:xfrm>
          <a:prstGeom prst="rect">
            <a:avLst/>
          </a:prstGeom>
          <a:solidFill>
            <a:srgbClr val="1D4ED8"/>
          </a:solidFill>
          <a:ln w="13097">
            <a:solidFill>
              <a:srgbClr val="172B4D"/>
            </a:solidFill>
          </a:ln>
        </p:spPr>
      </p:sp>
      <p:sp>
        <p:nvSpPr>
          <p:cNvPr id="638" name="object-638">
            <a:extLst>
              <a:ext uri="{FF2B5EF4-FFF2-40B4-BE49-F238E27FC236}">
                <a16:creationId xmlns:a16="http://schemas.microsoft.com/office/drawing/2014/main" id="{462B3055-F23C-4CFA-96CE-4C0A54F7DC5E}"/>
              </a:ext>
            </a:extLst>
          </p:cNvPr>
          <p:cNvSpPr>
            <a:spLocks noGrp="1"/>
          </p:cNvSpPr>
          <p:nvPr/>
        </p:nvSpPr>
        <p:spPr>
          <a:xfrm>
            <a:off x="8948738" y="4048125"/>
            <a:ext cx="26194" cy="547688"/>
          </a:xfrm>
          <a:prstGeom prst="rect">
            <a:avLst/>
          </a:prstGeom>
          <a:solidFill>
            <a:srgbClr val="1D4ED8"/>
          </a:solidFill>
          <a:ln w="13097">
            <a:solidFill>
              <a:srgbClr val="172B4D"/>
            </a:solidFill>
          </a:ln>
        </p:spPr>
      </p:sp>
      <p:sp>
        <p:nvSpPr>
          <p:cNvPr id="639" name="object-639">
            <a:extLst>
              <a:ext uri="{FF2B5EF4-FFF2-40B4-BE49-F238E27FC236}">
                <a16:creationId xmlns:a16="http://schemas.microsoft.com/office/drawing/2014/main" id="{4F90DD5F-2C06-47C6-A0F3-0FD2BD55D1A6}"/>
              </a:ext>
            </a:extLst>
          </p:cNvPr>
          <p:cNvSpPr>
            <a:spLocks noGrp="1"/>
          </p:cNvSpPr>
          <p:nvPr/>
        </p:nvSpPr>
        <p:spPr>
          <a:xfrm>
            <a:off x="8974931" y="4048125"/>
            <a:ext cx="26194" cy="547688"/>
          </a:xfrm>
          <a:prstGeom prst="rect">
            <a:avLst/>
          </a:prstGeom>
          <a:solidFill>
            <a:srgbClr val="1D4ED8"/>
          </a:solidFill>
          <a:ln w="13097">
            <a:solidFill>
              <a:srgbClr val="172B4D"/>
            </a:solidFill>
          </a:ln>
        </p:spPr>
      </p:sp>
      <p:sp>
        <p:nvSpPr>
          <p:cNvPr id="640" name="object-640">
            <a:extLst>
              <a:ext uri="{FF2B5EF4-FFF2-40B4-BE49-F238E27FC236}">
                <a16:creationId xmlns:a16="http://schemas.microsoft.com/office/drawing/2014/main" id="{0EC6D0E3-1350-4826-B1C1-C6B6C132150F}"/>
              </a:ext>
            </a:extLst>
          </p:cNvPr>
          <p:cNvSpPr>
            <a:spLocks noGrp="1"/>
          </p:cNvSpPr>
          <p:nvPr/>
        </p:nvSpPr>
        <p:spPr>
          <a:xfrm>
            <a:off x="9001125" y="4048125"/>
            <a:ext cx="26194" cy="547688"/>
          </a:xfrm>
          <a:prstGeom prst="rect">
            <a:avLst/>
          </a:prstGeom>
          <a:solidFill>
            <a:srgbClr val="1D4ED8"/>
          </a:solidFill>
          <a:ln w="13097">
            <a:solidFill>
              <a:srgbClr val="172B4D"/>
            </a:solidFill>
          </a:ln>
        </p:spPr>
      </p:sp>
      <p:sp>
        <p:nvSpPr>
          <p:cNvPr id="641" name="object-641">
            <a:extLst>
              <a:ext uri="{FF2B5EF4-FFF2-40B4-BE49-F238E27FC236}">
                <a16:creationId xmlns:a16="http://schemas.microsoft.com/office/drawing/2014/main" id="{0C27736F-50A8-49CC-BA45-84C9A14A8C38}"/>
              </a:ext>
            </a:extLst>
          </p:cNvPr>
          <p:cNvSpPr>
            <a:spLocks noGrp="1"/>
          </p:cNvSpPr>
          <p:nvPr/>
        </p:nvSpPr>
        <p:spPr>
          <a:xfrm>
            <a:off x="9027319" y="4048125"/>
            <a:ext cx="26194" cy="547688"/>
          </a:xfrm>
          <a:prstGeom prst="rect">
            <a:avLst/>
          </a:prstGeom>
          <a:solidFill>
            <a:srgbClr val="1D4ED8"/>
          </a:solidFill>
          <a:ln w="13097">
            <a:solidFill>
              <a:srgbClr val="172B4D"/>
            </a:solidFill>
          </a:ln>
        </p:spPr>
      </p:sp>
      <p:sp>
        <p:nvSpPr>
          <p:cNvPr id="642" name="object-642">
            <a:extLst>
              <a:ext uri="{FF2B5EF4-FFF2-40B4-BE49-F238E27FC236}">
                <a16:creationId xmlns:a16="http://schemas.microsoft.com/office/drawing/2014/main" id="{88F6BB42-15AE-44C4-A0AA-ECA0B429D26F}"/>
              </a:ext>
            </a:extLst>
          </p:cNvPr>
          <p:cNvSpPr>
            <a:spLocks noGrp="1"/>
          </p:cNvSpPr>
          <p:nvPr/>
        </p:nvSpPr>
        <p:spPr>
          <a:xfrm>
            <a:off x="9053513" y="4048125"/>
            <a:ext cx="26194" cy="547688"/>
          </a:xfrm>
          <a:prstGeom prst="rect">
            <a:avLst/>
          </a:prstGeom>
          <a:solidFill>
            <a:srgbClr val="1D4ED8"/>
          </a:solidFill>
          <a:ln w="13097">
            <a:solidFill>
              <a:srgbClr val="172B4D"/>
            </a:solidFill>
          </a:ln>
        </p:spPr>
      </p:sp>
      <p:sp>
        <p:nvSpPr>
          <p:cNvPr id="643" name="object-643">
            <a:extLst>
              <a:ext uri="{FF2B5EF4-FFF2-40B4-BE49-F238E27FC236}">
                <a16:creationId xmlns:a16="http://schemas.microsoft.com/office/drawing/2014/main" id="{C3992A2E-D31B-4E0C-BE79-39F1320DFC86}"/>
              </a:ext>
            </a:extLst>
          </p:cNvPr>
          <p:cNvSpPr>
            <a:spLocks noGrp="1"/>
          </p:cNvSpPr>
          <p:nvPr/>
        </p:nvSpPr>
        <p:spPr>
          <a:xfrm>
            <a:off x="9079706" y="4048125"/>
            <a:ext cx="26194" cy="547688"/>
          </a:xfrm>
          <a:prstGeom prst="rect">
            <a:avLst/>
          </a:prstGeom>
          <a:solidFill>
            <a:srgbClr val="1D4ED8"/>
          </a:solidFill>
          <a:ln w="13097">
            <a:solidFill>
              <a:srgbClr val="172B4D"/>
            </a:solidFill>
          </a:ln>
        </p:spPr>
      </p:sp>
      <p:sp>
        <p:nvSpPr>
          <p:cNvPr id="644" name="object-644">
            <a:extLst>
              <a:ext uri="{FF2B5EF4-FFF2-40B4-BE49-F238E27FC236}">
                <a16:creationId xmlns:a16="http://schemas.microsoft.com/office/drawing/2014/main" id="{BDA36E23-F0FF-425F-B2E7-CD0B0072CE75}"/>
              </a:ext>
            </a:extLst>
          </p:cNvPr>
          <p:cNvSpPr>
            <a:spLocks noGrp="1"/>
          </p:cNvSpPr>
          <p:nvPr/>
        </p:nvSpPr>
        <p:spPr>
          <a:xfrm>
            <a:off x="9105900" y="4048125"/>
            <a:ext cx="26194" cy="547688"/>
          </a:xfrm>
          <a:prstGeom prst="rect">
            <a:avLst/>
          </a:prstGeom>
          <a:solidFill>
            <a:srgbClr val="1D4ED8"/>
          </a:solidFill>
          <a:ln w="13097">
            <a:solidFill>
              <a:srgbClr val="172B4D"/>
            </a:solidFill>
          </a:ln>
        </p:spPr>
      </p:sp>
      <p:sp>
        <p:nvSpPr>
          <p:cNvPr id="645" name="object-645">
            <a:extLst>
              <a:ext uri="{FF2B5EF4-FFF2-40B4-BE49-F238E27FC236}">
                <a16:creationId xmlns:a16="http://schemas.microsoft.com/office/drawing/2014/main" id="{1F253DFC-DC0D-47CB-AFA2-CDABBF09940C}"/>
              </a:ext>
            </a:extLst>
          </p:cNvPr>
          <p:cNvSpPr>
            <a:spLocks noGrp="1"/>
          </p:cNvSpPr>
          <p:nvPr/>
        </p:nvSpPr>
        <p:spPr>
          <a:xfrm>
            <a:off x="9132094" y="4048125"/>
            <a:ext cx="26194" cy="547688"/>
          </a:xfrm>
          <a:prstGeom prst="rect">
            <a:avLst/>
          </a:prstGeom>
          <a:solidFill>
            <a:srgbClr val="1D4ED8"/>
          </a:solidFill>
          <a:ln w="13097">
            <a:solidFill>
              <a:srgbClr val="172B4D"/>
            </a:solidFill>
          </a:ln>
        </p:spPr>
      </p:sp>
      <p:sp>
        <p:nvSpPr>
          <p:cNvPr id="646" name="object-646">
            <a:extLst>
              <a:ext uri="{FF2B5EF4-FFF2-40B4-BE49-F238E27FC236}">
                <a16:creationId xmlns:a16="http://schemas.microsoft.com/office/drawing/2014/main" id="{C2288CCF-6524-41EC-8062-64B515CA3A5B}"/>
              </a:ext>
            </a:extLst>
          </p:cNvPr>
          <p:cNvSpPr>
            <a:spLocks noGrp="1"/>
          </p:cNvSpPr>
          <p:nvPr/>
        </p:nvSpPr>
        <p:spPr>
          <a:xfrm>
            <a:off x="9158288" y="4048125"/>
            <a:ext cx="26194" cy="547688"/>
          </a:xfrm>
          <a:prstGeom prst="rect">
            <a:avLst/>
          </a:prstGeom>
          <a:solidFill>
            <a:srgbClr val="1D4ED8"/>
          </a:solidFill>
          <a:ln w="13097">
            <a:solidFill>
              <a:srgbClr val="172B4D"/>
            </a:solidFill>
          </a:ln>
        </p:spPr>
      </p:sp>
      <p:sp>
        <p:nvSpPr>
          <p:cNvPr id="647" name="object-647">
            <a:extLst>
              <a:ext uri="{FF2B5EF4-FFF2-40B4-BE49-F238E27FC236}">
                <a16:creationId xmlns:a16="http://schemas.microsoft.com/office/drawing/2014/main" id="{127CBE6C-C513-4F98-8CDF-2DF4BB6589F3}"/>
              </a:ext>
            </a:extLst>
          </p:cNvPr>
          <p:cNvSpPr>
            <a:spLocks noGrp="1"/>
          </p:cNvSpPr>
          <p:nvPr/>
        </p:nvSpPr>
        <p:spPr>
          <a:xfrm>
            <a:off x="9184481" y="4048125"/>
            <a:ext cx="26194" cy="547688"/>
          </a:xfrm>
          <a:prstGeom prst="rect">
            <a:avLst/>
          </a:prstGeom>
          <a:solidFill>
            <a:srgbClr val="1D4ED8"/>
          </a:solidFill>
          <a:ln w="13097">
            <a:solidFill>
              <a:srgbClr val="172B4D"/>
            </a:solidFill>
          </a:ln>
        </p:spPr>
      </p:sp>
      <p:sp>
        <p:nvSpPr>
          <p:cNvPr id="648" name="object-648">
            <a:extLst>
              <a:ext uri="{FF2B5EF4-FFF2-40B4-BE49-F238E27FC236}">
                <a16:creationId xmlns:a16="http://schemas.microsoft.com/office/drawing/2014/main" id="{0629E8DD-0483-44A6-8ABB-4135767DD841}"/>
              </a:ext>
            </a:extLst>
          </p:cNvPr>
          <p:cNvSpPr>
            <a:spLocks noGrp="1"/>
          </p:cNvSpPr>
          <p:nvPr/>
        </p:nvSpPr>
        <p:spPr>
          <a:xfrm>
            <a:off x="9210675" y="4048125"/>
            <a:ext cx="26194" cy="547688"/>
          </a:xfrm>
          <a:prstGeom prst="rect">
            <a:avLst/>
          </a:prstGeom>
          <a:solidFill>
            <a:srgbClr val="1D4ED8"/>
          </a:solidFill>
          <a:ln w="13097">
            <a:solidFill>
              <a:srgbClr val="172B4D"/>
            </a:solidFill>
          </a:ln>
        </p:spPr>
      </p:sp>
      <p:sp>
        <p:nvSpPr>
          <p:cNvPr id="649" name="object-649">
            <a:extLst>
              <a:ext uri="{FF2B5EF4-FFF2-40B4-BE49-F238E27FC236}">
                <a16:creationId xmlns:a16="http://schemas.microsoft.com/office/drawing/2014/main" id="{0F681FE5-04D3-458F-B3A2-DC80EB96E68E}"/>
              </a:ext>
            </a:extLst>
          </p:cNvPr>
          <p:cNvSpPr>
            <a:spLocks noGrp="1"/>
          </p:cNvSpPr>
          <p:nvPr/>
        </p:nvSpPr>
        <p:spPr>
          <a:xfrm>
            <a:off x="9236869" y="4048125"/>
            <a:ext cx="26194" cy="547688"/>
          </a:xfrm>
          <a:prstGeom prst="rect">
            <a:avLst/>
          </a:prstGeom>
          <a:solidFill>
            <a:srgbClr val="1D4ED8"/>
          </a:solidFill>
          <a:ln w="13097">
            <a:solidFill>
              <a:srgbClr val="172B4D"/>
            </a:solidFill>
          </a:ln>
        </p:spPr>
      </p:sp>
      <p:sp>
        <p:nvSpPr>
          <p:cNvPr id="650" name="object-650">
            <a:extLst>
              <a:ext uri="{FF2B5EF4-FFF2-40B4-BE49-F238E27FC236}">
                <a16:creationId xmlns:a16="http://schemas.microsoft.com/office/drawing/2014/main" id="{6F69A1B0-8D3D-4BBD-8303-E8B8B5BB2E6D}"/>
              </a:ext>
            </a:extLst>
          </p:cNvPr>
          <p:cNvSpPr>
            <a:spLocks noGrp="1"/>
          </p:cNvSpPr>
          <p:nvPr/>
        </p:nvSpPr>
        <p:spPr>
          <a:xfrm>
            <a:off x="9263063" y="4048125"/>
            <a:ext cx="26194" cy="547688"/>
          </a:xfrm>
          <a:prstGeom prst="rect">
            <a:avLst/>
          </a:prstGeom>
          <a:solidFill>
            <a:srgbClr val="1D4ED8"/>
          </a:solidFill>
          <a:ln w="13097">
            <a:solidFill>
              <a:srgbClr val="172B4D"/>
            </a:solidFill>
          </a:ln>
        </p:spPr>
      </p:sp>
      <p:sp>
        <p:nvSpPr>
          <p:cNvPr id="651" name="object-651">
            <a:extLst>
              <a:ext uri="{FF2B5EF4-FFF2-40B4-BE49-F238E27FC236}">
                <a16:creationId xmlns:a16="http://schemas.microsoft.com/office/drawing/2014/main" id="{67FA642E-3A82-4F99-BBC7-FBAB44F30E4B}"/>
              </a:ext>
            </a:extLst>
          </p:cNvPr>
          <p:cNvSpPr>
            <a:spLocks noGrp="1"/>
          </p:cNvSpPr>
          <p:nvPr/>
        </p:nvSpPr>
        <p:spPr>
          <a:xfrm>
            <a:off x="9289256" y="4048125"/>
            <a:ext cx="26194" cy="547688"/>
          </a:xfrm>
          <a:prstGeom prst="rect">
            <a:avLst/>
          </a:prstGeom>
          <a:solidFill>
            <a:srgbClr val="1D4ED8"/>
          </a:solidFill>
          <a:ln w="13097">
            <a:solidFill>
              <a:srgbClr val="172B4D"/>
            </a:solidFill>
          </a:ln>
        </p:spPr>
      </p:sp>
      <p:sp>
        <p:nvSpPr>
          <p:cNvPr id="652" name="object-652">
            <a:extLst>
              <a:ext uri="{FF2B5EF4-FFF2-40B4-BE49-F238E27FC236}">
                <a16:creationId xmlns:a16="http://schemas.microsoft.com/office/drawing/2014/main" id="{819E0A26-33D1-468B-938B-BB228053199D}"/>
              </a:ext>
            </a:extLst>
          </p:cNvPr>
          <p:cNvSpPr>
            <a:spLocks noGrp="1"/>
          </p:cNvSpPr>
          <p:nvPr/>
        </p:nvSpPr>
        <p:spPr>
          <a:xfrm>
            <a:off x="9315450" y="4048125"/>
            <a:ext cx="26194" cy="547688"/>
          </a:xfrm>
          <a:prstGeom prst="rect">
            <a:avLst/>
          </a:prstGeom>
          <a:solidFill>
            <a:srgbClr val="1D4ED8"/>
          </a:solidFill>
          <a:ln w="13097">
            <a:solidFill>
              <a:srgbClr val="172B4D"/>
            </a:solidFill>
          </a:ln>
        </p:spPr>
      </p:sp>
      <p:sp>
        <p:nvSpPr>
          <p:cNvPr id="653" name="object-653">
            <a:extLst>
              <a:ext uri="{FF2B5EF4-FFF2-40B4-BE49-F238E27FC236}">
                <a16:creationId xmlns:a16="http://schemas.microsoft.com/office/drawing/2014/main" id="{14D5FDA6-B336-4263-B192-B4E4CEA15242}"/>
              </a:ext>
            </a:extLst>
          </p:cNvPr>
          <p:cNvSpPr>
            <a:spLocks noGrp="1"/>
          </p:cNvSpPr>
          <p:nvPr/>
        </p:nvSpPr>
        <p:spPr>
          <a:xfrm>
            <a:off x="9341644" y="4048125"/>
            <a:ext cx="26194" cy="547688"/>
          </a:xfrm>
          <a:prstGeom prst="rect">
            <a:avLst/>
          </a:prstGeom>
          <a:solidFill>
            <a:srgbClr val="1D4ED8"/>
          </a:solidFill>
          <a:ln w="13097">
            <a:solidFill>
              <a:srgbClr val="172B4D"/>
            </a:solidFill>
          </a:ln>
        </p:spPr>
      </p:sp>
      <p:sp>
        <p:nvSpPr>
          <p:cNvPr id="654" name="object-654">
            <a:extLst>
              <a:ext uri="{FF2B5EF4-FFF2-40B4-BE49-F238E27FC236}">
                <a16:creationId xmlns:a16="http://schemas.microsoft.com/office/drawing/2014/main" id="{4864F196-43A0-42E0-AC4C-3EB4631FE0AB}"/>
              </a:ext>
            </a:extLst>
          </p:cNvPr>
          <p:cNvSpPr>
            <a:spLocks noGrp="1"/>
          </p:cNvSpPr>
          <p:nvPr/>
        </p:nvSpPr>
        <p:spPr>
          <a:xfrm>
            <a:off x="9367838" y="4048125"/>
            <a:ext cx="26194" cy="547688"/>
          </a:xfrm>
          <a:prstGeom prst="rect">
            <a:avLst/>
          </a:prstGeom>
          <a:solidFill>
            <a:srgbClr val="1D4ED8"/>
          </a:solidFill>
          <a:ln w="13097">
            <a:solidFill>
              <a:srgbClr val="172B4D"/>
            </a:solidFill>
          </a:ln>
        </p:spPr>
      </p:sp>
      <p:sp>
        <p:nvSpPr>
          <p:cNvPr id="655" name="object-655">
            <a:extLst>
              <a:ext uri="{FF2B5EF4-FFF2-40B4-BE49-F238E27FC236}">
                <a16:creationId xmlns:a16="http://schemas.microsoft.com/office/drawing/2014/main" id="{1C0B45D7-839C-4B27-AE82-EBB62AA7B558}"/>
              </a:ext>
            </a:extLst>
          </p:cNvPr>
          <p:cNvSpPr>
            <a:spLocks noGrp="1"/>
          </p:cNvSpPr>
          <p:nvPr/>
        </p:nvSpPr>
        <p:spPr>
          <a:xfrm>
            <a:off x="9394031" y="4048125"/>
            <a:ext cx="26194" cy="547688"/>
          </a:xfrm>
          <a:prstGeom prst="rect">
            <a:avLst/>
          </a:prstGeom>
          <a:solidFill>
            <a:srgbClr val="1D4ED8"/>
          </a:solidFill>
          <a:ln w="13097">
            <a:solidFill>
              <a:srgbClr val="172B4D"/>
            </a:solidFill>
          </a:ln>
        </p:spPr>
      </p:sp>
      <p:sp>
        <p:nvSpPr>
          <p:cNvPr id="656" name="object-656">
            <a:extLst>
              <a:ext uri="{FF2B5EF4-FFF2-40B4-BE49-F238E27FC236}">
                <a16:creationId xmlns:a16="http://schemas.microsoft.com/office/drawing/2014/main" id="{7D8D86D4-AABE-441B-B2D1-C7E780114B83}"/>
              </a:ext>
            </a:extLst>
          </p:cNvPr>
          <p:cNvSpPr>
            <a:spLocks noGrp="1"/>
          </p:cNvSpPr>
          <p:nvPr/>
        </p:nvSpPr>
        <p:spPr>
          <a:xfrm>
            <a:off x="9420225" y="4048125"/>
            <a:ext cx="26194" cy="547688"/>
          </a:xfrm>
          <a:prstGeom prst="rect">
            <a:avLst/>
          </a:prstGeom>
          <a:solidFill>
            <a:srgbClr val="1D4ED8"/>
          </a:solidFill>
          <a:ln w="13097">
            <a:solidFill>
              <a:srgbClr val="172B4D"/>
            </a:solidFill>
          </a:ln>
        </p:spPr>
      </p:sp>
      <p:sp>
        <p:nvSpPr>
          <p:cNvPr id="657" name="object-657">
            <a:extLst>
              <a:ext uri="{FF2B5EF4-FFF2-40B4-BE49-F238E27FC236}">
                <a16:creationId xmlns:a16="http://schemas.microsoft.com/office/drawing/2014/main" id="{E019F3A1-13F6-4416-BCA0-AAFB292DA5FA}"/>
              </a:ext>
            </a:extLst>
          </p:cNvPr>
          <p:cNvSpPr>
            <a:spLocks noGrp="1"/>
          </p:cNvSpPr>
          <p:nvPr/>
        </p:nvSpPr>
        <p:spPr>
          <a:xfrm>
            <a:off x="9446419" y="4048125"/>
            <a:ext cx="26194" cy="547688"/>
          </a:xfrm>
          <a:prstGeom prst="rect">
            <a:avLst/>
          </a:prstGeom>
          <a:solidFill>
            <a:srgbClr val="1D4ED8"/>
          </a:solidFill>
          <a:ln w="13097">
            <a:solidFill>
              <a:srgbClr val="172B4D"/>
            </a:solidFill>
          </a:ln>
        </p:spPr>
      </p:sp>
      <p:sp>
        <p:nvSpPr>
          <p:cNvPr id="658" name="object-658">
            <a:extLst>
              <a:ext uri="{FF2B5EF4-FFF2-40B4-BE49-F238E27FC236}">
                <a16:creationId xmlns:a16="http://schemas.microsoft.com/office/drawing/2014/main" id="{125CB39C-31E3-4853-8020-ADDDF05E1343}"/>
              </a:ext>
            </a:extLst>
          </p:cNvPr>
          <p:cNvSpPr>
            <a:spLocks noGrp="1"/>
          </p:cNvSpPr>
          <p:nvPr/>
        </p:nvSpPr>
        <p:spPr>
          <a:xfrm>
            <a:off x="9472613" y="4048125"/>
            <a:ext cx="26194" cy="547688"/>
          </a:xfrm>
          <a:prstGeom prst="rect">
            <a:avLst/>
          </a:prstGeom>
          <a:solidFill>
            <a:srgbClr val="1D4ED8"/>
          </a:solidFill>
          <a:ln w="13097">
            <a:solidFill>
              <a:srgbClr val="172B4D"/>
            </a:solidFill>
          </a:ln>
        </p:spPr>
      </p:sp>
      <p:sp>
        <p:nvSpPr>
          <p:cNvPr id="659" name="object-659">
            <a:extLst>
              <a:ext uri="{FF2B5EF4-FFF2-40B4-BE49-F238E27FC236}">
                <a16:creationId xmlns:a16="http://schemas.microsoft.com/office/drawing/2014/main" id="{88104FF4-BC22-40B9-869F-7B2E51970C07}"/>
              </a:ext>
            </a:extLst>
          </p:cNvPr>
          <p:cNvSpPr>
            <a:spLocks noGrp="1"/>
          </p:cNvSpPr>
          <p:nvPr/>
        </p:nvSpPr>
        <p:spPr>
          <a:xfrm>
            <a:off x="9498806" y="4048125"/>
            <a:ext cx="26194" cy="547688"/>
          </a:xfrm>
          <a:prstGeom prst="rect">
            <a:avLst/>
          </a:prstGeom>
          <a:solidFill>
            <a:srgbClr val="1D4ED8"/>
          </a:solidFill>
          <a:ln w="13097">
            <a:solidFill>
              <a:srgbClr val="172B4D"/>
            </a:solidFill>
          </a:ln>
        </p:spPr>
      </p:sp>
      <p:sp>
        <p:nvSpPr>
          <p:cNvPr id="660" name="object-660">
            <a:extLst>
              <a:ext uri="{FF2B5EF4-FFF2-40B4-BE49-F238E27FC236}">
                <a16:creationId xmlns:a16="http://schemas.microsoft.com/office/drawing/2014/main" id="{4DEEE5E5-EFD8-4A43-B8EB-07A4E835BE42}"/>
              </a:ext>
            </a:extLst>
          </p:cNvPr>
          <p:cNvSpPr>
            <a:spLocks noGrp="1"/>
          </p:cNvSpPr>
          <p:nvPr/>
        </p:nvSpPr>
        <p:spPr>
          <a:xfrm>
            <a:off x="9525000" y="4048125"/>
            <a:ext cx="26194" cy="547688"/>
          </a:xfrm>
          <a:prstGeom prst="rect">
            <a:avLst/>
          </a:prstGeom>
          <a:solidFill>
            <a:srgbClr val="1D4ED8"/>
          </a:solidFill>
          <a:ln w="13097">
            <a:solidFill>
              <a:srgbClr val="172B4D"/>
            </a:solidFill>
          </a:ln>
        </p:spPr>
      </p:sp>
      <p:sp>
        <p:nvSpPr>
          <p:cNvPr id="661" name="object-661">
            <a:extLst>
              <a:ext uri="{FF2B5EF4-FFF2-40B4-BE49-F238E27FC236}">
                <a16:creationId xmlns:a16="http://schemas.microsoft.com/office/drawing/2014/main" id="{A0CD0551-4304-4353-8BE7-BAE539D11FFA}"/>
              </a:ext>
            </a:extLst>
          </p:cNvPr>
          <p:cNvSpPr>
            <a:spLocks noGrp="1"/>
          </p:cNvSpPr>
          <p:nvPr/>
        </p:nvSpPr>
        <p:spPr>
          <a:xfrm>
            <a:off x="9551194" y="4048125"/>
            <a:ext cx="26194" cy="547688"/>
          </a:xfrm>
          <a:prstGeom prst="rect">
            <a:avLst/>
          </a:prstGeom>
          <a:solidFill>
            <a:srgbClr val="1D4ED8"/>
          </a:solidFill>
          <a:ln w="13097">
            <a:solidFill>
              <a:srgbClr val="172B4D"/>
            </a:solidFill>
          </a:ln>
        </p:spPr>
      </p:sp>
      <p:sp>
        <p:nvSpPr>
          <p:cNvPr id="662" name="object-662">
            <a:extLst>
              <a:ext uri="{FF2B5EF4-FFF2-40B4-BE49-F238E27FC236}">
                <a16:creationId xmlns:a16="http://schemas.microsoft.com/office/drawing/2014/main" id="{619DF9F7-9BE1-4281-AB0A-79401F17A554}"/>
              </a:ext>
            </a:extLst>
          </p:cNvPr>
          <p:cNvSpPr>
            <a:spLocks noGrp="1"/>
          </p:cNvSpPr>
          <p:nvPr/>
        </p:nvSpPr>
        <p:spPr>
          <a:xfrm>
            <a:off x="9577388" y="4048125"/>
            <a:ext cx="26194" cy="547688"/>
          </a:xfrm>
          <a:prstGeom prst="rect">
            <a:avLst/>
          </a:prstGeom>
          <a:solidFill>
            <a:srgbClr val="1D4ED8"/>
          </a:solidFill>
          <a:ln w="13097">
            <a:solidFill>
              <a:srgbClr val="172B4D"/>
            </a:solidFill>
          </a:ln>
        </p:spPr>
      </p:sp>
      <p:sp>
        <p:nvSpPr>
          <p:cNvPr id="663" name="object-663">
            <a:extLst>
              <a:ext uri="{FF2B5EF4-FFF2-40B4-BE49-F238E27FC236}">
                <a16:creationId xmlns:a16="http://schemas.microsoft.com/office/drawing/2014/main" id="{9F385EAD-39E8-401D-AD5D-6545308E9A08}"/>
              </a:ext>
            </a:extLst>
          </p:cNvPr>
          <p:cNvSpPr>
            <a:spLocks noGrp="1"/>
          </p:cNvSpPr>
          <p:nvPr/>
        </p:nvSpPr>
        <p:spPr>
          <a:xfrm>
            <a:off x="9603581" y="4048125"/>
            <a:ext cx="26194" cy="547688"/>
          </a:xfrm>
          <a:prstGeom prst="rect">
            <a:avLst/>
          </a:prstGeom>
          <a:solidFill>
            <a:srgbClr val="1D4ED8"/>
          </a:solidFill>
          <a:ln w="13097">
            <a:solidFill>
              <a:srgbClr val="172B4D"/>
            </a:solidFill>
          </a:ln>
        </p:spPr>
      </p:sp>
      <p:sp>
        <p:nvSpPr>
          <p:cNvPr id="664" name="object-664">
            <a:extLst>
              <a:ext uri="{FF2B5EF4-FFF2-40B4-BE49-F238E27FC236}">
                <a16:creationId xmlns:a16="http://schemas.microsoft.com/office/drawing/2014/main" id="{348E7258-2F20-41D1-82E5-1DC836C6A597}"/>
              </a:ext>
            </a:extLst>
          </p:cNvPr>
          <p:cNvSpPr>
            <a:spLocks noGrp="1"/>
          </p:cNvSpPr>
          <p:nvPr/>
        </p:nvSpPr>
        <p:spPr>
          <a:xfrm>
            <a:off x="9629775" y="4048125"/>
            <a:ext cx="26194" cy="547688"/>
          </a:xfrm>
          <a:prstGeom prst="rect">
            <a:avLst/>
          </a:prstGeom>
          <a:solidFill>
            <a:srgbClr val="1D4ED8"/>
          </a:solidFill>
          <a:ln w="13097">
            <a:solidFill>
              <a:srgbClr val="172B4D"/>
            </a:solidFill>
          </a:ln>
        </p:spPr>
      </p:sp>
      <p:sp>
        <p:nvSpPr>
          <p:cNvPr id="665" name="object-665">
            <a:extLst>
              <a:ext uri="{FF2B5EF4-FFF2-40B4-BE49-F238E27FC236}">
                <a16:creationId xmlns:a16="http://schemas.microsoft.com/office/drawing/2014/main" id="{7C341429-CA74-4D21-B434-898AFDB3E7CE}"/>
              </a:ext>
            </a:extLst>
          </p:cNvPr>
          <p:cNvSpPr>
            <a:spLocks noGrp="1"/>
          </p:cNvSpPr>
          <p:nvPr/>
        </p:nvSpPr>
        <p:spPr>
          <a:xfrm>
            <a:off x="9655969" y="4048125"/>
            <a:ext cx="26194" cy="547688"/>
          </a:xfrm>
          <a:prstGeom prst="rect">
            <a:avLst/>
          </a:prstGeom>
          <a:solidFill>
            <a:srgbClr val="1D4ED8"/>
          </a:solidFill>
          <a:ln w="13097">
            <a:solidFill>
              <a:srgbClr val="172B4D"/>
            </a:solidFill>
          </a:ln>
        </p:spPr>
      </p:sp>
      <p:sp>
        <p:nvSpPr>
          <p:cNvPr id="666" name="object-666">
            <a:extLst>
              <a:ext uri="{FF2B5EF4-FFF2-40B4-BE49-F238E27FC236}">
                <a16:creationId xmlns:a16="http://schemas.microsoft.com/office/drawing/2014/main" id="{31C0DD1D-354B-45BE-99EE-3431FCEF035E}"/>
              </a:ext>
            </a:extLst>
          </p:cNvPr>
          <p:cNvSpPr>
            <a:spLocks noGrp="1"/>
          </p:cNvSpPr>
          <p:nvPr/>
        </p:nvSpPr>
        <p:spPr>
          <a:xfrm>
            <a:off x="9682163" y="4048125"/>
            <a:ext cx="26194" cy="547688"/>
          </a:xfrm>
          <a:prstGeom prst="rect">
            <a:avLst/>
          </a:prstGeom>
          <a:solidFill>
            <a:srgbClr val="1D4ED8"/>
          </a:solidFill>
          <a:ln w="13097">
            <a:solidFill>
              <a:srgbClr val="172B4D"/>
            </a:solidFill>
          </a:ln>
        </p:spPr>
      </p:sp>
      <p:sp>
        <p:nvSpPr>
          <p:cNvPr id="667" name="object-667">
            <a:extLst>
              <a:ext uri="{FF2B5EF4-FFF2-40B4-BE49-F238E27FC236}">
                <a16:creationId xmlns:a16="http://schemas.microsoft.com/office/drawing/2014/main" id="{2BB1DAED-E134-498A-982E-6F0D5E19A819}"/>
              </a:ext>
            </a:extLst>
          </p:cNvPr>
          <p:cNvSpPr>
            <a:spLocks noGrp="1"/>
          </p:cNvSpPr>
          <p:nvPr/>
        </p:nvSpPr>
        <p:spPr>
          <a:xfrm>
            <a:off x="9708356" y="4048125"/>
            <a:ext cx="26194" cy="547688"/>
          </a:xfrm>
          <a:prstGeom prst="rect">
            <a:avLst/>
          </a:prstGeom>
          <a:solidFill>
            <a:srgbClr val="1D4ED8"/>
          </a:solidFill>
          <a:ln w="13097">
            <a:solidFill>
              <a:srgbClr val="172B4D"/>
            </a:solidFill>
          </a:ln>
        </p:spPr>
      </p:sp>
      <p:sp>
        <p:nvSpPr>
          <p:cNvPr id="668" name="object-668">
            <a:extLst>
              <a:ext uri="{FF2B5EF4-FFF2-40B4-BE49-F238E27FC236}">
                <a16:creationId xmlns:a16="http://schemas.microsoft.com/office/drawing/2014/main" id="{87038A52-1E55-4472-8EE6-2417EBE04EEF}"/>
              </a:ext>
            </a:extLst>
          </p:cNvPr>
          <p:cNvSpPr>
            <a:spLocks noGrp="1"/>
          </p:cNvSpPr>
          <p:nvPr/>
        </p:nvSpPr>
        <p:spPr>
          <a:xfrm>
            <a:off x="9734550" y="4048125"/>
            <a:ext cx="26194" cy="547688"/>
          </a:xfrm>
          <a:prstGeom prst="rect">
            <a:avLst/>
          </a:prstGeom>
          <a:solidFill>
            <a:srgbClr val="1D4ED8"/>
          </a:solidFill>
          <a:ln w="13097">
            <a:solidFill>
              <a:srgbClr val="172B4D"/>
            </a:solidFill>
          </a:ln>
        </p:spPr>
      </p:sp>
      <p:sp>
        <p:nvSpPr>
          <p:cNvPr id="669" name="object-669">
            <a:extLst>
              <a:ext uri="{FF2B5EF4-FFF2-40B4-BE49-F238E27FC236}">
                <a16:creationId xmlns:a16="http://schemas.microsoft.com/office/drawing/2014/main" id="{E7B86227-1067-4358-AF15-45A6DEDA6109}"/>
              </a:ext>
            </a:extLst>
          </p:cNvPr>
          <p:cNvSpPr>
            <a:spLocks noGrp="1"/>
          </p:cNvSpPr>
          <p:nvPr/>
        </p:nvSpPr>
        <p:spPr>
          <a:xfrm>
            <a:off x="9760744" y="4048125"/>
            <a:ext cx="26194" cy="547688"/>
          </a:xfrm>
          <a:prstGeom prst="rect">
            <a:avLst/>
          </a:prstGeom>
          <a:solidFill>
            <a:srgbClr val="1D4ED8"/>
          </a:solidFill>
          <a:ln w="13097">
            <a:solidFill>
              <a:srgbClr val="172B4D"/>
            </a:solidFill>
          </a:ln>
        </p:spPr>
      </p:sp>
      <p:sp>
        <p:nvSpPr>
          <p:cNvPr id="670" name="object-670">
            <a:extLst>
              <a:ext uri="{FF2B5EF4-FFF2-40B4-BE49-F238E27FC236}">
                <a16:creationId xmlns:a16="http://schemas.microsoft.com/office/drawing/2014/main" id="{3D2E31A0-5463-40F9-8D6A-B661D43D6243}"/>
              </a:ext>
            </a:extLst>
          </p:cNvPr>
          <p:cNvSpPr>
            <a:spLocks noGrp="1"/>
          </p:cNvSpPr>
          <p:nvPr/>
        </p:nvSpPr>
        <p:spPr>
          <a:xfrm>
            <a:off x="9786938" y="4048125"/>
            <a:ext cx="26194" cy="547688"/>
          </a:xfrm>
          <a:prstGeom prst="rect">
            <a:avLst/>
          </a:prstGeom>
          <a:solidFill>
            <a:srgbClr val="1D4ED8"/>
          </a:solidFill>
          <a:ln w="13097">
            <a:solidFill>
              <a:srgbClr val="172B4D"/>
            </a:solidFill>
          </a:ln>
        </p:spPr>
      </p:sp>
      <p:sp>
        <p:nvSpPr>
          <p:cNvPr id="671" name="object-671">
            <a:extLst>
              <a:ext uri="{FF2B5EF4-FFF2-40B4-BE49-F238E27FC236}">
                <a16:creationId xmlns:a16="http://schemas.microsoft.com/office/drawing/2014/main" id="{E5C44EBA-F97B-4459-8199-BFC0A7D71653}"/>
              </a:ext>
            </a:extLst>
          </p:cNvPr>
          <p:cNvSpPr>
            <a:spLocks noGrp="1"/>
          </p:cNvSpPr>
          <p:nvPr/>
        </p:nvSpPr>
        <p:spPr>
          <a:xfrm>
            <a:off x="9813131" y="4048125"/>
            <a:ext cx="26194" cy="547688"/>
          </a:xfrm>
          <a:prstGeom prst="rect">
            <a:avLst/>
          </a:prstGeom>
          <a:solidFill>
            <a:srgbClr val="1D4ED8"/>
          </a:solidFill>
          <a:ln w="13097">
            <a:solidFill>
              <a:srgbClr val="172B4D"/>
            </a:solidFill>
          </a:ln>
        </p:spPr>
      </p:sp>
      <p:sp>
        <p:nvSpPr>
          <p:cNvPr id="672" name="object-672">
            <a:extLst>
              <a:ext uri="{FF2B5EF4-FFF2-40B4-BE49-F238E27FC236}">
                <a16:creationId xmlns:a16="http://schemas.microsoft.com/office/drawing/2014/main" id="{9BC2486E-4E93-444B-BC30-F3CB21A5FA38}"/>
              </a:ext>
            </a:extLst>
          </p:cNvPr>
          <p:cNvSpPr>
            <a:spLocks noGrp="1"/>
          </p:cNvSpPr>
          <p:nvPr/>
        </p:nvSpPr>
        <p:spPr>
          <a:xfrm>
            <a:off x="9839325" y="4048125"/>
            <a:ext cx="26194" cy="547688"/>
          </a:xfrm>
          <a:prstGeom prst="rect">
            <a:avLst/>
          </a:prstGeom>
          <a:solidFill>
            <a:srgbClr val="1D4ED8"/>
          </a:solidFill>
          <a:ln w="13097">
            <a:solidFill>
              <a:srgbClr val="172B4D"/>
            </a:solidFill>
          </a:ln>
        </p:spPr>
      </p:sp>
      <p:sp>
        <p:nvSpPr>
          <p:cNvPr id="673" name="object-673">
            <a:extLst>
              <a:ext uri="{FF2B5EF4-FFF2-40B4-BE49-F238E27FC236}">
                <a16:creationId xmlns:a16="http://schemas.microsoft.com/office/drawing/2014/main" id="{17BAACBA-A3BB-4085-9941-4599CEDE1CF4}"/>
              </a:ext>
            </a:extLst>
          </p:cNvPr>
          <p:cNvSpPr>
            <a:spLocks noGrp="1"/>
          </p:cNvSpPr>
          <p:nvPr/>
        </p:nvSpPr>
        <p:spPr>
          <a:xfrm>
            <a:off x="9865519" y="4048125"/>
            <a:ext cx="26194" cy="547688"/>
          </a:xfrm>
          <a:prstGeom prst="rect">
            <a:avLst/>
          </a:prstGeom>
          <a:solidFill>
            <a:srgbClr val="1D4ED8"/>
          </a:solidFill>
          <a:ln w="13097">
            <a:solidFill>
              <a:srgbClr val="172B4D"/>
            </a:solidFill>
          </a:ln>
        </p:spPr>
      </p:sp>
      <p:sp>
        <p:nvSpPr>
          <p:cNvPr id="674" name="object-674">
            <a:extLst>
              <a:ext uri="{FF2B5EF4-FFF2-40B4-BE49-F238E27FC236}">
                <a16:creationId xmlns:a16="http://schemas.microsoft.com/office/drawing/2014/main" id="{9619EF14-A4BB-47C2-B470-83F81018343E}"/>
              </a:ext>
            </a:extLst>
          </p:cNvPr>
          <p:cNvSpPr>
            <a:spLocks noGrp="1"/>
          </p:cNvSpPr>
          <p:nvPr/>
        </p:nvSpPr>
        <p:spPr>
          <a:xfrm>
            <a:off x="9891713" y="4048125"/>
            <a:ext cx="26194" cy="547688"/>
          </a:xfrm>
          <a:prstGeom prst="rect">
            <a:avLst/>
          </a:prstGeom>
          <a:solidFill>
            <a:srgbClr val="1D4ED8"/>
          </a:solidFill>
          <a:ln w="13097">
            <a:solidFill>
              <a:srgbClr val="172B4D"/>
            </a:solidFill>
          </a:ln>
        </p:spPr>
      </p:sp>
      <p:sp>
        <p:nvSpPr>
          <p:cNvPr id="675" name="object-675">
            <a:extLst>
              <a:ext uri="{FF2B5EF4-FFF2-40B4-BE49-F238E27FC236}">
                <a16:creationId xmlns:a16="http://schemas.microsoft.com/office/drawing/2014/main" id="{7A20E12E-ECFA-4A89-814C-897C4CA6EE6F}"/>
              </a:ext>
            </a:extLst>
          </p:cNvPr>
          <p:cNvSpPr>
            <a:spLocks noGrp="1"/>
          </p:cNvSpPr>
          <p:nvPr/>
        </p:nvSpPr>
        <p:spPr>
          <a:xfrm>
            <a:off x="9917906" y="4048125"/>
            <a:ext cx="26194" cy="547688"/>
          </a:xfrm>
          <a:prstGeom prst="rect">
            <a:avLst/>
          </a:prstGeom>
          <a:solidFill>
            <a:srgbClr val="1D4ED8"/>
          </a:solidFill>
          <a:ln w="13097">
            <a:solidFill>
              <a:srgbClr val="172B4D"/>
            </a:solidFill>
          </a:ln>
        </p:spPr>
      </p:sp>
      <p:sp>
        <p:nvSpPr>
          <p:cNvPr id="676" name="object-676">
            <a:extLst>
              <a:ext uri="{FF2B5EF4-FFF2-40B4-BE49-F238E27FC236}">
                <a16:creationId xmlns:a16="http://schemas.microsoft.com/office/drawing/2014/main" id="{9B9A0351-E8B4-414F-8AC9-EA1F0FF9C48C}"/>
              </a:ext>
            </a:extLst>
          </p:cNvPr>
          <p:cNvSpPr>
            <a:spLocks noGrp="1"/>
          </p:cNvSpPr>
          <p:nvPr/>
        </p:nvSpPr>
        <p:spPr>
          <a:xfrm>
            <a:off x="9944100" y="4048125"/>
            <a:ext cx="26194" cy="547688"/>
          </a:xfrm>
          <a:prstGeom prst="rect">
            <a:avLst/>
          </a:prstGeom>
          <a:solidFill>
            <a:srgbClr val="1D4ED8"/>
          </a:solidFill>
          <a:ln w="13097">
            <a:solidFill>
              <a:srgbClr val="172B4D"/>
            </a:solidFill>
          </a:ln>
        </p:spPr>
      </p:sp>
      <p:sp>
        <p:nvSpPr>
          <p:cNvPr id="677" name="object-677">
            <a:extLst>
              <a:ext uri="{FF2B5EF4-FFF2-40B4-BE49-F238E27FC236}">
                <a16:creationId xmlns:a16="http://schemas.microsoft.com/office/drawing/2014/main" id="{C582B75F-00A3-46F7-9557-57571608721B}"/>
              </a:ext>
            </a:extLst>
          </p:cNvPr>
          <p:cNvSpPr>
            <a:spLocks noGrp="1"/>
          </p:cNvSpPr>
          <p:nvPr/>
        </p:nvSpPr>
        <p:spPr>
          <a:xfrm>
            <a:off x="9970294" y="4048125"/>
            <a:ext cx="26194" cy="547688"/>
          </a:xfrm>
          <a:prstGeom prst="rect">
            <a:avLst/>
          </a:prstGeom>
          <a:solidFill>
            <a:srgbClr val="1D4ED8"/>
          </a:solidFill>
          <a:ln w="13097">
            <a:solidFill>
              <a:srgbClr val="172B4D"/>
            </a:solidFill>
          </a:ln>
        </p:spPr>
      </p:sp>
      <p:sp>
        <p:nvSpPr>
          <p:cNvPr id="678" name="object-678">
            <a:extLst>
              <a:ext uri="{FF2B5EF4-FFF2-40B4-BE49-F238E27FC236}">
                <a16:creationId xmlns:a16="http://schemas.microsoft.com/office/drawing/2014/main" id="{0B90EF0C-ECF9-4E6D-A20D-D81175087D71}"/>
              </a:ext>
            </a:extLst>
          </p:cNvPr>
          <p:cNvSpPr>
            <a:spLocks noGrp="1"/>
          </p:cNvSpPr>
          <p:nvPr/>
        </p:nvSpPr>
        <p:spPr>
          <a:xfrm>
            <a:off x="9996488" y="4048125"/>
            <a:ext cx="26194" cy="547688"/>
          </a:xfrm>
          <a:prstGeom prst="rect">
            <a:avLst/>
          </a:prstGeom>
          <a:solidFill>
            <a:srgbClr val="1D4ED8"/>
          </a:solidFill>
          <a:ln w="13097">
            <a:solidFill>
              <a:srgbClr val="172B4D"/>
            </a:solidFill>
          </a:ln>
        </p:spPr>
      </p:sp>
      <p:sp>
        <p:nvSpPr>
          <p:cNvPr id="679" name="object-679">
            <a:extLst>
              <a:ext uri="{FF2B5EF4-FFF2-40B4-BE49-F238E27FC236}">
                <a16:creationId xmlns:a16="http://schemas.microsoft.com/office/drawing/2014/main" id="{994109CF-0F64-40A0-BF94-61A2F3A57CC9}"/>
              </a:ext>
            </a:extLst>
          </p:cNvPr>
          <p:cNvSpPr>
            <a:spLocks noGrp="1"/>
          </p:cNvSpPr>
          <p:nvPr/>
        </p:nvSpPr>
        <p:spPr>
          <a:xfrm>
            <a:off x="10022681" y="4048125"/>
            <a:ext cx="26194" cy="547688"/>
          </a:xfrm>
          <a:prstGeom prst="rect">
            <a:avLst/>
          </a:prstGeom>
          <a:solidFill>
            <a:srgbClr val="1D4ED8"/>
          </a:solidFill>
          <a:ln w="13097">
            <a:solidFill>
              <a:srgbClr val="172B4D"/>
            </a:solidFill>
          </a:ln>
        </p:spPr>
      </p:sp>
      <p:sp>
        <p:nvSpPr>
          <p:cNvPr id="680" name="object-680">
            <a:extLst>
              <a:ext uri="{FF2B5EF4-FFF2-40B4-BE49-F238E27FC236}">
                <a16:creationId xmlns:a16="http://schemas.microsoft.com/office/drawing/2014/main" id="{B10DD4DD-696B-4BED-89BC-59F82502F5C6}"/>
              </a:ext>
            </a:extLst>
          </p:cNvPr>
          <p:cNvSpPr>
            <a:spLocks noGrp="1"/>
          </p:cNvSpPr>
          <p:nvPr/>
        </p:nvSpPr>
        <p:spPr>
          <a:xfrm>
            <a:off x="10048875" y="4048125"/>
            <a:ext cx="26194" cy="547688"/>
          </a:xfrm>
          <a:prstGeom prst="rect">
            <a:avLst/>
          </a:prstGeom>
          <a:solidFill>
            <a:srgbClr val="1D4ED8"/>
          </a:solidFill>
          <a:ln w="13097">
            <a:solidFill>
              <a:srgbClr val="172B4D"/>
            </a:solidFill>
          </a:ln>
        </p:spPr>
      </p:sp>
      <p:sp>
        <p:nvSpPr>
          <p:cNvPr id="681" name="object-681">
            <a:extLst>
              <a:ext uri="{FF2B5EF4-FFF2-40B4-BE49-F238E27FC236}">
                <a16:creationId xmlns:a16="http://schemas.microsoft.com/office/drawing/2014/main" id="{6C75D88E-46C7-4504-B7DB-1FD2585C3CD6}"/>
              </a:ext>
            </a:extLst>
          </p:cNvPr>
          <p:cNvSpPr>
            <a:spLocks noGrp="1"/>
          </p:cNvSpPr>
          <p:nvPr/>
        </p:nvSpPr>
        <p:spPr>
          <a:xfrm>
            <a:off x="10075069" y="4048125"/>
            <a:ext cx="26194" cy="547688"/>
          </a:xfrm>
          <a:prstGeom prst="rect">
            <a:avLst/>
          </a:prstGeom>
          <a:solidFill>
            <a:srgbClr val="1D4ED8"/>
          </a:solidFill>
          <a:ln w="13097">
            <a:solidFill>
              <a:srgbClr val="172B4D"/>
            </a:solidFill>
          </a:ln>
        </p:spPr>
      </p:sp>
      <p:sp>
        <p:nvSpPr>
          <p:cNvPr id="682" name="object-682">
            <a:extLst>
              <a:ext uri="{FF2B5EF4-FFF2-40B4-BE49-F238E27FC236}">
                <a16:creationId xmlns:a16="http://schemas.microsoft.com/office/drawing/2014/main" id="{CCD1C31E-C129-4AB7-AD1C-24198DADD62A}"/>
              </a:ext>
            </a:extLst>
          </p:cNvPr>
          <p:cNvSpPr>
            <a:spLocks noGrp="1"/>
          </p:cNvSpPr>
          <p:nvPr/>
        </p:nvSpPr>
        <p:spPr>
          <a:xfrm>
            <a:off x="10101263" y="4048125"/>
            <a:ext cx="26194" cy="547688"/>
          </a:xfrm>
          <a:prstGeom prst="rect">
            <a:avLst/>
          </a:prstGeom>
          <a:solidFill>
            <a:srgbClr val="1D4ED8"/>
          </a:solidFill>
          <a:ln w="13097">
            <a:solidFill>
              <a:srgbClr val="172B4D"/>
            </a:solidFill>
          </a:ln>
        </p:spPr>
      </p:sp>
      <p:sp>
        <p:nvSpPr>
          <p:cNvPr id="683" name="object-683">
            <a:extLst>
              <a:ext uri="{FF2B5EF4-FFF2-40B4-BE49-F238E27FC236}">
                <a16:creationId xmlns:a16="http://schemas.microsoft.com/office/drawing/2014/main" id="{0C21411E-CDF0-4F1E-BCE0-164618383F2E}"/>
              </a:ext>
            </a:extLst>
          </p:cNvPr>
          <p:cNvSpPr>
            <a:spLocks noGrp="1"/>
          </p:cNvSpPr>
          <p:nvPr/>
        </p:nvSpPr>
        <p:spPr>
          <a:xfrm>
            <a:off x="10127456" y="4048125"/>
            <a:ext cx="26194" cy="547688"/>
          </a:xfrm>
          <a:prstGeom prst="rect">
            <a:avLst/>
          </a:prstGeom>
          <a:solidFill>
            <a:srgbClr val="1D4ED8"/>
          </a:solidFill>
          <a:ln w="13097">
            <a:solidFill>
              <a:srgbClr val="172B4D"/>
            </a:solidFill>
          </a:ln>
        </p:spPr>
      </p:sp>
      <p:sp>
        <p:nvSpPr>
          <p:cNvPr id="684" name="object-684">
            <a:extLst>
              <a:ext uri="{FF2B5EF4-FFF2-40B4-BE49-F238E27FC236}">
                <a16:creationId xmlns:a16="http://schemas.microsoft.com/office/drawing/2014/main" id="{A8077AE2-7969-4B4B-9F41-ADE22F663FEC}"/>
              </a:ext>
            </a:extLst>
          </p:cNvPr>
          <p:cNvSpPr>
            <a:spLocks noGrp="1"/>
          </p:cNvSpPr>
          <p:nvPr/>
        </p:nvSpPr>
        <p:spPr>
          <a:xfrm>
            <a:off x="10153650" y="4048125"/>
            <a:ext cx="26194" cy="547688"/>
          </a:xfrm>
          <a:prstGeom prst="rect">
            <a:avLst/>
          </a:prstGeom>
          <a:solidFill>
            <a:srgbClr val="1D4ED8"/>
          </a:solidFill>
          <a:ln w="13097">
            <a:solidFill>
              <a:srgbClr val="172B4D"/>
            </a:solidFill>
          </a:ln>
        </p:spPr>
      </p:sp>
      <p:sp>
        <p:nvSpPr>
          <p:cNvPr id="685" name="object-685">
            <a:extLst>
              <a:ext uri="{FF2B5EF4-FFF2-40B4-BE49-F238E27FC236}">
                <a16:creationId xmlns:a16="http://schemas.microsoft.com/office/drawing/2014/main" id="{54FE2385-47E3-4AEF-8A71-A8C5D48A2B53}"/>
              </a:ext>
            </a:extLst>
          </p:cNvPr>
          <p:cNvSpPr>
            <a:spLocks noGrp="1"/>
          </p:cNvSpPr>
          <p:nvPr/>
        </p:nvSpPr>
        <p:spPr>
          <a:xfrm>
            <a:off x="10179844" y="4048125"/>
            <a:ext cx="26194" cy="547688"/>
          </a:xfrm>
          <a:prstGeom prst="rect">
            <a:avLst/>
          </a:prstGeom>
          <a:solidFill>
            <a:srgbClr val="1D4ED8"/>
          </a:solidFill>
          <a:ln w="13097">
            <a:solidFill>
              <a:srgbClr val="172B4D"/>
            </a:solidFill>
          </a:ln>
        </p:spPr>
      </p:sp>
      <p:sp>
        <p:nvSpPr>
          <p:cNvPr id="686" name="object-686">
            <a:extLst>
              <a:ext uri="{FF2B5EF4-FFF2-40B4-BE49-F238E27FC236}">
                <a16:creationId xmlns:a16="http://schemas.microsoft.com/office/drawing/2014/main" id="{9153EE2D-35ED-49C6-A49F-30A1F37DCB5F}"/>
              </a:ext>
            </a:extLst>
          </p:cNvPr>
          <p:cNvSpPr>
            <a:spLocks noGrp="1"/>
          </p:cNvSpPr>
          <p:nvPr/>
        </p:nvSpPr>
        <p:spPr>
          <a:xfrm>
            <a:off x="10206038" y="4048125"/>
            <a:ext cx="26194" cy="547688"/>
          </a:xfrm>
          <a:prstGeom prst="rect">
            <a:avLst/>
          </a:prstGeom>
          <a:solidFill>
            <a:srgbClr val="1D4ED8"/>
          </a:solidFill>
          <a:ln w="13097">
            <a:solidFill>
              <a:srgbClr val="172B4D"/>
            </a:solidFill>
          </a:ln>
        </p:spPr>
      </p:sp>
      <p:sp>
        <p:nvSpPr>
          <p:cNvPr id="687" name="object-687">
            <a:extLst>
              <a:ext uri="{FF2B5EF4-FFF2-40B4-BE49-F238E27FC236}">
                <a16:creationId xmlns:a16="http://schemas.microsoft.com/office/drawing/2014/main" id="{B1A70369-7236-43E1-9215-CD676A308B3B}"/>
              </a:ext>
            </a:extLst>
          </p:cNvPr>
          <p:cNvSpPr>
            <a:spLocks noGrp="1"/>
          </p:cNvSpPr>
          <p:nvPr/>
        </p:nvSpPr>
        <p:spPr>
          <a:xfrm>
            <a:off x="10232231" y="4048125"/>
            <a:ext cx="26194" cy="547688"/>
          </a:xfrm>
          <a:prstGeom prst="rect">
            <a:avLst/>
          </a:prstGeom>
          <a:solidFill>
            <a:srgbClr val="1D4ED8"/>
          </a:solidFill>
          <a:ln w="13097">
            <a:solidFill>
              <a:srgbClr val="172B4D"/>
            </a:solidFill>
          </a:ln>
        </p:spPr>
      </p:sp>
      <p:sp>
        <p:nvSpPr>
          <p:cNvPr id="688" name="object-688">
            <a:extLst>
              <a:ext uri="{FF2B5EF4-FFF2-40B4-BE49-F238E27FC236}">
                <a16:creationId xmlns:a16="http://schemas.microsoft.com/office/drawing/2014/main" id="{9C9E5722-A3D6-45F7-9A82-6A00775BADEE}"/>
              </a:ext>
            </a:extLst>
          </p:cNvPr>
          <p:cNvSpPr>
            <a:spLocks noGrp="1"/>
          </p:cNvSpPr>
          <p:nvPr/>
        </p:nvSpPr>
        <p:spPr>
          <a:xfrm>
            <a:off x="10258425" y="4048125"/>
            <a:ext cx="26194" cy="547688"/>
          </a:xfrm>
          <a:prstGeom prst="rect">
            <a:avLst/>
          </a:prstGeom>
          <a:solidFill>
            <a:srgbClr val="1D4ED8"/>
          </a:solidFill>
          <a:ln w="13097">
            <a:solidFill>
              <a:srgbClr val="172B4D"/>
            </a:solidFill>
          </a:ln>
        </p:spPr>
      </p:sp>
      <p:sp>
        <p:nvSpPr>
          <p:cNvPr id="689" name="object-689">
            <a:extLst>
              <a:ext uri="{FF2B5EF4-FFF2-40B4-BE49-F238E27FC236}">
                <a16:creationId xmlns:a16="http://schemas.microsoft.com/office/drawing/2014/main" id="{14F72198-EADC-4E3F-9D16-A0DF8C38A45E}"/>
              </a:ext>
            </a:extLst>
          </p:cNvPr>
          <p:cNvSpPr>
            <a:spLocks noGrp="1"/>
          </p:cNvSpPr>
          <p:nvPr/>
        </p:nvSpPr>
        <p:spPr>
          <a:xfrm>
            <a:off x="10284619" y="4048125"/>
            <a:ext cx="26194" cy="547688"/>
          </a:xfrm>
          <a:prstGeom prst="rect">
            <a:avLst/>
          </a:prstGeom>
          <a:solidFill>
            <a:srgbClr val="1D4ED8"/>
          </a:solidFill>
          <a:ln w="13097">
            <a:solidFill>
              <a:srgbClr val="172B4D"/>
            </a:solidFill>
          </a:ln>
        </p:spPr>
      </p:sp>
      <p:sp>
        <p:nvSpPr>
          <p:cNvPr id="690" name="object-690">
            <a:extLst>
              <a:ext uri="{FF2B5EF4-FFF2-40B4-BE49-F238E27FC236}">
                <a16:creationId xmlns:a16="http://schemas.microsoft.com/office/drawing/2014/main" id="{A53A2291-326F-4666-9CE5-E687435047A3}"/>
              </a:ext>
            </a:extLst>
          </p:cNvPr>
          <p:cNvSpPr>
            <a:spLocks noGrp="1"/>
          </p:cNvSpPr>
          <p:nvPr/>
        </p:nvSpPr>
        <p:spPr>
          <a:xfrm>
            <a:off x="10310813" y="4048125"/>
            <a:ext cx="26194" cy="547688"/>
          </a:xfrm>
          <a:prstGeom prst="rect">
            <a:avLst/>
          </a:prstGeom>
          <a:solidFill>
            <a:srgbClr val="1D4ED8"/>
          </a:solidFill>
          <a:ln w="13097">
            <a:solidFill>
              <a:srgbClr val="172B4D"/>
            </a:solidFill>
          </a:ln>
        </p:spPr>
      </p:sp>
      <p:sp>
        <p:nvSpPr>
          <p:cNvPr id="691" name="object-691">
            <a:extLst>
              <a:ext uri="{FF2B5EF4-FFF2-40B4-BE49-F238E27FC236}">
                <a16:creationId xmlns:a16="http://schemas.microsoft.com/office/drawing/2014/main" id="{78DB40DB-0BED-49AC-A5A5-C8DF2FC81F5B}"/>
              </a:ext>
            </a:extLst>
          </p:cNvPr>
          <p:cNvSpPr>
            <a:spLocks noGrp="1"/>
          </p:cNvSpPr>
          <p:nvPr/>
        </p:nvSpPr>
        <p:spPr>
          <a:xfrm>
            <a:off x="10337006" y="4048125"/>
            <a:ext cx="26194" cy="547688"/>
          </a:xfrm>
          <a:prstGeom prst="rect">
            <a:avLst/>
          </a:prstGeom>
          <a:solidFill>
            <a:srgbClr val="1D4ED8"/>
          </a:solidFill>
          <a:ln w="13097">
            <a:solidFill>
              <a:srgbClr val="172B4D"/>
            </a:solidFill>
          </a:ln>
        </p:spPr>
      </p:sp>
      <p:sp>
        <p:nvSpPr>
          <p:cNvPr id="692" name="object-692">
            <a:extLst>
              <a:ext uri="{FF2B5EF4-FFF2-40B4-BE49-F238E27FC236}">
                <a16:creationId xmlns:a16="http://schemas.microsoft.com/office/drawing/2014/main" id="{418EFA8B-43EB-4149-8785-2456F0041FF6}"/>
              </a:ext>
            </a:extLst>
          </p:cNvPr>
          <p:cNvSpPr>
            <a:spLocks noGrp="1"/>
          </p:cNvSpPr>
          <p:nvPr/>
        </p:nvSpPr>
        <p:spPr>
          <a:xfrm>
            <a:off x="10363200" y="4048125"/>
            <a:ext cx="26194" cy="547688"/>
          </a:xfrm>
          <a:prstGeom prst="rect">
            <a:avLst/>
          </a:prstGeom>
          <a:solidFill>
            <a:srgbClr val="1D4ED8"/>
          </a:solidFill>
          <a:ln w="13097">
            <a:solidFill>
              <a:srgbClr val="172B4D"/>
            </a:solidFill>
          </a:ln>
        </p:spPr>
      </p:sp>
      <p:sp>
        <p:nvSpPr>
          <p:cNvPr id="693" name="object-693">
            <a:extLst>
              <a:ext uri="{FF2B5EF4-FFF2-40B4-BE49-F238E27FC236}">
                <a16:creationId xmlns:a16="http://schemas.microsoft.com/office/drawing/2014/main" id="{6E311F14-9DED-42CD-A218-3A5C228EC7E6}"/>
              </a:ext>
            </a:extLst>
          </p:cNvPr>
          <p:cNvSpPr>
            <a:spLocks noGrp="1"/>
          </p:cNvSpPr>
          <p:nvPr/>
        </p:nvSpPr>
        <p:spPr>
          <a:xfrm>
            <a:off x="10389394" y="4048125"/>
            <a:ext cx="26194" cy="547688"/>
          </a:xfrm>
          <a:prstGeom prst="rect">
            <a:avLst/>
          </a:prstGeom>
          <a:solidFill>
            <a:srgbClr val="1D4ED8"/>
          </a:solidFill>
          <a:ln w="13097">
            <a:solidFill>
              <a:srgbClr val="172B4D"/>
            </a:solidFill>
          </a:ln>
        </p:spPr>
      </p:sp>
      <p:sp>
        <p:nvSpPr>
          <p:cNvPr id="694" name="object-694">
            <a:extLst>
              <a:ext uri="{FF2B5EF4-FFF2-40B4-BE49-F238E27FC236}">
                <a16:creationId xmlns:a16="http://schemas.microsoft.com/office/drawing/2014/main" id="{1809E5F9-66B8-4539-97AE-C33D860521D6}"/>
              </a:ext>
            </a:extLst>
          </p:cNvPr>
          <p:cNvSpPr>
            <a:spLocks noGrp="1"/>
          </p:cNvSpPr>
          <p:nvPr/>
        </p:nvSpPr>
        <p:spPr>
          <a:xfrm>
            <a:off x="10415588" y="4048125"/>
            <a:ext cx="26194" cy="547688"/>
          </a:xfrm>
          <a:prstGeom prst="rect">
            <a:avLst/>
          </a:prstGeom>
          <a:solidFill>
            <a:srgbClr val="1D4ED8"/>
          </a:solidFill>
          <a:ln w="13097">
            <a:solidFill>
              <a:srgbClr val="172B4D"/>
            </a:solidFill>
          </a:ln>
        </p:spPr>
      </p:sp>
      <p:sp>
        <p:nvSpPr>
          <p:cNvPr id="695" name="object-695">
            <a:extLst>
              <a:ext uri="{FF2B5EF4-FFF2-40B4-BE49-F238E27FC236}">
                <a16:creationId xmlns:a16="http://schemas.microsoft.com/office/drawing/2014/main" id="{2B9408EE-42B3-4FAF-9558-D5E49706BB9E}"/>
              </a:ext>
            </a:extLst>
          </p:cNvPr>
          <p:cNvSpPr>
            <a:spLocks noGrp="1"/>
          </p:cNvSpPr>
          <p:nvPr/>
        </p:nvSpPr>
        <p:spPr>
          <a:xfrm>
            <a:off x="10441781" y="4048125"/>
            <a:ext cx="26194" cy="547688"/>
          </a:xfrm>
          <a:prstGeom prst="rect">
            <a:avLst/>
          </a:prstGeom>
          <a:solidFill>
            <a:srgbClr val="1D4ED8"/>
          </a:solidFill>
          <a:ln w="13097">
            <a:solidFill>
              <a:srgbClr val="172B4D"/>
            </a:solidFill>
          </a:ln>
        </p:spPr>
      </p:sp>
      <p:sp>
        <p:nvSpPr>
          <p:cNvPr id="696" name="object-696">
            <a:extLst>
              <a:ext uri="{FF2B5EF4-FFF2-40B4-BE49-F238E27FC236}">
                <a16:creationId xmlns:a16="http://schemas.microsoft.com/office/drawing/2014/main" id="{8A7B8B04-740E-4404-AF28-B9F9166A9477}"/>
              </a:ext>
            </a:extLst>
          </p:cNvPr>
          <p:cNvSpPr>
            <a:spLocks noGrp="1"/>
          </p:cNvSpPr>
          <p:nvPr/>
        </p:nvSpPr>
        <p:spPr>
          <a:xfrm>
            <a:off x="10467975" y="4048125"/>
            <a:ext cx="26194" cy="547688"/>
          </a:xfrm>
          <a:prstGeom prst="rect">
            <a:avLst/>
          </a:prstGeom>
          <a:solidFill>
            <a:srgbClr val="1D4ED8"/>
          </a:solidFill>
          <a:ln w="13097">
            <a:solidFill>
              <a:srgbClr val="172B4D"/>
            </a:solidFill>
          </a:ln>
        </p:spPr>
      </p:sp>
      <p:sp>
        <p:nvSpPr>
          <p:cNvPr id="697" name="object-697">
            <a:extLst>
              <a:ext uri="{FF2B5EF4-FFF2-40B4-BE49-F238E27FC236}">
                <a16:creationId xmlns:a16="http://schemas.microsoft.com/office/drawing/2014/main" id="{1D14959D-605D-45B8-99BC-588AFF6A2CA0}"/>
              </a:ext>
            </a:extLst>
          </p:cNvPr>
          <p:cNvSpPr>
            <a:spLocks noGrp="1"/>
          </p:cNvSpPr>
          <p:nvPr/>
        </p:nvSpPr>
        <p:spPr>
          <a:xfrm>
            <a:off x="10494169" y="4048125"/>
            <a:ext cx="26194" cy="547688"/>
          </a:xfrm>
          <a:prstGeom prst="rect">
            <a:avLst/>
          </a:prstGeom>
          <a:solidFill>
            <a:srgbClr val="1D4ED8"/>
          </a:solidFill>
          <a:ln w="13097">
            <a:solidFill>
              <a:srgbClr val="172B4D"/>
            </a:solidFill>
          </a:ln>
        </p:spPr>
      </p:sp>
      <p:sp>
        <p:nvSpPr>
          <p:cNvPr id="698" name="object-698">
            <a:extLst>
              <a:ext uri="{FF2B5EF4-FFF2-40B4-BE49-F238E27FC236}">
                <a16:creationId xmlns:a16="http://schemas.microsoft.com/office/drawing/2014/main" id="{F69235A2-4694-44D5-A965-A3E3679CC3C1}"/>
              </a:ext>
            </a:extLst>
          </p:cNvPr>
          <p:cNvSpPr>
            <a:spLocks noGrp="1"/>
          </p:cNvSpPr>
          <p:nvPr/>
        </p:nvSpPr>
        <p:spPr>
          <a:xfrm>
            <a:off x="10520363" y="4048125"/>
            <a:ext cx="26194" cy="547688"/>
          </a:xfrm>
          <a:prstGeom prst="rect">
            <a:avLst/>
          </a:prstGeom>
          <a:solidFill>
            <a:srgbClr val="1D4ED8"/>
          </a:solidFill>
          <a:ln w="13097">
            <a:solidFill>
              <a:srgbClr val="172B4D"/>
            </a:solidFill>
          </a:ln>
        </p:spPr>
      </p:sp>
      <p:sp>
        <p:nvSpPr>
          <p:cNvPr id="699" name="object-699">
            <a:extLst>
              <a:ext uri="{FF2B5EF4-FFF2-40B4-BE49-F238E27FC236}">
                <a16:creationId xmlns:a16="http://schemas.microsoft.com/office/drawing/2014/main" id="{699A0191-64F2-4966-97DB-3F9CDDBCAB74}"/>
              </a:ext>
            </a:extLst>
          </p:cNvPr>
          <p:cNvSpPr>
            <a:spLocks noGrp="1"/>
          </p:cNvSpPr>
          <p:nvPr/>
        </p:nvSpPr>
        <p:spPr>
          <a:xfrm>
            <a:off x="10546556" y="4048125"/>
            <a:ext cx="26194" cy="547688"/>
          </a:xfrm>
          <a:prstGeom prst="rect">
            <a:avLst/>
          </a:prstGeom>
          <a:solidFill>
            <a:srgbClr val="1D4ED8"/>
          </a:solidFill>
          <a:ln w="13097">
            <a:solidFill>
              <a:srgbClr val="172B4D"/>
            </a:solidFill>
          </a:ln>
        </p:spPr>
      </p:sp>
      <p:sp>
        <p:nvSpPr>
          <p:cNvPr id="700" name="object-700">
            <a:extLst>
              <a:ext uri="{FF2B5EF4-FFF2-40B4-BE49-F238E27FC236}">
                <a16:creationId xmlns:a16="http://schemas.microsoft.com/office/drawing/2014/main" id="{30A46FBB-9136-48BB-B25B-7255EF6C2A81}"/>
              </a:ext>
            </a:extLst>
          </p:cNvPr>
          <p:cNvSpPr>
            <a:spLocks noGrp="1"/>
          </p:cNvSpPr>
          <p:nvPr/>
        </p:nvSpPr>
        <p:spPr>
          <a:xfrm>
            <a:off x="10572750" y="4048125"/>
            <a:ext cx="26194" cy="547688"/>
          </a:xfrm>
          <a:prstGeom prst="rect">
            <a:avLst/>
          </a:prstGeom>
          <a:solidFill>
            <a:srgbClr val="1D4ED8"/>
          </a:solidFill>
          <a:ln w="13097">
            <a:solidFill>
              <a:srgbClr val="172B4D"/>
            </a:solidFill>
          </a:ln>
        </p:spPr>
      </p:sp>
      <p:sp>
        <p:nvSpPr>
          <p:cNvPr id="701" name="object-701">
            <a:extLst>
              <a:ext uri="{FF2B5EF4-FFF2-40B4-BE49-F238E27FC236}">
                <a16:creationId xmlns:a16="http://schemas.microsoft.com/office/drawing/2014/main" id="{B02653FC-84C0-4C10-B078-15711783D65C}"/>
              </a:ext>
            </a:extLst>
          </p:cNvPr>
          <p:cNvSpPr>
            <a:spLocks noGrp="1"/>
          </p:cNvSpPr>
          <p:nvPr/>
        </p:nvSpPr>
        <p:spPr>
          <a:xfrm>
            <a:off x="10598944" y="4048125"/>
            <a:ext cx="26194" cy="547688"/>
          </a:xfrm>
          <a:prstGeom prst="rect">
            <a:avLst/>
          </a:prstGeom>
          <a:solidFill>
            <a:srgbClr val="1D4ED8"/>
          </a:solidFill>
          <a:ln w="13097">
            <a:solidFill>
              <a:srgbClr val="172B4D"/>
            </a:solidFill>
          </a:ln>
        </p:spPr>
      </p:sp>
      <p:sp>
        <p:nvSpPr>
          <p:cNvPr id="702" name="object-702">
            <a:extLst>
              <a:ext uri="{FF2B5EF4-FFF2-40B4-BE49-F238E27FC236}">
                <a16:creationId xmlns:a16="http://schemas.microsoft.com/office/drawing/2014/main" id="{D9CFA5D7-0233-4EA7-A8DE-61D497FDB117}"/>
              </a:ext>
            </a:extLst>
          </p:cNvPr>
          <p:cNvSpPr>
            <a:spLocks noGrp="1"/>
          </p:cNvSpPr>
          <p:nvPr/>
        </p:nvSpPr>
        <p:spPr>
          <a:xfrm>
            <a:off x="10625138" y="4048125"/>
            <a:ext cx="26194" cy="547688"/>
          </a:xfrm>
          <a:prstGeom prst="rect">
            <a:avLst/>
          </a:prstGeom>
          <a:solidFill>
            <a:srgbClr val="1D4ED8"/>
          </a:solidFill>
          <a:ln w="13097">
            <a:solidFill>
              <a:srgbClr val="172B4D"/>
            </a:solidFill>
          </a:ln>
        </p:spPr>
      </p:sp>
      <p:sp>
        <p:nvSpPr>
          <p:cNvPr id="703" name="object-703">
            <a:extLst>
              <a:ext uri="{FF2B5EF4-FFF2-40B4-BE49-F238E27FC236}">
                <a16:creationId xmlns:a16="http://schemas.microsoft.com/office/drawing/2014/main" id="{CE36644B-ADF8-493A-BCE0-974A5E254566}"/>
              </a:ext>
            </a:extLst>
          </p:cNvPr>
          <p:cNvSpPr>
            <a:spLocks noGrp="1"/>
          </p:cNvSpPr>
          <p:nvPr/>
        </p:nvSpPr>
        <p:spPr>
          <a:xfrm>
            <a:off x="10651331" y="4048125"/>
            <a:ext cx="26194" cy="547688"/>
          </a:xfrm>
          <a:prstGeom prst="rect">
            <a:avLst/>
          </a:prstGeom>
          <a:solidFill>
            <a:srgbClr val="1D4ED8"/>
          </a:solidFill>
          <a:ln w="13097">
            <a:solidFill>
              <a:srgbClr val="172B4D"/>
            </a:solidFill>
          </a:ln>
        </p:spPr>
      </p:sp>
      <p:sp>
        <p:nvSpPr>
          <p:cNvPr id="704" name="object-704">
            <a:extLst>
              <a:ext uri="{FF2B5EF4-FFF2-40B4-BE49-F238E27FC236}">
                <a16:creationId xmlns:a16="http://schemas.microsoft.com/office/drawing/2014/main" id="{C4751523-3141-425E-8387-D4C964E31BE8}"/>
              </a:ext>
            </a:extLst>
          </p:cNvPr>
          <p:cNvSpPr>
            <a:spLocks noGrp="1"/>
          </p:cNvSpPr>
          <p:nvPr/>
        </p:nvSpPr>
        <p:spPr>
          <a:xfrm>
            <a:off x="10677525" y="4048125"/>
            <a:ext cx="26194" cy="547688"/>
          </a:xfrm>
          <a:prstGeom prst="rect">
            <a:avLst/>
          </a:prstGeom>
          <a:solidFill>
            <a:srgbClr val="1D4ED8"/>
          </a:solidFill>
          <a:ln w="13097">
            <a:solidFill>
              <a:srgbClr val="172B4D"/>
            </a:solidFill>
          </a:ln>
        </p:spPr>
      </p:sp>
      <p:sp>
        <p:nvSpPr>
          <p:cNvPr id="705" name="object-705">
            <a:extLst>
              <a:ext uri="{FF2B5EF4-FFF2-40B4-BE49-F238E27FC236}">
                <a16:creationId xmlns:a16="http://schemas.microsoft.com/office/drawing/2014/main" id="{017346B7-CF58-4973-B851-BA0B6451DC77}"/>
              </a:ext>
            </a:extLst>
          </p:cNvPr>
          <p:cNvSpPr>
            <a:spLocks noGrp="1"/>
          </p:cNvSpPr>
          <p:nvPr/>
        </p:nvSpPr>
        <p:spPr>
          <a:xfrm>
            <a:off x="10703719" y="4048125"/>
            <a:ext cx="26194" cy="547688"/>
          </a:xfrm>
          <a:prstGeom prst="rect">
            <a:avLst/>
          </a:prstGeom>
          <a:solidFill>
            <a:srgbClr val="1D4ED8"/>
          </a:solidFill>
          <a:ln w="13097">
            <a:solidFill>
              <a:srgbClr val="172B4D"/>
            </a:solidFill>
          </a:ln>
        </p:spPr>
      </p:sp>
      <p:sp>
        <p:nvSpPr>
          <p:cNvPr id="706" name="object-706">
            <a:extLst>
              <a:ext uri="{FF2B5EF4-FFF2-40B4-BE49-F238E27FC236}">
                <a16:creationId xmlns:a16="http://schemas.microsoft.com/office/drawing/2014/main" id="{70161209-769A-44BA-A303-15A7FE3E9A49}"/>
              </a:ext>
            </a:extLst>
          </p:cNvPr>
          <p:cNvSpPr>
            <a:spLocks noGrp="1"/>
          </p:cNvSpPr>
          <p:nvPr/>
        </p:nvSpPr>
        <p:spPr>
          <a:xfrm>
            <a:off x="10729913" y="4048125"/>
            <a:ext cx="26194" cy="547688"/>
          </a:xfrm>
          <a:prstGeom prst="rect">
            <a:avLst/>
          </a:prstGeom>
          <a:solidFill>
            <a:srgbClr val="1D4ED8"/>
          </a:solidFill>
          <a:ln w="13097">
            <a:solidFill>
              <a:srgbClr val="172B4D"/>
            </a:solidFill>
          </a:ln>
        </p:spPr>
      </p:sp>
      <p:sp>
        <p:nvSpPr>
          <p:cNvPr id="707" name="object-707">
            <a:extLst>
              <a:ext uri="{FF2B5EF4-FFF2-40B4-BE49-F238E27FC236}">
                <a16:creationId xmlns:a16="http://schemas.microsoft.com/office/drawing/2014/main" id="{85EC039A-F542-412E-A834-BCD51D58E8E3}"/>
              </a:ext>
            </a:extLst>
          </p:cNvPr>
          <p:cNvSpPr>
            <a:spLocks noGrp="1"/>
          </p:cNvSpPr>
          <p:nvPr/>
        </p:nvSpPr>
        <p:spPr>
          <a:xfrm>
            <a:off x="10756106" y="4048125"/>
            <a:ext cx="26194" cy="547688"/>
          </a:xfrm>
          <a:prstGeom prst="rect">
            <a:avLst/>
          </a:prstGeom>
          <a:solidFill>
            <a:srgbClr val="1D4ED8"/>
          </a:solidFill>
          <a:ln w="13097">
            <a:solidFill>
              <a:srgbClr val="172B4D"/>
            </a:solidFill>
          </a:ln>
        </p:spPr>
      </p:sp>
      <p:sp>
        <p:nvSpPr>
          <p:cNvPr id="708" name="object-708">
            <a:extLst>
              <a:ext uri="{FF2B5EF4-FFF2-40B4-BE49-F238E27FC236}">
                <a16:creationId xmlns:a16="http://schemas.microsoft.com/office/drawing/2014/main" id="{720FB373-1C0A-47F0-B282-3524B0922DFF}"/>
              </a:ext>
            </a:extLst>
          </p:cNvPr>
          <p:cNvSpPr>
            <a:spLocks noGrp="1"/>
          </p:cNvSpPr>
          <p:nvPr/>
        </p:nvSpPr>
        <p:spPr>
          <a:xfrm>
            <a:off x="10782300" y="4048125"/>
            <a:ext cx="26194" cy="547688"/>
          </a:xfrm>
          <a:prstGeom prst="rect">
            <a:avLst/>
          </a:prstGeom>
          <a:solidFill>
            <a:srgbClr val="1D4ED8"/>
          </a:solidFill>
          <a:ln w="13097">
            <a:solidFill>
              <a:srgbClr val="172B4D"/>
            </a:solidFill>
          </a:ln>
        </p:spPr>
      </p:sp>
      <p:sp>
        <p:nvSpPr>
          <p:cNvPr id="709" name="object-709">
            <a:extLst>
              <a:ext uri="{FF2B5EF4-FFF2-40B4-BE49-F238E27FC236}">
                <a16:creationId xmlns:a16="http://schemas.microsoft.com/office/drawing/2014/main" id="{E52E273F-B475-461C-9507-AD70EBD886DF}"/>
              </a:ext>
            </a:extLst>
          </p:cNvPr>
          <p:cNvSpPr>
            <a:spLocks noGrp="1"/>
          </p:cNvSpPr>
          <p:nvPr/>
        </p:nvSpPr>
        <p:spPr>
          <a:xfrm>
            <a:off x="10808494" y="4048125"/>
            <a:ext cx="26194" cy="547688"/>
          </a:xfrm>
          <a:prstGeom prst="rect">
            <a:avLst/>
          </a:prstGeom>
          <a:solidFill>
            <a:srgbClr val="1D4ED8"/>
          </a:solidFill>
          <a:ln w="13097">
            <a:solidFill>
              <a:srgbClr val="172B4D"/>
            </a:solidFill>
          </a:ln>
        </p:spPr>
      </p:sp>
      <p:sp>
        <p:nvSpPr>
          <p:cNvPr id="710" name="object-710">
            <a:extLst>
              <a:ext uri="{FF2B5EF4-FFF2-40B4-BE49-F238E27FC236}">
                <a16:creationId xmlns:a16="http://schemas.microsoft.com/office/drawing/2014/main" id="{2803E91D-C344-46CD-8133-E2AEC0F537BF}"/>
              </a:ext>
            </a:extLst>
          </p:cNvPr>
          <p:cNvSpPr>
            <a:spLocks noGrp="1"/>
          </p:cNvSpPr>
          <p:nvPr/>
        </p:nvSpPr>
        <p:spPr>
          <a:xfrm>
            <a:off x="10834688" y="4048125"/>
            <a:ext cx="26194" cy="547688"/>
          </a:xfrm>
          <a:prstGeom prst="rect">
            <a:avLst/>
          </a:prstGeom>
          <a:solidFill>
            <a:srgbClr val="1D4ED8"/>
          </a:solidFill>
          <a:ln w="13097">
            <a:solidFill>
              <a:srgbClr val="172B4D"/>
            </a:solidFill>
          </a:ln>
        </p:spPr>
      </p:sp>
      <p:sp>
        <p:nvSpPr>
          <p:cNvPr id="711" name="object-711">
            <a:extLst>
              <a:ext uri="{FF2B5EF4-FFF2-40B4-BE49-F238E27FC236}">
                <a16:creationId xmlns:a16="http://schemas.microsoft.com/office/drawing/2014/main" id="{D564DDAD-2669-4B9A-ADA4-2B9CE1387593}"/>
              </a:ext>
            </a:extLst>
          </p:cNvPr>
          <p:cNvSpPr>
            <a:spLocks noGrp="1"/>
          </p:cNvSpPr>
          <p:nvPr/>
        </p:nvSpPr>
        <p:spPr>
          <a:xfrm>
            <a:off x="10860881" y="4048125"/>
            <a:ext cx="26194" cy="547688"/>
          </a:xfrm>
          <a:prstGeom prst="rect">
            <a:avLst/>
          </a:prstGeom>
          <a:solidFill>
            <a:srgbClr val="1D4ED8"/>
          </a:solidFill>
          <a:ln w="13097">
            <a:solidFill>
              <a:srgbClr val="172B4D"/>
            </a:solidFill>
          </a:ln>
        </p:spPr>
      </p:sp>
      <p:sp>
        <p:nvSpPr>
          <p:cNvPr id="712" name="object-712">
            <a:extLst>
              <a:ext uri="{FF2B5EF4-FFF2-40B4-BE49-F238E27FC236}">
                <a16:creationId xmlns:a16="http://schemas.microsoft.com/office/drawing/2014/main" id="{33032002-C4DA-4665-9CEC-125652486EEE}"/>
              </a:ext>
            </a:extLst>
          </p:cNvPr>
          <p:cNvSpPr>
            <a:spLocks noGrp="1"/>
          </p:cNvSpPr>
          <p:nvPr/>
        </p:nvSpPr>
        <p:spPr>
          <a:xfrm>
            <a:off x="10887075" y="4048125"/>
            <a:ext cx="26194" cy="547688"/>
          </a:xfrm>
          <a:prstGeom prst="rect">
            <a:avLst/>
          </a:prstGeom>
          <a:solidFill>
            <a:srgbClr val="1D4ED8"/>
          </a:solidFill>
          <a:ln w="13097">
            <a:solidFill>
              <a:srgbClr val="172B4D"/>
            </a:solidFill>
          </a:ln>
        </p:spPr>
      </p:sp>
      <p:sp>
        <p:nvSpPr>
          <p:cNvPr id="713" name="object-713">
            <a:extLst>
              <a:ext uri="{FF2B5EF4-FFF2-40B4-BE49-F238E27FC236}">
                <a16:creationId xmlns:a16="http://schemas.microsoft.com/office/drawing/2014/main" id="{F6E382AE-205C-4AAF-BE26-79EB46245C37}"/>
              </a:ext>
            </a:extLst>
          </p:cNvPr>
          <p:cNvSpPr>
            <a:spLocks noGrp="1"/>
          </p:cNvSpPr>
          <p:nvPr/>
        </p:nvSpPr>
        <p:spPr>
          <a:xfrm>
            <a:off x="10913269" y="4048125"/>
            <a:ext cx="26194" cy="547688"/>
          </a:xfrm>
          <a:prstGeom prst="rect">
            <a:avLst/>
          </a:prstGeom>
          <a:solidFill>
            <a:srgbClr val="1D4ED8"/>
          </a:solidFill>
          <a:ln w="13097">
            <a:solidFill>
              <a:srgbClr val="172B4D"/>
            </a:solidFill>
          </a:ln>
        </p:spPr>
      </p:sp>
      <p:sp>
        <p:nvSpPr>
          <p:cNvPr id="714" name="object-714">
            <a:extLst>
              <a:ext uri="{FF2B5EF4-FFF2-40B4-BE49-F238E27FC236}">
                <a16:creationId xmlns:a16="http://schemas.microsoft.com/office/drawing/2014/main" id="{BDA052E8-EED4-4F88-956D-82FE8D02A450}"/>
              </a:ext>
            </a:extLst>
          </p:cNvPr>
          <p:cNvSpPr>
            <a:spLocks noGrp="1"/>
          </p:cNvSpPr>
          <p:nvPr/>
        </p:nvSpPr>
        <p:spPr>
          <a:xfrm>
            <a:off x="10939463" y="4048125"/>
            <a:ext cx="26194" cy="547688"/>
          </a:xfrm>
          <a:prstGeom prst="rect">
            <a:avLst/>
          </a:prstGeom>
          <a:solidFill>
            <a:srgbClr val="1D4ED8"/>
          </a:solidFill>
          <a:ln w="13097">
            <a:solidFill>
              <a:srgbClr val="172B4D"/>
            </a:solidFill>
          </a:ln>
        </p:spPr>
      </p:sp>
      <p:sp>
        <p:nvSpPr>
          <p:cNvPr id="715" name="object-715">
            <a:extLst>
              <a:ext uri="{FF2B5EF4-FFF2-40B4-BE49-F238E27FC236}">
                <a16:creationId xmlns:a16="http://schemas.microsoft.com/office/drawing/2014/main" id="{57608248-952F-4EDB-90A0-158050E1126C}"/>
              </a:ext>
            </a:extLst>
          </p:cNvPr>
          <p:cNvSpPr>
            <a:spLocks noGrp="1"/>
          </p:cNvSpPr>
          <p:nvPr/>
        </p:nvSpPr>
        <p:spPr>
          <a:xfrm>
            <a:off x="10965656" y="4048125"/>
            <a:ext cx="26194" cy="547688"/>
          </a:xfrm>
          <a:prstGeom prst="rect">
            <a:avLst/>
          </a:prstGeom>
          <a:solidFill>
            <a:srgbClr val="1D4ED8"/>
          </a:solidFill>
          <a:ln w="13097">
            <a:solidFill>
              <a:srgbClr val="172B4D"/>
            </a:solidFill>
          </a:ln>
        </p:spPr>
      </p:sp>
      <p:sp>
        <p:nvSpPr>
          <p:cNvPr id="716" name="object-716">
            <a:extLst>
              <a:ext uri="{FF2B5EF4-FFF2-40B4-BE49-F238E27FC236}">
                <a16:creationId xmlns:a16="http://schemas.microsoft.com/office/drawing/2014/main" id="{763CBA86-70DB-440E-B7ED-D7D7C2E79A3F}"/>
              </a:ext>
            </a:extLst>
          </p:cNvPr>
          <p:cNvSpPr>
            <a:spLocks noGrp="1"/>
          </p:cNvSpPr>
          <p:nvPr/>
        </p:nvSpPr>
        <p:spPr>
          <a:xfrm>
            <a:off x="10991850" y="4048125"/>
            <a:ext cx="26194" cy="547688"/>
          </a:xfrm>
          <a:prstGeom prst="rect">
            <a:avLst/>
          </a:prstGeom>
          <a:solidFill>
            <a:srgbClr val="1D4ED8"/>
          </a:solidFill>
          <a:ln w="13097">
            <a:solidFill>
              <a:srgbClr val="172B4D"/>
            </a:solidFill>
          </a:ln>
        </p:spPr>
      </p:sp>
      <p:sp>
        <p:nvSpPr>
          <p:cNvPr id="717" name="object-717">
            <a:extLst>
              <a:ext uri="{FF2B5EF4-FFF2-40B4-BE49-F238E27FC236}">
                <a16:creationId xmlns:a16="http://schemas.microsoft.com/office/drawing/2014/main" id="{690610B8-0FF5-4C94-84A7-0A1B0FF0D145}"/>
              </a:ext>
            </a:extLst>
          </p:cNvPr>
          <p:cNvSpPr>
            <a:spLocks noGrp="1"/>
          </p:cNvSpPr>
          <p:nvPr/>
        </p:nvSpPr>
        <p:spPr>
          <a:xfrm>
            <a:off x="11018044" y="4048125"/>
            <a:ext cx="26194" cy="547688"/>
          </a:xfrm>
          <a:prstGeom prst="rect">
            <a:avLst/>
          </a:prstGeom>
          <a:solidFill>
            <a:srgbClr val="1D4ED8"/>
          </a:solidFill>
          <a:ln w="13097">
            <a:solidFill>
              <a:srgbClr val="172B4D"/>
            </a:solidFill>
          </a:ln>
        </p:spPr>
      </p:sp>
      <p:sp>
        <p:nvSpPr>
          <p:cNvPr id="718" name="object-718">
            <a:extLst>
              <a:ext uri="{FF2B5EF4-FFF2-40B4-BE49-F238E27FC236}">
                <a16:creationId xmlns:a16="http://schemas.microsoft.com/office/drawing/2014/main" id="{BC1E7785-03D0-465E-9DBC-275ECFE7C736}"/>
              </a:ext>
            </a:extLst>
          </p:cNvPr>
          <p:cNvSpPr>
            <a:spLocks noGrp="1"/>
          </p:cNvSpPr>
          <p:nvPr/>
        </p:nvSpPr>
        <p:spPr>
          <a:xfrm>
            <a:off x="11044238" y="4048125"/>
            <a:ext cx="26194" cy="547688"/>
          </a:xfrm>
          <a:prstGeom prst="rect">
            <a:avLst/>
          </a:prstGeom>
          <a:solidFill>
            <a:srgbClr val="1D4ED8"/>
          </a:solidFill>
          <a:ln w="13097">
            <a:solidFill>
              <a:srgbClr val="172B4D"/>
            </a:solidFill>
          </a:ln>
        </p:spPr>
      </p:sp>
      <p:sp>
        <p:nvSpPr>
          <p:cNvPr id="719" name="object-719">
            <a:extLst>
              <a:ext uri="{FF2B5EF4-FFF2-40B4-BE49-F238E27FC236}">
                <a16:creationId xmlns:a16="http://schemas.microsoft.com/office/drawing/2014/main" id="{B2B74E54-ADEF-4439-BD33-DBCA0D56F172}"/>
              </a:ext>
            </a:extLst>
          </p:cNvPr>
          <p:cNvSpPr>
            <a:spLocks noGrp="1"/>
          </p:cNvSpPr>
          <p:nvPr/>
        </p:nvSpPr>
        <p:spPr>
          <a:xfrm>
            <a:off x="11070431" y="4048125"/>
            <a:ext cx="26194" cy="547688"/>
          </a:xfrm>
          <a:prstGeom prst="rect">
            <a:avLst/>
          </a:prstGeom>
          <a:solidFill>
            <a:srgbClr val="1D4ED8"/>
          </a:solidFill>
          <a:ln w="13097">
            <a:solidFill>
              <a:srgbClr val="172B4D"/>
            </a:solidFill>
          </a:ln>
        </p:spPr>
      </p:sp>
      <p:sp>
        <p:nvSpPr>
          <p:cNvPr id="720" name="object-720">
            <a:extLst>
              <a:ext uri="{FF2B5EF4-FFF2-40B4-BE49-F238E27FC236}">
                <a16:creationId xmlns:a16="http://schemas.microsoft.com/office/drawing/2014/main" id="{99A118EE-E240-4930-AE65-D0DA4FE135FD}"/>
              </a:ext>
            </a:extLst>
          </p:cNvPr>
          <p:cNvSpPr>
            <a:spLocks noGrp="1"/>
          </p:cNvSpPr>
          <p:nvPr/>
        </p:nvSpPr>
        <p:spPr>
          <a:xfrm>
            <a:off x="11096625" y="4048125"/>
            <a:ext cx="26194" cy="547688"/>
          </a:xfrm>
          <a:prstGeom prst="rect">
            <a:avLst/>
          </a:prstGeom>
          <a:solidFill>
            <a:srgbClr val="1D4ED8"/>
          </a:solidFill>
          <a:ln w="13097">
            <a:solidFill>
              <a:srgbClr val="172B4D"/>
            </a:solidFill>
          </a:ln>
        </p:spPr>
      </p:sp>
      <p:sp>
        <p:nvSpPr>
          <p:cNvPr id="721" name="object-721">
            <a:extLst>
              <a:ext uri="{FF2B5EF4-FFF2-40B4-BE49-F238E27FC236}">
                <a16:creationId xmlns:a16="http://schemas.microsoft.com/office/drawing/2014/main" id="{981A5CA0-10A7-45A6-AC6D-0E97A2D3F32C}"/>
              </a:ext>
            </a:extLst>
          </p:cNvPr>
          <p:cNvSpPr>
            <a:spLocks noGrp="1"/>
          </p:cNvSpPr>
          <p:nvPr/>
        </p:nvSpPr>
        <p:spPr>
          <a:xfrm>
            <a:off x="11122819" y="4048125"/>
            <a:ext cx="26194" cy="547688"/>
          </a:xfrm>
          <a:prstGeom prst="rect">
            <a:avLst/>
          </a:prstGeom>
          <a:solidFill>
            <a:srgbClr val="1D4ED8"/>
          </a:solidFill>
          <a:ln w="13097">
            <a:solidFill>
              <a:srgbClr val="172B4D"/>
            </a:solidFill>
          </a:ln>
        </p:spPr>
      </p:sp>
      <p:sp>
        <p:nvSpPr>
          <p:cNvPr id="722" name="object-722">
            <a:extLst>
              <a:ext uri="{FF2B5EF4-FFF2-40B4-BE49-F238E27FC236}">
                <a16:creationId xmlns:a16="http://schemas.microsoft.com/office/drawing/2014/main" id="{B78CE749-7A8F-4F87-A71E-91D3EF045D3A}"/>
              </a:ext>
            </a:extLst>
          </p:cNvPr>
          <p:cNvSpPr>
            <a:spLocks noGrp="1"/>
          </p:cNvSpPr>
          <p:nvPr/>
        </p:nvSpPr>
        <p:spPr>
          <a:xfrm>
            <a:off x="11149013" y="4048125"/>
            <a:ext cx="26194" cy="547688"/>
          </a:xfrm>
          <a:prstGeom prst="rect">
            <a:avLst/>
          </a:prstGeom>
          <a:solidFill>
            <a:srgbClr val="1D4ED8"/>
          </a:solidFill>
          <a:ln w="13097">
            <a:solidFill>
              <a:srgbClr val="172B4D"/>
            </a:solidFill>
          </a:ln>
        </p:spPr>
      </p:sp>
      <p:sp>
        <p:nvSpPr>
          <p:cNvPr id="723" name="object-723">
            <a:extLst>
              <a:ext uri="{FF2B5EF4-FFF2-40B4-BE49-F238E27FC236}">
                <a16:creationId xmlns:a16="http://schemas.microsoft.com/office/drawing/2014/main" id="{1652C91A-5ADC-4CAF-9009-6A7F0EC88EDD}"/>
              </a:ext>
            </a:extLst>
          </p:cNvPr>
          <p:cNvSpPr>
            <a:spLocks noGrp="1"/>
          </p:cNvSpPr>
          <p:nvPr/>
        </p:nvSpPr>
        <p:spPr>
          <a:xfrm>
            <a:off x="11175206" y="4048125"/>
            <a:ext cx="26194" cy="547688"/>
          </a:xfrm>
          <a:prstGeom prst="rect">
            <a:avLst/>
          </a:prstGeom>
          <a:solidFill>
            <a:srgbClr val="1D4ED8"/>
          </a:solidFill>
          <a:ln w="13097">
            <a:solidFill>
              <a:srgbClr val="172B4D"/>
            </a:solidFill>
          </a:ln>
        </p:spPr>
      </p:sp>
      <p:sp>
        <p:nvSpPr>
          <p:cNvPr id="724" name="object-724">
            <a:extLst>
              <a:ext uri="{FF2B5EF4-FFF2-40B4-BE49-F238E27FC236}">
                <a16:creationId xmlns:a16="http://schemas.microsoft.com/office/drawing/2014/main" id="{C2D5E6A0-A32F-4608-8AFA-5E185401E88E}"/>
              </a:ext>
            </a:extLst>
          </p:cNvPr>
          <p:cNvSpPr>
            <a:spLocks noGrp="1"/>
          </p:cNvSpPr>
          <p:nvPr/>
        </p:nvSpPr>
        <p:spPr>
          <a:xfrm>
            <a:off x="11201400" y="4048125"/>
            <a:ext cx="26194" cy="547688"/>
          </a:xfrm>
          <a:prstGeom prst="rect">
            <a:avLst/>
          </a:prstGeom>
          <a:solidFill>
            <a:srgbClr val="1D4ED8"/>
          </a:solidFill>
          <a:ln w="13097">
            <a:solidFill>
              <a:srgbClr val="172B4D"/>
            </a:solidFill>
          </a:ln>
        </p:spPr>
      </p:sp>
      <p:sp>
        <p:nvSpPr>
          <p:cNvPr id="725" name="object-725">
            <a:extLst>
              <a:ext uri="{FF2B5EF4-FFF2-40B4-BE49-F238E27FC236}">
                <a16:creationId xmlns:a16="http://schemas.microsoft.com/office/drawing/2014/main" id="{8FC997F4-B419-428F-B535-A124BE773A3F}"/>
              </a:ext>
            </a:extLst>
          </p:cNvPr>
          <p:cNvSpPr>
            <a:spLocks noGrp="1"/>
          </p:cNvSpPr>
          <p:nvPr/>
        </p:nvSpPr>
        <p:spPr>
          <a:xfrm>
            <a:off x="11227594" y="4048125"/>
            <a:ext cx="26194" cy="547688"/>
          </a:xfrm>
          <a:prstGeom prst="rect">
            <a:avLst/>
          </a:prstGeom>
          <a:solidFill>
            <a:srgbClr val="1D4ED8"/>
          </a:solidFill>
          <a:ln w="13097">
            <a:solidFill>
              <a:srgbClr val="172B4D"/>
            </a:solidFill>
          </a:ln>
        </p:spPr>
      </p:sp>
      <p:sp>
        <p:nvSpPr>
          <p:cNvPr id="726" name="object-726">
            <a:extLst>
              <a:ext uri="{FF2B5EF4-FFF2-40B4-BE49-F238E27FC236}">
                <a16:creationId xmlns:a16="http://schemas.microsoft.com/office/drawing/2014/main" id="{52502A89-7431-42CF-8D35-B95C22A068D5}"/>
              </a:ext>
            </a:extLst>
          </p:cNvPr>
          <p:cNvSpPr>
            <a:spLocks noGrp="1"/>
          </p:cNvSpPr>
          <p:nvPr/>
        </p:nvSpPr>
        <p:spPr>
          <a:xfrm>
            <a:off x="11253788" y="4048125"/>
            <a:ext cx="26194" cy="547688"/>
          </a:xfrm>
          <a:prstGeom prst="rect">
            <a:avLst/>
          </a:prstGeom>
          <a:solidFill>
            <a:srgbClr val="1D4ED8"/>
          </a:solidFill>
          <a:ln w="13097">
            <a:solidFill>
              <a:srgbClr val="172B4D"/>
            </a:solidFill>
          </a:ln>
        </p:spPr>
      </p:sp>
      <p:sp>
        <p:nvSpPr>
          <p:cNvPr id="727" name="object-727">
            <a:extLst>
              <a:ext uri="{FF2B5EF4-FFF2-40B4-BE49-F238E27FC236}">
                <a16:creationId xmlns:a16="http://schemas.microsoft.com/office/drawing/2014/main" id="{CD4FC81A-6AAC-4464-9790-FCD68D9DD474}"/>
              </a:ext>
            </a:extLst>
          </p:cNvPr>
          <p:cNvSpPr>
            <a:spLocks noGrp="1"/>
          </p:cNvSpPr>
          <p:nvPr/>
        </p:nvSpPr>
        <p:spPr>
          <a:xfrm>
            <a:off x="11279981" y="4048125"/>
            <a:ext cx="26194" cy="547688"/>
          </a:xfrm>
          <a:prstGeom prst="rect">
            <a:avLst/>
          </a:prstGeom>
          <a:solidFill>
            <a:srgbClr val="1D4ED8"/>
          </a:solidFill>
          <a:ln w="13097">
            <a:solidFill>
              <a:srgbClr val="172B4D"/>
            </a:solidFill>
          </a:ln>
        </p:spPr>
      </p:sp>
      <p:sp>
        <p:nvSpPr>
          <p:cNvPr id="728" name="object-728">
            <a:extLst>
              <a:ext uri="{FF2B5EF4-FFF2-40B4-BE49-F238E27FC236}">
                <a16:creationId xmlns:a16="http://schemas.microsoft.com/office/drawing/2014/main" id="{DB182D44-3226-4C13-BE31-9F17219A10B8}"/>
              </a:ext>
            </a:extLst>
          </p:cNvPr>
          <p:cNvSpPr>
            <a:spLocks noGrp="1"/>
          </p:cNvSpPr>
          <p:nvPr/>
        </p:nvSpPr>
        <p:spPr>
          <a:xfrm>
            <a:off x="11306175" y="4048125"/>
            <a:ext cx="26194" cy="547688"/>
          </a:xfrm>
          <a:prstGeom prst="rect">
            <a:avLst/>
          </a:prstGeom>
          <a:solidFill>
            <a:srgbClr val="1D4ED8"/>
          </a:solidFill>
          <a:ln w="13097">
            <a:solidFill>
              <a:srgbClr val="172B4D"/>
            </a:solidFill>
          </a:ln>
        </p:spPr>
      </p:sp>
      <p:sp>
        <p:nvSpPr>
          <p:cNvPr id="729" name="object-729">
            <a:extLst>
              <a:ext uri="{FF2B5EF4-FFF2-40B4-BE49-F238E27FC236}">
                <a16:creationId xmlns:a16="http://schemas.microsoft.com/office/drawing/2014/main" id="{159EA2EF-220C-415C-9D70-32891E3C5E4E}"/>
              </a:ext>
            </a:extLst>
          </p:cNvPr>
          <p:cNvSpPr>
            <a:spLocks noGrp="1"/>
          </p:cNvSpPr>
          <p:nvPr/>
        </p:nvSpPr>
        <p:spPr>
          <a:xfrm>
            <a:off x="11332369" y="4048125"/>
            <a:ext cx="26194" cy="547688"/>
          </a:xfrm>
          <a:prstGeom prst="rect">
            <a:avLst/>
          </a:prstGeom>
          <a:solidFill>
            <a:srgbClr val="1D4ED8"/>
          </a:solidFill>
          <a:ln w="13097">
            <a:solidFill>
              <a:srgbClr val="172B4D"/>
            </a:solidFill>
          </a:ln>
        </p:spPr>
      </p:sp>
      <p:sp>
        <p:nvSpPr>
          <p:cNvPr id="730" name="object-730">
            <a:extLst>
              <a:ext uri="{FF2B5EF4-FFF2-40B4-BE49-F238E27FC236}">
                <a16:creationId xmlns:a16="http://schemas.microsoft.com/office/drawing/2014/main" id="{472C8F0F-57D2-4426-BDC0-D2B077C8779D}"/>
              </a:ext>
            </a:extLst>
          </p:cNvPr>
          <p:cNvSpPr>
            <a:spLocks noGrp="1"/>
          </p:cNvSpPr>
          <p:nvPr/>
        </p:nvSpPr>
        <p:spPr>
          <a:xfrm>
            <a:off x="11358563" y="4048125"/>
            <a:ext cx="26194" cy="547688"/>
          </a:xfrm>
          <a:prstGeom prst="rect">
            <a:avLst/>
          </a:prstGeom>
          <a:solidFill>
            <a:srgbClr val="1D4ED8"/>
          </a:solidFill>
          <a:ln w="13097">
            <a:solidFill>
              <a:srgbClr val="172B4D"/>
            </a:solidFill>
          </a:ln>
        </p:spPr>
      </p:sp>
      <p:sp>
        <p:nvSpPr>
          <p:cNvPr id="731" name="object-731">
            <a:extLst>
              <a:ext uri="{FF2B5EF4-FFF2-40B4-BE49-F238E27FC236}">
                <a16:creationId xmlns:a16="http://schemas.microsoft.com/office/drawing/2014/main" id="{1E5B209E-523D-4CDC-B2A7-385A1CB3A141}"/>
              </a:ext>
            </a:extLst>
          </p:cNvPr>
          <p:cNvSpPr>
            <a:spLocks noGrp="1"/>
          </p:cNvSpPr>
          <p:nvPr/>
        </p:nvSpPr>
        <p:spPr>
          <a:xfrm>
            <a:off x="11384756" y="4048125"/>
            <a:ext cx="26194" cy="547688"/>
          </a:xfrm>
          <a:prstGeom prst="rect">
            <a:avLst/>
          </a:prstGeom>
          <a:solidFill>
            <a:srgbClr val="1D4ED8"/>
          </a:solidFill>
          <a:ln w="13097">
            <a:solidFill>
              <a:srgbClr val="172B4D"/>
            </a:solidFill>
          </a:ln>
        </p:spPr>
      </p:sp>
      <p:sp>
        <p:nvSpPr>
          <p:cNvPr id="732" name="object-732">
            <a:extLst>
              <a:ext uri="{FF2B5EF4-FFF2-40B4-BE49-F238E27FC236}">
                <a16:creationId xmlns:a16="http://schemas.microsoft.com/office/drawing/2014/main" id="{9F51EA6C-6219-41DD-AD0C-117823DDF8AA}"/>
              </a:ext>
            </a:extLst>
          </p:cNvPr>
          <p:cNvSpPr>
            <a:spLocks noGrp="1"/>
          </p:cNvSpPr>
          <p:nvPr/>
        </p:nvSpPr>
        <p:spPr>
          <a:xfrm>
            <a:off x="11410950" y="4048125"/>
            <a:ext cx="26194" cy="547688"/>
          </a:xfrm>
          <a:prstGeom prst="rect">
            <a:avLst/>
          </a:prstGeom>
          <a:solidFill>
            <a:srgbClr val="1D4ED8"/>
          </a:solidFill>
          <a:ln w="13097">
            <a:solidFill>
              <a:srgbClr val="172B4D"/>
            </a:solidFill>
          </a:ln>
        </p:spPr>
      </p:sp>
      <p:sp>
        <p:nvSpPr>
          <p:cNvPr id="733" name="object-733">
            <a:extLst>
              <a:ext uri="{FF2B5EF4-FFF2-40B4-BE49-F238E27FC236}">
                <a16:creationId xmlns:a16="http://schemas.microsoft.com/office/drawing/2014/main" id="{4ADFD37D-DBC8-4321-999A-6C7F2B41E375}"/>
              </a:ext>
            </a:extLst>
          </p:cNvPr>
          <p:cNvSpPr>
            <a:spLocks noGrp="1"/>
          </p:cNvSpPr>
          <p:nvPr/>
        </p:nvSpPr>
        <p:spPr>
          <a:xfrm>
            <a:off x="11437144" y="4048125"/>
            <a:ext cx="26194" cy="547688"/>
          </a:xfrm>
          <a:prstGeom prst="rect">
            <a:avLst/>
          </a:prstGeom>
          <a:solidFill>
            <a:srgbClr val="1D4ED8"/>
          </a:solidFill>
          <a:ln w="13097">
            <a:solidFill>
              <a:srgbClr val="172B4D"/>
            </a:solidFill>
          </a:ln>
        </p:spPr>
      </p:sp>
      <p:sp>
        <p:nvSpPr>
          <p:cNvPr id="734" name="object-734">
            <a:extLst>
              <a:ext uri="{FF2B5EF4-FFF2-40B4-BE49-F238E27FC236}">
                <a16:creationId xmlns:a16="http://schemas.microsoft.com/office/drawing/2014/main" id="{220456E5-11E8-474C-82C8-3D6FF24A8AFC}"/>
              </a:ext>
            </a:extLst>
          </p:cNvPr>
          <p:cNvSpPr>
            <a:spLocks noGrp="1"/>
          </p:cNvSpPr>
          <p:nvPr/>
        </p:nvSpPr>
        <p:spPr>
          <a:xfrm>
            <a:off x="11463338" y="4048125"/>
            <a:ext cx="26194" cy="547688"/>
          </a:xfrm>
          <a:prstGeom prst="rect">
            <a:avLst/>
          </a:prstGeom>
          <a:solidFill>
            <a:srgbClr val="1D4ED8"/>
          </a:solidFill>
          <a:ln w="13097">
            <a:solidFill>
              <a:srgbClr val="172B4D"/>
            </a:solidFill>
          </a:ln>
        </p:spPr>
      </p:sp>
      <p:sp>
        <p:nvSpPr>
          <p:cNvPr id="735" name="object-735">
            <a:extLst>
              <a:ext uri="{FF2B5EF4-FFF2-40B4-BE49-F238E27FC236}">
                <a16:creationId xmlns:a16="http://schemas.microsoft.com/office/drawing/2014/main" id="{BBD99A6C-7DB5-4779-91DE-82974F2EA4AF}"/>
              </a:ext>
            </a:extLst>
          </p:cNvPr>
          <p:cNvSpPr>
            <a:spLocks noGrp="1"/>
          </p:cNvSpPr>
          <p:nvPr/>
        </p:nvSpPr>
        <p:spPr>
          <a:xfrm>
            <a:off x="11489531" y="4048125"/>
            <a:ext cx="26194" cy="547688"/>
          </a:xfrm>
          <a:prstGeom prst="rect">
            <a:avLst/>
          </a:prstGeom>
          <a:solidFill>
            <a:srgbClr val="1D4ED8"/>
          </a:solidFill>
          <a:ln w="13097">
            <a:solidFill>
              <a:srgbClr val="172B4D"/>
            </a:solidFill>
          </a:ln>
        </p:spPr>
      </p:sp>
      <p:sp>
        <p:nvSpPr>
          <p:cNvPr id="736" name="object-736">
            <a:extLst>
              <a:ext uri="{FF2B5EF4-FFF2-40B4-BE49-F238E27FC236}">
                <a16:creationId xmlns:a16="http://schemas.microsoft.com/office/drawing/2014/main" id="{A3A4703C-59DD-4BB0-B5B9-B696AFE9F574}"/>
              </a:ext>
            </a:extLst>
          </p:cNvPr>
          <p:cNvSpPr>
            <a:spLocks noGrp="1"/>
          </p:cNvSpPr>
          <p:nvPr/>
        </p:nvSpPr>
        <p:spPr>
          <a:xfrm>
            <a:off x="11515725" y="4048125"/>
            <a:ext cx="26194" cy="547688"/>
          </a:xfrm>
          <a:prstGeom prst="rect">
            <a:avLst/>
          </a:prstGeom>
          <a:solidFill>
            <a:srgbClr val="1D4ED8"/>
          </a:solidFill>
          <a:ln w="13097">
            <a:solidFill>
              <a:srgbClr val="172B4D"/>
            </a:solidFill>
          </a:ln>
        </p:spPr>
      </p:sp>
      <p:sp>
        <p:nvSpPr>
          <p:cNvPr id="737" name="object-737">
            <a:extLst>
              <a:ext uri="{FF2B5EF4-FFF2-40B4-BE49-F238E27FC236}">
                <a16:creationId xmlns:a16="http://schemas.microsoft.com/office/drawing/2014/main" id="{6D2B48AB-39EA-4EF9-81FD-F309869E0CE2}"/>
              </a:ext>
            </a:extLst>
          </p:cNvPr>
          <p:cNvSpPr>
            <a:spLocks noGrp="1"/>
          </p:cNvSpPr>
          <p:nvPr/>
        </p:nvSpPr>
        <p:spPr>
          <a:xfrm>
            <a:off x="11541919" y="4048125"/>
            <a:ext cx="26194" cy="547688"/>
          </a:xfrm>
          <a:prstGeom prst="rect">
            <a:avLst/>
          </a:prstGeom>
          <a:solidFill>
            <a:srgbClr val="1D4ED8"/>
          </a:solidFill>
          <a:ln w="13097">
            <a:solidFill>
              <a:srgbClr val="172B4D"/>
            </a:solidFill>
          </a:ln>
        </p:spPr>
      </p:sp>
      <p:sp>
        <p:nvSpPr>
          <p:cNvPr id="738" name="object-738">
            <a:extLst>
              <a:ext uri="{FF2B5EF4-FFF2-40B4-BE49-F238E27FC236}">
                <a16:creationId xmlns:a16="http://schemas.microsoft.com/office/drawing/2014/main" id="{8E604CC1-A84F-4743-9373-C94325CEDCAA}"/>
              </a:ext>
            </a:extLst>
          </p:cNvPr>
          <p:cNvSpPr>
            <a:spLocks noGrp="1"/>
          </p:cNvSpPr>
          <p:nvPr/>
        </p:nvSpPr>
        <p:spPr>
          <a:xfrm>
            <a:off x="11568113" y="4048125"/>
            <a:ext cx="26194" cy="547688"/>
          </a:xfrm>
          <a:prstGeom prst="rect">
            <a:avLst/>
          </a:prstGeom>
          <a:solidFill>
            <a:srgbClr val="1D4ED8"/>
          </a:solidFill>
          <a:ln w="13097">
            <a:solidFill>
              <a:srgbClr val="172B4D"/>
            </a:solidFill>
          </a:ln>
        </p:spPr>
      </p:sp>
      <p:sp>
        <p:nvSpPr>
          <p:cNvPr id="739" name="object-739">
            <a:extLst>
              <a:ext uri="{FF2B5EF4-FFF2-40B4-BE49-F238E27FC236}">
                <a16:creationId xmlns:a16="http://schemas.microsoft.com/office/drawing/2014/main" id="{5DE2FAE8-8DB9-4B5E-B2C0-71AA5B720CB9}"/>
              </a:ext>
            </a:extLst>
          </p:cNvPr>
          <p:cNvSpPr>
            <a:spLocks noGrp="1"/>
          </p:cNvSpPr>
          <p:nvPr/>
        </p:nvSpPr>
        <p:spPr>
          <a:xfrm>
            <a:off x="11594306" y="4048125"/>
            <a:ext cx="26194" cy="547688"/>
          </a:xfrm>
          <a:prstGeom prst="rect">
            <a:avLst/>
          </a:prstGeom>
          <a:solidFill>
            <a:srgbClr val="1D4ED8"/>
          </a:solidFill>
          <a:ln w="13097">
            <a:solidFill>
              <a:srgbClr val="172B4D"/>
            </a:solidFill>
          </a:ln>
        </p:spPr>
      </p:sp>
      <p:sp>
        <p:nvSpPr>
          <p:cNvPr id="740" name="object-740">
            <a:extLst>
              <a:ext uri="{FF2B5EF4-FFF2-40B4-BE49-F238E27FC236}">
                <a16:creationId xmlns:a16="http://schemas.microsoft.com/office/drawing/2014/main" id="{716CEB37-C29A-4026-951B-77C6405DBA67}"/>
              </a:ext>
            </a:extLst>
          </p:cNvPr>
          <p:cNvSpPr>
            <a:spLocks noGrp="1"/>
          </p:cNvSpPr>
          <p:nvPr/>
        </p:nvSpPr>
        <p:spPr>
          <a:xfrm>
            <a:off x="11620500" y="4048125"/>
            <a:ext cx="26194" cy="547688"/>
          </a:xfrm>
          <a:prstGeom prst="rect">
            <a:avLst/>
          </a:prstGeom>
          <a:solidFill>
            <a:srgbClr val="1D4ED8"/>
          </a:solidFill>
          <a:ln w="13097">
            <a:solidFill>
              <a:srgbClr val="172B4D"/>
            </a:solidFill>
          </a:ln>
        </p:spPr>
      </p:sp>
      <p:sp>
        <p:nvSpPr>
          <p:cNvPr id="741" name="object-741">
            <a:extLst>
              <a:ext uri="{FF2B5EF4-FFF2-40B4-BE49-F238E27FC236}">
                <a16:creationId xmlns:a16="http://schemas.microsoft.com/office/drawing/2014/main" id="{3C6206FB-9E0D-4289-9EBD-1047DD4EEC80}"/>
              </a:ext>
            </a:extLst>
          </p:cNvPr>
          <p:cNvSpPr>
            <a:spLocks noGrp="1"/>
          </p:cNvSpPr>
          <p:nvPr/>
        </p:nvSpPr>
        <p:spPr>
          <a:xfrm>
            <a:off x="11646694" y="4048125"/>
            <a:ext cx="26194" cy="547688"/>
          </a:xfrm>
          <a:prstGeom prst="rect">
            <a:avLst/>
          </a:prstGeom>
          <a:solidFill>
            <a:srgbClr val="1D4ED8"/>
          </a:solidFill>
          <a:ln w="13097">
            <a:solidFill>
              <a:srgbClr val="172B4D"/>
            </a:solidFill>
          </a:ln>
        </p:spPr>
      </p:sp>
      <p:sp>
        <p:nvSpPr>
          <p:cNvPr id="742" name="object-742">
            <a:extLst>
              <a:ext uri="{FF2B5EF4-FFF2-40B4-BE49-F238E27FC236}">
                <a16:creationId xmlns:a16="http://schemas.microsoft.com/office/drawing/2014/main" id="{D2E0F4D6-E123-4F2F-B75D-C8C501E06D09}"/>
              </a:ext>
            </a:extLst>
          </p:cNvPr>
          <p:cNvSpPr>
            <a:spLocks noGrp="1"/>
          </p:cNvSpPr>
          <p:nvPr/>
        </p:nvSpPr>
        <p:spPr>
          <a:xfrm>
            <a:off x="11672888" y="4048125"/>
            <a:ext cx="26194" cy="547688"/>
          </a:xfrm>
          <a:prstGeom prst="rect">
            <a:avLst/>
          </a:prstGeom>
          <a:solidFill>
            <a:srgbClr val="1D4ED8"/>
          </a:solidFill>
          <a:ln w="13097">
            <a:solidFill>
              <a:srgbClr val="172B4D"/>
            </a:solidFill>
          </a:ln>
        </p:spPr>
      </p:sp>
      <p:sp>
        <p:nvSpPr>
          <p:cNvPr id="743" name="object-743">
            <a:extLst>
              <a:ext uri="{FF2B5EF4-FFF2-40B4-BE49-F238E27FC236}">
                <a16:creationId xmlns:a16="http://schemas.microsoft.com/office/drawing/2014/main" id="{21E0AE0D-683E-4DF2-A0D3-6AAF44756496}"/>
              </a:ext>
            </a:extLst>
          </p:cNvPr>
          <p:cNvSpPr>
            <a:spLocks noGrp="1"/>
          </p:cNvSpPr>
          <p:nvPr/>
        </p:nvSpPr>
        <p:spPr>
          <a:xfrm>
            <a:off x="11699081" y="4048125"/>
            <a:ext cx="26194" cy="547688"/>
          </a:xfrm>
          <a:prstGeom prst="rect">
            <a:avLst/>
          </a:prstGeom>
          <a:solidFill>
            <a:srgbClr val="1D4ED8"/>
          </a:solidFill>
          <a:ln w="13097">
            <a:solidFill>
              <a:srgbClr val="172B4D"/>
            </a:solidFill>
          </a:ln>
        </p:spPr>
      </p:sp>
      <p:sp>
        <p:nvSpPr>
          <p:cNvPr id="744" name="object-744">
            <a:extLst>
              <a:ext uri="{FF2B5EF4-FFF2-40B4-BE49-F238E27FC236}">
                <a16:creationId xmlns:a16="http://schemas.microsoft.com/office/drawing/2014/main" id="{EE09F71F-8454-4E84-B107-A7AABB09DF56}"/>
              </a:ext>
            </a:extLst>
          </p:cNvPr>
          <p:cNvSpPr>
            <a:spLocks noGrp="1"/>
          </p:cNvSpPr>
          <p:nvPr/>
        </p:nvSpPr>
        <p:spPr>
          <a:xfrm>
            <a:off x="11725275" y="4048125"/>
            <a:ext cx="26194" cy="547688"/>
          </a:xfrm>
          <a:prstGeom prst="rect">
            <a:avLst/>
          </a:prstGeom>
          <a:solidFill>
            <a:srgbClr val="1D4ED8"/>
          </a:solidFill>
          <a:ln w="13097">
            <a:solidFill>
              <a:srgbClr val="172B4D"/>
            </a:solidFill>
          </a:ln>
        </p:spPr>
      </p:sp>
      <p:sp>
        <p:nvSpPr>
          <p:cNvPr id="745" name="object-745">
            <a:extLst>
              <a:ext uri="{FF2B5EF4-FFF2-40B4-BE49-F238E27FC236}">
                <a16:creationId xmlns:a16="http://schemas.microsoft.com/office/drawing/2014/main" id="{9F483F06-2150-4E9C-8A88-8E4C13E84929}"/>
              </a:ext>
            </a:extLst>
          </p:cNvPr>
          <p:cNvSpPr>
            <a:spLocks noGrp="1"/>
          </p:cNvSpPr>
          <p:nvPr/>
        </p:nvSpPr>
        <p:spPr>
          <a:xfrm>
            <a:off x="11751469" y="4048125"/>
            <a:ext cx="26194" cy="547688"/>
          </a:xfrm>
          <a:prstGeom prst="rect">
            <a:avLst/>
          </a:prstGeom>
          <a:solidFill>
            <a:srgbClr val="1D4ED8"/>
          </a:solidFill>
          <a:ln w="13097">
            <a:solidFill>
              <a:srgbClr val="172B4D"/>
            </a:solidFill>
          </a:ln>
        </p:spPr>
      </p:sp>
      <p:sp>
        <p:nvSpPr>
          <p:cNvPr id="746" name="object-746">
            <a:extLst>
              <a:ext uri="{FF2B5EF4-FFF2-40B4-BE49-F238E27FC236}">
                <a16:creationId xmlns:a16="http://schemas.microsoft.com/office/drawing/2014/main" id="{AADF465A-358B-4D23-B81C-B73A36F1F8A0}"/>
              </a:ext>
            </a:extLst>
          </p:cNvPr>
          <p:cNvSpPr>
            <a:spLocks noGrp="1"/>
          </p:cNvSpPr>
          <p:nvPr/>
        </p:nvSpPr>
        <p:spPr>
          <a:xfrm>
            <a:off x="11777663" y="4048125"/>
            <a:ext cx="26194" cy="547688"/>
          </a:xfrm>
          <a:prstGeom prst="rect">
            <a:avLst/>
          </a:prstGeom>
          <a:solidFill>
            <a:srgbClr val="1D4ED8"/>
          </a:solidFill>
          <a:ln w="13097">
            <a:solidFill>
              <a:srgbClr val="172B4D"/>
            </a:solidFill>
          </a:ln>
        </p:spPr>
      </p:sp>
      <p:sp>
        <p:nvSpPr>
          <p:cNvPr id="747" name="object-747">
            <a:extLst>
              <a:ext uri="{FF2B5EF4-FFF2-40B4-BE49-F238E27FC236}">
                <a16:creationId xmlns:a16="http://schemas.microsoft.com/office/drawing/2014/main" id="{7B7DE1BD-B575-4740-A925-E2FD31917F32}"/>
              </a:ext>
            </a:extLst>
          </p:cNvPr>
          <p:cNvSpPr>
            <a:spLocks noGrp="1"/>
          </p:cNvSpPr>
          <p:nvPr/>
        </p:nvSpPr>
        <p:spPr>
          <a:xfrm>
            <a:off x="11803856" y="4048125"/>
            <a:ext cx="26194" cy="547688"/>
          </a:xfrm>
          <a:prstGeom prst="rect">
            <a:avLst/>
          </a:prstGeom>
          <a:solidFill>
            <a:srgbClr val="1D4ED8"/>
          </a:solidFill>
          <a:ln w="13097">
            <a:solidFill>
              <a:srgbClr val="172B4D"/>
            </a:solidFill>
          </a:ln>
        </p:spPr>
      </p:sp>
      <p:sp>
        <p:nvSpPr>
          <p:cNvPr id="748" name="object-748">
            <a:extLst>
              <a:ext uri="{FF2B5EF4-FFF2-40B4-BE49-F238E27FC236}">
                <a16:creationId xmlns:a16="http://schemas.microsoft.com/office/drawing/2014/main" id="{607A8613-0436-42FB-9A8A-7122AE4779FF}"/>
              </a:ext>
            </a:extLst>
          </p:cNvPr>
          <p:cNvSpPr>
            <a:spLocks noGrp="1"/>
          </p:cNvSpPr>
          <p:nvPr/>
        </p:nvSpPr>
        <p:spPr>
          <a:xfrm>
            <a:off x="11830050" y="4048125"/>
            <a:ext cx="26194" cy="547688"/>
          </a:xfrm>
          <a:prstGeom prst="rect">
            <a:avLst/>
          </a:prstGeom>
          <a:solidFill>
            <a:srgbClr val="1D4ED8"/>
          </a:solidFill>
          <a:ln w="13097">
            <a:solidFill>
              <a:srgbClr val="172B4D"/>
            </a:solidFill>
          </a:ln>
        </p:spPr>
      </p:sp>
      <p:sp>
        <p:nvSpPr>
          <p:cNvPr id="749" name="object-749">
            <a:extLst>
              <a:ext uri="{FF2B5EF4-FFF2-40B4-BE49-F238E27FC236}">
                <a16:creationId xmlns:a16="http://schemas.microsoft.com/office/drawing/2014/main" id="{19F4BB51-6039-4BCC-A16C-6878F76F8AC0}"/>
              </a:ext>
            </a:extLst>
          </p:cNvPr>
          <p:cNvSpPr>
            <a:spLocks noGrp="1"/>
          </p:cNvSpPr>
          <p:nvPr/>
        </p:nvSpPr>
        <p:spPr>
          <a:xfrm>
            <a:off x="11856244" y="4048125"/>
            <a:ext cx="26194" cy="547688"/>
          </a:xfrm>
          <a:prstGeom prst="rect">
            <a:avLst/>
          </a:prstGeom>
          <a:solidFill>
            <a:srgbClr val="1D4ED8"/>
          </a:solidFill>
          <a:ln w="13097">
            <a:solidFill>
              <a:srgbClr val="172B4D"/>
            </a:solidFill>
          </a:ln>
        </p:spPr>
      </p:sp>
      <p:sp>
        <p:nvSpPr>
          <p:cNvPr id="750" name="object-750">
            <a:extLst>
              <a:ext uri="{FF2B5EF4-FFF2-40B4-BE49-F238E27FC236}">
                <a16:creationId xmlns:a16="http://schemas.microsoft.com/office/drawing/2014/main" id="{5A0ED63A-75CE-4C28-90A0-1884FE9C6984}"/>
              </a:ext>
            </a:extLst>
          </p:cNvPr>
          <p:cNvSpPr>
            <a:spLocks noGrp="1"/>
          </p:cNvSpPr>
          <p:nvPr/>
        </p:nvSpPr>
        <p:spPr>
          <a:xfrm>
            <a:off x="11882438" y="4048125"/>
            <a:ext cx="26194" cy="547688"/>
          </a:xfrm>
          <a:prstGeom prst="rect">
            <a:avLst/>
          </a:prstGeom>
          <a:solidFill>
            <a:srgbClr val="1D4ED8"/>
          </a:solidFill>
          <a:ln w="13097">
            <a:solidFill>
              <a:srgbClr val="172B4D"/>
            </a:solidFill>
          </a:ln>
        </p:spPr>
      </p:sp>
      <p:sp>
        <p:nvSpPr>
          <p:cNvPr id="751" name="object-751">
            <a:extLst>
              <a:ext uri="{FF2B5EF4-FFF2-40B4-BE49-F238E27FC236}">
                <a16:creationId xmlns:a16="http://schemas.microsoft.com/office/drawing/2014/main" id="{54C0E47D-408A-4309-9CD4-448B0DF8F74A}"/>
              </a:ext>
            </a:extLst>
          </p:cNvPr>
          <p:cNvSpPr>
            <a:spLocks noGrp="1"/>
          </p:cNvSpPr>
          <p:nvPr/>
        </p:nvSpPr>
        <p:spPr>
          <a:xfrm>
            <a:off x="11908631" y="4048125"/>
            <a:ext cx="26194" cy="547688"/>
          </a:xfrm>
          <a:prstGeom prst="rect">
            <a:avLst/>
          </a:prstGeom>
          <a:solidFill>
            <a:srgbClr val="1D4ED8"/>
          </a:solidFill>
          <a:ln w="13097">
            <a:solidFill>
              <a:srgbClr val="172B4D"/>
            </a:solidFill>
          </a:ln>
        </p:spPr>
      </p:sp>
      <p:sp>
        <p:nvSpPr>
          <p:cNvPr id="752" name="object-752">
            <a:extLst>
              <a:ext uri="{FF2B5EF4-FFF2-40B4-BE49-F238E27FC236}">
                <a16:creationId xmlns:a16="http://schemas.microsoft.com/office/drawing/2014/main" id="{A3E9D341-BA19-4392-8E33-35AF67AAA95F}"/>
              </a:ext>
            </a:extLst>
          </p:cNvPr>
          <p:cNvSpPr>
            <a:spLocks noGrp="1"/>
          </p:cNvSpPr>
          <p:nvPr/>
        </p:nvSpPr>
        <p:spPr>
          <a:xfrm>
            <a:off x="11934825" y="4048125"/>
            <a:ext cx="26194" cy="547688"/>
          </a:xfrm>
          <a:prstGeom prst="rect">
            <a:avLst/>
          </a:prstGeom>
          <a:solidFill>
            <a:srgbClr val="1D4ED8"/>
          </a:solidFill>
          <a:ln w="13097">
            <a:solidFill>
              <a:srgbClr val="172B4D"/>
            </a:solidFill>
          </a:ln>
        </p:spPr>
      </p:sp>
      <p:sp>
        <p:nvSpPr>
          <p:cNvPr id="753" name="object-753">
            <a:extLst>
              <a:ext uri="{FF2B5EF4-FFF2-40B4-BE49-F238E27FC236}">
                <a16:creationId xmlns:a16="http://schemas.microsoft.com/office/drawing/2014/main" id="{AD9BE839-E7C6-401F-BCF1-A0A27D67B192}"/>
              </a:ext>
            </a:extLst>
          </p:cNvPr>
          <p:cNvSpPr>
            <a:spLocks noGrp="1"/>
          </p:cNvSpPr>
          <p:nvPr/>
        </p:nvSpPr>
        <p:spPr>
          <a:xfrm>
            <a:off x="11961019" y="4048125"/>
            <a:ext cx="26194" cy="547688"/>
          </a:xfrm>
          <a:prstGeom prst="rect">
            <a:avLst/>
          </a:prstGeom>
          <a:solidFill>
            <a:srgbClr val="1D4ED8"/>
          </a:solidFill>
          <a:ln w="13097">
            <a:solidFill>
              <a:srgbClr val="172B4D"/>
            </a:solidFill>
          </a:ln>
        </p:spPr>
      </p:sp>
      <p:sp>
        <p:nvSpPr>
          <p:cNvPr id="754" name="object-754">
            <a:extLst>
              <a:ext uri="{FF2B5EF4-FFF2-40B4-BE49-F238E27FC236}">
                <a16:creationId xmlns:a16="http://schemas.microsoft.com/office/drawing/2014/main" id="{3047EC94-B051-4643-91F8-22A2768B1F90}"/>
              </a:ext>
            </a:extLst>
          </p:cNvPr>
          <p:cNvSpPr>
            <a:spLocks noGrp="1"/>
          </p:cNvSpPr>
          <p:nvPr/>
        </p:nvSpPr>
        <p:spPr>
          <a:xfrm>
            <a:off x="11987213" y="4048125"/>
            <a:ext cx="26194" cy="547688"/>
          </a:xfrm>
          <a:prstGeom prst="rect">
            <a:avLst/>
          </a:prstGeom>
          <a:solidFill>
            <a:srgbClr val="1D4ED8"/>
          </a:solidFill>
          <a:ln w="13097">
            <a:solidFill>
              <a:srgbClr val="172B4D"/>
            </a:solidFill>
          </a:ln>
        </p:spPr>
      </p:sp>
      <p:sp>
        <p:nvSpPr>
          <p:cNvPr id="755" name="object-755">
            <a:extLst>
              <a:ext uri="{FF2B5EF4-FFF2-40B4-BE49-F238E27FC236}">
                <a16:creationId xmlns:a16="http://schemas.microsoft.com/office/drawing/2014/main" id="{EBBD7AD2-F39C-44B0-9310-A15C18F736E3}"/>
              </a:ext>
            </a:extLst>
          </p:cNvPr>
          <p:cNvSpPr>
            <a:spLocks noGrp="1"/>
          </p:cNvSpPr>
          <p:nvPr/>
        </p:nvSpPr>
        <p:spPr>
          <a:xfrm>
            <a:off x="12013406" y="4048125"/>
            <a:ext cx="26194" cy="547688"/>
          </a:xfrm>
          <a:prstGeom prst="rect">
            <a:avLst/>
          </a:prstGeom>
          <a:solidFill>
            <a:srgbClr val="1D4ED8"/>
          </a:solidFill>
          <a:ln w="13097">
            <a:solidFill>
              <a:srgbClr val="172B4D"/>
            </a:solidFill>
          </a:ln>
        </p:spPr>
      </p:sp>
      <p:sp>
        <p:nvSpPr>
          <p:cNvPr id="756" name="object-756">
            <a:extLst>
              <a:ext uri="{FF2B5EF4-FFF2-40B4-BE49-F238E27FC236}">
                <a16:creationId xmlns:a16="http://schemas.microsoft.com/office/drawing/2014/main" id="{D91FD072-0071-458C-8A55-7D08AC986486}"/>
              </a:ext>
            </a:extLst>
          </p:cNvPr>
          <p:cNvSpPr>
            <a:spLocks noGrp="1"/>
          </p:cNvSpPr>
          <p:nvPr/>
        </p:nvSpPr>
        <p:spPr>
          <a:xfrm>
            <a:off x="12039600" y="4048125"/>
            <a:ext cx="26194" cy="547688"/>
          </a:xfrm>
          <a:prstGeom prst="rect">
            <a:avLst/>
          </a:prstGeom>
          <a:solidFill>
            <a:srgbClr val="1D4ED8"/>
          </a:solidFill>
          <a:ln w="13097">
            <a:solidFill>
              <a:srgbClr val="172B4D"/>
            </a:solidFill>
          </a:ln>
        </p:spPr>
      </p:sp>
      <p:sp>
        <p:nvSpPr>
          <p:cNvPr id="757" name="object-757">
            <a:extLst>
              <a:ext uri="{FF2B5EF4-FFF2-40B4-BE49-F238E27FC236}">
                <a16:creationId xmlns:a16="http://schemas.microsoft.com/office/drawing/2014/main" id="{D274A75E-90CC-4150-BB69-340978482DAA}"/>
              </a:ext>
            </a:extLst>
          </p:cNvPr>
          <p:cNvSpPr>
            <a:spLocks noGrp="1"/>
          </p:cNvSpPr>
          <p:nvPr/>
        </p:nvSpPr>
        <p:spPr>
          <a:xfrm>
            <a:off x="12065794" y="4048125"/>
            <a:ext cx="26194" cy="547688"/>
          </a:xfrm>
          <a:prstGeom prst="rect">
            <a:avLst/>
          </a:prstGeom>
          <a:solidFill>
            <a:srgbClr val="1D4ED8"/>
          </a:solidFill>
          <a:ln w="13097">
            <a:solidFill>
              <a:srgbClr val="172B4D"/>
            </a:solidFill>
          </a:ln>
        </p:spPr>
      </p:sp>
      <p:sp>
        <p:nvSpPr>
          <p:cNvPr id="758" name="object-758">
            <a:extLst>
              <a:ext uri="{FF2B5EF4-FFF2-40B4-BE49-F238E27FC236}">
                <a16:creationId xmlns:a16="http://schemas.microsoft.com/office/drawing/2014/main" id="{CAD56229-CD9F-47F4-BB7B-4F210EA361A7}"/>
              </a:ext>
            </a:extLst>
          </p:cNvPr>
          <p:cNvSpPr>
            <a:spLocks noGrp="1"/>
          </p:cNvSpPr>
          <p:nvPr/>
        </p:nvSpPr>
        <p:spPr>
          <a:xfrm>
            <a:off x="12091988" y="4048125"/>
            <a:ext cx="26194" cy="547688"/>
          </a:xfrm>
          <a:prstGeom prst="rect">
            <a:avLst/>
          </a:prstGeom>
          <a:solidFill>
            <a:srgbClr val="1D4ED8"/>
          </a:solidFill>
          <a:ln w="13097">
            <a:solidFill>
              <a:srgbClr val="172B4D"/>
            </a:solidFill>
          </a:ln>
        </p:spPr>
      </p:sp>
      <p:sp>
        <p:nvSpPr>
          <p:cNvPr id="759" name="object-759">
            <a:extLst>
              <a:ext uri="{FF2B5EF4-FFF2-40B4-BE49-F238E27FC236}">
                <a16:creationId xmlns:a16="http://schemas.microsoft.com/office/drawing/2014/main" id="{E514306B-9018-4B82-92A8-08FBDC0D46C7}"/>
              </a:ext>
            </a:extLst>
          </p:cNvPr>
          <p:cNvSpPr>
            <a:spLocks noGrp="1"/>
          </p:cNvSpPr>
          <p:nvPr/>
        </p:nvSpPr>
        <p:spPr>
          <a:xfrm>
            <a:off x="12118181" y="4048125"/>
            <a:ext cx="26194" cy="547688"/>
          </a:xfrm>
          <a:prstGeom prst="rect">
            <a:avLst/>
          </a:prstGeom>
          <a:solidFill>
            <a:srgbClr val="1D4ED8"/>
          </a:solidFill>
          <a:ln w="13097">
            <a:solidFill>
              <a:srgbClr val="172B4D"/>
            </a:solidFill>
          </a:ln>
        </p:spPr>
      </p:sp>
      <p:sp>
        <p:nvSpPr>
          <p:cNvPr id="760" name="object-760">
            <a:extLst>
              <a:ext uri="{FF2B5EF4-FFF2-40B4-BE49-F238E27FC236}">
                <a16:creationId xmlns:a16="http://schemas.microsoft.com/office/drawing/2014/main" id="{36D92EA6-FC14-43FA-8087-20473B9278B0}"/>
              </a:ext>
            </a:extLst>
          </p:cNvPr>
          <p:cNvSpPr>
            <a:spLocks noGrp="1"/>
          </p:cNvSpPr>
          <p:nvPr/>
        </p:nvSpPr>
        <p:spPr>
          <a:xfrm>
            <a:off x="12144375" y="4048125"/>
            <a:ext cx="26194" cy="547688"/>
          </a:xfrm>
          <a:prstGeom prst="rect">
            <a:avLst/>
          </a:prstGeom>
          <a:solidFill>
            <a:srgbClr val="1D4ED8"/>
          </a:solidFill>
          <a:ln w="13097">
            <a:solidFill>
              <a:srgbClr val="172B4D"/>
            </a:solidFill>
          </a:ln>
        </p:spPr>
      </p:sp>
      <p:sp>
        <p:nvSpPr>
          <p:cNvPr id="761" name="object-761">
            <a:extLst>
              <a:ext uri="{FF2B5EF4-FFF2-40B4-BE49-F238E27FC236}">
                <a16:creationId xmlns:a16="http://schemas.microsoft.com/office/drawing/2014/main" id="{9E0DA396-0FEC-4027-8811-71844F44513B}"/>
              </a:ext>
            </a:extLst>
          </p:cNvPr>
          <p:cNvSpPr>
            <a:spLocks noGrp="1"/>
          </p:cNvSpPr>
          <p:nvPr/>
        </p:nvSpPr>
        <p:spPr>
          <a:xfrm>
            <a:off x="12170569" y="4048125"/>
            <a:ext cx="26194" cy="547688"/>
          </a:xfrm>
          <a:prstGeom prst="rect">
            <a:avLst/>
          </a:prstGeom>
          <a:solidFill>
            <a:srgbClr val="1D4ED8"/>
          </a:solidFill>
          <a:ln w="13097">
            <a:solidFill>
              <a:srgbClr val="172B4D"/>
            </a:solidFill>
          </a:ln>
        </p:spPr>
      </p:sp>
      <p:sp>
        <p:nvSpPr>
          <p:cNvPr id="762" name="object-762">
            <a:extLst>
              <a:ext uri="{FF2B5EF4-FFF2-40B4-BE49-F238E27FC236}">
                <a16:creationId xmlns:a16="http://schemas.microsoft.com/office/drawing/2014/main" id="{A829284D-FD5F-4628-A3B8-B2BFFE84108A}"/>
              </a:ext>
            </a:extLst>
          </p:cNvPr>
          <p:cNvSpPr>
            <a:spLocks noGrp="1"/>
          </p:cNvSpPr>
          <p:nvPr/>
        </p:nvSpPr>
        <p:spPr>
          <a:xfrm>
            <a:off x="12196763" y="4048125"/>
            <a:ext cx="26194" cy="547688"/>
          </a:xfrm>
          <a:prstGeom prst="rect">
            <a:avLst/>
          </a:prstGeom>
          <a:solidFill>
            <a:srgbClr val="1D4ED8"/>
          </a:solidFill>
          <a:ln w="13097">
            <a:solidFill>
              <a:srgbClr val="172B4D"/>
            </a:solidFill>
          </a:ln>
        </p:spPr>
      </p:sp>
      <p:sp>
        <p:nvSpPr>
          <p:cNvPr id="763" name="object-763">
            <a:extLst>
              <a:ext uri="{FF2B5EF4-FFF2-40B4-BE49-F238E27FC236}">
                <a16:creationId xmlns:a16="http://schemas.microsoft.com/office/drawing/2014/main" id="{0B77F368-DBEB-4D07-8EAA-EF99A50DB2CA}"/>
              </a:ext>
            </a:extLst>
          </p:cNvPr>
          <p:cNvSpPr>
            <a:spLocks noGrp="1"/>
          </p:cNvSpPr>
          <p:nvPr/>
        </p:nvSpPr>
        <p:spPr>
          <a:xfrm>
            <a:off x="12222956" y="4048125"/>
            <a:ext cx="26194" cy="547688"/>
          </a:xfrm>
          <a:prstGeom prst="rect">
            <a:avLst/>
          </a:prstGeom>
          <a:solidFill>
            <a:srgbClr val="1D4ED8"/>
          </a:solidFill>
          <a:ln w="13097">
            <a:solidFill>
              <a:srgbClr val="172B4D"/>
            </a:solidFill>
          </a:ln>
        </p:spPr>
      </p:sp>
      <p:sp>
        <p:nvSpPr>
          <p:cNvPr id="764" name="object-764">
            <a:extLst>
              <a:ext uri="{FF2B5EF4-FFF2-40B4-BE49-F238E27FC236}">
                <a16:creationId xmlns:a16="http://schemas.microsoft.com/office/drawing/2014/main" id="{7FC701A5-5C2C-4577-8EC9-7BF29ACC39CA}"/>
              </a:ext>
            </a:extLst>
          </p:cNvPr>
          <p:cNvSpPr>
            <a:spLocks noGrp="1"/>
          </p:cNvSpPr>
          <p:nvPr/>
        </p:nvSpPr>
        <p:spPr>
          <a:xfrm>
            <a:off x="12249150" y="4048125"/>
            <a:ext cx="26194" cy="547688"/>
          </a:xfrm>
          <a:prstGeom prst="rect">
            <a:avLst/>
          </a:prstGeom>
          <a:solidFill>
            <a:srgbClr val="1D4ED8"/>
          </a:solidFill>
          <a:ln w="13097">
            <a:solidFill>
              <a:srgbClr val="172B4D"/>
            </a:solidFill>
          </a:ln>
        </p:spPr>
      </p:sp>
      <p:sp>
        <p:nvSpPr>
          <p:cNvPr id="765" name="object-765">
            <a:extLst>
              <a:ext uri="{FF2B5EF4-FFF2-40B4-BE49-F238E27FC236}">
                <a16:creationId xmlns:a16="http://schemas.microsoft.com/office/drawing/2014/main" id="{AE62E4F8-D502-4966-921A-64ED0FABF431}"/>
              </a:ext>
            </a:extLst>
          </p:cNvPr>
          <p:cNvSpPr>
            <a:spLocks noGrp="1"/>
          </p:cNvSpPr>
          <p:nvPr/>
        </p:nvSpPr>
        <p:spPr>
          <a:xfrm>
            <a:off x="12275344" y="4048125"/>
            <a:ext cx="26194" cy="547688"/>
          </a:xfrm>
          <a:prstGeom prst="rect">
            <a:avLst/>
          </a:prstGeom>
          <a:solidFill>
            <a:srgbClr val="1D4ED8"/>
          </a:solidFill>
          <a:ln w="13097">
            <a:solidFill>
              <a:srgbClr val="172B4D"/>
            </a:solidFill>
          </a:ln>
        </p:spPr>
      </p:sp>
      <p:sp>
        <p:nvSpPr>
          <p:cNvPr id="766" name="object-766">
            <a:extLst>
              <a:ext uri="{FF2B5EF4-FFF2-40B4-BE49-F238E27FC236}">
                <a16:creationId xmlns:a16="http://schemas.microsoft.com/office/drawing/2014/main" id="{9297FDC5-B70E-44DB-9DD7-496617294B17}"/>
              </a:ext>
            </a:extLst>
          </p:cNvPr>
          <p:cNvSpPr>
            <a:spLocks noGrp="1"/>
          </p:cNvSpPr>
          <p:nvPr/>
        </p:nvSpPr>
        <p:spPr>
          <a:xfrm>
            <a:off x="12301538" y="4048125"/>
            <a:ext cx="26194" cy="547688"/>
          </a:xfrm>
          <a:prstGeom prst="rect">
            <a:avLst/>
          </a:prstGeom>
          <a:solidFill>
            <a:srgbClr val="1D4ED8"/>
          </a:solidFill>
          <a:ln w="13097">
            <a:solidFill>
              <a:srgbClr val="172B4D"/>
            </a:solidFill>
          </a:ln>
        </p:spPr>
      </p:sp>
      <p:sp>
        <p:nvSpPr>
          <p:cNvPr id="767" name="object-767">
            <a:extLst>
              <a:ext uri="{FF2B5EF4-FFF2-40B4-BE49-F238E27FC236}">
                <a16:creationId xmlns:a16="http://schemas.microsoft.com/office/drawing/2014/main" id="{69F7B5B1-E84A-4B9F-8D7D-B6692A9860B6}"/>
              </a:ext>
            </a:extLst>
          </p:cNvPr>
          <p:cNvSpPr>
            <a:spLocks noGrp="1"/>
          </p:cNvSpPr>
          <p:nvPr/>
        </p:nvSpPr>
        <p:spPr>
          <a:xfrm>
            <a:off x="12327731" y="4048125"/>
            <a:ext cx="26194" cy="547688"/>
          </a:xfrm>
          <a:prstGeom prst="rect">
            <a:avLst/>
          </a:prstGeom>
          <a:solidFill>
            <a:srgbClr val="1D4ED8"/>
          </a:solidFill>
          <a:ln w="13097">
            <a:solidFill>
              <a:srgbClr val="172B4D"/>
            </a:solidFill>
          </a:ln>
        </p:spPr>
      </p:sp>
      <p:sp>
        <p:nvSpPr>
          <p:cNvPr id="768" name="object-768">
            <a:extLst>
              <a:ext uri="{FF2B5EF4-FFF2-40B4-BE49-F238E27FC236}">
                <a16:creationId xmlns:a16="http://schemas.microsoft.com/office/drawing/2014/main" id="{E85255B1-8E9C-4BA3-AB8A-D0D7CBEE5E12}"/>
              </a:ext>
            </a:extLst>
          </p:cNvPr>
          <p:cNvSpPr>
            <a:spLocks noGrp="1"/>
          </p:cNvSpPr>
          <p:nvPr/>
        </p:nvSpPr>
        <p:spPr>
          <a:xfrm>
            <a:off x="12353925" y="4048125"/>
            <a:ext cx="26194" cy="547688"/>
          </a:xfrm>
          <a:prstGeom prst="rect">
            <a:avLst/>
          </a:prstGeom>
          <a:solidFill>
            <a:srgbClr val="FFFFFF"/>
          </a:solidFill>
          <a:ln w="13097">
            <a:solidFill>
              <a:srgbClr val="172B4D"/>
            </a:solidFill>
          </a:ln>
        </p:spPr>
      </p:sp>
      <p:sp>
        <p:nvSpPr>
          <p:cNvPr id="769" name="object-769">
            <a:extLst>
              <a:ext uri="{FF2B5EF4-FFF2-40B4-BE49-F238E27FC236}">
                <a16:creationId xmlns:a16="http://schemas.microsoft.com/office/drawing/2014/main" id="{925B8215-54BB-4531-9F26-CB8A7BB7853E}"/>
              </a:ext>
            </a:extLst>
          </p:cNvPr>
          <p:cNvSpPr>
            <a:spLocks noGrp="1"/>
          </p:cNvSpPr>
          <p:nvPr/>
        </p:nvSpPr>
        <p:spPr>
          <a:xfrm>
            <a:off x="12380119" y="4048125"/>
            <a:ext cx="26194" cy="547688"/>
          </a:xfrm>
          <a:prstGeom prst="rect">
            <a:avLst/>
          </a:prstGeom>
          <a:solidFill>
            <a:srgbClr val="FFFFFF"/>
          </a:solidFill>
          <a:ln w="13097">
            <a:solidFill>
              <a:srgbClr val="172B4D"/>
            </a:solidFill>
          </a:ln>
        </p:spPr>
      </p:sp>
      <p:sp>
        <p:nvSpPr>
          <p:cNvPr id="770" name="object-770">
            <a:extLst>
              <a:ext uri="{FF2B5EF4-FFF2-40B4-BE49-F238E27FC236}">
                <a16:creationId xmlns:a16="http://schemas.microsoft.com/office/drawing/2014/main" id="{BC3C13EB-D59B-4C2C-B40A-BF1B954973C0}"/>
              </a:ext>
            </a:extLst>
          </p:cNvPr>
          <p:cNvSpPr>
            <a:spLocks noGrp="1"/>
          </p:cNvSpPr>
          <p:nvPr/>
        </p:nvSpPr>
        <p:spPr>
          <a:xfrm>
            <a:off x="12406313" y="4048125"/>
            <a:ext cx="26194" cy="547688"/>
          </a:xfrm>
          <a:prstGeom prst="rect">
            <a:avLst/>
          </a:prstGeom>
          <a:solidFill>
            <a:srgbClr val="FFFFFF"/>
          </a:solidFill>
          <a:ln w="13097">
            <a:solidFill>
              <a:srgbClr val="172B4D"/>
            </a:solidFill>
          </a:ln>
        </p:spPr>
      </p:sp>
      <p:sp>
        <p:nvSpPr>
          <p:cNvPr id="771" name="object-771">
            <a:extLst>
              <a:ext uri="{FF2B5EF4-FFF2-40B4-BE49-F238E27FC236}">
                <a16:creationId xmlns:a16="http://schemas.microsoft.com/office/drawing/2014/main" id="{AD5F63FA-CD87-4709-9AFF-925F9AB86E1D}"/>
              </a:ext>
            </a:extLst>
          </p:cNvPr>
          <p:cNvSpPr>
            <a:spLocks noGrp="1"/>
          </p:cNvSpPr>
          <p:nvPr/>
        </p:nvSpPr>
        <p:spPr>
          <a:xfrm>
            <a:off x="12432506" y="4048125"/>
            <a:ext cx="26194" cy="547688"/>
          </a:xfrm>
          <a:prstGeom prst="rect">
            <a:avLst/>
          </a:prstGeom>
          <a:solidFill>
            <a:srgbClr val="FFFFFF"/>
          </a:solidFill>
          <a:ln w="13097">
            <a:solidFill>
              <a:srgbClr val="172B4D"/>
            </a:solidFill>
          </a:ln>
        </p:spPr>
      </p:sp>
      <p:sp>
        <p:nvSpPr>
          <p:cNvPr id="772" name="object-772">
            <a:extLst>
              <a:ext uri="{FF2B5EF4-FFF2-40B4-BE49-F238E27FC236}">
                <a16:creationId xmlns:a16="http://schemas.microsoft.com/office/drawing/2014/main" id="{05A3CCFE-8A5E-42F2-A93E-DF40A6AD6809}"/>
              </a:ext>
            </a:extLst>
          </p:cNvPr>
          <p:cNvSpPr>
            <a:spLocks noGrp="1"/>
          </p:cNvSpPr>
          <p:nvPr/>
        </p:nvSpPr>
        <p:spPr>
          <a:xfrm>
            <a:off x="12458700" y="4048125"/>
            <a:ext cx="26194" cy="547688"/>
          </a:xfrm>
          <a:prstGeom prst="rect">
            <a:avLst/>
          </a:prstGeom>
          <a:solidFill>
            <a:srgbClr val="FFFFFF"/>
          </a:solidFill>
          <a:ln w="13097">
            <a:solidFill>
              <a:srgbClr val="172B4D"/>
            </a:solidFill>
          </a:ln>
        </p:spPr>
      </p:sp>
      <p:sp>
        <p:nvSpPr>
          <p:cNvPr id="773" name="object-773">
            <a:extLst>
              <a:ext uri="{FF2B5EF4-FFF2-40B4-BE49-F238E27FC236}">
                <a16:creationId xmlns:a16="http://schemas.microsoft.com/office/drawing/2014/main" id="{4E745400-96F4-4F55-805E-9254953840B6}"/>
              </a:ext>
            </a:extLst>
          </p:cNvPr>
          <p:cNvSpPr>
            <a:spLocks noGrp="1"/>
          </p:cNvSpPr>
          <p:nvPr/>
        </p:nvSpPr>
        <p:spPr>
          <a:xfrm>
            <a:off x="12484894" y="4048125"/>
            <a:ext cx="26194" cy="547688"/>
          </a:xfrm>
          <a:prstGeom prst="rect">
            <a:avLst/>
          </a:prstGeom>
          <a:solidFill>
            <a:srgbClr val="FFFFFF"/>
          </a:solidFill>
          <a:ln w="13097">
            <a:solidFill>
              <a:srgbClr val="172B4D"/>
            </a:solidFill>
          </a:ln>
        </p:spPr>
      </p:sp>
      <p:sp>
        <p:nvSpPr>
          <p:cNvPr id="774" name="object-774">
            <a:extLst>
              <a:ext uri="{FF2B5EF4-FFF2-40B4-BE49-F238E27FC236}">
                <a16:creationId xmlns:a16="http://schemas.microsoft.com/office/drawing/2014/main" id="{93FB7742-9CCD-4C78-9DED-8E3CF9F7DC29}"/>
              </a:ext>
            </a:extLst>
          </p:cNvPr>
          <p:cNvSpPr>
            <a:spLocks noGrp="1"/>
          </p:cNvSpPr>
          <p:nvPr/>
        </p:nvSpPr>
        <p:spPr>
          <a:xfrm>
            <a:off x="12511088" y="4048125"/>
            <a:ext cx="26194" cy="547688"/>
          </a:xfrm>
          <a:prstGeom prst="rect">
            <a:avLst/>
          </a:prstGeom>
          <a:solidFill>
            <a:srgbClr val="FFFFFF"/>
          </a:solidFill>
          <a:ln w="13097">
            <a:solidFill>
              <a:srgbClr val="172B4D"/>
            </a:solidFill>
          </a:ln>
        </p:spPr>
      </p:sp>
      <p:sp>
        <p:nvSpPr>
          <p:cNvPr id="775" name="object-775">
            <a:extLst>
              <a:ext uri="{FF2B5EF4-FFF2-40B4-BE49-F238E27FC236}">
                <a16:creationId xmlns:a16="http://schemas.microsoft.com/office/drawing/2014/main" id="{97E58EBE-3920-4647-90E5-81611E6FB345}"/>
              </a:ext>
            </a:extLst>
          </p:cNvPr>
          <p:cNvSpPr>
            <a:spLocks noGrp="1"/>
          </p:cNvSpPr>
          <p:nvPr/>
        </p:nvSpPr>
        <p:spPr>
          <a:xfrm>
            <a:off x="12537281" y="4048125"/>
            <a:ext cx="26194" cy="547688"/>
          </a:xfrm>
          <a:prstGeom prst="rect">
            <a:avLst/>
          </a:prstGeom>
          <a:solidFill>
            <a:srgbClr val="FFFFFF"/>
          </a:solidFill>
          <a:ln w="13097">
            <a:solidFill>
              <a:srgbClr val="172B4D"/>
            </a:solidFill>
          </a:ln>
        </p:spPr>
      </p:sp>
      <p:sp>
        <p:nvSpPr>
          <p:cNvPr id="776" name="object-776">
            <a:extLst>
              <a:ext uri="{FF2B5EF4-FFF2-40B4-BE49-F238E27FC236}">
                <a16:creationId xmlns:a16="http://schemas.microsoft.com/office/drawing/2014/main" id="{D779BBDE-457A-4C78-9DBD-24723685EF95}"/>
              </a:ext>
            </a:extLst>
          </p:cNvPr>
          <p:cNvSpPr>
            <a:spLocks noGrp="1"/>
          </p:cNvSpPr>
          <p:nvPr/>
        </p:nvSpPr>
        <p:spPr>
          <a:xfrm>
            <a:off x="12563475" y="4048125"/>
            <a:ext cx="26194" cy="547688"/>
          </a:xfrm>
          <a:prstGeom prst="rect">
            <a:avLst/>
          </a:prstGeom>
          <a:solidFill>
            <a:srgbClr val="FFFFFF"/>
          </a:solidFill>
          <a:ln w="13097">
            <a:solidFill>
              <a:srgbClr val="172B4D"/>
            </a:solidFill>
          </a:ln>
        </p:spPr>
      </p:sp>
      <p:sp>
        <p:nvSpPr>
          <p:cNvPr id="777" name="object-777">
            <a:extLst>
              <a:ext uri="{FF2B5EF4-FFF2-40B4-BE49-F238E27FC236}">
                <a16:creationId xmlns:a16="http://schemas.microsoft.com/office/drawing/2014/main" id="{7E2C4B64-72C7-4342-B951-9DCAC36AE099}"/>
              </a:ext>
            </a:extLst>
          </p:cNvPr>
          <p:cNvSpPr>
            <a:spLocks noGrp="1"/>
          </p:cNvSpPr>
          <p:nvPr/>
        </p:nvSpPr>
        <p:spPr>
          <a:xfrm>
            <a:off x="12589669" y="4048125"/>
            <a:ext cx="26194" cy="547688"/>
          </a:xfrm>
          <a:prstGeom prst="rect">
            <a:avLst/>
          </a:prstGeom>
          <a:solidFill>
            <a:srgbClr val="FFFFFF"/>
          </a:solidFill>
          <a:ln w="13097">
            <a:solidFill>
              <a:srgbClr val="172B4D"/>
            </a:solidFill>
          </a:ln>
        </p:spPr>
      </p:sp>
      <p:sp>
        <p:nvSpPr>
          <p:cNvPr id="778" name="object-778">
            <a:extLst>
              <a:ext uri="{FF2B5EF4-FFF2-40B4-BE49-F238E27FC236}">
                <a16:creationId xmlns:a16="http://schemas.microsoft.com/office/drawing/2014/main" id="{3375BC77-F4CF-41EF-AB18-33C9B6027AC8}"/>
              </a:ext>
            </a:extLst>
          </p:cNvPr>
          <p:cNvSpPr>
            <a:spLocks noGrp="1"/>
          </p:cNvSpPr>
          <p:nvPr/>
        </p:nvSpPr>
        <p:spPr>
          <a:xfrm>
            <a:off x="12615863" y="4048125"/>
            <a:ext cx="26194" cy="547688"/>
          </a:xfrm>
          <a:prstGeom prst="rect">
            <a:avLst/>
          </a:prstGeom>
          <a:solidFill>
            <a:srgbClr val="FFFFFF"/>
          </a:solidFill>
          <a:ln w="13097">
            <a:solidFill>
              <a:srgbClr val="172B4D"/>
            </a:solidFill>
          </a:ln>
        </p:spPr>
      </p:sp>
      <p:sp>
        <p:nvSpPr>
          <p:cNvPr id="779" name="object-779">
            <a:extLst>
              <a:ext uri="{FF2B5EF4-FFF2-40B4-BE49-F238E27FC236}">
                <a16:creationId xmlns:a16="http://schemas.microsoft.com/office/drawing/2014/main" id="{3CE9DE99-C3F0-4924-9E93-7ECF2262557E}"/>
              </a:ext>
            </a:extLst>
          </p:cNvPr>
          <p:cNvSpPr>
            <a:spLocks noGrp="1"/>
          </p:cNvSpPr>
          <p:nvPr/>
        </p:nvSpPr>
        <p:spPr>
          <a:xfrm>
            <a:off x="12642056" y="4048125"/>
            <a:ext cx="26194" cy="547688"/>
          </a:xfrm>
          <a:prstGeom prst="rect">
            <a:avLst/>
          </a:prstGeom>
          <a:solidFill>
            <a:srgbClr val="FFFFFF"/>
          </a:solidFill>
          <a:ln w="13097">
            <a:solidFill>
              <a:srgbClr val="172B4D"/>
            </a:solidFill>
          </a:ln>
        </p:spPr>
      </p:sp>
      <p:sp>
        <p:nvSpPr>
          <p:cNvPr id="780" name="object-780">
            <a:extLst>
              <a:ext uri="{FF2B5EF4-FFF2-40B4-BE49-F238E27FC236}">
                <a16:creationId xmlns:a16="http://schemas.microsoft.com/office/drawing/2014/main" id="{B826E86D-6DB1-4B35-B1FC-A1521458FA13}"/>
              </a:ext>
            </a:extLst>
          </p:cNvPr>
          <p:cNvSpPr>
            <a:spLocks noGrp="1"/>
          </p:cNvSpPr>
          <p:nvPr/>
        </p:nvSpPr>
        <p:spPr>
          <a:xfrm>
            <a:off x="12668250" y="4048125"/>
            <a:ext cx="26194" cy="547688"/>
          </a:xfrm>
          <a:prstGeom prst="rect">
            <a:avLst/>
          </a:prstGeom>
          <a:solidFill>
            <a:srgbClr val="FFFFFF"/>
          </a:solidFill>
          <a:ln w="13097">
            <a:solidFill>
              <a:srgbClr val="172B4D"/>
            </a:solidFill>
          </a:ln>
        </p:spPr>
      </p:sp>
      <p:sp>
        <p:nvSpPr>
          <p:cNvPr id="781" name="object-781">
            <a:extLst>
              <a:ext uri="{FF2B5EF4-FFF2-40B4-BE49-F238E27FC236}">
                <a16:creationId xmlns:a16="http://schemas.microsoft.com/office/drawing/2014/main" id="{262DEF68-29B0-44FE-B5F6-AB01B086D4EE}"/>
              </a:ext>
            </a:extLst>
          </p:cNvPr>
          <p:cNvSpPr>
            <a:spLocks noGrp="1"/>
          </p:cNvSpPr>
          <p:nvPr/>
        </p:nvSpPr>
        <p:spPr>
          <a:xfrm>
            <a:off x="12694444" y="4048125"/>
            <a:ext cx="26194" cy="547688"/>
          </a:xfrm>
          <a:prstGeom prst="rect">
            <a:avLst/>
          </a:prstGeom>
          <a:solidFill>
            <a:srgbClr val="FFFFFF"/>
          </a:solidFill>
          <a:ln w="13097">
            <a:solidFill>
              <a:srgbClr val="172B4D"/>
            </a:solidFill>
          </a:ln>
        </p:spPr>
      </p:sp>
      <p:sp>
        <p:nvSpPr>
          <p:cNvPr id="782" name="object-782">
            <a:extLst>
              <a:ext uri="{FF2B5EF4-FFF2-40B4-BE49-F238E27FC236}">
                <a16:creationId xmlns:a16="http://schemas.microsoft.com/office/drawing/2014/main" id="{F3BFBAA9-C7D0-4B7B-A5C6-A4CCB853D489}"/>
              </a:ext>
            </a:extLst>
          </p:cNvPr>
          <p:cNvSpPr>
            <a:spLocks noGrp="1"/>
          </p:cNvSpPr>
          <p:nvPr/>
        </p:nvSpPr>
        <p:spPr>
          <a:xfrm>
            <a:off x="12720638" y="4048125"/>
            <a:ext cx="26194" cy="547688"/>
          </a:xfrm>
          <a:prstGeom prst="rect">
            <a:avLst/>
          </a:prstGeom>
          <a:solidFill>
            <a:srgbClr val="FFFFFF"/>
          </a:solidFill>
          <a:ln w="13097">
            <a:solidFill>
              <a:srgbClr val="172B4D"/>
            </a:solidFill>
          </a:ln>
        </p:spPr>
      </p:sp>
      <p:sp>
        <p:nvSpPr>
          <p:cNvPr id="783" name="object-783">
            <a:extLst>
              <a:ext uri="{FF2B5EF4-FFF2-40B4-BE49-F238E27FC236}">
                <a16:creationId xmlns:a16="http://schemas.microsoft.com/office/drawing/2014/main" id="{0F2AC2D5-009B-43C0-925C-B9ADAD2A1F1E}"/>
              </a:ext>
            </a:extLst>
          </p:cNvPr>
          <p:cNvSpPr>
            <a:spLocks noGrp="1"/>
          </p:cNvSpPr>
          <p:nvPr/>
        </p:nvSpPr>
        <p:spPr>
          <a:xfrm>
            <a:off x="12746831" y="4048125"/>
            <a:ext cx="26194" cy="547688"/>
          </a:xfrm>
          <a:prstGeom prst="rect">
            <a:avLst/>
          </a:prstGeom>
          <a:solidFill>
            <a:srgbClr val="FFFFFF"/>
          </a:solidFill>
          <a:ln w="13097">
            <a:solidFill>
              <a:srgbClr val="172B4D"/>
            </a:solidFill>
          </a:ln>
        </p:spPr>
      </p:sp>
      <p:sp>
        <p:nvSpPr>
          <p:cNvPr id="784" name="object-784">
            <a:extLst>
              <a:ext uri="{FF2B5EF4-FFF2-40B4-BE49-F238E27FC236}">
                <a16:creationId xmlns:a16="http://schemas.microsoft.com/office/drawing/2014/main" id="{61EA169F-0803-4F86-9617-C503218F7A3D}"/>
              </a:ext>
            </a:extLst>
          </p:cNvPr>
          <p:cNvSpPr>
            <a:spLocks noGrp="1"/>
          </p:cNvSpPr>
          <p:nvPr/>
        </p:nvSpPr>
        <p:spPr>
          <a:xfrm>
            <a:off x="12773025" y="4048125"/>
            <a:ext cx="26194" cy="547688"/>
          </a:xfrm>
          <a:prstGeom prst="rect">
            <a:avLst/>
          </a:prstGeom>
          <a:solidFill>
            <a:srgbClr val="FFFFFF"/>
          </a:solidFill>
          <a:ln w="13097">
            <a:solidFill>
              <a:srgbClr val="172B4D"/>
            </a:solidFill>
          </a:ln>
        </p:spPr>
      </p:sp>
      <p:sp>
        <p:nvSpPr>
          <p:cNvPr id="785" name="object-785">
            <a:extLst>
              <a:ext uri="{FF2B5EF4-FFF2-40B4-BE49-F238E27FC236}">
                <a16:creationId xmlns:a16="http://schemas.microsoft.com/office/drawing/2014/main" id="{DC39C12F-193B-4A96-8AB1-D875D3181CB6}"/>
              </a:ext>
            </a:extLst>
          </p:cNvPr>
          <p:cNvSpPr>
            <a:spLocks noGrp="1"/>
          </p:cNvSpPr>
          <p:nvPr/>
        </p:nvSpPr>
        <p:spPr>
          <a:xfrm>
            <a:off x="12799219" y="4048125"/>
            <a:ext cx="26194" cy="547688"/>
          </a:xfrm>
          <a:prstGeom prst="rect">
            <a:avLst/>
          </a:prstGeom>
          <a:solidFill>
            <a:srgbClr val="FFFFFF"/>
          </a:solidFill>
          <a:ln w="13097">
            <a:solidFill>
              <a:srgbClr val="172B4D"/>
            </a:solidFill>
          </a:ln>
        </p:spPr>
      </p:sp>
      <p:sp>
        <p:nvSpPr>
          <p:cNvPr id="786" name="object-786">
            <a:extLst>
              <a:ext uri="{FF2B5EF4-FFF2-40B4-BE49-F238E27FC236}">
                <a16:creationId xmlns:a16="http://schemas.microsoft.com/office/drawing/2014/main" id="{5477B726-7FC7-4958-96BD-0F34192AB828}"/>
              </a:ext>
            </a:extLst>
          </p:cNvPr>
          <p:cNvSpPr>
            <a:spLocks noGrp="1"/>
          </p:cNvSpPr>
          <p:nvPr/>
        </p:nvSpPr>
        <p:spPr>
          <a:xfrm>
            <a:off x="12825413" y="4048125"/>
            <a:ext cx="26194" cy="547688"/>
          </a:xfrm>
          <a:prstGeom prst="rect">
            <a:avLst/>
          </a:prstGeom>
          <a:solidFill>
            <a:srgbClr val="FFFFFF"/>
          </a:solidFill>
          <a:ln w="13097">
            <a:solidFill>
              <a:srgbClr val="172B4D"/>
            </a:solidFill>
          </a:ln>
        </p:spPr>
      </p:sp>
      <p:sp>
        <p:nvSpPr>
          <p:cNvPr id="787" name="object-787">
            <a:extLst>
              <a:ext uri="{FF2B5EF4-FFF2-40B4-BE49-F238E27FC236}">
                <a16:creationId xmlns:a16="http://schemas.microsoft.com/office/drawing/2014/main" id="{6AF1A0F8-2CE2-4E3C-895B-22B413E950D4}"/>
              </a:ext>
            </a:extLst>
          </p:cNvPr>
          <p:cNvSpPr>
            <a:spLocks noGrp="1"/>
          </p:cNvSpPr>
          <p:nvPr/>
        </p:nvSpPr>
        <p:spPr>
          <a:xfrm>
            <a:off x="12851606" y="4048125"/>
            <a:ext cx="26194" cy="547688"/>
          </a:xfrm>
          <a:prstGeom prst="rect">
            <a:avLst/>
          </a:prstGeom>
          <a:solidFill>
            <a:srgbClr val="FFFFFF"/>
          </a:solidFill>
          <a:ln w="13097">
            <a:solidFill>
              <a:srgbClr val="172B4D"/>
            </a:solidFill>
          </a:ln>
        </p:spPr>
      </p:sp>
      <p:sp>
        <p:nvSpPr>
          <p:cNvPr id="788" name="object-788">
            <a:extLst>
              <a:ext uri="{FF2B5EF4-FFF2-40B4-BE49-F238E27FC236}">
                <a16:creationId xmlns:a16="http://schemas.microsoft.com/office/drawing/2014/main" id="{30ECEF40-280F-4ADE-A70C-BA0183A44567}"/>
              </a:ext>
            </a:extLst>
          </p:cNvPr>
          <p:cNvSpPr>
            <a:spLocks noGrp="1"/>
          </p:cNvSpPr>
          <p:nvPr/>
        </p:nvSpPr>
        <p:spPr>
          <a:xfrm>
            <a:off x="12877800" y="4048125"/>
            <a:ext cx="26194" cy="547688"/>
          </a:xfrm>
          <a:prstGeom prst="rect">
            <a:avLst/>
          </a:prstGeom>
          <a:solidFill>
            <a:srgbClr val="FFFFFF"/>
          </a:solidFill>
          <a:ln w="13097">
            <a:solidFill>
              <a:srgbClr val="172B4D"/>
            </a:solidFill>
          </a:ln>
        </p:spPr>
      </p:sp>
      <p:sp>
        <p:nvSpPr>
          <p:cNvPr id="789" name="object-789">
            <a:extLst>
              <a:ext uri="{FF2B5EF4-FFF2-40B4-BE49-F238E27FC236}">
                <a16:creationId xmlns:a16="http://schemas.microsoft.com/office/drawing/2014/main" id="{D2420748-45CB-4D2D-8471-D0638BCB4167}"/>
              </a:ext>
            </a:extLst>
          </p:cNvPr>
          <p:cNvSpPr>
            <a:spLocks noGrp="1"/>
          </p:cNvSpPr>
          <p:nvPr/>
        </p:nvSpPr>
        <p:spPr>
          <a:xfrm>
            <a:off x="12903994" y="4048125"/>
            <a:ext cx="26194" cy="547688"/>
          </a:xfrm>
          <a:prstGeom prst="rect">
            <a:avLst/>
          </a:prstGeom>
          <a:solidFill>
            <a:srgbClr val="FFFFFF"/>
          </a:solidFill>
          <a:ln w="13097">
            <a:solidFill>
              <a:srgbClr val="172B4D"/>
            </a:solidFill>
          </a:ln>
        </p:spPr>
      </p:sp>
      <p:sp>
        <p:nvSpPr>
          <p:cNvPr id="790" name="object-790">
            <a:extLst>
              <a:ext uri="{FF2B5EF4-FFF2-40B4-BE49-F238E27FC236}">
                <a16:creationId xmlns:a16="http://schemas.microsoft.com/office/drawing/2014/main" id="{68893CED-4FDD-4249-99C7-8D255BCAD2F1}"/>
              </a:ext>
            </a:extLst>
          </p:cNvPr>
          <p:cNvSpPr>
            <a:spLocks noGrp="1"/>
          </p:cNvSpPr>
          <p:nvPr/>
        </p:nvSpPr>
        <p:spPr>
          <a:xfrm>
            <a:off x="12930188" y="4048125"/>
            <a:ext cx="26194" cy="547688"/>
          </a:xfrm>
          <a:prstGeom prst="rect">
            <a:avLst/>
          </a:prstGeom>
          <a:solidFill>
            <a:srgbClr val="FFFFFF"/>
          </a:solidFill>
          <a:ln w="13097">
            <a:solidFill>
              <a:srgbClr val="172B4D"/>
            </a:solidFill>
          </a:ln>
        </p:spPr>
      </p:sp>
      <p:sp>
        <p:nvSpPr>
          <p:cNvPr id="791" name="object-791">
            <a:extLst>
              <a:ext uri="{FF2B5EF4-FFF2-40B4-BE49-F238E27FC236}">
                <a16:creationId xmlns:a16="http://schemas.microsoft.com/office/drawing/2014/main" id="{D73E903B-F8D0-465F-A346-B0DCCCE883BE}"/>
              </a:ext>
            </a:extLst>
          </p:cNvPr>
          <p:cNvSpPr>
            <a:spLocks noGrp="1"/>
          </p:cNvSpPr>
          <p:nvPr/>
        </p:nvSpPr>
        <p:spPr>
          <a:xfrm>
            <a:off x="12956381" y="4048125"/>
            <a:ext cx="26194" cy="547688"/>
          </a:xfrm>
          <a:prstGeom prst="rect">
            <a:avLst/>
          </a:prstGeom>
          <a:solidFill>
            <a:srgbClr val="FFFFFF"/>
          </a:solidFill>
          <a:ln w="13097">
            <a:solidFill>
              <a:srgbClr val="172B4D"/>
            </a:solidFill>
          </a:ln>
        </p:spPr>
      </p:sp>
      <p:sp>
        <p:nvSpPr>
          <p:cNvPr id="792" name="object-792">
            <a:extLst>
              <a:ext uri="{FF2B5EF4-FFF2-40B4-BE49-F238E27FC236}">
                <a16:creationId xmlns:a16="http://schemas.microsoft.com/office/drawing/2014/main" id="{75A8A425-F5DF-4946-BD03-C599E7E4D568}"/>
              </a:ext>
            </a:extLst>
          </p:cNvPr>
          <p:cNvSpPr>
            <a:spLocks noGrp="1"/>
          </p:cNvSpPr>
          <p:nvPr/>
        </p:nvSpPr>
        <p:spPr>
          <a:xfrm>
            <a:off x="12982575" y="4048125"/>
            <a:ext cx="26194" cy="547688"/>
          </a:xfrm>
          <a:prstGeom prst="rect">
            <a:avLst/>
          </a:prstGeom>
          <a:solidFill>
            <a:srgbClr val="FFFFFF"/>
          </a:solidFill>
          <a:ln w="13097">
            <a:solidFill>
              <a:srgbClr val="172B4D"/>
            </a:solidFill>
          </a:ln>
        </p:spPr>
      </p:sp>
      <p:sp>
        <p:nvSpPr>
          <p:cNvPr id="793" name="object-793">
            <a:extLst>
              <a:ext uri="{FF2B5EF4-FFF2-40B4-BE49-F238E27FC236}">
                <a16:creationId xmlns:a16="http://schemas.microsoft.com/office/drawing/2014/main" id="{0C102C0F-C24F-4DC4-96BD-A9648136ABF0}"/>
              </a:ext>
            </a:extLst>
          </p:cNvPr>
          <p:cNvSpPr>
            <a:spLocks noGrp="1"/>
          </p:cNvSpPr>
          <p:nvPr/>
        </p:nvSpPr>
        <p:spPr>
          <a:xfrm>
            <a:off x="13008769" y="4048125"/>
            <a:ext cx="26194" cy="547688"/>
          </a:xfrm>
          <a:prstGeom prst="rect">
            <a:avLst/>
          </a:prstGeom>
          <a:solidFill>
            <a:srgbClr val="FFFFFF"/>
          </a:solidFill>
          <a:ln w="13097">
            <a:solidFill>
              <a:srgbClr val="172B4D"/>
            </a:solidFill>
          </a:ln>
        </p:spPr>
      </p:sp>
      <p:sp>
        <p:nvSpPr>
          <p:cNvPr id="794" name="object-794">
            <a:extLst>
              <a:ext uri="{FF2B5EF4-FFF2-40B4-BE49-F238E27FC236}">
                <a16:creationId xmlns:a16="http://schemas.microsoft.com/office/drawing/2014/main" id="{CBD69110-8231-4EE0-A3B7-AA411051921E}"/>
              </a:ext>
            </a:extLst>
          </p:cNvPr>
          <p:cNvSpPr>
            <a:spLocks noGrp="1"/>
          </p:cNvSpPr>
          <p:nvPr/>
        </p:nvSpPr>
        <p:spPr>
          <a:xfrm>
            <a:off x="13034963" y="4048125"/>
            <a:ext cx="26194" cy="547688"/>
          </a:xfrm>
          <a:prstGeom prst="rect">
            <a:avLst/>
          </a:prstGeom>
          <a:solidFill>
            <a:srgbClr val="FFFFFF"/>
          </a:solidFill>
          <a:ln w="13097">
            <a:solidFill>
              <a:srgbClr val="172B4D"/>
            </a:solidFill>
          </a:ln>
        </p:spPr>
      </p:sp>
      <p:sp>
        <p:nvSpPr>
          <p:cNvPr id="795" name="object-795">
            <a:extLst>
              <a:ext uri="{FF2B5EF4-FFF2-40B4-BE49-F238E27FC236}">
                <a16:creationId xmlns:a16="http://schemas.microsoft.com/office/drawing/2014/main" id="{9569F728-E833-40B5-B38B-470B096242D9}"/>
              </a:ext>
            </a:extLst>
          </p:cNvPr>
          <p:cNvSpPr>
            <a:spLocks noGrp="1"/>
          </p:cNvSpPr>
          <p:nvPr/>
        </p:nvSpPr>
        <p:spPr>
          <a:xfrm>
            <a:off x="13061156" y="4048125"/>
            <a:ext cx="26194" cy="547688"/>
          </a:xfrm>
          <a:prstGeom prst="rect">
            <a:avLst/>
          </a:prstGeom>
          <a:solidFill>
            <a:srgbClr val="FFFFFF"/>
          </a:solidFill>
          <a:ln w="13097">
            <a:solidFill>
              <a:srgbClr val="172B4D"/>
            </a:solidFill>
          </a:ln>
        </p:spPr>
      </p:sp>
      <p:sp>
        <p:nvSpPr>
          <p:cNvPr id="796" name="object-796">
            <a:extLst>
              <a:ext uri="{FF2B5EF4-FFF2-40B4-BE49-F238E27FC236}">
                <a16:creationId xmlns:a16="http://schemas.microsoft.com/office/drawing/2014/main" id="{62B9EFF7-F076-40D6-85DE-BE780C8F6341}"/>
              </a:ext>
            </a:extLst>
          </p:cNvPr>
          <p:cNvSpPr>
            <a:spLocks noGrp="1"/>
          </p:cNvSpPr>
          <p:nvPr/>
        </p:nvSpPr>
        <p:spPr>
          <a:xfrm>
            <a:off x="13087350" y="4048125"/>
            <a:ext cx="26194" cy="547688"/>
          </a:xfrm>
          <a:prstGeom prst="rect">
            <a:avLst/>
          </a:prstGeom>
          <a:solidFill>
            <a:srgbClr val="FFFFFF"/>
          </a:solidFill>
          <a:ln w="13097">
            <a:solidFill>
              <a:srgbClr val="172B4D"/>
            </a:solidFill>
          </a:ln>
        </p:spPr>
      </p:sp>
      <p:sp>
        <p:nvSpPr>
          <p:cNvPr id="797" name="object-797">
            <a:extLst>
              <a:ext uri="{FF2B5EF4-FFF2-40B4-BE49-F238E27FC236}">
                <a16:creationId xmlns:a16="http://schemas.microsoft.com/office/drawing/2014/main" id="{E7B961E2-9897-4306-846A-F0886D0A0DD7}"/>
              </a:ext>
            </a:extLst>
          </p:cNvPr>
          <p:cNvSpPr>
            <a:spLocks noGrp="1"/>
          </p:cNvSpPr>
          <p:nvPr/>
        </p:nvSpPr>
        <p:spPr>
          <a:xfrm>
            <a:off x="13113544" y="4048125"/>
            <a:ext cx="26194" cy="547688"/>
          </a:xfrm>
          <a:prstGeom prst="rect">
            <a:avLst/>
          </a:prstGeom>
          <a:solidFill>
            <a:srgbClr val="FFFFFF"/>
          </a:solidFill>
          <a:ln w="13097">
            <a:solidFill>
              <a:srgbClr val="172B4D"/>
            </a:solidFill>
          </a:ln>
        </p:spPr>
      </p:sp>
      <p:sp>
        <p:nvSpPr>
          <p:cNvPr id="798" name="object-798">
            <a:extLst>
              <a:ext uri="{FF2B5EF4-FFF2-40B4-BE49-F238E27FC236}">
                <a16:creationId xmlns:a16="http://schemas.microsoft.com/office/drawing/2014/main" id="{82535032-B077-436F-BA1B-F0C4161117C4}"/>
              </a:ext>
            </a:extLst>
          </p:cNvPr>
          <p:cNvSpPr>
            <a:spLocks noGrp="1"/>
          </p:cNvSpPr>
          <p:nvPr/>
        </p:nvSpPr>
        <p:spPr>
          <a:xfrm>
            <a:off x="13139738" y="4048125"/>
            <a:ext cx="26194" cy="547688"/>
          </a:xfrm>
          <a:prstGeom prst="rect">
            <a:avLst/>
          </a:prstGeom>
          <a:solidFill>
            <a:srgbClr val="FFFFFF"/>
          </a:solidFill>
          <a:ln w="13097">
            <a:solidFill>
              <a:srgbClr val="172B4D"/>
            </a:solidFill>
          </a:ln>
        </p:spPr>
      </p:sp>
      <p:sp>
        <p:nvSpPr>
          <p:cNvPr id="799" name="object-799">
            <a:extLst>
              <a:ext uri="{FF2B5EF4-FFF2-40B4-BE49-F238E27FC236}">
                <a16:creationId xmlns:a16="http://schemas.microsoft.com/office/drawing/2014/main" id="{8FFAA989-52A6-4FCF-9412-7A08272C2546}"/>
              </a:ext>
            </a:extLst>
          </p:cNvPr>
          <p:cNvSpPr>
            <a:spLocks noGrp="1"/>
          </p:cNvSpPr>
          <p:nvPr/>
        </p:nvSpPr>
        <p:spPr>
          <a:xfrm>
            <a:off x="13165931" y="4048125"/>
            <a:ext cx="26194" cy="547688"/>
          </a:xfrm>
          <a:prstGeom prst="rect">
            <a:avLst/>
          </a:prstGeom>
          <a:solidFill>
            <a:srgbClr val="FFFFFF"/>
          </a:solidFill>
          <a:ln w="13097">
            <a:solidFill>
              <a:srgbClr val="172B4D"/>
            </a:solidFill>
          </a:ln>
        </p:spPr>
      </p:sp>
      <p:sp>
        <p:nvSpPr>
          <p:cNvPr id="800" name="object-800">
            <a:extLst>
              <a:ext uri="{FF2B5EF4-FFF2-40B4-BE49-F238E27FC236}">
                <a16:creationId xmlns:a16="http://schemas.microsoft.com/office/drawing/2014/main" id="{673CFDC0-AFF0-4B60-A315-BF382960A983}"/>
              </a:ext>
            </a:extLst>
          </p:cNvPr>
          <p:cNvSpPr>
            <a:spLocks noGrp="1"/>
          </p:cNvSpPr>
          <p:nvPr/>
        </p:nvSpPr>
        <p:spPr>
          <a:xfrm>
            <a:off x="13192125" y="4048125"/>
            <a:ext cx="26194" cy="547688"/>
          </a:xfrm>
          <a:prstGeom prst="rect">
            <a:avLst/>
          </a:prstGeom>
          <a:solidFill>
            <a:srgbClr val="FFFFFF"/>
          </a:solidFill>
          <a:ln w="13097">
            <a:solidFill>
              <a:srgbClr val="172B4D"/>
            </a:solidFill>
          </a:ln>
        </p:spPr>
      </p:sp>
      <p:sp>
        <p:nvSpPr>
          <p:cNvPr id="801" name="object-801">
            <a:extLst>
              <a:ext uri="{FF2B5EF4-FFF2-40B4-BE49-F238E27FC236}">
                <a16:creationId xmlns:a16="http://schemas.microsoft.com/office/drawing/2014/main" id="{B75E3DB8-53D2-4EB6-86FC-C8F9238C3D4D}"/>
              </a:ext>
            </a:extLst>
          </p:cNvPr>
          <p:cNvSpPr>
            <a:spLocks noGrp="1"/>
          </p:cNvSpPr>
          <p:nvPr/>
        </p:nvSpPr>
        <p:spPr>
          <a:xfrm>
            <a:off x="13218319" y="4048125"/>
            <a:ext cx="26194" cy="547688"/>
          </a:xfrm>
          <a:prstGeom prst="rect">
            <a:avLst/>
          </a:prstGeom>
          <a:solidFill>
            <a:srgbClr val="FFFFFF"/>
          </a:solidFill>
          <a:ln w="13097">
            <a:solidFill>
              <a:srgbClr val="172B4D"/>
            </a:solidFill>
          </a:ln>
        </p:spPr>
      </p:sp>
      <p:sp>
        <p:nvSpPr>
          <p:cNvPr id="802" name="object-802">
            <a:extLst>
              <a:ext uri="{FF2B5EF4-FFF2-40B4-BE49-F238E27FC236}">
                <a16:creationId xmlns:a16="http://schemas.microsoft.com/office/drawing/2014/main" id="{8A6E9950-AC4F-47B7-A886-CA04F61B83DB}"/>
              </a:ext>
            </a:extLst>
          </p:cNvPr>
          <p:cNvSpPr>
            <a:spLocks noGrp="1"/>
          </p:cNvSpPr>
          <p:nvPr/>
        </p:nvSpPr>
        <p:spPr>
          <a:xfrm>
            <a:off x="13244513" y="4048125"/>
            <a:ext cx="26194" cy="547688"/>
          </a:xfrm>
          <a:prstGeom prst="rect">
            <a:avLst/>
          </a:prstGeom>
          <a:solidFill>
            <a:srgbClr val="FFFFFF"/>
          </a:solidFill>
          <a:ln w="13097">
            <a:solidFill>
              <a:srgbClr val="172B4D"/>
            </a:solidFill>
          </a:ln>
        </p:spPr>
      </p:sp>
      <p:sp>
        <p:nvSpPr>
          <p:cNvPr id="803" name="object-803">
            <a:extLst>
              <a:ext uri="{FF2B5EF4-FFF2-40B4-BE49-F238E27FC236}">
                <a16:creationId xmlns:a16="http://schemas.microsoft.com/office/drawing/2014/main" id="{6166761B-5BC2-4301-B0B1-E8EBE77537CF}"/>
              </a:ext>
            </a:extLst>
          </p:cNvPr>
          <p:cNvSpPr>
            <a:spLocks noGrp="1"/>
          </p:cNvSpPr>
          <p:nvPr/>
        </p:nvSpPr>
        <p:spPr>
          <a:xfrm>
            <a:off x="13270706" y="4048125"/>
            <a:ext cx="26194" cy="547688"/>
          </a:xfrm>
          <a:prstGeom prst="rect">
            <a:avLst/>
          </a:prstGeom>
          <a:solidFill>
            <a:srgbClr val="FFFFFF"/>
          </a:solidFill>
          <a:ln w="13097">
            <a:solidFill>
              <a:srgbClr val="172B4D"/>
            </a:solidFill>
          </a:ln>
        </p:spPr>
      </p:sp>
      <p:sp>
        <p:nvSpPr>
          <p:cNvPr id="804" name="object-804">
            <a:extLst>
              <a:ext uri="{FF2B5EF4-FFF2-40B4-BE49-F238E27FC236}">
                <a16:creationId xmlns:a16="http://schemas.microsoft.com/office/drawing/2014/main" id="{25FAA2BF-FBAC-4EA3-BD15-A864D3E75303}"/>
              </a:ext>
            </a:extLst>
          </p:cNvPr>
          <p:cNvSpPr>
            <a:spLocks noGrp="1"/>
          </p:cNvSpPr>
          <p:nvPr/>
        </p:nvSpPr>
        <p:spPr>
          <a:xfrm>
            <a:off x="13296900" y="4048125"/>
            <a:ext cx="26194" cy="547688"/>
          </a:xfrm>
          <a:prstGeom prst="rect">
            <a:avLst/>
          </a:prstGeom>
          <a:solidFill>
            <a:srgbClr val="FFFFFF"/>
          </a:solidFill>
          <a:ln w="13097">
            <a:solidFill>
              <a:srgbClr val="172B4D"/>
            </a:solidFill>
          </a:ln>
        </p:spPr>
      </p:sp>
      <p:sp>
        <p:nvSpPr>
          <p:cNvPr id="805" name="object-805">
            <a:extLst>
              <a:ext uri="{FF2B5EF4-FFF2-40B4-BE49-F238E27FC236}">
                <a16:creationId xmlns:a16="http://schemas.microsoft.com/office/drawing/2014/main" id="{4585AAE4-98C4-4B83-AB2C-3D257DA8D1D4}"/>
              </a:ext>
            </a:extLst>
          </p:cNvPr>
          <p:cNvSpPr>
            <a:spLocks noGrp="1"/>
          </p:cNvSpPr>
          <p:nvPr/>
        </p:nvSpPr>
        <p:spPr>
          <a:xfrm>
            <a:off x="13323094" y="4048125"/>
            <a:ext cx="26194" cy="547688"/>
          </a:xfrm>
          <a:prstGeom prst="rect">
            <a:avLst/>
          </a:prstGeom>
          <a:solidFill>
            <a:srgbClr val="FFFFFF"/>
          </a:solidFill>
          <a:ln w="13097">
            <a:solidFill>
              <a:srgbClr val="172B4D"/>
            </a:solidFill>
          </a:ln>
        </p:spPr>
      </p:sp>
      <p:sp>
        <p:nvSpPr>
          <p:cNvPr id="806" name="object-806">
            <a:extLst>
              <a:ext uri="{FF2B5EF4-FFF2-40B4-BE49-F238E27FC236}">
                <a16:creationId xmlns:a16="http://schemas.microsoft.com/office/drawing/2014/main" id="{8925483C-EFFE-4D74-84FB-0A7E5ED6E20E}"/>
              </a:ext>
            </a:extLst>
          </p:cNvPr>
          <p:cNvSpPr>
            <a:spLocks noGrp="1"/>
          </p:cNvSpPr>
          <p:nvPr/>
        </p:nvSpPr>
        <p:spPr>
          <a:xfrm>
            <a:off x="13349288" y="4048125"/>
            <a:ext cx="26194" cy="547688"/>
          </a:xfrm>
          <a:prstGeom prst="rect">
            <a:avLst/>
          </a:prstGeom>
          <a:solidFill>
            <a:srgbClr val="FFFFFF"/>
          </a:solidFill>
          <a:ln w="13097">
            <a:solidFill>
              <a:srgbClr val="172B4D"/>
            </a:solidFill>
          </a:ln>
        </p:spPr>
      </p:sp>
      <p:sp>
        <p:nvSpPr>
          <p:cNvPr id="807" name="object-807">
            <a:extLst>
              <a:ext uri="{FF2B5EF4-FFF2-40B4-BE49-F238E27FC236}">
                <a16:creationId xmlns:a16="http://schemas.microsoft.com/office/drawing/2014/main" id="{357366D5-4D8E-4B12-B371-C499CB94EDBE}"/>
              </a:ext>
            </a:extLst>
          </p:cNvPr>
          <p:cNvSpPr>
            <a:spLocks noGrp="1"/>
          </p:cNvSpPr>
          <p:nvPr/>
        </p:nvSpPr>
        <p:spPr>
          <a:xfrm>
            <a:off x="13375481" y="4048125"/>
            <a:ext cx="26194" cy="547688"/>
          </a:xfrm>
          <a:prstGeom prst="rect">
            <a:avLst/>
          </a:prstGeom>
          <a:solidFill>
            <a:srgbClr val="FFFFFF"/>
          </a:solidFill>
          <a:ln w="13097">
            <a:solidFill>
              <a:srgbClr val="172B4D"/>
            </a:solidFill>
          </a:ln>
        </p:spPr>
      </p:sp>
      <p:sp>
        <p:nvSpPr>
          <p:cNvPr id="808" name="object-808">
            <a:extLst>
              <a:ext uri="{FF2B5EF4-FFF2-40B4-BE49-F238E27FC236}">
                <a16:creationId xmlns:a16="http://schemas.microsoft.com/office/drawing/2014/main" id="{747EE788-F68A-4DF4-B2F2-BA9CADBD4F72}"/>
              </a:ext>
            </a:extLst>
          </p:cNvPr>
          <p:cNvSpPr>
            <a:spLocks noGrp="1"/>
          </p:cNvSpPr>
          <p:nvPr/>
        </p:nvSpPr>
        <p:spPr>
          <a:xfrm>
            <a:off x="13401675" y="4048125"/>
            <a:ext cx="26194" cy="547688"/>
          </a:xfrm>
          <a:prstGeom prst="rect">
            <a:avLst/>
          </a:prstGeom>
          <a:solidFill>
            <a:srgbClr val="FFFFFF"/>
          </a:solidFill>
          <a:ln w="13097">
            <a:solidFill>
              <a:srgbClr val="172B4D"/>
            </a:solidFill>
          </a:ln>
        </p:spPr>
      </p:sp>
      <p:sp>
        <p:nvSpPr>
          <p:cNvPr id="809" name="object-809">
            <a:extLst>
              <a:ext uri="{FF2B5EF4-FFF2-40B4-BE49-F238E27FC236}">
                <a16:creationId xmlns:a16="http://schemas.microsoft.com/office/drawing/2014/main" id="{1470A7BC-B590-4DF3-878A-B13EA8AC7C27}"/>
              </a:ext>
            </a:extLst>
          </p:cNvPr>
          <p:cNvSpPr>
            <a:spLocks noGrp="1"/>
          </p:cNvSpPr>
          <p:nvPr/>
        </p:nvSpPr>
        <p:spPr>
          <a:xfrm>
            <a:off x="13427869" y="4048125"/>
            <a:ext cx="26194" cy="547688"/>
          </a:xfrm>
          <a:prstGeom prst="rect">
            <a:avLst/>
          </a:prstGeom>
          <a:solidFill>
            <a:srgbClr val="FFFFFF"/>
          </a:solidFill>
          <a:ln w="13097">
            <a:solidFill>
              <a:srgbClr val="172B4D"/>
            </a:solidFill>
          </a:ln>
        </p:spPr>
      </p:sp>
      <p:sp>
        <p:nvSpPr>
          <p:cNvPr id="810" name="object-810">
            <a:extLst>
              <a:ext uri="{FF2B5EF4-FFF2-40B4-BE49-F238E27FC236}">
                <a16:creationId xmlns:a16="http://schemas.microsoft.com/office/drawing/2014/main" id="{51EA9902-3180-48F2-86C9-556AEFEDE852}"/>
              </a:ext>
            </a:extLst>
          </p:cNvPr>
          <p:cNvSpPr>
            <a:spLocks noGrp="1"/>
          </p:cNvSpPr>
          <p:nvPr/>
        </p:nvSpPr>
        <p:spPr>
          <a:xfrm>
            <a:off x="12263438" y="4607719"/>
            <a:ext cx="1905000" cy="476250"/>
          </a:xfrm>
          <a:prstGeom prst="rect">
            <a:avLst/>
          </a:prstGeom>
          <a:noFill/>
          <a:ln w="0">
            <a:noFill/>
          </a:ln>
        </p:spPr>
        <p:txBody>
          <a:bodyPr anchor="ctr">
            <a:noAutofit/>
          </a:bodyPr>
          <a:lstStyle/>
          <a:p>
            <a:pPr algn="l">
              <a:defRPr sz="2250" b="1">
                <a:solidFill>
                  <a:srgbClr val="9A5800"/>
                </a:solidFill>
                <a:latin typeface="Arial"/>
                <a:ea typeface="Arial"/>
                <a:cs typeface="Arial"/>
              </a:defRPr>
            </a:pPr>
            <a:r>
              <a:rPr sz="2250" b="1">
                <a:solidFill>
                  <a:srgbClr val="9A5800"/>
                </a:solidFill>
                <a:latin typeface="Arial"/>
                <a:ea typeface="Arial"/>
                <a:cs typeface="Arial"/>
              </a:rPr>
              <a:t>358/100</a:t>
            </a:r>
          </a:p>
        </p:txBody>
      </p:sp>
      <p:sp>
        <p:nvSpPr>
          <p:cNvPr id="811" name="object-811">
            <a:extLst>
              <a:ext uri="{FF2B5EF4-FFF2-40B4-BE49-F238E27FC236}">
                <a16:creationId xmlns:a16="http://schemas.microsoft.com/office/drawing/2014/main" id="{D021062A-D0FF-4C9F-8211-F8550E9CAC88}"/>
              </a:ext>
            </a:extLst>
          </p:cNvPr>
          <p:cNvSpPr>
            <a:spLocks noGrp="1"/>
          </p:cNvSpPr>
          <p:nvPr/>
        </p:nvSpPr>
        <p:spPr>
          <a:xfrm>
            <a:off x="833438" y="5238750"/>
            <a:ext cx="1905000" cy="714375"/>
          </a:xfrm>
          <a:prstGeom prst="rect">
            <a:avLst/>
          </a:prstGeom>
          <a:noFill/>
          <a:ln w="0">
            <a:noFill/>
          </a:ln>
        </p:spPr>
        <p:txBody>
          <a:bodyPr anchor="ctr">
            <a:noAutofit/>
          </a:bodyPr>
          <a:lstStyle/>
          <a:p>
            <a:pPr algn="l">
              <a:defRPr sz="3375" b="1">
                <a:solidFill>
                  <a:srgbClr val="1D4ED8"/>
                </a:solidFill>
                <a:latin typeface="Arial"/>
                <a:ea typeface="Arial"/>
                <a:cs typeface="Arial"/>
              </a:defRPr>
            </a:pPr>
            <a:r>
              <a:rPr sz="3375" b="1">
                <a:solidFill>
                  <a:srgbClr val="1D4ED8"/>
                </a:solidFill>
                <a:latin typeface="Arial"/>
                <a:ea typeface="Arial"/>
                <a:cs typeface="Arial"/>
              </a:rPr>
              <a:t>362%</a:t>
            </a:r>
          </a:p>
        </p:txBody>
      </p:sp>
      <p:sp>
        <p:nvSpPr>
          <p:cNvPr id="812" name="object-812">
            <a:extLst>
              <a:ext uri="{FF2B5EF4-FFF2-40B4-BE49-F238E27FC236}">
                <a16:creationId xmlns:a16="http://schemas.microsoft.com/office/drawing/2014/main" id="{C46711E9-26E0-497D-9C96-DFA55C7AF612}"/>
              </a:ext>
            </a:extLst>
          </p:cNvPr>
          <p:cNvSpPr>
            <a:spLocks noGrp="1"/>
          </p:cNvSpPr>
          <p:nvPr/>
        </p:nvSpPr>
        <p:spPr>
          <a:xfrm>
            <a:off x="2976563" y="5238750"/>
            <a:ext cx="26194" cy="547688"/>
          </a:xfrm>
          <a:prstGeom prst="rect">
            <a:avLst/>
          </a:prstGeom>
          <a:solidFill>
            <a:srgbClr val="1D4ED8"/>
          </a:solidFill>
          <a:ln w="13097">
            <a:solidFill>
              <a:srgbClr val="172B4D"/>
            </a:solidFill>
          </a:ln>
        </p:spPr>
      </p:sp>
      <p:sp>
        <p:nvSpPr>
          <p:cNvPr id="813" name="object-813">
            <a:extLst>
              <a:ext uri="{FF2B5EF4-FFF2-40B4-BE49-F238E27FC236}">
                <a16:creationId xmlns:a16="http://schemas.microsoft.com/office/drawing/2014/main" id="{11D5CF7A-DB60-4A69-942C-19AC0ABEFC9D}"/>
              </a:ext>
            </a:extLst>
          </p:cNvPr>
          <p:cNvSpPr>
            <a:spLocks noGrp="1"/>
          </p:cNvSpPr>
          <p:nvPr/>
        </p:nvSpPr>
        <p:spPr>
          <a:xfrm>
            <a:off x="3002756" y="5238750"/>
            <a:ext cx="26194" cy="547688"/>
          </a:xfrm>
          <a:prstGeom prst="rect">
            <a:avLst/>
          </a:prstGeom>
          <a:solidFill>
            <a:srgbClr val="1D4ED8"/>
          </a:solidFill>
          <a:ln w="13097">
            <a:solidFill>
              <a:srgbClr val="172B4D"/>
            </a:solidFill>
          </a:ln>
        </p:spPr>
      </p:sp>
      <p:sp>
        <p:nvSpPr>
          <p:cNvPr id="814" name="object-814">
            <a:extLst>
              <a:ext uri="{FF2B5EF4-FFF2-40B4-BE49-F238E27FC236}">
                <a16:creationId xmlns:a16="http://schemas.microsoft.com/office/drawing/2014/main" id="{1A66A82A-0358-4F50-AF9E-C58870F27150}"/>
              </a:ext>
            </a:extLst>
          </p:cNvPr>
          <p:cNvSpPr>
            <a:spLocks noGrp="1"/>
          </p:cNvSpPr>
          <p:nvPr/>
        </p:nvSpPr>
        <p:spPr>
          <a:xfrm>
            <a:off x="3028950" y="5238750"/>
            <a:ext cx="26194" cy="547688"/>
          </a:xfrm>
          <a:prstGeom prst="rect">
            <a:avLst/>
          </a:prstGeom>
          <a:solidFill>
            <a:srgbClr val="1D4ED8"/>
          </a:solidFill>
          <a:ln w="13097">
            <a:solidFill>
              <a:srgbClr val="172B4D"/>
            </a:solidFill>
          </a:ln>
        </p:spPr>
      </p:sp>
      <p:sp>
        <p:nvSpPr>
          <p:cNvPr id="815" name="object-815">
            <a:extLst>
              <a:ext uri="{FF2B5EF4-FFF2-40B4-BE49-F238E27FC236}">
                <a16:creationId xmlns:a16="http://schemas.microsoft.com/office/drawing/2014/main" id="{F97092EA-4514-44CA-81C8-3A3C61E6EBB9}"/>
              </a:ext>
            </a:extLst>
          </p:cNvPr>
          <p:cNvSpPr>
            <a:spLocks noGrp="1"/>
          </p:cNvSpPr>
          <p:nvPr/>
        </p:nvSpPr>
        <p:spPr>
          <a:xfrm>
            <a:off x="3055144" y="5238750"/>
            <a:ext cx="26194" cy="547688"/>
          </a:xfrm>
          <a:prstGeom prst="rect">
            <a:avLst/>
          </a:prstGeom>
          <a:solidFill>
            <a:srgbClr val="1D4ED8"/>
          </a:solidFill>
          <a:ln w="13097">
            <a:solidFill>
              <a:srgbClr val="172B4D"/>
            </a:solidFill>
          </a:ln>
        </p:spPr>
      </p:sp>
      <p:sp>
        <p:nvSpPr>
          <p:cNvPr id="816" name="object-816">
            <a:extLst>
              <a:ext uri="{FF2B5EF4-FFF2-40B4-BE49-F238E27FC236}">
                <a16:creationId xmlns:a16="http://schemas.microsoft.com/office/drawing/2014/main" id="{2C0A5AE6-0916-4CE8-B790-C9C720C14099}"/>
              </a:ext>
            </a:extLst>
          </p:cNvPr>
          <p:cNvSpPr>
            <a:spLocks noGrp="1"/>
          </p:cNvSpPr>
          <p:nvPr/>
        </p:nvSpPr>
        <p:spPr>
          <a:xfrm>
            <a:off x="3081338" y="5238750"/>
            <a:ext cx="26194" cy="547688"/>
          </a:xfrm>
          <a:prstGeom prst="rect">
            <a:avLst/>
          </a:prstGeom>
          <a:solidFill>
            <a:srgbClr val="1D4ED8"/>
          </a:solidFill>
          <a:ln w="13097">
            <a:solidFill>
              <a:srgbClr val="172B4D"/>
            </a:solidFill>
          </a:ln>
        </p:spPr>
      </p:sp>
      <p:sp>
        <p:nvSpPr>
          <p:cNvPr id="817" name="object-817">
            <a:extLst>
              <a:ext uri="{FF2B5EF4-FFF2-40B4-BE49-F238E27FC236}">
                <a16:creationId xmlns:a16="http://schemas.microsoft.com/office/drawing/2014/main" id="{918ACD79-3461-461B-BDFB-5E316C7A0435}"/>
              </a:ext>
            </a:extLst>
          </p:cNvPr>
          <p:cNvSpPr>
            <a:spLocks noGrp="1"/>
          </p:cNvSpPr>
          <p:nvPr/>
        </p:nvSpPr>
        <p:spPr>
          <a:xfrm>
            <a:off x="3107531" y="5238750"/>
            <a:ext cx="26194" cy="547688"/>
          </a:xfrm>
          <a:prstGeom prst="rect">
            <a:avLst/>
          </a:prstGeom>
          <a:solidFill>
            <a:srgbClr val="1D4ED8"/>
          </a:solidFill>
          <a:ln w="13097">
            <a:solidFill>
              <a:srgbClr val="172B4D"/>
            </a:solidFill>
          </a:ln>
        </p:spPr>
      </p:sp>
      <p:sp>
        <p:nvSpPr>
          <p:cNvPr id="818" name="object-818">
            <a:extLst>
              <a:ext uri="{FF2B5EF4-FFF2-40B4-BE49-F238E27FC236}">
                <a16:creationId xmlns:a16="http://schemas.microsoft.com/office/drawing/2014/main" id="{4A2944E3-E5C6-4ABA-92EB-6BF6331789C5}"/>
              </a:ext>
            </a:extLst>
          </p:cNvPr>
          <p:cNvSpPr>
            <a:spLocks noGrp="1"/>
          </p:cNvSpPr>
          <p:nvPr/>
        </p:nvSpPr>
        <p:spPr>
          <a:xfrm>
            <a:off x="3133725" y="5238750"/>
            <a:ext cx="26194" cy="547688"/>
          </a:xfrm>
          <a:prstGeom prst="rect">
            <a:avLst/>
          </a:prstGeom>
          <a:solidFill>
            <a:srgbClr val="1D4ED8"/>
          </a:solidFill>
          <a:ln w="13097">
            <a:solidFill>
              <a:srgbClr val="172B4D"/>
            </a:solidFill>
          </a:ln>
        </p:spPr>
      </p:sp>
      <p:sp>
        <p:nvSpPr>
          <p:cNvPr id="819" name="object-819">
            <a:extLst>
              <a:ext uri="{FF2B5EF4-FFF2-40B4-BE49-F238E27FC236}">
                <a16:creationId xmlns:a16="http://schemas.microsoft.com/office/drawing/2014/main" id="{56A3CAB2-E5BC-4655-B4C9-1B7B2D29708B}"/>
              </a:ext>
            </a:extLst>
          </p:cNvPr>
          <p:cNvSpPr>
            <a:spLocks noGrp="1"/>
          </p:cNvSpPr>
          <p:nvPr/>
        </p:nvSpPr>
        <p:spPr>
          <a:xfrm>
            <a:off x="3159919" y="5238750"/>
            <a:ext cx="26194" cy="547688"/>
          </a:xfrm>
          <a:prstGeom prst="rect">
            <a:avLst/>
          </a:prstGeom>
          <a:solidFill>
            <a:srgbClr val="1D4ED8"/>
          </a:solidFill>
          <a:ln w="13097">
            <a:solidFill>
              <a:srgbClr val="172B4D"/>
            </a:solidFill>
          </a:ln>
        </p:spPr>
      </p:sp>
      <p:sp>
        <p:nvSpPr>
          <p:cNvPr id="820" name="object-820">
            <a:extLst>
              <a:ext uri="{FF2B5EF4-FFF2-40B4-BE49-F238E27FC236}">
                <a16:creationId xmlns:a16="http://schemas.microsoft.com/office/drawing/2014/main" id="{F4CD71E2-20A8-4A9C-A078-8780D5414299}"/>
              </a:ext>
            </a:extLst>
          </p:cNvPr>
          <p:cNvSpPr>
            <a:spLocks noGrp="1"/>
          </p:cNvSpPr>
          <p:nvPr/>
        </p:nvSpPr>
        <p:spPr>
          <a:xfrm>
            <a:off x="3186113" y="5238750"/>
            <a:ext cx="26194" cy="547688"/>
          </a:xfrm>
          <a:prstGeom prst="rect">
            <a:avLst/>
          </a:prstGeom>
          <a:solidFill>
            <a:srgbClr val="1D4ED8"/>
          </a:solidFill>
          <a:ln w="13097">
            <a:solidFill>
              <a:srgbClr val="172B4D"/>
            </a:solidFill>
          </a:ln>
        </p:spPr>
      </p:sp>
      <p:sp>
        <p:nvSpPr>
          <p:cNvPr id="821" name="object-821">
            <a:extLst>
              <a:ext uri="{FF2B5EF4-FFF2-40B4-BE49-F238E27FC236}">
                <a16:creationId xmlns:a16="http://schemas.microsoft.com/office/drawing/2014/main" id="{044BC1F5-8839-4F62-A9C4-2DDD5CB5CA6A}"/>
              </a:ext>
            </a:extLst>
          </p:cNvPr>
          <p:cNvSpPr>
            <a:spLocks noGrp="1"/>
          </p:cNvSpPr>
          <p:nvPr/>
        </p:nvSpPr>
        <p:spPr>
          <a:xfrm>
            <a:off x="3212306" y="5238750"/>
            <a:ext cx="26194" cy="547688"/>
          </a:xfrm>
          <a:prstGeom prst="rect">
            <a:avLst/>
          </a:prstGeom>
          <a:solidFill>
            <a:srgbClr val="1D4ED8"/>
          </a:solidFill>
          <a:ln w="13097">
            <a:solidFill>
              <a:srgbClr val="172B4D"/>
            </a:solidFill>
          </a:ln>
        </p:spPr>
      </p:sp>
      <p:sp>
        <p:nvSpPr>
          <p:cNvPr id="822" name="object-822">
            <a:extLst>
              <a:ext uri="{FF2B5EF4-FFF2-40B4-BE49-F238E27FC236}">
                <a16:creationId xmlns:a16="http://schemas.microsoft.com/office/drawing/2014/main" id="{9C979341-9577-45E1-976B-C02B1EDE74B5}"/>
              </a:ext>
            </a:extLst>
          </p:cNvPr>
          <p:cNvSpPr>
            <a:spLocks noGrp="1"/>
          </p:cNvSpPr>
          <p:nvPr/>
        </p:nvSpPr>
        <p:spPr>
          <a:xfrm>
            <a:off x="3238500" y="5238750"/>
            <a:ext cx="26194" cy="547688"/>
          </a:xfrm>
          <a:prstGeom prst="rect">
            <a:avLst/>
          </a:prstGeom>
          <a:solidFill>
            <a:srgbClr val="1D4ED8"/>
          </a:solidFill>
          <a:ln w="13097">
            <a:solidFill>
              <a:srgbClr val="172B4D"/>
            </a:solidFill>
          </a:ln>
        </p:spPr>
      </p:sp>
      <p:sp>
        <p:nvSpPr>
          <p:cNvPr id="823" name="object-823">
            <a:extLst>
              <a:ext uri="{FF2B5EF4-FFF2-40B4-BE49-F238E27FC236}">
                <a16:creationId xmlns:a16="http://schemas.microsoft.com/office/drawing/2014/main" id="{229C40BE-8858-4113-8992-128223A2F0C7}"/>
              </a:ext>
            </a:extLst>
          </p:cNvPr>
          <p:cNvSpPr>
            <a:spLocks noGrp="1"/>
          </p:cNvSpPr>
          <p:nvPr/>
        </p:nvSpPr>
        <p:spPr>
          <a:xfrm>
            <a:off x="3264694" y="5238750"/>
            <a:ext cx="26194" cy="547688"/>
          </a:xfrm>
          <a:prstGeom prst="rect">
            <a:avLst/>
          </a:prstGeom>
          <a:solidFill>
            <a:srgbClr val="1D4ED8"/>
          </a:solidFill>
          <a:ln w="13097">
            <a:solidFill>
              <a:srgbClr val="172B4D"/>
            </a:solidFill>
          </a:ln>
        </p:spPr>
      </p:sp>
      <p:sp>
        <p:nvSpPr>
          <p:cNvPr id="824" name="object-824">
            <a:extLst>
              <a:ext uri="{FF2B5EF4-FFF2-40B4-BE49-F238E27FC236}">
                <a16:creationId xmlns:a16="http://schemas.microsoft.com/office/drawing/2014/main" id="{47D2C660-D191-41BA-8C6B-06A8000466C7}"/>
              </a:ext>
            </a:extLst>
          </p:cNvPr>
          <p:cNvSpPr>
            <a:spLocks noGrp="1"/>
          </p:cNvSpPr>
          <p:nvPr/>
        </p:nvSpPr>
        <p:spPr>
          <a:xfrm>
            <a:off x="3290888" y="5238750"/>
            <a:ext cx="26194" cy="547688"/>
          </a:xfrm>
          <a:prstGeom prst="rect">
            <a:avLst/>
          </a:prstGeom>
          <a:solidFill>
            <a:srgbClr val="1D4ED8"/>
          </a:solidFill>
          <a:ln w="13097">
            <a:solidFill>
              <a:srgbClr val="172B4D"/>
            </a:solidFill>
          </a:ln>
        </p:spPr>
      </p:sp>
      <p:sp>
        <p:nvSpPr>
          <p:cNvPr id="825" name="object-825">
            <a:extLst>
              <a:ext uri="{FF2B5EF4-FFF2-40B4-BE49-F238E27FC236}">
                <a16:creationId xmlns:a16="http://schemas.microsoft.com/office/drawing/2014/main" id="{3CF94170-6ED7-446B-A036-01AFA52CC2CA}"/>
              </a:ext>
            </a:extLst>
          </p:cNvPr>
          <p:cNvSpPr>
            <a:spLocks noGrp="1"/>
          </p:cNvSpPr>
          <p:nvPr/>
        </p:nvSpPr>
        <p:spPr>
          <a:xfrm>
            <a:off x="3317081" y="5238750"/>
            <a:ext cx="26194" cy="547688"/>
          </a:xfrm>
          <a:prstGeom prst="rect">
            <a:avLst/>
          </a:prstGeom>
          <a:solidFill>
            <a:srgbClr val="1D4ED8"/>
          </a:solidFill>
          <a:ln w="13097">
            <a:solidFill>
              <a:srgbClr val="172B4D"/>
            </a:solidFill>
          </a:ln>
        </p:spPr>
      </p:sp>
      <p:sp>
        <p:nvSpPr>
          <p:cNvPr id="826" name="object-826">
            <a:extLst>
              <a:ext uri="{FF2B5EF4-FFF2-40B4-BE49-F238E27FC236}">
                <a16:creationId xmlns:a16="http://schemas.microsoft.com/office/drawing/2014/main" id="{8797DB93-C973-4136-8954-805C9F81DFDA}"/>
              </a:ext>
            </a:extLst>
          </p:cNvPr>
          <p:cNvSpPr>
            <a:spLocks noGrp="1"/>
          </p:cNvSpPr>
          <p:nvPr/>
        </p:nvSpPr>
        <p:spPr>
          <a:xfrm>
            <a:off x="3343275" y="5238750"/>
            <a:ext cx="26194" cy="547688"/>
          </a:xfrm>
          <a:prstGeom prst="rect">
            <a:avLst/>
          </a:prstGeom>
          <a:solidFill>
            <a:srgbClr val="1D4ED8"/>
          </a:solidFill>
          <a:ln w="13097">
            <a:solidFill>
              <a:srgbClr val="172B4D"/>
            </a:solidFill>
          </a:ln>
        </p:spPr>
      </p:sp>
      <p:sp>
        <p:nvSpPr>
          <p:cNvPr id="827" name="object-827">
            <a:extLst>
              <a:ext uri="{FF2B5EF4-FFF2-40B4-BE49-F238E27FC236}">
                <a16:creationId xmlns:a16="http://schemas.microsoft.com/office/drawing/2014/main" id="{90D506AF-8349-43D1-96FE-F95ED261C570}"/>
              </a:ext>
            </a:extLst>
          </p:cNvPr>
          <p:cNvSpPr>
            <a:spLocks noGrp="1"/>
          </p:cNvSpPr>
          <p:nvPr/>
        </p:nvSpPr>
        <p:spPr>
          <a:xfrm>
            <a:off x="3369469" y="5238750"/>
            <a:ext cx="26194" cy="547688"/>
          </a:xfrm>
          <a:prstGeom prst="rect">
            <a:avLst/>
          </a:prstGeom>
          <a:solidFill>
            <a:srgbClr val="1D4ED8"/>
          </a:solidFill>
          <a:ln w="13097">
            <a:solidFill>
              <a:srgbClr val="172B4D"/>
            </a:solidFill>
          </a:ln>
        </p:spPr>
      </p:sp>
      <p:sp>
        <p:nvSpPr>
          <p:cNvPr id="828" name="object-828">
            <a:extLst>
              <a:ext uri="{FF2B5EF4-FFF2-40B4-BE49-F238E27FC236}">
                <a16:creationId xmlns:a16="http://schemas.microsoft.com/office/drawing/2014/main" id="{C1A34EB5-BB68-4943-8CE3-DEF76083F4E0}"/>
              </a:ext>
            </a:extLst>
          </p:cNvPr>
          <p:cNvSpPr>
            <a:spLocks noGrp="1"/>
          </p:cNvSpPr>
          <p:nvPr/>
        </p:nvSpPr>
        <p:spPr>
          <a:xfrm>
            <a:off x="3395663" y="5238750"/>
            <a:ext cx="26194" cy="547688"/>
          </a:xfrm>
          <a:prstGeom prst="rect">
            <a:avLst/>
          </a:prstGeom>
          <a:solidFill>
            <a:srgbClr val="1D4ED8"/>
          </a:solidFill>
          <a:ln w="13097">
            <a:solidFill>
              <a:srgbClr val="172B4D"/>
            </a:solidFill>
          </a:ln>
        </p:spPr>
      </p:sp>
      <p:sp>
        <p:nvSpPr>
          <p:cNvPr id="829" name="object-829">
            <a:extLst>
              <a:ext uri="{FF2B5EF4-FFF2-40B4-BE49-F238E27FC236}">
                <a16:creationId xmlns:a16="http://schemas.microsoft.com/office/drawing/2014/main" id="{6CA77A61-5198-41FF-8229-1833ED8C7BA6}"/>
              </a:ext>
            </a:extLst>
          </p:cNvPr>
          <p:cNvSpPr>
            <a:spLocks noGrp="1"/>
          </p:cNvSpPr>
          <p:nvPr/>
        </p:nvSpPr>
        <p:spPr>
          <a:xfrm>
            <a:off x="3421856" y="5238750"/>
            <a:ext cx="26194" cy="547688"/>
          </a:xfrm>
          <a:prstGeom prst="rect">
            <a:avLst/>
          </a:prstGeom>
          <a:solidFill>
            <a:srgbClr val="1D4ED8"/>
          </a:solidFill>
          <a:ln w="13097">
            <a:solidFill>
              <a:srgbClr val="172B4D"/>
            </a:solidFill>
          </a:ln>
        </p:spPr>
      </p:sp>
      <p:sp>
        <p:nvSpPr>
          <p:cNvPr id="830" name="object-830">
            <a:extLst>
              <a:ext uri="{FF2B5EF4-FFF2-40B4-BE49-F238E27FC236}">
                <a16:creationId xmlns:a16="http://schemas.microsoft.com/office/drawing/2014/main" id="{9D901DAF-D1B9-4D44-8E37-97579E61B095}"/>
              </a:ext>
            </a:extLst>
          </p:cNvPr>
          <p:cNvSpPr>
            <a:spLocks noGrp="1"/>
          </p:cNvSpPr>
          <p:nvPr/>
        </p:nvSpPr>
        <p:spPr>
          <a:xfrm>
            <a:off x="3448050" y="5238750"/>
            <a:ext cx="26194" cy="547688"/>
          </a:xfrm>
          <a:prstGeom prst="rect">
            <a:avLst/>
          </a:prstGeom>
          <a:solidFill>
            <a:srgbClr val="1D4ED8"/>
          </a:solidFill>
          <a:ln w="13097">
            <a:solidFill>
              <a:srgbClr val="172B4D"/>
            </a:solidFill>
          </a:ln>
        </p:spPr>
      </p:sp>
      <p:sp>
        <p:nvSpPr>
          <p:cNvPr id="831" name="object-831">
            <a:extLst>
              <a:ext uri="{FF2B5EF4-FFF2-40B4-BE49-F238E27FC236}">
                <a16:creationId xmlns:a16="http://schemas.microsoft.com/office/drawing/2014/main" id="{341F87A8-94AD-4AC9-A354-BB4AEFE7F739}"/>
              </a:ext>
            </a:extLst>
          </p:cNvPr>
          <p:cNvSpPr>
            <a:spLocks noGrp="1"/>
          </p:cNvSpPr>
          <p:nvPr/>
        </p:nvSpPr>
        <p:spPr>
          <a:xfrm>
            <a:off x="3474244" y="5238750"/>
            <a:ext cx="26194" cy="547688"/>
          </a:xfrm>
          <a:prstGeom prst="rect">
            <a:avLst/>
          </a:prstGeom>
          <a:solidFill>
            <a:srgbClr val="1D4ED8"/>
          </a:solidFill>
          <a:ln w="13097">
            <a:solidFill>
              <a:srgbClr val="172B4D"/>
            </a:solidFill>
          </a:ln>
        </p:spPr>
      </p:sp>
      <p:sp>
        <p:nvSpPr>
          <p:cNvPr id="832" name="object-832">
            <a:extLst>
              <a:ext uri="{FF2B5EF4-FFF2-40B4-BE49-F238E27FC236}">
                <a16:creationId xmlns:a16="http://schemas.microsoft.com/office/drawing/2014/main" id="{A18DBA0B-F999-435C-AABA-833ECAEB829E}"/>
              </a:ext>
            </a:extLst>
          </p:cNvPr>
          <p:cNvSpPr>
            <a:spLocks noGrp="1"/>
          </p:cNvSpPr>
          <p:nvPr/>
        </p:nvSpPr>
        <p:spPr>
          <a:xfrm>
            <a:off x="3500438" y="5238750"/>
            <a:ext cx="26194" cy="547688"/>
          </a:xfrm>
          <a:prstGeom prst="rect">
            <a:avLst/>
          </a:prstGeom>
          <a:solidFill>
            <a:srgbClr val="1D4ED8"/>
          </a:solidFill>
          <a:ln w="13097">
            <a:solidFill>
              <a:srgbClr val="172B4D"/>
            </a:solidFill>
          </a:ln>
        </p:spPr>
      </p:sp>
      <p:sp>
        <p:nvSpPr>
          <p:cNvPr id="833" name="object-833">
            <a:extLst>
              <a:ext uri="{FF2B5EF4-FFF2-40B4-BE49-F238E27FC236}">
                <a16:creationId xmlns:a16="http://schemas.microsoft.com/office/drawing/2014/main" id="{96A37B7E-99A4-4E40-9787-BE6623A6D584}"/>
              </a:ext>
            </a:extLst>
          </p:cNvPr>
          <p:cNvSpPr>
            <a:spLocks noGrp="1"/>
          </p:cNvSpPr>
          <p:nvPr/>
        </p:nvSpPr>
        <p:spPr>
          <a:xfrm>
            <a:off x="3526631" y="5238750"/>
            <a:ext cx="26194" cy="547688"/>
          </a:xfrm>
          <a:prstGeom prst="rect">
            <a:avLst/>
          </a:prstGeom>
          <a:solidFill>
            <a:srgbClr val="1D4ED8"/>
          </a:solidFill>
          <a:ln w="13097">
            <a:solidFill>
              <a:srgbClr val="172B4D"/>
            </a:solidFill>
          </a:ln>
        </p:spPr>
      </p:sp>
      <p:sp>
        <p:nvSpPr>
          <p:cNvPr id="834" name="object-834">
            <a:extLst>
              <a:ext uri="{FF2B5EF4-FFF2-40B4-BE49-F238E27FC236}">
                <a16:creationId xmlns:a16="http://schemas.microsoft.com/office/drawing/2014/main" id="{3F241060-F2FD-40A4-AFA3-EE59D28B3460}"/>
              </a:ext>
            </a:extLst>
          </p:cNvPr>
          <p:cNvSpPr>
            <a:spLocks noGrp="1"/>
          </p:cNvSpPr>
          <p:nvPr/>
        </p:nvSpPr>
        <p:spPr>
          <a:xfrm>
            <a:off x="3552825" y="5238750"/>
            <a:ext cx="26194" cy="547688"/>
          </a:xfrm>
          <a:prstGeom prst="rect">
            <a:avLst/>
          </a:prstGeom>
          <a:solidFill>
            <a:srgbClr val="1D4ED8"/>
          </a:solidFill>
          <a:ln w="13097">
            <a:solidFill>
              <a:srgbClr val="172B4D"/>
            </a:solidFill>
          </a:ln>
        </p:spPr>
      </p:sp>
      <p:sp>
        <p:nvSpPr>
          <p:cNvPr id="835" name="object-835">
            <a:extLst>
              <a:ext uri="{FF2B5EF4-FFF2-40B4-BE49-F238E27FC236}">
                <a16:creationId xmlns:a16="http://schemas.microsoft.com/office/drawing/2014/main" id="{34416820-1A9D-4B23-A06E-EAE0D3D7A2A1}"/>
              </a:ext>
            </a:extLst>
          </p:cNvPr>
          <p:cNvSpPr>
            <a:spLocks noGrp="1"/>
          </p:cNvSpPr>
          <p:nvPr/>
        </p:nvSpPr>
        <p:spPr>
          <a:xfrm>
            <a:off x="3579019" y="5238750"/>
            <a:ext cx="26194" cy="547688"/>
          </a:xfrm>
          <a:prstGeom prst="rect">
            <a:avLst/>
          </a:prstGeom>
          <a:solidFill>
            <a:srgbClr val="1D4ED8"/>
          </a:solidFill>
          <a:ln w="13097">
            <a:solidFill>
              <a:srgbClr val="172B4D"/>
            </a:solidFill>
          </a:ln>
        </p:spPr>
      </p:sp>
      <p:sp>
        <p:nvSpPr>
          <p:cNvPr id="836" name="object-836">
            <a:extLst>
              <a:ext uri="{FF2B5EF4-FFF2-40B4-BE49-F238E27FC236}">
                <a16:creationId xmlns:a16="http://schemas.microsoft.com/office/drawing/2014/main" id="{21C72DBB-B14F-47A2-A274-D9FC213F136F}"/>
              </a:ext>
            </a:extLst>
          </p:cNvPr>
          <p:cNvSpPr>
            <a:spLocks noGrp="1"/>
          </p:cNvSpPr>
          <p:nvPr/>
        </p:nvSpPr>
        <p:spPr>
          <a:xfrm>
            <a:off x="3605213" y="5238750"/>
            <a:ext cx="26194" cy="547688"/>
          </a:xfrm>
          <a:prstGeom prst="rect">
            <a:avLst/>
          </a:prstGeom>
          <a:solidFill>
            <a:srgbClr val="1D4ED8"/>
          </a:solidFill>
          <a:ln w="13097">
            <a:solidFill>
              <a:srgbClr val="172B4D"/>
            </a:solidFill>
          </a:ln>
        </p:spPr>
      </p:sp>
      <p:sp>
        <p:nvSpPr>
          <p:cNvPr id="837" name="object-837">
            <a:extLst>
              <a:ext uri="{FF2B5EF4-FFF2-40B4-BE49-F238E27FC236}">
                <a16:creationId xmlns:a16="http://schemas.microsoft.com/office/drawing/2014/main" id="{B0299B19-6AE9-45B2-B133-B0F8614D7CB1}"/>
              </a:ext>
            </a:extLst>
          </p:cNvPr>
          <p:cNvSpPr>
            <a:spLocks noGrp="1"/>
          </p:cNvSpPr>
          <p:nvPr/>
        </p:nvSpPr>
        <p:spPr>
          <a:xfrm>
            <a:off x="3631406" y="5238750"/>
            <a:ext cx="26194" cy="547688"/>
          </a:xfrm>
          <a:prstGeom prst="rect">
            <a:avLst/>
          </a:prstGeom>
          <a:solidFill>
            <a:srgbClr val="1D4ED8"/>
          </a:solidFill>
          <a:ln w="13097">
            <a:solidFill>
              <a:srgbClr val="172B4D"/>
            </a:solidFill>
          </a:ln>
        </p:spPr>
      </p:sp>
      <p:sp>
        <p:nvSpPr>
          <p:cNvPr id="838" name="object-838">
            <a:extLst>
              <a:ext uri="{FF2B5EF4-FFF2-40B4-BE49-F238E27FC236}">
                <a16:creationId xmlns:a16="http://schemas.microsoft.com/office/drawing/2014/main" id="{BFC871B5-D03B-4220-A4F6-1AD00EA8C345}"/>
              </a:ext>
            </a:extLst>
          </p:cNvPr>
          <p:cNvSpPr>
            <a:spLocks noGrp="1"/>
          </p:cNvSpPr>
          <p:nvPr/>
        </p:nvSpPr>
        <p:spPr>
          <a:xfrm>
            <a:off x="3657600" y="5238750"/>
            <a:ext cx="26194" cy="547688"/>
          </a:xfrm>
          <a:prstGeom prst="rect">
            <a:avLst/>
          </a:prstGeom>
          <a:solidFill>
            <a:srgbClr val="1D4ED8"/>
          </a:solidFill>
          <a:ln w="13097">
            <a:solidFill>
              <a:srgbClr val="172B4D"/>
            </a:solidFill>
          </a:ln>
        </p:spPr>
      </p:sp>
      <p:sp>
        <p:nvSpPr>
          <p:cNvPr id="839" name="object-839">
            <a:extLst>
              <a:ext uri="{FF2B5EF4-FFF2-40B4-BE49-F238E27FC236}">
                <a16:creationId xmlns:a16="http://schemas.microsoft.com/office/drawing/2014/main" id="{A2975DA5-CEDB-4B0B-B78B-CE1DEC19DD75}"/>
              </a:ext>
            </a:extLst>
          </p:cNvPr>
          <p:cNvSpPr>
            <a:spLocks noGrp="1"/>
          </p:cNvSpPr>
          <p:nvPr/>
        </p:nvSpPr>
        <p:spPr>
          <a:xfrm>
            <a:off x="3683794" y="5238750"/>
            <a:ext cx="26194" cy="547688"/>
          </a:xfrm>
          <a:prstGeom prst="rect">
            <a:avLst/>
          </a:prstGeom>
          <a:solidFill>
            <a:srgbClr val="1D4ED8"/>
          </a:solidFill>
          <a:ln w="13097">
            <a:solidFill>
              <a:srgbClr val="172B4D"/>
            </a:solidFill>
          </a:ln>
        </p:spPr>
      </p:sp>
      <p:sp>
        <p:nvSpPr>
          <p:cNvPr id="840" name="object-840">
            <a:extLst>
              <a:ext uri="{FF2B5EF4-FFF2-40B4-BE49-F238E27FC236}">
                <a16:creationId xmlns:a16="http://schemas.microsoft.com/office/drawing/2014/main" id="{9795CB29-F3B6-40B7-B3BE-C22DD8958CA1}"/>
              </a:ext>
            </a:extLst>
          </p:cNvPr>
          <p:cNvSpPr>
            <a:spLocks noGrp="1"/>
          </p:cNvSpPr>
          <p:nvPr/>
        </p:nvSpPr>
        <p:spPr>
          <a:xfrm>
            <a:off x="3709988" y="5238750"/>
            <a:ext cx="26194" cy="547688"/>
          </a:xfrm>
          <a:prstGeom prst="rect">
            <a:avLst/>
          </a:prstGeom>
          <a:solidFill>
            <a:srgbClr val="1D4ED8"/>
          </a:solidFill>
          <a:ln w="13097">
            <a:solidFill>
              <a:srgbClr val="172B4D"/>
            </a:solidFill>
          </a:ln>
        </p:spPr>
      </p:sp>
      <p:sp>
        <p:nvSpPr>
          <p:cNvPr id="841" name="object-841">
            <a:extLst>
              <a:ext uri="{FF2B5EF4-FFF2-40B4-BE49-F238E27FC236}">
                <a16:creationId xmlns:a16="http://schemas.microsoft.com/office/drawing/2014/main" id="{29A734A4-BA3B-4781-8676-42023C455B8A}"/>
              </a:ext>
            </a:extLst>
          </p:cNvPr>
          <p:cNvSpPr>
            <a:spLocks noGrp="1"/>
          </p:cNvSpPr>
          <p:nvPr/>
        </p:nvSpPr>
        <p:spPr>
          <a:xfrm>
            <a:off x="3736181" y="5238750"/>
            <a:ext cx="26194" cy="547688"/>
          </a:xfrm>
          <a:prstGeom prst="rect">
            <a:avLst/>
          </a:prstGeom>
          <a:solidFill>
            <a:srgbClr val="1D4ED8"/>
          </a:solidFill>
          <a:ln w="13097">
            <a:solidFill>
              <a:srgbClr val="172B4D"/>
            </a:solidFill>
          </a:ln>
        </p:spPr>
      </p:sp>
      <p:sp>
        <p:nvSpPr>
          <p:cNvPr id="842" name="object-842">
            <a:extLst>
              <a:ext uri="{FF2B5EF4-FFF2-40B4-BE49-F238E27FC236}">
                <a16:creationId xmlns:a16="http://schemas.microsoft.com/office/drawing/2014/main" id="{10431847-06D6-49AC-A9FD-CE90FEDAB4C4}"/>
              </a:ext>
            </a:extLst>
          </p:cNvPr>
          <p:cNvSpPr>
            <a:spLocks noGrp="1"/>
          </p:cNvSpPr>
          <p:nvPr/>
        </p:nvSpPr>
        <p:spPr>
          <a:xfrm>
            <a:off x="3762375" y="5238750"/>
            <a:ext cx="26194" cy="547688"/>
          </a:xfrm>
          <a:prstGeom prst="rect">
            <a:avLst/>
          </a:prstGeom>
          <a:solidFill>
            <a:srgbClr val="1D4ED8"/>
          </a:solidFill>
          <a:ln w="13097">
            <a:solidFill>
              <a:srgbClr val="172B4D"/>
            </a:solidFill>
          </a:ln>
        </p:spPr>
      </p:sp>
      <p:sp>
        <p:nvSpPr>
          <p:cNvPr id="843" name="object-843">
            <a:extLst>
              <a:ext uri="{FF2B5EF4-FFF2-40B4-BE49-F238E27FC236}">
                <a16:creationId xmlns:a16="http://schemas.microsoft.com/office/drawing/2014/main" id="{5AC68650-440D-4808-8434-2FB6F6C8BA2A}"/>
              </a:ext>
            </a:extLst>
          </p:cNvPr>
          <p:cNvSpPr>
            <a:spLocks noGrp="1"/>
          </p:cNvSpPr>
          <p:nvPr/>
        </p:nvSpPr>
        <p:spPr>
          <a:xfrm>
            <a:off x="3788569" y="5238750"/>
            <a:ext cx="26194" cy="547688"/>
          </a:xfrm>
          <a:prstGeom prst="rect">
            <a:avLst/>
          </a:prstGeom>
          <a:solidFill>
            <a:srgbClr val="1D4ED8"/>
          </a:solidFill>
          <a:ln w="13097">
            <a:solidFill>
              <a:srgbClr val="172B4D"/>
            </a:solidFill>
          </a:ln>
        </p:spPr>
      </p:sp>
      <p:sp>
        <p:nvSpPr>
          <p:cNvPr id="844" name="object-844">
            <a:extLst>
              <a:ext uri="{FF2B5EF4-FFF2-40B4-BE49-F238E27FC236}">
                <a16:creationId xmlns:a16="http://schemas.microsoft.com/office/drawing/2014/main" id="{82EFD35E-A6D9-45CC-AE34-CBA6209FED65}"/>
              </a:ext>
            </a:extLst>
          </p:cNvPr>
          <p:cNvSpPr>
            <a:spLocks noGrp="1"/>
          </p:cNvSpPr>
          <p:nvPr/>
        </p:nvSpPr>
        <p:spPr>
          <a:xfrm>
            <a:off x="3814763" y="5238750"/>
            <a:ext cx="26194" cy="547688"/>
          </a:xfrm>
          <a:prstGeom prst="rect">
            <a:avLst/>
          </a:prstGeom>
          <a:solidFill>
            <a:srgbClr val="1D4ED8"/>
          </a:solidFill>
          <a:ln w="13097">
            <a:solidFill>
              <a:srgbClr val="172B4D"/>
            </a:solidFill>
          </a:ln>
        </p:spPr>
      </p:sp>
      <p:sp>
        <p:nvSpPr>
          <p:cNvPr id="845" name="object-845">
            <a:extLst>
              <a:ext uri="{FF2B5EF4-FFF2-40B4-BE49-F238E27FC236}">
                <a16:creationId xmlns:a16="http://schemas.microsoft.com/office/drawing/2014/main" id="{385B5FD6-3318-489A-86EE-7326FE7552E0}"/>
              </a:ext>
            </a:extLst>
          </p:cNvPr>
          <p:cNvSpPr>
            <a:spLocks noGrp="1"/>
          </p:cNvSpPr>
          <p:nvPr/>
        </p:nvSpPr>
        <p:spPr>
          <a:xfrm>
            <a:off x="3840956" y="5238750"/>
            <a:ext cx="26194" cy="547688"/>
          </a:xfrm>
          <a:prstGeom prst="rect">
            <a:avLst/>
          </a:prstGeom>
          <a:solidFill>
            <a:srgbClr val="1D4ED8"/>
          </a:solidFill>
          <a:ln w="13097">
            <a:solidFill>
              <a:srgbClr val="172B4D"/>
            </a:solidFill>
          </a:ln>
        </p:spPr>
      </p:sp>
      <p:sp>
        <p:nvSpPr>
          <p:cNvPr id="846" name="object-846">
            <a:extLst>
              <a:ext uri="{FF2B5EF4-FFF2-40B4-BE49-F238E27FC236}">
                <a16:creationId xmlns:a16="http://schemas.microsoft.com/office/drawing/2014/main" id="{60A1DB6E-A0E1-47FF-ADC6-F8EF3309A66A}"/>
              </a:ext>
            </a:extLst>
          </p:cNvPr>
          <p:cNvSpPr>
            <a:spLocks noGrp="1"/>
          </p:cNvSpPr>
          <p:nvPr/>
        </p:nvSpPr>
        <p:spPr>
          <a:xfrm>
            <a:off x="3867150" y="5238750"/>
            <a:ext cx="26194" cy="547688"/>
          </a:xfrm>
          <a:prstGeom prst="rect">
            <a:avLst/>
          </a:prstGeom>
          <a:solidFill>
            <a:srgbClr val="1D4ED8"/>
          </a:solidFill>
          <a:ln w="13097">
            <a:solidFill>
              <a:srgbClr val="172B4D"/>
            </a:solidFill>
          </a:ln>
        </p:spPr>
      </p:sp>
      <p:sp>
        <p:nvSpPr>
          <p:cNvPr id="847" name="object-847">
            <a:extLst>
              <a:ext uri="{FF2B5EF4-FFF2-40B4-BE49-F238E27FC236}">
                <a16:creationId xmlns:a16="http://schemas.microsoft.com/office/drawing/2014/main" id="{E0ED6E74-EEAB-401A-938A-4FE23C6352CF}"/>
              </a:ext>
            </a:extLst>
          </p:cNvPr>
          <p:cNvSpPr>
            <a:spLocks noGrp="1"/>
          </p:cNvSpPr>
          <p:nvPr/>
        </p:nvSpPr>
        <p:spPr>
          <a:xfrm>
            <a:off x="3893344" y="5238750"/>
            <a:ext cx="26194" cy="547688"/>
          </a:xfrm>
          <a:prstGeom prst="rect">
            <a:avLst/>
          </a:prstGeom>
          <a:solidFill>
            <a:srgbClr val="1D4ED8"/>
          </a:solidFill>
          <a:ln w="13097">
            <a:solidFill>
              <a:srgbClr val="172B4D"/>
            </a:solidFill>
          </a:ln>
        </p:spPr>
      </p:sp>
      <p:sp>
        <p:nvSpPr>
          <p:cNvPr id="848" name="object-848">
            <a:extLst>
              <a:ext uri="{FF2B5EF4-FFF2-40B4-BE49-F238E27FC236}">
                <a16:creationId xmlns:a16="http://schemas.microsoft.com/office/drawing/2014/main" id="{C520F8E0-37AA-406F-86C8-B6F6B1F2180B}"/>
              </a:ext>
            </a:extLst>
          </p:cNvPr>
          <p:cNvSpPr>
            <a:spLocks noGrp="1"/>
          </p:cNvSpPr>
          <p:nvPr/>
        </p:nvSpPr>
        <p:spPr>
          <a:xfrm>
            <a:off x="3919538" y="5238750"/>
            <a:ext cx="26194" cy="547688"/>
          </a:xfrm>
          <a:prstGeom prst="rect">
            <a:avLst/>
          </a:prstGeom>
          <a:solidFill>
            <a:srgbClr val="1D4ED8"/>
          </a:solidFill>
          <a:ln w="13097">
            <a:solidFill>
              <a:srgbClr val="172B4D"/>
            </a:solidFill>
          </a:ln>
        </p:spPr>
      </p:sp>
      <p:sp>
        <p:nvSpPr>
          <p:cNvPr id="849" name="object-849">
            <a:extLst>
              <a:ext uri="{FF2B5EF4-FFF2-40B4-BE49-F238E27FC236}">
                <a16:creationId xmlns:a16="http://schemas.microsoft.com/office/drawing/2014/main" id="{501128A7-39A5-4607-8034-C2C2AD6C6756}"/>
              </a:ext>
            </a:extLst>
          </p:cNvPr>
          <p:cNvSpPr>
            <a:spLocks noGrp="1"/>
          </p:cNvSpPr>
          <p:nvPr/>
        </p:nvSpPr>
        <p:spPr>
          <a:xfrm>
            <a:off x="3945731" y="5238750"/>
            <a:ext cx="26194" cy="547688"/>
          </a:xfrm>
          <a:prstGeom prst="rect">
            <a:avLst/>
          </a:prstGeom>
          <a:solidFill>
            <a:srgbClr val="1D4ED8"/>
          </a:solidFill>
          <a:ln w="13097">
            <a:solidFill>
              <a:srgbClr val="172B4D"/>
            </a:solidFill>
          </a:ln>
        </p:spPr>
      </p:sp>
      <p:sp>
        <p:nvSpPr>
          <p:cNvPr id="850" name="object-850">
            <a:extLst>
              <a:ext uri="{FF2B5EF4-FFF2-40B4-BE49-F238E27FC236}">
                <a16:creationId xmlns:a16="http://schemas.microsoft.com/office/drawing/2014/main" id="{703290AB-AE2C-42D2-B461-D8772EA9B40A}"/>
              </a:ext>
            </a:extLst>
          </p:cNvPr>
          <p:cNvSpPr>
            <a:spLocks noGrp="1"/>
          </p:cNvSpPr>
          <p:nvPr/>
        </p:nvSpPr>
        <p:spPr>
          <a:xfrm>
            <a:off x="3971925" y="5238750"/>
            <a:ext cx="26194" cy="547688"/>
          </a:xfrm>
          <a:prstGeom prst="rect">
            <a:avLst/>
          </a:prstGeom>
          <a:solidFill>
            <a:srgbClr val="1D4ED8"/>
          </a:solidFill>
          <a:ln w="13097">
            <a:solidFill>
              <a:srgbClr val="172B4D"/>
            </a:solidFill>
          </a:ln>
        </p:spPr>
      </p:sp>
      <p:sp>
        <p:nvSpPr>
          <p:cNvPr id="851" name="object-851">
            <a:extLst>
              <a:ext uri="{FF2B5EF4-FFF2-40B4-BE49-F238E27FC236}">
                <a16:creationId xmlns:a16="http://schemas.microsoft.com/office/drawing/2014/main" id="{4FDD2355-5EC1-49C8-AA81-7BADCD198DA3}"/>
              </a:ext>
            </a:extLst>
          </p:cNvPr>
          <p:cNvSpPr>
            <a:spLocks noGrp="1"/>
          </p:cNvSpPr>
          <p:nvPr/>
        </p:nvSpPr>
        <p:spPr>
          <a:xfrm>
            <a:off x="3998119" y="5238750"/>
            <a:ext cx="26194" cy="547688"/>
          </a:xfrm>
          <a:prstGeom prst="rect">
            <a:avLst/>
          </a:prstGeom>
          <a:solidFill>
            <a:srgbClr val="1D4ED8"/>
          </a:solidFill>
          <a:ln w="13097">
            <a:solidFill>
              <a:srgbClr val="172B4D"/>
            </a:solidFill>
          </a:ln>
        </p:spPr>
      </p:sp>
      <p:sp>
        <p:nvSpPr>
          <p:cNvPr id="852" name="object-852">
            <a:extLst>
              <a:ext uri="{FF2B5EF4-FFF2-40B4-BE49-F238E27FC236}">
                <a16:creationId xmlns:a16="http://schemas.microsoft.com/office/drawing/2014/main" id="{35C6FD63-8FBF-483B-A67D-A32393278FE3}"/>
              </a:ext>
            </a:extLst>
          </p:cNvPr>
          <p:cNvSpPr>
            <a:spLocks noGrp="1"/>
          </p:cNvSpPr>
          <p:nvPr/>
        </p:nvSpPr>
        <p:spPr>
          <a:xfrm>
            <a:off x="4024313" y="5238750"/>
            <a:ext cx="26194" cy="547688"/>
          </a:xfrm>
          <a:prstGeom prst="rect">
            <a:avLst/>
          </a:prstGeom>
          <a:solidFill>
            <a:srgbClr val="1D4ED8"/>
          </a:solidFill>
          <a:ln w="13097">
            <a:solidFill>
              <a:srgbClr val="172B4D"/>
            </a:solidFill>
          </a:ln>
        </p:spPr>
      </p:sp>
      <p:sp>
        <p:nvSpPr>
          <p:cNvPr id="853" name="object-853">
            <a:extLst>
              <a:ext uri="{FF2B5EF4-FFF2-40B4-BE49-F238E27FC236}">
                <a16:creationId xmlns:a16="http://schemas.microsoft.com/office/drawing/2014/main" id="{7527C70E-05F4-4516-89D9-9C0BCABBB591}"/>
              </a:ext>
            </a:extLst>
          </p:cNvPr>
          <p:cNvSpPr>
            <a:spLocks noGrp="1"/>
          </p:cNvSpPr>
          <p:nvPr/>
        </p:nvSpPr>
        <p:spPr>
          <a:xfrm>
            <a:off x="4050506" y="5238750"/>
            <a:ext cx="26194" cy="547688"/>
          </a:xfrm>
          <a:prstGeom prst="rect">
            <a:avLst/>
          </a:prstGeom>
          <a:solidFill>
            <a:srgbClr val="1D4ED8"/>
          </a:solidFill>
          <a:ln w="13097">
            <a:solidFill>
              <a:srgbClr val="172B4D"/>
            </a:solidFill>
          </a:ln>
        </p:spPr>
      </p:sp>
      <p:sp>
        <p:nvSpPr>
          <p:cNvPr id="854" name="object-854">
            <a:extLst>
              <a:ext uri="{FF2B5EF4-FFF2-40B4-BE49-F238E27FC236}">
                <a16:creationId xmlns:a16="http://schemas.microsoft.com/office/drawing/2014/main" id="{0C88DAF2-13A5-4690-85E4-9BA6CEFE4C16}"/>
              </a:ext>
            </a:extLst>
          </p:cNvPr>
          <p:cNvSpPr>
            <a:spLocks noGrp="1"/>
          </p:cNvSpPr>
          <p:nvPr/>
        </p:nvSpPr>
        <p:spPr>
          <a:xfrm>
            <a:off x="4076700" y="5238750"/>
            <a:ext cx="26194" cy="547688"/>
          </a:xfrm>
          <a:prstGeom prst="rect">
            <a:avLst/>
          </a:prstGeom>
          <a:solidFill>
            <a:srgbClr val="1D4ED8"/>
          </a:solidFill>
          <a:ln w="13097">
            <a:solidFill>
              <a:srgbClr val="172B4D"/>
            </a:solidFill>
          </a:ln>
        </p:spPr>
      </p:sp>
      <p:sp>
        <p:nvSpPr>
          <p:cNvPr id="855" name="object-855">
            <a:extLst>
              <a:ext uri="{FF2B5EF4-FFF2-40B4-BE49-F238E27FC236}">
                <a16:creationId xmlns:a16="http://schemas.microsoft.com/office/drawing/2014/main" id="{868EB290-A594-4294-B8C3-5E97A8E3DA60}"/>
              </a:ext>
            </a:extLst>
          </p:cNvPr>
          <p:cNvSpPr>
            <a:spLocks noGrp="1"/>
          </p:cNvSpPr>
          <p:nvPr/>
        </p:nvSpPr>
        <p:spPr>
          <a:xfrm>
            <a:off x="4102894" y="5238750"/>
            <a:ext cx="26194" cy="547688"/>
          </a:xfrm>
          <a:prstGeom prst="rect">
            <a:avLst/>
          </a:prstGeom>
          <a:solidFill>
            <a:srgbClr val="1D4ED8"/>
          </a:solidFill>
          <a:ln w="13097">
            <a:solidFill>
              <a:srgbClr val="172B4D"/>
            </a:solidFill>
          </a:ln>
        </p:spPr>
      </p:sp>
      <p:sp>
        <p:nvSpPr>
          <p:cNvPr id="856" name="object-856">
            <a:extLst>
              <a:ext uri="{FF2B5EF4-FFF2-40B4-BE49-F238E27FC236}">
                <a16:creationId xmlns:a16="http://schemas.microsoft.com/office/drawing/2014/main" id="{C2B9F855-574C-4323-B54E-49DC2B7423E9}"/>
              </a:ext>
            </a:extLst>
          </p:cNvPr>
          <p:cNvSpPr>
            <a:spLocks noGrp="1"/>
          </p:cNvSpPr>
          <p:nvPr/>
        </p:nvSpPr>
        <p:spPr>
          <a:xfrm>
            <a:off x="4129088" y="5238750"/>
            <a:ext cx="26194" cy="547688"/>
          </a:xfrm>
          <a:prstGeom prst="rect">
            <a:avLst/>
          </a:prstGeom>
          <a:solidFill>
            <a:srgbClr val="1D4ED8"/>
          </a:solidFill>
          <a:ln w="13097">
            <a:solidFill>
              <a:srgbClr val="172B4D"/>
            </a:solidFill>
          </a:ln>
        </p:spPr>
      </p:sp>
      <p:sp>
        <p:nvSpPr>
          <p:cNvPr id="857" name="object-857">
            <a:extLst>
              <a:ext uri="{FF2B5EF4-FFF2-40B4-BE49-F238E27FC236}">
                <a16:creationId xmlns:a16="http://schemas.microsoft.com/office/drawing/2014/main" id="{3A6A8AD7-F448-4579-A410-559F8A9D323C}"/>
              </a:ext>
            </a:extLst>
          </p:cNvPr>
          <p:cNvSpPr>
            <a:spLocks noGrp="1"/>
          </p:cNvSpPr>
          <p:nvPr/>
        </p:nvSpPr>
        <p:spPr>
          <a:xfrm>
            <a:off x="4155281" y="5238750"/>
            <a:ext cx="26194" cy="547688"/>
          </a:xfrm>
          <a:prstGeom prst="rect">
            <a:avLst/>
          </a:prstGeom>
          <a:solidFill>
            <a:srgbClr val="1D4ED8"/>
          </a:solidFill>
          <a:ln w="13097">
            <a:solidFill>
              <a:srgbClr val="172B4D"/>
            </a:solidFill>
          </a:ln>
        </p:spPr>
      </p:sp>
      <p:sp>
        <p:nvSpPr>
          <p:cNvPr id="858" name="object-858">
            <a:extLst>
              <a:ext uri="{FF2B5EF4-FFF2-40B4-BE49-F238E27FC236}">
                <a16:creationId xmlns:a16="http://schemas.microsoft.com/office/drawing/2014/main" id="{6FAB7CC3-0F76-4ECA-8BF3-20653E455326}"/>
              </a:ext>
            </a:extLst>
          </p:cNvPr>
          <p:cNvSpPr>
            <a:spLocks noGrp="1"/>
          </p:cNvSpPr>
          <p:nvPr/>
        </p:nvSpPr>
        <p:spPr>
          <a:xfrm>
            <a:off x="4181475" y="5238750"/>
            <a:ext cx="26194" cy="547688"/>
          </a:xfrm>
          <a:prstGeom prst="rect">
            <a:avLst/>
          </a:prstGeom>
          <a:solidFill>
            <a:srgbClr val="1D4ED8"/>
          </a:solidFill>
          <a:ln w="13097">
            <a:solidFill>
              <a:srgbClr val="172B4D"/>
            </a:solidFill>
          </a:ln>
        </p:spPr>
      </p:sp>
      <p:sp>
        <p:nvSpPr>
          <p:cNvPr id="859" name="object-859">
            <a:extLst>
              <a:ext uri="{FF2B5EF4-FFF2-40B4-BE49-F238E27FC236}">
                <a16:creationId xmlns:a16="http://schemas.microsoft.com/office/drawing/2014/main" id="{662E4F99-C9F2-428D-896A-C44670119378}"/>
              </a:ext>
            </a:extLst>
          </p:cNvPr>
          <p:cNvSpPr>
            <a:spLocks noGrp="1"/>
          </p:cNvSpPr>
          <p:nvPr/>
        </p:nvSpPr>
        <p:spPr>
          <a:xfrm>
            <a:off x="4207669" y="5238750"/>
            <a:ext cx="26194" cy="547688"/>
          </a:xfrm>
          <a:prstGeom prst="rect">
            <a:avLst/>
          </a:prstGeom>
          <a:solidFill>
            <a:srgbClr val="1D4ED8"/>
          </a:solidFill>
          <a:ln w="13097">
            <a:solidFill>
              <a:srgbClr val="172B4D"/>
            </a:solidFill>
          </a:ln>
        </p:spPr>
      </p:sp>
      <p:sp>
        <p:nvSpPr>
          <p:cNvPr id="860" name="object-860">
            <a:extLst>
              <a:ext uri="{FF2B5EF4-FFF2-40B4-BE49-F238E27FC236}">
                <a16:creationId xmlns:a16="http://schemas.microsoft.com/office/drawing/2014/main" id="{3B520640-1F75-459E-8746-857949822E64}"/>
              </a:ext>
            </a:extLst>
          </p:cNvPr>
          <p:cNvSpPr>
            <a:spLocks noGrp="1"/>
          </p:cNvSpPr>
          <p:nvPr/>
        </p:nvSpPr>
        <p:spPr>
          <a:xfrm>
            <a:off x="4233863" y="5238750"/>
            <a:ext cx="26194" cy="547688"/>
          </a:xfrm>
          <a:prstGeom prst="rect">
            <a:avLst/>
          </a:prstGeom>
          <a:solidFill>
            <a:srgbClr val="1D4ED8"/>
          </a:solidFill>
          <a:ln w="13097">
            <a:solidFill>
              <a:srgbClr val="172B4D"/>
            </a:solidFill>
          </a:ln>
        </p:spPr>
      </p:sp>
      <p:sp>
        <p:nvSpPr>
          <p:cNvPr id="861" name="object-861">
            <a:extLst>
              <a:ext uri="{FF2B5EF4-FFF2-40B4-BE49-F238E27FC236}">
                <a16:creationId xmlns:a16="http://schemas.microsoft.com/office/drawing/2014/main" id="{C7BD9DE6-6EF4-47C7-9FF4-5B1C879811B0}"/>
              </a:ext>
            </a:extLst>
          </p:cNvPr>
          <p:cNvSpPr>
            <a:spLocks noGrp="1"/>
          </p:cNvSpPr>
          <p:nvPr/>
        </p:nvSpPr>
        <p:spPr>
          <a:xfrm>
            <a:off x="4260056" y="5238750"/>
            <a:ext cx="26194" cy="547688"/>
          </a:xfrm>
          <a:prstGeom prst="rect">
            <a:avLst/>
          </a:prstGeom>
          <a:solidFill>
            <a:srgbClr val="1D4ED8"/>
          </a:solidFill>
          <a:ln w="13097">
            <a:solidFill>
              <a:srgbClr val="172B4D"/>
            </a:solidFill>
          </a:ln>
        </p:spPr>
      </p:sp>
      <p:sp>
        <p:nvSpPr>
          <p:cNvPr id="862" name="object-862">
            <a:extLst>
              <a:ext uri="{FF2B5EF4-FFF2-40B4-BE49-F238E27FC236}">
                <a16:creationId xmlns:a16="http://schemas.microsoft.com/office/drawing/2014/main" id="{DD4C35D7-D6A9-475C-8AE2-6707002218F4}"/>
              </a:ext>
            </a:extLst>
          </p:cNvPr>
          <p:cNvSpPr>
            <a:spLocks noGrp="1"/>
          </p:cNvSpPr>
          <p:nvPr/>
        </p:nvSpPr>
        <p:spPr>
          <a:xfrm>
            <a:off x="4286250" y="5238750"/>
            <a:ext cx="26194" cy="547688"/>
          </a:xfrm>
          <a:prstGeom prst="rect">
            <a:avLst/>
          </a:prstGeom>
          <a:solidFill>
            <a:srgbClr val="1D4ED8"/>
          </a:solidFill>
          <a:ln w="13097">
            <a:solidFill>
              <a:srgbClr val="172B4D"/>
            </a:solidFill>
          </a:ln>
        </p:spPr>
      </p:sp>
      <p:sp>
        <p:nvSpPr>
          <p:cNvPr id="863" name="object-863">
            <a:extLst>
              <a:ext uri="{FF2B5EF4-FFF2-40B4-BE49-F238E27FC236}">
                <a16:creationId xmlns:a16="http://schemas.microsoft.com/office/drawing/2014/main" id="{985A9C71-149F-4E37-9D9D-24D439C5C96D}"/>
              </a:ext>
            </a:extLst>
          </p:cNvPr>
          <p:cNvSpPr>
            <a:spLocks noGrp="1"/>
          </p:cNvSpPr>
          <p:nvPr/>
        </p:nvSpPr>
        <p:spPr>
          <a:xfrm>
            <a:off x="4312444" y="5238750"/>
            <a:ext cx="26194" cy="547688"/>
          </a:xfrm>
          <a:prstGeom prst="rect">
            <a:avLst/>
          </a:prstGeom>
          <a:solidFill>
            <a:srgbClr val="1D4ED8"/>
          </a:solidFill>
          <a:ln w="13097">
            <a:solidFill>
              <a:srgbClr val="172B4D"/>
            </a:solidFill>
          </a:ln>
        </p:spPr>
      </p:sp>
      <p:sp>
        <p:nvSpPr>
          <p:cNvPr id="864" name="object-864">
            <a:extLst>
              <a:ext uri="{FF2B5EF4-FFF2-40B4-BE49-F238E27FC236}">
                <a16:creationId xmlns:a16="http://schemas.microsoft.com/office/drawing/2014/main" id="{FA31CED6-5CAE-4FD7-A3E3-7DBFF0189ED6}"/>
              </a:ext>
            </a:extLst>
          </p:cNvPr>
          <p:cNvSpPr>
            <a:spLocks noGrp="1"/>
          </p:cNvSpPr>
          <p:nvPr/>
        </p:nvSpPr>
        <p:spPr>
          <a:xfrm>
            <a:off x="4338638" y="5238750"/>
            <a:ext cx="26194" cy="547688"/>
          </a:xfrm>
          <a:prstGeom prst="rect">
            <a:avLst/>
          </a:prstGeom>
          <a:solidFill>
            <a:srgbClr val="1D4ED8"/>
          </a:solidFill>
          <a:ln w="13097">
            <a:solidFill>
              <a:srgbClr val="172B4D"/>
            </a:solidFill>
          </a:ln>
        </p:spPr>
      </p:sp>
      <p:sp>
        <p:nvSpPr>
          <p:cNvPr id="865" name="object-865">
            <a:extLst>
              <a:ext uri="{FF2B5EF4-FFF2-40B4-BE49-F238E27FC236}">
                <a16:creationId xmlns:a16="http://schemas.microsoft.com/office/drawing/2014/main" id="{855C248F-29FD-4E4F-A473-9E1F3CA7F2D3}"/>
              </a:ext>
            </a:extLst>
          </p:cNvPr>
          <p:cNvSpPr>
            <a:spLocks noGrp="1"/>
          </p:cNvSpPr>
          <p:nvPr/>
        </p:nvSpPr>
        <p:spPr>
          <a:xfrm>
            <a:off x="4364831" y="5238750"/>
            <a:ext cx="26194" cy="547688"/>
          </a:xfrm>
          <a:prstGeom prst="rect">
            <a:avLst/>
          </a:prstGeom>
          <a:solidFill>
            <a:srgbClr val="1D4ED8"/>
          </a:solidFill>
          <a:ln w="13097">
            <a:solidFill>
              <a:srgbClr val="172B4D"/>
            </a:solidFill>
          </a:ln>
        </p:spPr>
      </p:sp>
      <p:sp>
        <p:nvSpPr>
          <p:cNvPr id="866" name="object-866">
            <a:extLst>
              <a:ext uri="{FF2B5EF4-FFF2-40B4-BE49-F238E27FC236}">
                <a16:creationId xmlns:a16="http://schemas.microsoft.com/office/drawing/2014/main" id="{B0A622B5-833F-4305-8A92-94750651B538}"/>
              </a:ext>
            </a:extLst>
          </p:cNvPr>
          <p:cNvSpPr>
            <a:spLocks noGrp="1"/>
          </p:cNvSpPr>
          <p:nvPr/>
        </p:nvSpPr>
        <p:spPr>
          <a:xfrm>
            <a:off x="4391025" y="5238750"/>
            <a:ext cx="26194" cy="547688"/>
          </a:xfrm>
          <a:prstGeom prst="rect">
            <a:avLst/>
          </a:prstGeom>
          <a:solidFill>
            <a:srgbClr val="1D4ED8"/>
          </a:solidFill>
          <a:ln w="13097">
            <a:solidFill>
              <a:srgbClr val="172B4D"/>
            </a:solidFill>
          </a:ln>
        </p:spPr>
      </p:sp>
      <p:sp>
        <p:nvSpPr>
          <p:cNvPr id="867" name="object-867">
            <a:extLst>
              <a:ext uri="{FF2B5EF4-FFF2-40B4-BE49-F238E27FC236}">
                <a16:creationId xmlns:a16="http://schemas.microsoft.com/office/drawing/2014/main" id="{B9334778-F4C1-43A2-8834-820D115E8E75}"/>
              </a:ext>
            </a:extLst>
          </p:cNvPr>
          <p:cNvSpPr>
            <a:spLocks noGrp="1"/>
          </p:cNvSpPr>
          <p:nvPr/>
        </p:nvSpPr>
        <p:spPr>
          <a:xfrm>
            <a:off x="4417219" y="5238750"/>
            <a:ext cx="26194" cy="547688"/>
          </a:xfrm>
          <a:prstGeom prst="rect">
            <a:avLst/>
          </a:prstGeom>
          <a:solidFill>
            <a:srgbClr val="1D4ED8"/>
          </a:solidFill>
          <a:ln w="13097">
            <a:solidFill>
              <a:srgbClr val="172B4D"/>
            </a:solidFill>
          </a:ln>
        </p:spPr>
      </p:sp>
      <p:sp>
        <p:nvSpPr>
          <p:cNvPr id="868" name="object-868">
            <a:extLst>
              <a:ext uri="{FF2B5EF4-FFF2-40B4-BE49-F238E27FC236}">
                <a16:creationId xmlns:a16="http://schemas.microsoft.com/office/drawing/2014/main" id="{704453CE-2980-4B85-8E99-2ADDC1FF4A3E}"/>
              </a:ext>
            </a:extLst>
          </p:cNvPr>
          <p:cNvSpPr>
            <a:spLocks noGrp="1"/>
          </p:cNvSpPr>
          <p:nvPr/>
        </p:nvSpPr>
        <p:spPr>
          <a:xfrm>
            <a:off x="4443413" y="5238750"/>
            <a:ext cx="26194" cy="547688"/>
          </a:xfrm>
          <a:prstGeom prst="rect">
            <a:avLst/>
          </a:prstGeom>
          <a:solidFill>
            <a:srgbClr val="1D4ED8"/>
          </a:solidFill>
          <a:ln w="13097">
            <a:solidFill>
              <a:srgbClr val="172B4D"/>
            </a:solidFill>
          </a:ln>
        </p:spPr>
      </p:sp>
      <p:sp>
        <p:nvSpPr>
          <p:cNvPr id="869" name="object-869">
            <a:extLst>
              <a:ext uri="{FF2B5EF4-FFF2-40B4-BE49-F238E27FC236}">
                <a16:creationId xmlns:a16="http://schemas.microsoft.com/office/drawing/2014/main" id="{DB7C33B7-7165-417F-A905-1F76F7C5D59B}"/>
              </a:ext>
            </a:extLst>
          </p:cNvPr>
          <p:cNvSpPr>
            <a:spLocks noGrp="1"/>
          </p:cNvSpPr>
          <p:nvPr/>
        </p:nvSpPr>
        <p:spPr>
          <a:xfrm>
            <a:off x="4469606" y="5238750"/>
            <a:ext cx="26194" cy="547688"/>
          </a:xfrm>
          <a:prstGeom prst="rect">
            <a:avLst/>
          </a:prstGeom>
          <a:solidFill>
            <a:srgbClr val="1D4ED8"/>
          </a:solidFill>
          <a:ln w="13097">
            <a:solidFill>
              <a:srgbClr val="172B4D"/>
            </a:solidFill>
          </a:ln>
        </p:spPr>
      </p:sp>
      <p:sp>
        <p:nvSpPr>
          <p:cNvPr id="870" name="object-870">
            <a:extLst>
              <a:ext uri="{FF2B5EF4-FFF2-40B4-BE49-F238E27FC236}">
                <a16:creationId xmlns:a16="http://schemas.microsoft.com/office/drawing/2014/main" id="{BCBB318F-1420-4D8C-BFB9-CB8B38DE7EE7}"/>
              </a:ext>
            </a:extLst>
          </p:cNvPr>
          <p:cNvSpPr>
            <a:spLocks noGrp="1"/>
          </p:cNvSpPr>
          <p:nvPr/>
        </p:nvSpPr>
        <p:spPr>
          <a:xfrm>
            <a:off x="4495800" y="5238750"/>
            <a:ext cx="26194" cy="547688"/>
          </a:xfrm>
          <a:prstGeom prst="rect">
            <a:avLst/>
          </a:prstGeom>
          <a:solidFill>
            <a:srgbClr val="1D4ED8"/>
          </a:solidFill>
          <a:ln w="13097">
            <a:solidFill>
              <a:srgbClr val="172B4D"/>
            </a:solidFill>
          </a:ln>
        </p:spPr>
      </p:sp>
      <p:sp>
        <p:nvSpPr>
          <p:cNvPr id="871" name="object-871">
            <a:extLst>
              <a:ext uri="{FF2B5EF4-FFF2-40B4-BE49-F238E27FC236}">
                <a16:creationId xmlns:a16="http://schemas.microsoft.com/office/drawing/2014/main" id="{E47F2F7E-B0F4-4AD5-B1A6-3E4CA1BFE032}"/>
              </a:ext>
            </a:extLst>
          </p:cNvPr>
          <p:cNvSpPr>
            <a:spLocks noGrp="1"/>
          </p:cNvSpPr>
          <p:nvPr/>
        </p:nvSpPr>
        <p:spPr>
          <a:xfrm>
            <a:off x="4521994" y="5238750"/>
            <a:ext cx="26194" cy="547688"/>
          </a:xfrm>
          <a:prstGeom prst="rect">
            <a:avLst/>
          </a:prstGeom>
          <a:solidFill>
            <a:srgbClr val="1D4ED8"/>
          </a:solidFill>
          <a:ln w="13097">
            <a:solidFill>
              <a:srgbClr val="172B4D"/>
            </a:solidFill>
          </a:ln>
        </p:spPr>
      </p:sp>
      <p:sp>
        <p:nvSpPr>
          <p:cNvPr id="872" name="object-872">
            <a:extLst>
              <a:ext uri="{FF2B5EF4-FFF2-40B4-BE49-F238E27FC236}">
                <a16:creationId xmlns:a16="http://schemas.microsoft.com/office/drawing/2014/main" id="{8D735557-C50E-4078-9544-FD530E05075E}"/>
              </a:ext>
            </a:extLst>
          </p:cNvPr>
          <p:cNvSpPr>
            <a:spLocks noGrp="1"/>
          </p:cNvSpPr>
          <p:nvPr/>
        </p:nvSpPr>
        <p:spPr>
          <a:xfrm>
            <a:off x="4548188" y="5238750"/>
            <a:ext cx="26194" cy="547688"/>
          </a:xfrm>
          <a:prstGeom prst="rect">
            <a:avLst/>
          </a:prstGeom>
          <a:solidFill>
            <a:srgbClr val="1D4ED8"/>
          </a:solidFill>
          <a:ln w="13097">
            <a:solidFill>
              <a:srgbClr val="172B4D"/>
            </a:solidFill>
          </a:ln>
        </p:spPr>
      </p:sp>
      <p:sp>
        <p:nvSpPr>
          <p:cNvPr id="873" name="object-873">
            <a:extLst>
              <a:ext uri="{FF2B5EF4-FFF2-40B4-BE49-F238E27FC236}">
                <a16:creationId xmlns:a16="http://schemas.microsoft.com/office/drawing/2014/main" id="{3249E5A3-489F-43E0-B461-7F91845223D9}"/>
              </a:ext>
            </a:extLst>
          </p:cNvPr>
          <p:cNvSpPr>
            <a:spLocks noGrp="1"/>
          </p:cNvSpPr>
          <p:nvPr/>
        </p:nvSpPr>
        <p:spPr>
          <a:xfrm>
            <a:off x="4574381" y="5238750"/>
            <a:ext cx="26194" cy="547688"/>
          </a:xfrm>
          <a:prstGeom prst="rect">
            <a:avLst/>
          </a:prstGeom>
          <a:solidFill>
            <a:srgbClr val="1D4ED8"/>
          </a:solidFill>
          <a:ln w="13097">
            <a:solidFill>
              <a:srgbClr val="172B4D"/>
            </a:solidFill>
          </a:ln>
        </p:spPr>
      </p:sp>
      <p:sp>
        <p:nvSpPr>
          <p:cNvPr id="874" name="object-874">
            <a:extLst>
              <a:ext uri="{FF2B5EF4-FFF2-40B4-BE49-F238E27FC236}">
                <a16:creationId xmlns:a16="http://schemas.microsoft.com/office/drawing/2014/main" id="{9FAEE237-C6A7-4290-9219-2EF2F73D3BBB}"/>
              </a:ext>
            </a:extLst>
          </p:cNvPr>
          <p:cNvSpPr>
            <a:spLocks noGrp="1"/>
          </p:cNvSpPr>
          <p:nvPr/>
        </p:nvSpPr>
        <p:spPr>
          <a:xfrm>
            <a:off x="4600575" y="5238750"/>
            <a:ext cx="26194" cy="547688"/>
          </a:xfrm>
          <a:prstGeom prst="rect">
            <a:avLst/>
          </a:prstGeom>
          <a:solidFill>
            <a:srgbClr val="1D4ED8"/>
          </a:solidFill>
          <a:ln w="13097">
            <a:solidFill>
              <a:srgbClr val="172B4D"/>
            </a:solidFill>
          </a:ln>
        </p:spPr>
      </p:sp>
      <p:sp>
        <p:nvSpPr>
          <p:cNvPr id="875" name="object-875">
            <a:extLst>
              <a:ext uri="{FF2B5EF4-FFF2-40B4-BE49-F238E27FC236}">
                <a16:creationId xmlns:a16="http://schemas.microsoft.com/office/drawing/2014/main" id="{F725119F-2F6F-408E-89F3-9F163FE9FD79}"/>
              </a:ext>
            </a:extLst>
          </p:cNvPr>
          <p:cNvSpPr>
            <a:spLocks noGrp="1"/>
          </p:cNvSpPr>
          <p:nvPr/>
        </p:nvSpPr>
        <p:spPr>
          <a:xfrm>
            <a:off x="4626769" y="5238750"/>
            <a:ext cx="26194" cy="547688"/>
          </a:xfrm>
          <a:prstGeom prst="rect">
            <a:avLst/>
          </a:prstGeom>
          <a:solidFill>
            <a:srgbClr val="1D4ED8"/>
          </a:solidFill>
          <a:ln w="13097">
            <a:solidFill>
              <a:srgbClr val="172B4D"/>
            </a:solidFill>
          </a:ln>
        </p:spPr>
      </p:sp>
      <p:sp>
        <p:nvSpPr>
          <p:cNvPr id="876" name="object-876">
            <a:extLst>
              <a:ext uri="{FF2B5EF4-FFF2-40B4-BE49-F238E27FC236}">
                <a16:creationId xmlns:a16="http://schemas.microsoft.com/office/drawing/2014/main" id="{5632908E-D534-4EC2-A9B9-50A3DDE19F76}"/>
              </a:ext>
            </a:extLst>
          </p:cNvPr>
          <p:cNvSpPr>
            <a:spLocks noGrp="1"/>
          </p:cNvSpPr>
          <p:nvPr/>
        </p:nvSpPr>
        <p:spPr>
          <a:xfrm>
            <a:off x="4652963" y="5238750"/>
            <a:ext cx="26194" cy="547688"/>
          </a:xfrm>
          <a:prstGeom prst="rect">
            <a:avLst/>
          </a:prstGeom>
          <a:solidFill>
            <a:srgbClr val="1D4ED8"/>
          </a:solidFill>
          <a:ln w="13097">
            <a:solidFill>
              <a:srgbClr val="172B4D"/>
            </a:solidFill>
          </a:ln>
        </p:spPr>
      </p:sp>
      <p:sp>
        <p:nvSpPr>
          <p:cNvPr id="877" name="object-877">
            <a:extLst>
              <a:ext uri="{FF2B5EF4-FFF2-40B4-BE49-F238E27FC236}">
                <a16:creationId xmlns:a16="http://schemas.microsoft.com/office/drawing/2014/main" id="{FEF37B0F-BCDC-4F34-9417-2A7F58BA2DE1}"/>
              </a:ext>
            </a:extLst>
          </p:cNvPr>
          <p:cNvSpPr>
            <a:spLocks noGrp="1"/>
          </p:cNvSpPr>
          <p:nvPr/>
        </p:nvSpPr>
        <p:spPr>
          <a:xfrm>
            <a:off x="4679156" y="5238750"/>
            <a:ext cx="26194" cy="547688"/>
          </a:xfrm>
          <a:prstGeom prst="rect">
            <a:avLst/>
          </a:prstGeom>
          <a:solidFill>
            <a:srgbClr val="1D4ED8"/>
          </a:solidFill>
          <a:ln w="13097">
            <a:solidFill>
              <a:srgbClr val="172B4D"/>
            </a:solidFill>
          </a:ln>
        </p:spPr>
      </p:sp>
      <p:sp>
        <p:nvSpPr>
          <p:cNvPr id="878" name="object-878">
            <a:extLst>
              <a:ext uri="{FF2B5EF4-FFF2-40B4-BE49-F238E27FC236}">
                <a16:creationId xmlns:a16="http://schemas.microsoft.com/office/drawing/2014/main" id="{0FA7D5BD-7749-49C2-8FB0-850F751A0596}"/>
              </a:ext>
            </a:extLst>
          </p:cNvPr>
          <p:cNvSpPr>
            <a:spLocks noGrp="1"/>
          </p:cNvSpPr>
          <p:nvPr/>
        </p:nvSpPr>
        <p:spPr>
          <a:xfrm>
            <a:off x="4705350" y="5238750"/>
            <a:ext cx="26194" cy="547688"/>
          </a:xfrm>
          <a:prstGeom prst="rect">
            <a:avLst/>
          </a:prstGeom>
          <a:solidFill>
            <a:srgbClr val="1D4ED8"/>
          </a:solidFill>
          <a:ln w="13097">
            <a:solidFill>
              <a:srgbClr val="172B4D"/>
            </a:solidFill>
          </a:ln>
        </p:spPr>
      </p:sp>
      <p:sp>
        <p:nvSpPr>
          <p:cNvPr id="879" name="object-879">
            <a:extLst>
              <a:ext uri="{FF2B5EF4-FFF2-40B4-BE49-F238E27FC236}">
                <a16:creationId xmlns:a16="http://schemas.microsoft.com/office/drawing/2014/main" id="{A4E0332E-C69E-4E55-BC7D-A41E751CB3A2}"/>
              </a:ext>
            </a:extLst>
          </p:cNvPr>
          <p:cNvSpPr>
            <a:spLocks noGrp="1"/>
          </p:cNvSpPr>
          <p:nvPr/>
        </p:nvSpPr>
        <p:spPr>
          <a:xfrm>
            <a:off x="4731544" y="5238750"/>
            <a:ext cx="26194" cy="547688"/>
          </a:xfrm>
          <a:prstGeom prst="rect">
            <a:avLst/>
          </a:prstGeom>
          <a:solidFill>
            <a:srgbClr val="1D4ED8"/>
          </a:solidFill>
          <a:ln w="13097">
            <a:solidFill>
              <a:srgbClr val="172B4D"/>
            </a:solidFill>
          </a:ln>
        </p:spPr>
      </p:sp>
      <p:sp>
        <p:nvSpPr>
          <p:cNvPr id="880" name="object-880">
            <a:extLst>
              <a:ext uri="{FF2B5EF4-FFF2-40B4-BE49-F238E27FC236}">
                <a16:creationId xmlns:a16="http://schemas.microsoft.com/office/drawing/2014/main" id="{39730BF7-97A6-4444-82E9-397C5E3FAD09}"/>
              </a:ext>
            </a:extLst>
          </p:cNvPr>
          <p:cNvSpPr>
            <a:spLocks noGrp="1"/>
          </p:cNvSpPr>
          <p:nvPr/>
        </p:nvSpPr>
        <p:spPr>
          <a:xfrm>
            <a:off x="4757738" y="5238750"/>
            <a:ext cx="26194" cy="547688"/>
          </a:xfrm>
          <a:prstGeom prst="rect">
            <a:avLst/>
          </a:prstGeom>
          <a:solidFill>
            <a:srgbClr val="1D4ED8"/>
          </a:solidFill>
          <a:ln w="13097">
            <a:solidFill>
              <a:srgbClr val="172B4D"/>
            </a:solidFill>
          </a:ln>
        </p:spPr>
      </p:sp>
      <p:sp>
        <p:nvSpPr>
          <p:cNvPr id="881" name="object-881">
            <a:extLst>
              <a:ext uri="{FF2B5EF4-FFF2-40B4-BE49-F238E27FC236}">
                <a16:creationId xmlns:a16="http://schemas.microsoft.com/office/drawing/2014/main" id="{F6DEC7BD-8405-4EBE-8BAF-08DA3A6BC062}"/>
              </a:ext>
            </a:extLst>
          </p:cNvPr>
          <p:cNvSpPr>
            <a:spLocks noGrp="1"/>
          </p:cNvSpPr>
          <p:nvPr/>
        </p:nvSpPr>
        <p:spPr>
          <a:xfrm>
            <a:off x="4783931" y="5238750"/>
            <a:ext cx="26194" cy="547688"/>
          </a:xfrm>
          <a:prstGeom prst="rect">
            <a:avLst/>
          </a:prstGeom>
          <a:solidFill>
            <a:srgbClr val="1D4ED8"/>
          </a:solidFill>
          <a:ln w="13097">
            <a:solidFill>
              <a:srgbClr val="172B4D"/>
            </a:solidFill>
          </a:ln>
        </p:spPr>
      </p:sp>
      <p:sp>
        <p:nvSpPr>
          <p:cNvPr id="882" name="object-882">
            <a:extLst>
              <a:ext uri="{FF2B5EF4-FFF2-40B4-BE49-F238E27FC236}">
                <a16:creationId xmlns:a16="http://schemas.microsoft.com/office/drawing/2014/main" id="{33BA639B-1824-4250-BBE8-6E8202BB55FB}"/>
              </a:ext>
            </a:extLst>
          </p:cNvPr>
          <p:cNvSpPr>
            <a:spLocks noGrp="1"/>
          </p:cNvSpPr>
          <p:nvPr/>
        </p:nvSpPr>
        <p:spPr>
          <a:xfrm>
            <a:off x="4810125" y="5238750"/>
            <a:ext cx="26194" cy="547688"/>
          </a:xfrm>
          <a:prstGeom prst="rect">
            <a:avLst/>
          </a:prstGeom>
          <a:solidFill>
            <a:srgbClr val="1D4ED8"/>
          </a:solidFill>
          <a:ln w="13097">
            <a:solidFill>
              <a:srgbClr val="172B4D"/>
            </a:solidFill>
          </a:ln>
        </p:spPr>
      </p:sp>
      <p:sp>
        <p:nvSpPr>
          <p:cNvPr id="883" name="object-883">
            <a:extLst>
              <a:ext uri="{FF2B5EF4-FFF2-40B4-BE49-F238E27FC236}">
                <a16:creationId xmlns:a16="http://schemas.microsoft.com/office/drawing/2014/main" id="{7D797667-DB68-4C50-8141-D4FF222A5113}"/>
              </a:ext>
            </a:extLst>
          </p:cNvPr>
          <p:cNvSpPr>
            <a:spLocks noGrp="1"/>
          </p:cNvSpPr>
          <p:nvPr/>
        </p:nvSpPr>
        <p:spPr>
          <a:xfrm>
            <a:off x="4836319" y="5238750"/>
            <a:ext cx="26194" cy="547688"/>
          </a:xfrm>
          <a:prstGeom prst="rect">
            <a:avLst/>
          </a:prstGeom>
          <a:solidFill>
            <a:srgbClr val="1D4ED8"/>
          </a:solidFill>
          <a:ln w="13097">
            <a:solidFill>
              <a:srgbClr val="172B4D"/>
            </a:solidFill>
          </a:ln>
        </p:spPr>
      </p:sp>
      <p:sp>
        <p:nvSpPr>
          <p:cNvPr id="884" name="object-884">
            <a:extLst>
              <a:ext uri="{FF2B5EF4-FFF2-40B4-BE49-F238E27FC236}">
                <a16:creationId xmlns:a16="http://schemas.microsoft.com/office/drawing/2014/main" id="{394C860B-4121-45C3-8FBD-0B938617A4E1}"/>
              </a:ext>
            </a:extLst>
          </p:cNvPr>
          <p:cNvSpPr>
            <a:spLocks noGrp="1"/>
          </p:cNvSpPr>
          <p:nvPr/>
        </p:nvSpPr>
        <p:spPr>
          <a:xfrm>
            <a:off x="4862513" y="5238750"/>
            <a:ext cx="26194" cy="547688"/>
          </a:xfrm>
          <a:prstGeom prst="rect">
            <a:avLst/>
          </a:prstGeom>
          <a:solidFill>
            <a:srgbClr val="1D4ED8"/>
          </a:solidFill>
          <a:ln w="13097">
            <a:solidFill>
              <a:srgbClr val="172B4D"/>
            </a:solidFill>
          </a:ln>
        </p:spPr>
      </p:sp>
      <p:sp>
        <p:nvSpPr>
          <p:cNvPr id="885" name="object-885">
            <a:extLst>
              <a:ext uri="{FF2B5EF4-FFF2-40B4-BE49-F238E27FC236}">
                <a16:creationId xmlns:a16="http://schemas.microsoft.com/office/drawing/2014/main" id="{091E80D9-0427-4190-8399-A3C6448E7516}"/>
              </a:ext>
            </a:extLst>
          </p:cNvPr>
          <p:cNvSpPr>
            <a:spLocks noGrp="1"/>
          </p:cNvSpPr>
          <p:nvPr/>
        </p:nvSpPr>
        <p:spPr>
          <a:xfrm>
            <a:off x="4888706" y="5238750"/>
            <a:ext cx="26194" cy="547688"/>
          </a:xfrm>
          <a:prstGeom prst="rect">
            <a:avLst/>
          </a:prstGeom>
          <a:solidFill>
            <a:srgbClr val="1D4ED8"/>
          </a:solidFill>
          <a:ln w="13097">
            <a:solidFill>
              <a:srgbClr val="172B4D"/>
            </a:solidFill>
          </a:ln>
        </p:spPr>
      </p:sp>
      <p:sp>
        <p:nvSpPr>
          <p:cNvPr id="886" name="object-886">
            <a:extLst>
              <a:ext uri="{FF2B5EF4-FFF2-40B4-BE49-F238E27FC236}">
                <a16:creationId xmlns:a16="http://schemas.microsoft.com/office/drawing/2014/main" id="{D4FE0CC2-609F-4F48-8B9A-E5E08435BCA3}"/>
              </a:ext>
            </a:extLst>
          </p:cNvPr>
          <p:cNvSpPr>
            <a:spLocks noGrp="1"/>
          </p:cNvSpPr>
          <p:nvPr/>
        </p:nvSpPr>
        <p:spPr>
          <a:xfrm>
            <a:off x="4914900" y="5238750"/>
            <a:ext cx="26194" cy="547688"/>
          </a:xfrm>
          <a:prstGeom prst="rect">
            <a:avLst/>
          </a:prstGeom>
          <a:solidFill>
            <a:srgbClr val="1D4ED8"/>
          </a:solidFill>
          <a:ln w="13097">
            <a:solidFill>
              <a:srgbClr val="172B4D"/>
            </a:solidFill>
          </a:ln>
        </p:spPr>
      </p:sp>
      <p:sp>
        <p:nvSpPr>
          <p:cNvPr id="887" name="object-887">
            <a:extLst>
              <a:ext uri="{FF2B5EF4-FFF2-40B4-BE49-F238E27FC236}">
                <a16:creationId xmlns:a16="http://schemas.microsoft.com/office/drawing/2014/main" id="{1ACB4B02-CBB5-4FFE-8326-8D09B01E439F}"/>
              </a:ext>
            </a:extLst>
          </p:cNvPr>
          <p:cNvSpPr>
            <a:spLocks noGrp="1"/>
          </p:cNvSpPr>
          <p:nvPr/>
        </p:nvSpPr>
        <p:spPr>
          <a:xfrm>
            <a:off x="4941094" y="5238750"/>
            <a:ext cx="26194" cy="547688"/>
          </a:xfrm>
          <a:prstGeom prst="rect">
            <a:avLst/>
          </a:prstGeom>
          <a:solidFill>
            <a:srgbClr val="1D4ED8"/>
          </a:solidFill>
          <a:ln w="13097">
            <a:solidFill>
              <a:srgbClr val="172B4D"/>
            </a:solidFill>
          </a:ln>
        </p:spPr>
      </p:sp>
      <p:sp>
        <p:nvSpPr>
          <p:cNvPr id="888" name="object-888">
            <a:extLst>
              <a:ext uri="{FF2B5EF4-FFF2-40B4-BE49-F238E27FC236}">
                <a16:creationId xmlns:a16="http://schemas.microsoft.com/office/drawing/2014/main" id="{5BB0BFF1-7098-4246-BAB6-8AE33EFFC536}"/>
              </a:ext>
            </a:extLst>
          </p:cNvPr>
          <p:cNvSpPr>
            <a:spLocks noGrp="1"/>
          </p:cNvSpPr>
          <p:nvPr/>
        </p:nvSpPr>
        <p:spPr>
          <a:xfrm>
            <a:off x="4967288" y="5238750"/>
            <a:ext cx="26194" cy="547688"/>
          </a:xfrm>
          <a:prstGeom prst="rect">
            <a:avLst/>
          </a:prstGeom>
          <a:solidFill>
            <a:srgbClr val="1D4ED8"/>
          </a:solidFill>
          <a:ln w="13097">
            <a:solidFill>
              <a:srgbClr val="172B4D"/>
            </a:solidFill>
          </a:ln>
        </p:spPr>
      </p:sp>
      <p:sp>
        <p:nvSpPr>
          <p:cNvPr id="889" name="object-889">
            <a:extLst>
              <a:ext uri="{FF2B5EF4-FFF2-40B4-BE49-F238E27FC236}">
                <a16:creationId xmlns:a16="http://schemas.microsoft.com/office/drawing/2014/main" id="{83DED0E3-A8FB-4BA7-8ED4-C1687BF8FFE4}"/>
              </a:ext>
            </a:extLst>
          </p:cNvPr>
          <p:cNvSpPr>
            <a:spLocks noGrp="1"/>
          </p:cNvSpPr>
          <p:nvPr/>
        </p:nvSpPr>
        <p:spPr>
          <a:xfrm>
            <a:off x="4993481" y="5238750"/>
            <a:ext cx="26194" cy="547688"/>
          </a:xfrm>
          <a:prstGeom prst="rect">
            <a:avLst/>
          </a:prstGeom>
          <a:solidFill>
            <a:srgbClr val="1D4ED8"/>
          </a:solidFill>
          <a:ln w="13097">
            <a:solidFill>
              <a:srgbClr val="172B4D"/>
            </a:solidFill>
          </a:ln>
        </p:spPr>
      </p:sp>
      <p:sp>
        <p:nvSpPr>
          <p:cNvPr id="890" name="object-890">
            <a:extLst>
              <a:ext uri="{FF2B5EF4-FFF2-40B4-BE49-F238E27FC236}">
                <a16:creationId xmlns:a16="http://schemas.microsoft.com/office/drawing/2014/main" id="{E518B54B-9BE4-4534-88D9-668DCFF29482}"/>
              </a:ext>
            </a:extLst>
          </p:cNvPr>
          <p:cNvSpPr>
            <a:spLocks noGrp="1"/>
          </p:cNvSpPr>
          <p:nvPr/>
        </p:nvSpPr>
        <p:spPr>
          <a:xfrm>
            <a:off x="5019675" y="5238750"/>
            <a:ext cx="26194" cy="547688"/>
          </a:xfrm>
          <a:prstGeom prst="rect">
            <a:avLst/>
          </a:prstGeom>
          <a:solidFill>
            <a:srgbClr val="1D4ED8"/>
          </a:solidFill>
          <a:ln w="13097">
            <a:solidFill>
              <a:srgbClr val="172B4D"/>
            </a:solidFill>
          </a:ln>
        </p:spPr>
      </p:sp>
      <p:sp>
        <p:nvSpPr>
          <p:cNvPr id="891" name="object-891">
            <a:extLst>
              <a:ext uri="{FF2B5EF4-FFF2-40B4-BE49-F238E27FC236}">
                <a16:creationId xmlns:a16="http://schemas.microsoft.com/office/drawing/2014/main" id="{7A145174-6873-4BE2-A825-7C4AE39D6E19}"/>
              </a:ext>
            </a:extLst>
          </p:cNvPr>
          <p:cNvSpPr>
            <a:spLocks noGrp="1"/>
          </p:cNvSpPr>
          <p:nvPr/>
        </p:nvSpPr>
        <p:spPr>
          <a:xfrm>
            <a:off x="5045869" y="5238750"/>
            <a:ext cx="26194" cy="547688"/>
          </a:xfrm>
          <a:prstGeom prst="rect">
            <a:avLst/>
          </a:prstGeom>
          <a:solidFill>
            <a:srgbClr val="1D4ED8"/>
          </a:solidFill>
          <a:ln w="13097">
            <a:solidFill>
              <a:srgbClr val="172B4D"/>
            </a:solidFill>
          </a:ln>
        </p:spPr>
      </p:sp>
      <p:sp>
        <p:nvSpPr>
          <p:cNvPr id="892" name="object-892">
            <a:extLst>
              <a:ext uri="{FF2B5EF4-FFF2-40B4-BE49-F238E27FC236}">
                <a16:creationId xmlns:a16="http://schemas.microsoft.com/office/drawing/2014/main" id="{4EAA8770-8250-4CF3-98A7-F9AB4B9F5827}"/>
              </a:ext>
            </a:extLst>
          </p:cNvPr>
          <p:cNvSpPr>
            <a:spLocks noGrp="1"/>
          </p:cNvSpPr>
          <p:nvPr/>
        </p:nvSpPr>
        <p:spPr>
          <a:xfrm>
            <a:off x="5072063" y="5238750"/>
            <a:ext cx="26194" cy="547688"/>
          </a:xfrm>
          <a:prstGeom prst="rect">
            <a:avLst/>
          </a:prstGeom>
          <a:solidFill>
            <a:srgbClr val="1D4ED8"/>
          </a:solidFill>
          <a:ln w="13097">
            <a:solidFill>
              <a:srgbClr val="172B4D"/>
            </a:solidFill>
          </a:ln>
        </p:spPr>
      </p:sp>
      <p:sp>
        <p:nvSpPr>
          <p:cNvPr id="893" name="object-893">
            <a:extLst>
              <a:ext uri="{FF2B5EF4-FFF2-40B4-BE49-F238E27FC236}">
                <a16:creationId xmlns:a16="http://schemas.microsoft.com/office/drawing/2014/main" id="{FC3F97A3-4293-402E-8E62-5D0CDC46040B}"/>
              </a:ext>
            </a:extLst>
          </p:cNvPr>
          <p:cNvSpPr>
            <a:spLocks noGrp="1"/>
          </p:cNvSpPr>
          <p:nvPr/>
        </p:nvSpPr>
        <p:spPr>
          <a:xfrm>
            <a:off x="5098256" y="5238750"/>
            <a:ext cx="26194" cy="547688"/>
          </a:xfrm>
          <a:prstGeom prst="rect">
            <a:avLst/>
          </a:prstGeom>
          <a:solidFill>
            <a:srgbClr val="1D4ED8"/>
          </a:solidFill>
          <a:ln w="13097">
            <a:solidFill>
              <a:srgbClr val="172B4D"/>
            </a:solidFill>
          </a:ln>
        </p:spPr>
      </p:sp>
      <p:sp>
        <p:nvSpPr>
          <p:cNvPr id="894" name="object-894">
            <a:extLst>
              <a:ext uri="{FF2B5EF4-FFF2-40B4-BE49-F238E27FC236}">
                <a16:creationId xmlns:a16="http://schemas.microsoft.com/office/drawing/2014/main" id="{F7E2287C-1D32-4066-96B5-E54E4489002A}"/>
              </a:ext>
            </a:extLst>
          </p:cNvPr>
          <p:cNvSpPr>
            <a:spLocks noGrp="1"/>
          </p:cNvSpPr>
          <p:nvPr/>
        </p:nvSpPr>
        <p:spPr>
          <a:xfrm>
            <a:off x="5124450" y="5238750"/>
            <a:ext cx="26194" cy="547688"/>
          </a:xfrm>
          <a:prstGeom prst="rect">
            <a:avLst/>
          </a:prstGeom>
          <a:solidFill>
            <a:srgbClr val="1D4ED8"/>
          </a:solidFill>
          <a:ln w="13097">
            <a:solidFill>
              <a:srgbClr val="172B4D"/>
            </a:solidFill>
          </a:ln>
        </p:spPr>
      </p:sp>
      <p:sp>
        <p:nvSpPr>
          <p:cNvPr id="895" name="object-895">
            <a:extLst>
              <a:ext uri="{FF2B5EF4-FFF2-40B4-BE49-F238E27FC236}">
                <a16:creationId xmlns:a16="http://schemas.microsoft.com/office/drawing/2014/main" id="{23DD1CCA-1AD7-4946-A142-22DD46C12B28}"/>
              </a:ext>
            </a:extLst>
          </p:cNvPr>
          <p:cNvSpPr>
            <a:spLocks noGrp="1"/>
          </p:cNvSpPr>
          <p:nvPr/>
        </p:nvSpPr>
        <p:spPr>
          <a:xfrm>
            <a:off x="5150644" y="5238750"/>
            <a:ext cx="26194" cy="547688"/>
          </a:xfrm>
          <a:prstGeom prst="rect">
            <a:avLst/>
          </a:prstGeom>
          <a:solidFill>
            <a:srgbClr val="1D4ED8"/>
          </a:solidFill>
          <a:ln w="13097">
            <a:solidFill>
              <a:srgbClr val="172B4D"/>
            </a:solidFill>
          </a:ln>
        </p:spPr>
      </p:sp>
      <p:sp>
        <p:nvSpPr>
          <p:cNvPr id="896" name="object-896">
            <a:extLst>
              <a:ext uri="{FF2B5EF4-FFF2-40B4-BE49-F238E27FC236}">
                <a16:creationId xmlns:a16="http://schemas.microsoft.com/office/drawing/2014/main" id="{85340494-84BB-4314-BB1E-FDA908E38F26}"/>
              </a:ext>
            </a:extLst>
          </p:cNvPr>
          <p:cNvSpPr>
            <a:spLocks noGrp="1"/>
          </p:cNvSpPr>
          <p:nvPr/>
        </p:nvSpPr>
        <p:spPr>
          <a:xfrm>
            <a:off x="5176838" y="5238750"/>
            <a:ext cx="26194" cy="547688"/>
          </a:xfrm>
          <a:prstGeom prst="rect">
            <a:avLst/>
          </a:prstGeom>
          <a:solidFill>
            <a:srgbClr val="1D4ED8"/>
          </a:solidFill>
          <a:ln w="13097">
            <a:solidFill>
              <a:srgbClr val="172B4D"/>
            </a:solidFill>
          </a:ln>
        </p:spPr>
      </p:sp>
      <p:sp>
        <p:nvSpPr>
          <p:cNvPr id="897" name="object-897">
            <a:extLst>
              <a:ext uri="{FF2B5EF4-FFF2-40B4-BE49-F238E27FC236}">
                <a16:creationId xmlns:a16="http://schemas.microsoft.com/office/drawing/2014/main" id="{C924A08F-3DE9-4C1D-8D77-654D20C1CA69}"/>
              </a:ext>
            </a:extLst>
          </p:cNvPr>
          <p:cNvSpPr>
            <a:spLocks noGrp="1"/>
          </p:cNvSpPr>
          <p:nvPr/>
        </p:nvSpPr>
        <p:spPr>
          <a:xfrm>
            <a:off x="5203031" y="5238750"/>
            <a:ext cx="26194" cy="547688"/>
          </a:xfrm>
          <a:prstGeom prst="rect">
            <a:avLst/>
          </a:prstGeom>
          <a:solidFill>
            <a:srgbClr val="1D4ED8"/>
          </a:solidFill>
          <a:ln w="13097">
            <a:solidFill>
              <a:srgbClr val="172B4D"/>
            </a:solidFill>
          </a:ln>
        </p:spPr>
      </p:sp>
      <p:sp>
        <p:nvSpPr>
          <p:cNvPr id="898" name="object-898">
            <a:extLst>
              <a:ext uri="{FF2B5EF4-FFF2-40B4-BE49-F238E27FC236}">
                <a16:creationId xmlns:a16="http://schemas.microsoft.com/office/drawing/2014/main" id="{1EEEA858-4D90-491A-8900-92D4525A9383}"/>
              </a:ext>
            </a:extLst>
          </p:cNvPr>
          <p:cNvSpPr>
            <a:spLocks noGrp="1"/>
          </p:cNvSpPr>
          <p:nvPr/>
        </p:nvSpPr>
        <p:spPr>
          <a:xfrm>
            <a:off x="5229225" y="5238750"/>
            <a:ext cx="26194" cy="547688"/>
          </a:xfrm>
          <a:prstGeom prst="rect">
            <a:avLst/>
          </a:prstGeom>
          <a:solidFill>
            <a:srgbClr val="1D4ED8"/>
          </a:solidFill>
          <a:ln w="13097">
            <a:solidFill>
              <a:srgbClr val="172B4D"/>
            </a:solidFill>
          </a:ln>
        </p:spPr>
      </p:sp>
      <p:sp>
        <p:nvSpPr>
          <p:cNvPr id="899" name="object-899">
            <a:extLst>
              <a:ext uri="{FF2B5EF4-FFF2-40B4-BE49-F238E27FC236}">
                <a16:creationId xmlns:a16="http://schemas.microsoft.com/office/drawing/2014/main" id="{511F4972-FF4D-468B-909D-A8A0256F6A52}"/>
              </a:ext>
            </a:extLst>
          </p:cNvPr>
          <p:cNvSpPr>
            <a:spLocks noGrp="1"/>
          </p:cNvSpPr>
          <p:nvPr/>
        </p:nvSpPr>
        <p:spPr>
          <a:xfrm>
            <a:off x="5255419" y="5238750"/>
            <a:ext cx="26194" cy="547688"/>
          </a:xfrm>
          <a:prstGeom prst="rect">
            <a:avLst/>
          </a:prstGeom>
          <a:solidFill>
            <a:srgbClr val="1D4ED8"/>
          </a:solidFill>
          <a:ln w="13097">
            <a:solidFill>
              <a:srgbClr val="172B4D"/>
            </a:solidFill>
          </a:ln>
        </p:spPr>
      </p:sp>
      <p:sp>
        <p:nvSpPr>
          <p:cNvPr id="900" name="object-900">
            <a:extLst>
              <a:ext uri="{FF2B5EF4-FFF2-40B4-BE49-F238E27FC236}">
                <a16:creationId xmlns:a16="http://schemas.microsoft.com/office/drawing/2014/main" id="{67728068-5EA0-4B37-BFE3-440CD1B0C948}"/>
              </a:ext>
            </a:extLst>
          </p:cNvPr>
          <p:cNvSpPr>
            <a:spLocks noGrp="1"/>
          </p:cNvSpPr>
          <p:nvPr/>
        </p:nvSpPr>
        <p:spPr>
          <a:xfrm>
            <a:off x="5281613" y="5238750"/>
            <a:ext cx="26194" cy="547688"/>
          </a:xfrm>
          <a:prstGeom prst="rect">
            <a:avLst/>
          </a:prstGeom>
          <a:solidFill>
            <a:srgbClr val="1D4ED8"/>
          </a:solidFill>
          <a:ln w="13097">
            <a:solidFill>
              <a:srgbClr val="172B4D"/>
            </a:solidFill>
          </a:ln>
        </p:spPr>
      </p:sp>
      <p:sp>
        <p:nvSpPr>
          <p:cNvPr id="901" name="object-901">
            <a:extLst>
              <a:ext uri="{FF2B5EF4-FFF2-40B4-BE49-F238E27FC236}">
                <a16:creationId xmlns:a16="http://schemas.microsoft.com/office/drawing/2014/main" id="{3FE455B2-99D7-4C61-A087-FA674297F770}"/>
              </a:ext>
            </a:extLst>
          </p:cNvPr>
          <p:cNvSpPr>
            <a:spLocks noGrp="1"/>
          </p:cNvSpPr>
          <p:nvPr/>
        </p:nvSpPr>
        <p:spPr>
          <a:xfrm>
            <a:off x="5307806" y="5238750"/>
            <a:ext cx="26194" cy="547688"/>
          </a:xfrm>
          <a:prstGeom prst="rect">
            <a:avLst/>
          </a:prstGeom>
          <a:solidFill>
            <a:srgbClr val="1D4ED8"/>
          </a:solidFill>
          <a:ln w="13097">
            <a:solidFill>
              <a:srgbClr val="172B4D"/>
            </a:solidFill>
          </a:ln>
        </p:spPr>
      </p:sp>
      <p:sp>
        <p:nvSpPr>
          <p:cNvPr id="902" name="object-902">
            <a:extLst>
              <a:ext uri="{FF2B5EF4-FFF2-40B4-BE49-F238E27FC236}">
                <a16:creationId xmlns:a16="http://schemas.microsoft.com/office/drawing/2014/main" id="{A10DEAE0-F41D-42F3-A537-659247E814BD}"/>
              </a:ext>
            </a:extLst>
          </p:cNvPr>
          <p:cNvSpPr>
            <a:spLocks noGrp="1"/>
          </p:cNvSpPr>
          <p:nvPr/>
        </p:nvSpPr>
        <p:spPr>
          <a:xfrm>
            <a:off x="5334000" y="5238750"/>
            <a:ext cx="26194" cy="547688"/>
          </a:xfrm>
          <a:prstGeom prst="rect">
            <a:avLst/>
          </a:prstGeom>
          <a:solidFill>
            <a:srgbClr val="1D4ED8"/>
          </a:solidFill>
          <a:ln w="13097">
            <a:solidFill>
              <a:srgbClr val="172B4D"/>
            </a:solidFill>
          </a:ln>
        </p:spPr>
      </p:sp>
      <p:sp>
        <p:nvSpPr>
          <p:cNvPr id="903" name="object-903">
            <a:extLst>
              <a:ext uri="{FF2B5EF4-FFF2-40B4-BE49-F238E27FC236}">
                <a16:creationId xmlns:a16="http://schemas.microsoft.com/office/drawing/2014/main" id="{31F04700-C5EF-4D4C-8B97-99BF0D40A8D0}"/>
              </a:ext>
            </a:extLst>
          </p:cNvPr>
          <p:cNvSpPr>
            <a:spLocks noGrp="1"/>
          </p:cNvSpPr>
          <p:nvPr/>
        </p:nvSpPr>
        <p:spPr>
          <a:xfrm>
            <a:off x="5360194" y="5238750"/>
            <a:ext cx="26194" cy="547688"/>
          </a:xfrm>
          <a:prstGeom prst="rect">
            <a:avLst/>
          </a:prstGeom>
          <a:solidFill>
            <a:srgbClr val="1D4ED8"/>
          </a:solidFill>
          <a:ln w="13097">
            <a:solidFill>
              <a:srgbClr val="172B4D"/>
            </a:solidFill>
          </a:ln>
        </p:spPr>
      </p:sp>
      <p:sp>
        <p:nvSpPr>
          <p:cNvPr id="904" name="object-904">
            <a:extLst>
              <a:ext uri="{FF2B5EF4-FFF2-40B4-BE49-F238E27FC236}">
                <a16:creationId xmlns:a16="http://schemas.microsoft.com/office/drawing/2014/main" id="{33200CAB-3D7E-43DB-922F-89FA02F798DE}"/>
              </a:ext>
            </a:extLst>
          </p:cNvPr>
          <p:cNvSpPr>
            <a:spLocks noGrp="1"/>
          </p:cNvSpPr>
          <p:nvPr/>
        </p:nvSpPr>
        <p:spPr>
          <a:xfrm>
            <a:off x="5386388" y="5238750"/>
            <a:ext cx="26194" cy="547688"/>
          </a:xfrm>
          <a:prstGeom prst="rect">
            <a:avLst/>
          </a:prstGeom>
          <a:solidFill>
            <a:srgbClr val="1D4ED8"/>
          </a:solidFill>
          <a:ln w="13097">
            <a:solidFill>
              <a:srgbClr val="172B4D"/>
            </a:solidFill>
          </a:ln>
        </p:spPr>
      </p:sp>
      <p:sp>
        <p:nvSpPr>
          <p:cNvPr id="905" name="object-905">
            <a:extLst>
              <a:ext uri="{FF2B5EF4-FFF2-40B4-BE49-F238E27FC236}">
                <a16:creationId xmlns:a16="http://schemas.microsoft.com/office/drawing/2014/main" id="{8A19A72A-4575-4D23-8642-D36D195E064E}"/>
              </a:ext>
            </a:extLst>
          </p:cNvPr>
          <p:cNvSpPr>
            <a:spLocks noGrp="1"/>
          </p:cNvSpPr>
          <p:nvPr/>
        </p:nvSpPr>
        <p:spPr>
          <a:xfrm>
            <a:off x="5412581" y="5238750"/>
            <a:ext cx="26194" cy="547688"/>
          </a:xfrm>
          <a:prstGeom prst="rect">
            <a:avLst/>
          </a:prstGeom>
          <a:solidFill>
            <a:srgbClr val="1D4ED8"/>
          </a:solidFill>
          <a:ln w="13097">
            <a:solidFill>
              <a:srgbClr val="172B4D"/>
            </a:solidFill>
          </a:ln>
        </p:spPr>
      </p:sp>
      <p:sp>
        <p:nvSpPr>
          <p:cNvPr id="906" name="object-906">
            <a:extLst>
              <a:ext uri="{FF2B5EF4-FFF2-40B4-BE49-F238E27FC236}">
                <a16:creationId xmlns:a16="http://schemas.microsoft.com/office/drawing/2014/main" id="{E5D54E33-7D22-4543-BFCE-EE42380CA3CC}"/>
              </a:ext>
            </a:extLst>
          </p:cNvPr>
          <p:cNvSpPr>
            <a:spLocks noGrp="1"/>
          </p:cNvSpPr>
          <p:nvPr/>
        </p:nvSpPr>
        <p:spPr>
          <a:xfrm>
            <a:off x="5438775" y="5238750"/>
            <a:ext cx="26194" cy="547688"/>
          </a:xfrm>
          <a:prstGeom prst="rect">
            <a:avLst/>
          </a:prstGeom>
          <a:solidFill>
            <a:srgbClr val="1D4ED8"/>
          </a:solidFill>
          <a:ln w="13097">
            <a:solidFill>
              <a:srgbClr val="172B4D"/>
            </a:solidFill>
          </a:ln>
        </p:spPr>
      </p:sp>
      <p:sp>
        <p:nvSpPr>
          <p:cNvPr id="907" name="object-907">
            <a:extLst>
              <a:ext uri="{FF2B5EF4-FFF2-40B4-BE49-F238E27FC236}">
                <a16:creationId xmlns:a16="http://schemas.microsoft.com/office/drawing/2014/main" id="{7831A0B1-0225-456A-800A-83122CD7DA6A}"/>
              </a:ext>
            </a:extLst>
          </p:cNvPr>
          <p:cNvSpPr>
            <a:spLocks noGrp="1"/>
          </p:cNvSpPr>
          <p:nvPr/>
        </p:nvSpPr>
        <p:spPr>
          <a:xfrm>
            <a:off x="5464969" y="5238750"/>
            <a:ext cx="26194" cy="547688"/>
          </a:xfrm>
          <a:prstGeom prst="rect">
            <a:avLst/>
          </a:prstGeom>
          <a:solidFill>
            <a:srgbClr val="1D4ED8"/>
          </a:solidFill>
          <a:ln w="13097">
            <a:solidFill>
              <a:srgbClr val="172B4D"/>
            </a:solidFill>
          </a:ln>
        </p:spPr>
      </p:sp>
      <p:sp>
        <p:nvSpPr>
          <p:cNvPr id="908" name="object-908">
            <a:extLst>
              <a:ext uri="{FF2B5EF4-FFF2-40B4-BE49-F238E27FC236}">
                <a16:creationId xmlns:a16="http://schemas.microsoft.com/office/drawing/2014/main" id="{236515B2-EB55-4B27-BE0F-B0128753C064}"/>
              </a:ext>
            </a:extLst>
          </p:cNvPr>
          <p:cNvSpPr>
            <a:spLocks noGrp="1"/>
          </p:cNvSpPr>
          <p:nvPr/>
        </p:nvSpPr>
        <p:spPr>
          <a:xfrm>
            <a:off x="5491163" y="5238750"/>
            <a:ext cx="26194" cy="547688"/>
          </a:xfrm>
          <a:prstGeom prst="rect">
            <a:avLst/>
          </a:prstGeom>
          <a:solidFill>
            <a:srgbClr val="1D4ED8"/>
          </a:solidFill>
          <a:ln w="13097">
            <a:solidFill>
              <a:srgbClr val="172B4D"/>
            </a:solidFill>
          </a:ln>
        </p:spPr>
      </p:sp>
      <p:sp>
        <p:nvSpPr>
          <p:cNvPr id="909" name="object-909">
            <a:extLst>
              <a:ext uri="{FF2B5EF4-FFF2-40B4-BE49-F238E27FC236}">
                <a16:creationId xmlns:a16="http://schemas.microsoft.com/office/drawing/2014/main" id="{C3AC1B58-62DA-4B9A-BC0C-A58661B8F329}"/>
              </a:ext>
            </a:extLst>
          </p:cNvPr>
          <p:cNvSpPr>
            <a:spLocks noGrp="1"/>
          </p:cNvSpPr>
          <p:nvPr/>
        </p:nvSpPr>
        <p:spPr>
          <a:xfrm>
            <a:off x="5517356" y="5238750"/>
            <a:ext cx="26194" cy="547688"/>
          </a:xfrm>
          <a:prstGeom prst="rect">
            <a:avLst/>
          </a:prstGeom>
          <a:solidFill>
            <a:srgbClr val="1D4ED8"/>
          </a:solidFill>
          <a:ln w="13097">
            <a:solidFill>
              <a:srgbClr val="172B4D"/>
            </a:solidFill>
          </a:ln>
        </p:spPr>
      </p:sp>
      <p:sp>
        <p:nvSpPr>
          <p:cNvPr id="910" name="object-910">
            <a:extLst>
              <a:ext uri="{FF2B5EF4-FFF2-40B4-BE49-F238E27FC236}">
                <a16:creationId xmlns:a16="http://schemas.microsoft.com/office/drawing/2014/main" id="{06FA60B0-CD75-4566-B6EA-D3F70E6A88DA}"/>
              </a:ext>
            </a:extLst>
          </p:cNvPr>
          <p:cNvSpPr>
            <a:spLocks noGrp="1"/>
          </p:cNvSpPr>
          <p:nvPr/>
        </p:nvSpPr>
        <p:spPr>
          <a:xfrm>
            <a:off x="5543550" y="5238750"/>
            <a:ext cx="26194" cy="547688"/>
          </a:xfrm>
          <a:prstGeom prst="rect">
            <a:avLst/>
          </a:prstGeom>
          <a:solidFill>
            <a:srgbClr val="1D4ED8"/>
          </a:solidFill>
          <a:ln w="13097">
            <a:solidFill>
              <a:srgbClr val="172B4D"/>
            </a:solidFill>
          </a:ln>
        </p:spPr>
      </p:sp>
      <p:sp>
        <p:nvSpPr>
          <p:cNvPr id="911" name="object-911">
            <a:extLst>
              <a:ext uri="{FF2B5EF4-FFF2-40B4-BE49-F238E27FC236}">
                <a16:creationId xmlns:a16="http://schemas.microsoft.com/office/drawing/2014/main" id="{99090404-D46A-4E70-B8F7-26110EBF3E0B}"/>
              </a:ext>
            </a:extLst>
          </p:cNvPr>
          <p:cNvSpPr>
            <a:spLocks noGrp="1"/>
          </p:cNvSpPr>
          <p:nvPr/>
        </p:nvSpPr>
        <p:spPr>
          <a:xfrm>
            <a:off x="5569744" y="5238750"/>
            <a:ext cx="26194" cy="547688"/>
          </a:xfrm>
          <a:prstGeom prst="rect">
            <a:avLst/>
          </a:prstGeom>
          <a:solidFill>
            <a:srgbClr val="1D4ED8"/>
          </a:solidFill>
          <a:ln w="13097">
            <a:solidFill>
              <a:srgbClr val="172B4D"/>
            </a:solidFill>
          </a:ln>
        </p:spPr>
      </p:sp>
      <p:sp>
        <p:nvSpPr>
          <p:cNvPr id="912" name="object-912">
            <a:extLst>
              <a:ext uri="{FF2B5EF4-FFF2-40B4-BE49-F238E27FC236}">
                <a16:creationId xmlns:a16="http://schemas.microsoft.com/office/drawing/2014/main" id="{32D5A541-8FBB-4AC1-B1ED-6F7F30BAC648}"/>
              </a:ext>
            </a:extLst>
          </p:cNvPr>
          <p:cNvSpPr>
            <a:spLocks noGrp="1"/>
          </p:cNvSpPr>
          <p:nvPr/>
        </p:nvSpPr>
        <p:spPr>
          <a:xfrm>
            <a:off x="5595938" y="5238750"/>
            <a:ext cx="26194" cy="547688"/>
          </a:xfrm>
          <a:prstGeom prst="rect">
            <a:avLst/>
          </a:prstGeom>
          <a:solidFill>
            <a:srgbClr val="1D4ED8"/>
          </a:solidFill>
          <a:ln w="13097">
            <a:solidFill>
              <a:srgbClr val="172B4D"/>
            </a:solidFill>
          </a:ln>
        </p:spPr>
      </p:sp>
      <p:sp>
        <p:nvSpPr>
          <p:cNvPr id="913" name="object-913">
            <a:extLst>
              <a:ext uri="{FF2B5EF4-FFF2-40B4-BE49-F238E27FC236}">
                <a16:creationId xmlns:a16="http://schemas.microsoft.com/office/drawing/2014/main" id="{C5CC12CC-833D-41F1-9192-07AEC4EE4E55}"/>
              </a:ext>
            </a:extLst>
          </p:cNvPr>
          <p:cNvSpPr>
            <a:spLocks noGrp="1"/>
          </p:cNvSpPr>
          <p:nvPr/>
        </p:nvSpPr>
        <p:spPr>
          <a:xfrm>
            <a:off x="5622131" y="5238750"/>
            <a:ext cx="26194" cy="547688"/>
          </a:xfrm>
          <a:prstGeom prst="rect">
            <a:avLst/>
          </a:prstGeom>
          <a:solidFill>
            <a:srgbClr val="1D4ED8"/>
          </a:solidFill>
          <a:ln w="13097">
            <a:solidFill>
              <a:srgbClr val="172B4D"/>
            </a:solidFill>
          </a:ln>
        </p:spPr>
      </p:sp>
      <p:sp>
        <p:nvSpPr>
          <p:cNvPr id="914" name="object-914">
            <a:extLst>
              <a:ext uri="{FF2B5EF4-FFF2-40B4-BE49-F238E27FC236}">
                <a16:creationId xmlns:a16="http://schemas.microsoft.com/office/drawing/2014/main" id="{12C99BF9-2D93-43F8-8D8E-1339F48ED120}"/>
              </a:ext>
            </a:extLst>
          </p:cNvPr>
          <p:cNvSpPr>
            <a:spLocks noGrp="1"/>
          </p:cNvSpPr>
          <p:nvPr/>
        </p:nvSpPr>
        <p:spPr>
          <a:xfrm>
            <a:off x="5648325" y="5238750"/>
            <a:ext cx="26194" cy="547688"/>
          </a:xfrm>
          <a:prstGeom prst="rect">
            <a:avLst/>
          </a:prstGeom>
          <a:solidFill>
            <a:srgbClr val="1D4ED8"/>
          </a:solidFill>
          <a:ln w="13097">
            <a:solidFill>
              <a:srgbClr val="172B4D"/>
            </a:solidFill>
          </a:ln>
        </p:spPr>
      </p:sp>
      <p:sp>
        <p:nvSpPr>
          <p:cNvPr id="915" name="object-915">
            <a:extLst>
              <a:ext uri="{FF2B5EF4-FFF2-40B4-BE49-F238E27FC236}">
                <a16:creationId xmlns:a16="http://schemas.microsoft.com/office/drawing/2014/main" id="{36C4D82B-36E9-4AE4-BCA3-D8A95AF0F590}"/>
              </a:ext>
            </a:extLst>
          </p:cNvPr>
          <p:cNvSpPr>
            <a:spLocks noGrp="1"/>
          </p:cNvSpPr>
          <p:nvPr/>
        </p:nvSpPr>
        <p:spPr>
          <a:xfrm>
            <a:off x="5674519" y="5238750"/>
            <a:ext cx="26194" cy="547688"/>
          </a:xfrm>
          <a:prstGeom prst="rect">
            <a:avLst/>
          </a:prstGeom>
          <a:solidFill>
            <a:srgbClr val="1D4ED8"/>
          </a:solidFill>
          <a:ln w="13097">
            <a:solidFill>
              <a:srgbClr val="172B4D"/>
            </a:solidFill>
          </a:ln>
        </p:spPr>
      </p:sp>
      <p:sp>
        <p:nvSpPr>
          <p:cNvPr id="916" name="object-916">
            <a:extLst>
              <a:ext uri="{FF2B5EF4-FFF2-40B4-BE49-F238E27FC236}">
                <a16:creationId xmlns:a16="http://schemas.microsoft.com/office/drawing/2014/main" id="{C88D08F1-9A6F-498F-8B4C-C14754CE21C3}"/>
              </a:ext>
            </a:extLst>
          </p:cNvPr>
          <p:cNvSpPr>
            <a:spLocks noGrp="1"/>
          </p:cNvSpPr>
          <p:nvPr/>
        </p:nvSpPr>
        <p:spPr>
          <a:xfrm>
            <a:off x="5700713" y="5238750"/>
            <a:ext cx="26194" cy="547688"/>
          </a:xfrm>
          <a:prstGeom prst="rect">
            <a:avLst/>
          </a:prstGeom>
          <a:solidFill>
            <a:srgbClr val="1D4ED8"/>
          </a:solidFill>
          <a:ln w="13097">
            <a:solidFill>
              <a:srgbClr val="172B4D"/>
            </a:solidFill>
          </a:ln>
        </p:spPr>
      </p:sp>
      <p:sp>
        <p:nvSpPr>
          <p:cNvPr id="917" name="object-917">
            <a:extLst>
              <a:ext uri="{FF2B5EF4-FFF2-40B4-BE49-F238E27FC236}">
                <a16:creationId xmlns:a16="http://schemas.microsoft.com/office/drawing/2014/main" id="{E0BF3E69-C572-4C13-92C9-A40A870384FF}"/>
              </a:ext>
            </a:extLst>
          </p:cNvPr>
          <p:cNvSpPr>
            <a:spLocks noGrp="1"/>
          </p:cNvSpPr>
          <p:nvPr/>
        </p:nvSpPr>
        <p:spPr>
          <a:xfrm>
            <a:off x="5726906" y="5238750"/>
            <a:ext cx="26194" cy="547688"/>
          </a:xfrm>
          <a:prstGeom prst="rect">
            <a:avLst/>
          </a:prstGeom>
          <a:solidFill>
            <a:srgbClr val="1D4ED8"/>
          </a:solidFill>
          <a:ln w="13097">
            <a:solidFill>
              <a:srgbClr val="172B4D"/>
            </a:solidFill>
          </a:ln>
        </p:spPr>
      </p:sp>
      <p:sp>
        <p:nvSpPr>
          <p:cNvPr id="918" name="object-918">
            <a:extLst>
              <a:ext uri="{FF2B5EF4-FFF2-40B4-BE49-F238E27FC236}">
                <a16:creationId xmlns:a16="http://schemas.microsoft.com/office/drawing/2014/main" id="{3ACD1CA0-F093-4F66-94C6-D25B84F13997}"/>
              </a:ext>
            </a:extLst>
          </p:cNvPr>
          <p:cNvSpPr>
            <a:spLocks noGrp="1"/>
          </p:cNvSpPr>
          <p:nvPr/>
        </p:nvSpPr>
        <p:spPr>
          <a:xfrm>
            <a:off x="5753100" y="5238750"/>
            <a:ext cx="26194" cy="547688"/>
          </a:xfrm>
          <a:prstGeom prst="rect">
            <a:avLst/>
          </a:prstGeom>
          <a:solidFill>
            <a:srgbClr val="1D4ED8"/>
          </a:solidFill>
          <a:ln w="13097">
            <a:solidFill>
              <a:srgbClr val="172B4D"/>
            </a:solidFill>
          </a:ln>
        </p:spPr>
      </p:sp>
      <p:sp>
        <p:nvSpPr>
          <p:cNvPr id="919" name="object-919">
            <a:extLst>
              <a:ext uri="{FF2B5EF4-FFF2-40B4-BE49-F238E27FC236}">
                <a16:creationId xmlns:a16="http://schemas.microsoft.com/office/drawing/2014/main" id="{507102FE-F05C-4F94-8216-F2D05DA06868}"/>
              </a:ext>
            </a:extLst>
          </p:cNvPr>
          <p:cNvSpPr>
            <a:spLocks noGrp="1"/>
          </p:cNvSpPr>
          <p:nvPr/>
        </p:nvSpPr>
        <p:spPr>
          <a:xfrm>
            <a:off x="5779294" y="5238750"/>
            <a:ext cx="26194" cy="547688"/>
          </a:xfrm>
          <a:prstGeom prst="rect">
            <a:avLst/>
          </a:prstGeom>
          <a:solidFill>
            <a:srgbClr val="1D4ED8"/>
          </a:solidFill>
          <a:ln w="13097">
            <a:solidFill>
              <a:srgbClr val="172B4D"/>
            </a:solidFill>
          </a:ln>
        </p:spPr>
      </p:sp>
      <p:sp>
        <p:nvSpPr>
          <p:cNvPr id="920" name="object-920">
            <a:extLst>
              <a:ext uri="{FF2B5EF4-FFF2-40B4-BE49-F238E27FC236}">
                <a16:creationId xmlns:a16="http://schemas.microsoft.com/office/drawing/2014/main" id="{B3426B55-6586-4D73-826E-108E5ACBCC26}"/>
              </a:ext>
            </a:extLst>
          </p:cNvPr>
          <p:cNvSpPr>
            <a:spLocks noGrp="1"/>
          </p:cNvSpPr>
          <p:nvPr/>
        </p:nvSpPr>
        <p:spPr>
          <a:xfrm>
            <a:off x="5805488" y="5238750"/>
            <a:ext cx="26194" cy="547688"/>
          </a:xfrm>
          <a:prstGeom prst="rect">
            <a:avLst/>
          </a:prstGeom>
          <a:solidFill>
            <a:srgbClr val="1D4ED8"/>
          </a:solidFill>
          <a:ln w="13097">
            <a:solidFill>
              <a:srgbClr val="172B4D"/>
            </a:solidFill>
          </a:ln>
        </p:spPr>
      </p:sp>
      <p:sp>
        <p:nvSpPr>
          <p:cNvPr id="921" name="object-921">
            <a:extLst>
              <a:ext uri="{FF2B5EF4-FFF2-40B4-BE49-F238E27FC236}">
                <a16:creationId xmlns:a16="http://schemas.microsoft.com/office/drawing/2014/main" id="{C1CF8065-EF94-4689-AA13-11360B098F6A}"/>
              </a:ext>
            </a:extLst>
          </p:cNvPr>
          <p:cNvSpPr>
            <a:spLocks noGrp="1"/>
          </p:cNvSpPr>
          <p:nvPr/>
        </p:nvSpPr>
        <p:spPr>
          <a:xfrm>
            <a:off x="5831681" y="5238750"/>
            <a:ext cx="26194" cy="547688"/>
          </a:xfrm>
          <a:prstGeom prst="rect">
            <a:avLst/>
          </a:prstGeom>
          <a:solidFill>
            <a:srgbClr val="1D4ED8"/>
          </a:solidFill>
          <a:ln w="13097">
            <a:solidFill>
              <a:srgbClr val="172B4D"/>
            </a:solidFill>
          </a:ln>
        </p:spPr>
      </p:sp>
      <p:sp>
        <p:nvSpPr>
          <p:cNvPr id="922" name="object-922">
            <a:extLst>
              <a:ext uri="{FF2B5EF4-FFF2-40B4-BE49-F238E27FC236}">
                <a16:creationId xmlns:a16="http://schemas.microsoft.com/office/drawing/2014/main" id="{D9E1AD5D-868B-4C93-8882-5375F868F60D}"/>
              </a:ext>
            </a:extLst>
          </p:cNvPr>
          <p:cNvSpPr>
            <a:spLocks noGrp="1"/>
          </p:cNvSpPr>
          <p:nvPr/>
        </p:nvSpPr>
        <p:spPr>
          <a:xfrm>
            <a:off x="5857875" y="5238750"/>
            <a:ext cx="26194" cy="547688"/>
          </a:xfrm>
          <a:prstGeom prst="rect">
            <a:avLst/>
          </a:prstGeom>
          <a:solidFill>
            <a:srgbClr val="1D4ED8"/>
          </a:solidFill>
          <a:ln w="13097">
            <a:solidFill>
              <a:srgbClr val="172B4D"/>
            </a:solidFill>
          </a:ln>
        </p:spPr>
      </p:sp>
      <p:sp>
        <p:nvSpPr>
          <p:cNvPr id="923" name="object-923">
            <a:extLst>
              <a:ext uri="{FF2B5EF4-FFF2-40B4-BE49-F238E27FC236}">
                <a16:creationId xmlns:a16="http://schemas.microsoft.com/office/drawing/2014/main" id="{CC5FB5F7-B881-4A52-9DC4-171E416D57BB}"/>
              </a:ext>
            </a:extLst>
          </p:cNvPr>
          <p:cNvSpPr>
            <a:spLocks noGrp="1"/>
          </p:cNvSpPr>
          <p:nvPr/>
        </p:nvSpPr>
        <p:spPr>
          <a:xfrm>
            <a:off x="5884069" y="5238750"/>
            <a:ext cx="26194" cy="547688"/>
          </a:xfrm>
          <a:prstGeom prst="rect">
            <a:avLst/>
          </a:prstGeom>
          <a:solidFill>
            <a:srgbClr val="1D4ED8"/>
          </a:solidFill>
          <a:ln w="13097">
            <a:solidFill>
              <a:srgbClr val="172B4D"/>
            </a:solidFill>
          </a:ln>
        </p:spPr>
      </p:sp>
      <p:sp>
        <p:nvSpPr>
          <p:cNvPr id="924" name="object-924">
            <a:extLst>
              <a:ext uri="{FF2B5EF4-FFF2-40B4-BE49-F238E27FC236}">
                <a16:creationId xmlns:a16="http://schemas.microsoft.com/office/drawing/2014/main" id="{D4C9A923-BBAA-46C0-8A1D-BF5CA22D7EBF}"/>
              </a:ext>
            </a:extLst>
          </p:cNvPr>
          <p:cNvSpPr>
            <a:spLocks noGrp="1"/>
          </p:cNvSpPr>
          <p:nvPr/>
        </p:nvSpPr>
        <p:spPr>
          <a:xfrm>
            <a:off x="5910263" y="5238750"/>
            <a:ext cx="26194" cy="547688"/>
          </a:xfrm>
          <a:prstGeom prst="rect">
            <a:avLst/>
          </a:prstGeom>
          <a:solidFill>
            <a:srgbClr val="1D4ED8"/>
          </a:solidFill>
          <a:ln w="13097">
            <a:solidFill>
              <a:srgbClr val="172B4D"/>
            </a:solidFill>
          </a:ln>
        </p:spPr>
      </p:sp>
      <p:sp>
        <p:nvSpPr>
          <p:cNvPr id="925" name="object-925">
            <a:extLst>
              <a:ext uri="{FF2B5EF4-FFF2-40B4-BE49-F238E27FC236}">
                <a16:creationId xmlns:a16="http://schemas.microsoft.com/office/drawing/2014/main" id="{BA8AB1C0-FA91-42FB-A54D-DE749E16E7B6}"/>
              </a:ext>
            </a:extLst>
          </p:cNvPr>
          <p:cNvSpPr>
            <a:spLocks noGrp="1"/>
          </p:cNvSpPr>
          <p:nvPr/>
        </p:nvSpPr>
        <p:spPr>
          <a:xfrm>
            <a:off x="5936456" y="5238750"/>
            <a:ext cx="26194" cy="547688"/>
          </a:xfrm>
          <a:prstGeom prst="rect">
            <a:avLst/>
          </a:prstGeom>
          <a:solidFill>
            <a:srgbClr val="1D4ED8"/>
          </a:solidFill>
          <a:ln w="13097">
            <a:solidFill>
              <a:srgbClr val="172B4D"/>
            </a:solidFill>
          </a:ln>
        </p:spPr>
      </p:sp>
      <p:sp>
        <p:nvSpPr>
          <p:cNvPr id="926" name="object-926">
            <a:extLst>
              <a:ext uri="{FF2B5EF4-FFF2-40B4-BE49-F238E27FC236}">
                <a16:creationId xmlns:a16="http://schemas.microsoft.com/office/drawing/2014/main" id="{C9F28B29-3065-48F2-97B0-4B7C86737B4D}"/>
              </a:ext>
            </a:extLst>
          </p:cNvPr>
          <p:cNvSpPr>
            <a:spLocks noGrp="1"/>
          </p:cNvSpPr>
          <p:nvPr/>
        </p:nvSpPr>
        <p:spPr>
          <a:xfrm>
            <a:off x="5962650" y="5238750"/>
            <a:ext cx="26194" cy="547688"/>
          </a:xfrm>
          <a:prstGeom prst="rect">
            <a:avLst/>
          </a:prstGeom>
          <a:solidFill>
            <a:srgbClr val="1D4ED8"/>
          </a:solidFill>
          <a:ln w="13097">
            <a:solidFill>
              <a:srgbClr val="172B4D"/>
            </a:solidFill>
          </a:ln>
        </p:spPr>
      </p:sp>
      <p:sp>
        <p:nvSpPr>
          <p:cNvPr id="927" name="object-927">
            <a:extLst>
              <a:ext uri="{FF2B5EF4-FFF2-40B4-BE49-F238E27FC236}">
                <a16:creationId xmlns:a16="http://schemas.microsoft.com/office/drawing/2014/main" id="{8C6BDFCF-7D4E-4045-8429-A12180698FAE}"/>
              </a:ext>
            </a:extLst>
          </p:cNvPr>
          <p:cNvSpPr>
            <a:spLocks noGrp="1"/>
          </p:cNvSpPr>
          <p:nvPr/>
        </p:nvSpPr>
        <p:spPr>
          <a:xfrm>
            <a:off x="5988844" y="5238750"/>
            <a:ext cx="26194" cy="547688"/>
          </a:xfrm>
          <a:prstGeom prst="rect">
            <a:avLst/>
          </a:prstGeom>
          <a:solidFill>
            <a:srgbClr val="1D4ED8"/>
          </a:solidFill>
          <a:ln w="13097">
            <a:solidFill>
              <a:srgbClr val="172B4D"/>
            </a:solidFill>
          </a:ln>
        </p:spPr>
      </p:sp>
      <p:sp>
        <p:nvSpPr>
          <p:cNvPr id="928" name="object-928">
            <a:extLst>
              <a:ext uri="{FF2B5EF4-FFF2-40B4-BE49-F238E27FC236}">
                <a16:creationId xmlns:a16="http://schemas.microsoft.com/office/drawing/2014/main" id="{2F7492FB-52DB-4A4F-817D-004FDAC7464D}"/>
              </a:ext>
            </a:extLst>
          </p:cNvPr>
          <p:cNvSpPr>
            <a:spLocks noGrp="1"/>
          </p:cNvSpPr>
          <p:nvPr/>
        </p:nvSpPr>
        <p:spPr>
          <a:xfrm>
            <a:off x="6015038" y="5238750"/>
            <a:ext cx="26194" cy="547688"/>
          </a:xfrm>
          <a:prstGeom prst="rect">
            <a:avLst/>
          </a:prstGeom>
          <a:solidFill>
            <a:srgbClr val="1D4ED8"/>
          </a:solidFill>
          <a:ln w="13097">
            <a:solidFill>
              <a:srgbClr val="172B4D"/>
            </a:solidFill>
          </a:ln>
        </p:spPr>
      </p:sp>
      <p:sp>
        <p:nvSpPr>
          <p:cNvPr id="929" name="object-929">
            <a:extLst>
              <a:ext uri="{FF2B5EF4-FFF2-40B4-BE49-F238E27FC236}">
                <a16:creationId xmlns:a16="http://schemas.microsoft.com/office/drawing/2014/main" id="{BCB3ADA9-8C5A-4C67-BD62-035B3D7DA7D0}"/>
              </a:ext>
            </a:extLst>
          </p:cNvPr>
          <p:cNvSpPr>
            <a:spLocks noGrp="1"/>
          </p:cNvSpPr>
          <p:nvPr/>
        </p:nvSpPr>
        <p:spPr>
          <a:xfrm>
            <a:off x="6041231" y="5238750"/>
            <a:ext cx="26194" cy="547688"/>
          </a:xfrm>
          <a:prstGeom prst="rect">
            <a:avLst/>
          </a:prstGeom>
          <a:solidFill>
            <a:srgbClr val="1D4ED8"/>
          </a:solidFill>
          <a:ln w="13097">
            <a:solidFill>
              <a:srgbClr val="172B4D"/>
            </a:solidFill>
          </a:ln>
        </p:spPr>
      </p:sp>
      <p:sp>
        <p:nvSpPr>
          <p:cNvPr id="930" name="object-930">
            <a:extLst>
              <a:ext uri="{FF2B5EF4-FFF2-40B4-BE49-F238E27FC236}">
                <a16:creationId xmlns:a16="http://schemas.microsoft.com/office/drawing/2014/main" id="{8A3A2CC5-2826-47A2-B063-C1F08A3DE0B1}"/>
              </a:ext>
            </a:extLst>
          </p:cNvPr>
          <p:cNvSpPr>
            <a:spLocks noGrp="1"/>
          </p:cNvSpPr>
          <p:nvPr/>
        </p:nvSpPr>
        <p:spPr>
          <a:xfrm>
            <a:off x="6067425" y="5238750"/>
            <a:ext cx="26194" cy="547688"/>
          </a:xfrm>
          <a:prstGeom prst="rect">
            <a:avLst/>
          </a:prstGeom>
          <a:solidFill>
            <a:srgbClr val="1D4ED8"/>
          </a:solidFill>
          <a:ln w="13097">
            <a:solidFill>
              <a:srgbClr val="172B4D"/>
            </a:solidFill>
          </a:ln>
        </p:spPr>
      </p:sp>
      <p:sp>
        <p:nvSpPr>
          <p:cNvPr id="931" name="object-931">
            <a:extLst>
              <a:ext uri="{FF2B5EF4-FFF2-40B4-BE49-F238E27FC236}">
                <a16:creationId xmlns:a16="http://schemas.microsoft.com/office/drawing/2014/main" id="{2487B7E7-C41B-4074-9983-5ECF538DF702}"/>
              </a:ext>
            </a:extLst>
          </p:cNvPr>
          <p:cNvSpPr>
            <a:spLocks noGrp="1"/>
          </p:cNvSpPr>
          <p:nvPr/>
        </p:nvSpPr>
        <p:spPr>
          <a:xfrm>
            <a:off x="6093619" y="5238750"/>
            <a:ext cx="26194" cy="547688"/>
          </a:xfrm>
          <a:prstGeom prst="rect">
            <a:avLst/>
          </a:prstGeom>
          <a:solidFill>
            <a:srgbClr val="1D4ED8"/>
          </a:solidFill>
          <a:ln w="13097">
            <a:solidFill>
              <a:srgbClr val="172B4D"/>
            </a:solidFill>
          </a:ln>
        </p:spPr>
      </p:sp>
      <p:sp>
        <p:nvSpPr>
          <p:cNvPr id="932" name="object-932">
            <a:extLst>
              <a:ext uri="{FF2B5EF4-FFF2-40B4-BE49-F238E27FC236}">
                <a16:creationId xmlns:a16="http://schemas.microsoft.com/office/drawing/2014/main" id="{F38B3211-A4DD-4B16-A426-87E8DC9089B6}"/>
              </a:ext>
            </a:extLst>
          </p:cNvPr>
          <p:cNvSpPr>
            <a:spLocks noGrp="1"/>
          </p:cNvSpPr>
          <p:nvPr/>
        </p:nvSpPr>
        <p:spPr>
          <a:xfrm>
            <a:off x="6119813" y="5238750"/>
            <a:ext cx="26194" cy="547688"/>
          </a:xfrm>
          <a:prstGeom prst="rect">
            <a:avLst/>
          </a:prstGeom>
          <a:solidFill>
            <a:srgbClr val="1D4ED8"/>
          </a:solidFill>
          <a:ln w="13097">
            <a:solidFill>
              <a:srgbClr val="172B4D"/>
            </a:solidFill>
          </a:ln>
        </p:spPr>
      </p:sp>
      <p:sp>
        <p:nvSpPr>
          <p:cNvPr id="933" name="object-933">
            <a:extLst>
              <a:ext uri="{FF2B5EF4-FFF2-40B4-BE49-F238E27FC236}">
                <a16:creationId xmlns:a16="http://schemas.microsoft.com/office/drawing/2014/main" id="{397FFC72-A95E-4471-908D-AF973BF63FB6}"/>
              </a:ext>
            </a:extLst>
          </p:cNvPr>
          <p:cNvSpPr>
            <a:spLocks noGrp="1"/>
          </p:cNvSpPr>
          <p:nvPr/>
        </p:nvSpPr>
        <p:spPr>
          <a:xfrm>
            <a:off x="6146006" y="5238750"/>
            <a:ext cx="26194" cy="547688"/>
          </a:xfrm>
          <a:prstGeom prst="rect">
            <a:avLst/>
          </a:prstGeom>
          <a:solidFill>
            <a:srgbClr val="1D4ED8"/>
          </a:solidFill>
          <a:ln w="13097">
            <a:solidFill>
              <a:srgbClr val="172B4D"/>
            </a:solidFill>
          </a:ln>
        </p:spPr>
      </p:sp>
      <p:sp>
        <p:nvSpPr>
          <p:cNvPr id="934" name="object-934">
            <a:extLst>
              <a:ext uri="{FF2B5EF4-FFF2-40B4-BE49-F238E27FC236}">
                <a16:creationId xmlns:a16="http://schemas.microsoft.com/office/drawing/2014/main" id="{FBFD4902-D7E5-4873-AB91-4FD207C73A7C}"/>
              </a:ext>
            </a:extLst>
          </p:cNvPr>
          <p:cNvSpPr>
            <a:spLocks noGrp="1"/>
          </p:cNvSpPr>
          <p:nvPr/>
        </p:nvSpPr>
        <p:spPr>
          <a:xfrm>
            <a:off x="6172200" y="5238750"/>
            <a:ext cx="26194" cy="547688"/>
          </a:xfrm>
          <a:prstGeom prst="rect">
            <a:avLst/>
          </a:prstGeom>
          <a:solidFill>
            <a:srgbClr val="1D4ED8"/>
          </a:solidFill>
          <a:ln w="13097">
            <a:solidFill>
              <a:srgbClr val="172B4D"/>
            </a:solidFill>
          </a:ln>
        </p:spPr>
      </p:sp>
      <p:sp>
        <p:nvSpPr>
          <p:cNvPr id="935" name="object-935">
            <a:extLst>
              <a:ext uri="{FF2B5EF4-FFF2-40B4-BE49-F238E27FC236}">
                <a16:creationId xmlns:a16="http://schemas.microsoft.com/office/drawing/2014/main" id="{5383A43B-BE31-4071-8E83-CB9DDD29FAC1}"/>
              </a:ext>
            </a:extLst>
          </p:cNvPr>
          <p:cNvSpPr>
            <a:spLocks noGrp="1"/>
          </p:cNvSpPr>
          <p:nvPr/>
        </p:nvSpPr>
        <p:spPr>
          <a:xfrm>
            <a:off x="6198394" y="5238750"/>
            <a:ext cx="26194" cy="547688"/>
          </a:xfrm>
          <a:prstGeom prst="rect">
            <a:avLst/>
          </a:prstGeom>
          <a:solidFill>
            <a:srgbClr val="1D4ED8"/>
          </a:solidFill>
          <a:ln w="13097">
            <a:solidFill>
              <a:srgbClr val="172B4D"/>
            </a:solidFill>
          </a:ln>
        </p:spPr>
      </p:sp>
      <p:sp>
        <p:nvSpPr>
          <p:cNvPr id="936" name="object-936">
            <a:extLst>
              <a:ext uri="{FF2B5EF4-FFF2-40B4-BE49-F238E27FC236}">
                <a16:creationId xmlns:a16="http://schemas.microsoft.com/office/drawing/2014/main" id="{E99E8E34-CD34-464A-8A35-3CF5EE17D6BC}"/>
              </a:ext>
            </a:extLst>
          </p:cNvPr>
          <p:cNvSpPr>
            <a:spLocks noGrp="1"/>
          </p:cNvSpPr>
          <p:nvPr/>
        </p:nvSpPr>
        <p:spPr>
          <a:xfrm>
            <a:off x="6224588" y="5238750"/>
            <a:ext cx="26194" cy="547688"/>
          </a:xfrm>
          <a:prstGeom prst="rect">
            <a:avLst/>
          </a:prstGeom>
          <a:solidFill>
            <a:srgbClr val="1D4ED8"/>
          </a:solidFill>
          <a:ln w="13097">
            <a:solidFill>
              <a:srgbClr val="172B4D"/>
            </a:solidFill>
          </a:ln>
        </p:spPr>
      </p:sp>
      <p:sp>
        <p:nvSpPr>
          <p:cNvPr id="937" name="object-937">
            <a:extLst>
              <a:ext uri="{FF2B5EF4-FFF2-40B4-BE49-F238E27FC236}">
                <a16:creationId xmlns:a16="http://schemas.microsoft.com/office/drawing/2014/main" id="{D2A4D19A-B181-4051-B15A-B60D82553B2C}"/>
              </a:ext>
            </a:extLst>
          </p:cNvPr>
          <p:cNvSpPr>
            <a:spLocks noGrp="1"/>
          </p:cNvSpPr>
          <p:nvPr/>
        </p:nvSpPr>
        <p:spPr>
          <a:xfrm>
            <a:off x="6250781" y="5238750"/>
            <a:ext cx="26194" cy="547688"/>
          </a:xfrm>
          <a:prstGeom prst="rect">
            <a:avLst/>
          </a:prstGeom>
          <a:solidFill>
            <a:srgbClr val="1D4ED8"/>
          </a:solidFill>
          <a:ln w="13097">
            <a:solidFill>
              <a:srgbClr val="172B4D"/>
            </a:solidFill>
          </a:ln>
        </p:spPr>
      </p:sp>
      <p:sp>
        <p:nvSpPr>
          <p:cNvPr id="938" name="object-938">
            <a:extLst>
              <a:ext uri="{FF2B5EF4-FFF2-40B4-BE49-F238E27FC236}">
                <a16:creationId xmlns:a16="http://schemas.microsoft.com/office/drawing/2014/main" id="{70A4F959-2532-4627-B107-5F4DF84973E6}"/>
              </a:ext>
            </a:extLst>
          </p:cNvPr>
          <p:cNvSpPr>
            <a:spLocks noGrp="1"/>
          </p:cNvSpPr>
          <p:nvPr/>
        </p:nvSpPr>
        <p:spPr>
          <a:xfrm>
            <a:off x="6276975" y="5238750"/>
            <a:ext cx="26194" cy="547688"/>
          </a:xfrm>
          <a:prstGeom prst="rect">
            <a:avLst/>
          </a:prstGeom>
          <a:solidFill>
            <a:srgbClr val="1D4ED8"/>
          </a:solidFill>
          <a:ln w="13097">
            <a:solidFill>
              <a:srgbClr val="172B4D"/>
            </a:solidFill>
          </a:ln>
        </p:spPr>
      </p:sp>
      <p:sp>
        <p:nvSpPr>
          <p:cNvPr id="939" name="object-939">
            <a:extLst>
              <a:ext uri="{FF2B5EF4-FFF2-40B4-BE49-F238E27FC236}">
                <a16:creationId xmlns:a16="http://schemas.microsoft.com/office/drawing/2014/main" id="{D974B24E-7B0E-4E58-861A-DF1572BA3455}"/>
              </a:ext>
            </a:extLst>
          </p:cNvPr>
          <p:cNvSpPr>
            <a:spLocks noGrp="1"/>
          </p:cNvSpPr>
          <p:nvPr/>
        </p:nvSpPr>
        <p:spPr>
          <a:xfrm>
            <a:off x="6303169" y="5238750"/>
            <a:ext cx="26194" cy="547688"/>
          </a:xfrm>
          <a:prstGeom prst="rect">
            <a:avLst/>
          </a:prstGeom>
          <a:solidFill>
            <a:srgbClr val="1D4ED8"/>
          </a:solidFill>
          <a:ln w="13097">
            <a:solidFill>
              <a:srgbClr val="172B4D"/>
            </a:solidFill>
          </a:ln>
        </p:spPr>
      </p:sp>
      <p:sp>
        <p:nvSpPr>
          <p:cNvPr id="940" name="object-940">
            <a:extLst>
              <a:ext uri="{FF2B5EF4-FFF2-40B4-BE49-F238E27FC236}">
                <a16:creationId xmlns:a16="http://schemas.microsoft.com/office/drawing/2014/main" id="{68D0887A-40CE-4C9F-86BB-D740E71574F1}"/>
              </a:ext>
            </a:extLst>
          </p:cNvPr>
          <p:cNvSpPr>
            <a:spLocks noGrp="1"/>
          </p:cNvSpPr>
          <p:nvPr/>
        </p:nvSpPr>
        <p:spPr>
          <a:xfrm>
            <a:off x="6329363" y="5238750"/>
            <a:ext cx="26194" cy="547688"/>
          </a:xfrm>
          <a:prstGeom prst="rect">
            <a:avLst/>
          </a:prstGeom>
          <a:solidFill>
            <a:srgbClr val="1D4ED8"/>
          </a:solidFill>
          <a:ln w="13097">
            <a:solidFill>
              <a:srgbClr val="172B4D"/>
            </a:solidFill>
          </a:ln>
        </p:spPr>
      </p:sp>
      <p:sp>
        <p:nvSpPr>
          <p:cNvPr id="941" name="object-941">
            <a:extLst>
              <a:ext uri="{FF2B5EF4-FFF2-40B4-BE49-F238E27FC236}">
                <a16:creationId xmlns:a16="http://schemas.microsoft.com/office/drawing/2014/main" id="{3D082B44-AD41-40FD-ADBA-DA999239083A}"/>
              </a:ext>
            </a:extLst>
          </p:cNvPr>
          <p:cNvSpPr>
            <a:spLocks noGrp="1"/>
          </p:cNvSpPr>
          <p:nvPr/>
        </p:nvSpPr>
        <p:spPr>
          <a:xfrm>
            <a:off x="6355556" y="5238750"/>
            <a:ext cx="26194" cy="547688"/>
          </a:xfrm>
          <a:prstGeom prst="rect">
            <a:avLst/>
          </a:prstGeom>
          <a:solidFill>
            <a:srgbClr val="1D4ED8"/>
          </a:solidFill>
          <a:ln w="13097">
            <a:solidFill>
              <a:srgbClr val="172B4D"/>
            </a:solidFill>
          </a:ln>
        </p:spPr>
      </p:sp>
      <p:sp>
        <p:nvSpPr>
          <p:cNvPr id="942" name="object-942">
            <a:extLst>
              <a:ext uri="{FF2B5EF4-FFF2-40B4-BE49-F238E27FC236}">
                <a16:creationId xmlns:a16="http://schemas.microsoft.com/office/drawing/2014/main" id="{B5D5830E-2898-4A04-A4C2-51D534CE3B73}"/>
              </a:ext>
            </a:extLst>
          </p:cNvPr>
          <p:cNvSpPr>
            <a:spLocks noGrp="1"/>
          </p:cNvSpPr>
          <p:nvPr/>
        </p:nvSpPr>
        <p:spPr>
          <a:xfrm>
            <a:off x="6381750" y="5238750"/>
            <a:ext cx="26194" cy="547688"/>
          </a:xfrm>
          <a:prstGeom prst="rect">
            <a:avLst/>
          </a:prstGeom>
          <a:solidFill>
            <a:srgbClr val="1D4ED8"/>
          </a:solidFill>
          <a:ln w="13097">
            <a:solidFill>
              <a:srgbClr val="172B4D"/>
            </a:solidFill>
          </a:ln>
        </p:spPr>
      </p:sp>
      <p:sp>
        <p:nvSpPr>
          <p:cNvPr id="943" name="object-943">
            <a:extLst>
              <a:ext uri="{FF2B5EF4-FFF2-40B4-BE49-F238E27FC236}">
                <a16:creationId xmlns:a16="http://schemas.microsoft.com/office/drawing/2014/main" id="{0583987A-FD7A-4B17-A25A-FD4A416716AD}"/>
              </a:ext>
            </a:extLst>
          </p:cNvPr>
          <p:cNvSpPr>
            <a:spLocks noGrp="1"/>
          </p:cNvSpPr>
          <p:nvPr/>
        </p:nvSpPr>
        <p:spPr>
          <a:xfrm>
            <a:off x="6407944" y="5238750"/>
            <a:ext cx="26194" cy="547688"/>
          </a:xfrm>
          <a:prstGeom prst="rect">
            <a:avLst/>
          </a:prstGeom>
          <a:solidFill>
            <a:srgbClr val="1D4ED8"/>
          </a:solidFill>
          <a:ln w="13097">
            <a:solidFill>
              <a:srgbClr val="172B4D"/>
            </a:solidFill>
          </a:ln>
        </p:spPr>
      </p:sp>
      <p:sp>
        <p:nvSpPr>
          <p:cNvPr id="944" name="object-944">
            <a:extLst>
              <a:ext uri="{FF2B5EF4-FFF2-40B4-BE49-F238E27FC236}">
                <a16:creationId xmlns:a16="http://schemas.microsoft.com/office/drawing/2014/main" id="{BFBEB9CB-9EC6-4406-95C6-2FB4BEF12D34}"/>
              </a:ext>
            </a:extLst>
          </p:cNvPr>
          <p:cNvSpPr>
            <a:spLocks noGrp="1"/>
          </p:cNvSpPr>
          <p:nvPr/>
        </p:nvSpPr>
        <p:spPr>
          <a:xfrm>
            <a:off x="6434138" y="5238750"/>
            <a:ext cx="26194" cy="547688"/>
          </a:xfrm>
          <a:prstGeom prst="rect">
            <a:avLst/>
          </a:prstGeom>
          <a:solidFill>
            <a:srgbClr val="1D4ED8"/>
          </a:solidFill>
          <a:ln w="13097">
            <a:solidFill>
              <a:srgbClr val="172B4D"/>
            </a:solidFill>
          </a:ln>
        </p:spPr>
      </p:sp>
      <p:sp>
        <p:nvSpPr>
          <p:cNvPr id="945" name="object-945">
            <a:extLst>
              <a:ext uri="{FF2B5EF4-FFF2-40B4-BE49-F238E27FC236}">
                <a16:creationId xmlns:a16="http://schemas.microsoft.com/office/drawing/2014/main" id="{E4079BF0-906F-44B0-B694-955FD10681EB}"/>
              </a:ext>
            </a:extLst>
          </p:cNvPr>
          <p:cNvSpPr>
            <a:spLocks noGrp="1"/>
          </p:cNvSpPr>
          <p:nvPr/>
        </p:nvSpPr>
        <p:spPr>
          <a:xfrm>
            <a:off x="6460331" y="5238750"/>
            <a:ext cx="26194" cy="547688"/>
          </a:xfrm>
          <a:prstGeom prst="rect">
            <a:avLst/>
          </a:prstGeom>
          <a:solidFill>
            <a:srgbClr val="1D4ED8"/>
          </a:solidFill>
          <a:ln w="13097">
            <a:solidFill>
              <a:srgbClr val="172B4D"/>
            </a:solidFill>
          </a:ln>
        </p:spPr>
      </p:sp>
      <p:sp>
        <p:nvSpPr>
          <p:cNvPr id="946" name="object-946">
            <a:extLst>
              <a:ext uri="{FF2B5EF4-FFF2-40B4-BE49-F238E27FC236}">
                <a16:creationId xmlns:a16="http://schemas.microsoft.com/office/drawing/2014/main" id="{1797F243-92EF-41B3-95BA-024550639583}"/>
              </a:ext>
            </a:extLst>
          </p:cNvPr>
          <p:cNvSpPr>
            <a:spLocks noGrp="1"/>
          </p:cNvSpPr>
          <p:nvPr/>
        </p:nvSpPr>
        <p:spPr>
          <a:xfrm>
            <a:off x="6486525" y="5238750"/>
            <a:ext cx="26194" cy="547688"/>
          </a:xfrm>
          <a:prstGeom prst="rect">
            <a:avLst/>
          </a:prstGeom>
          <a:solidFill>
            <a:srgbClr val="1D4ED8"/>
          </a:solidFill>
          <a:ln w="13097">
            <a:solidFill>
              <a:srgbClr val="172B4D"/>
            </a:solidFill>
          </a:ln>
        </p:spPr>
      </p:sp>
      <p:sp>
        <p:nvSpPr>
          <p:cNvPr id="947" name="object-947">
            <a:extLst>
              <a:ext uri="{FF2B5EF4-FFF2-40B4-BE49-F238E27FC236}">
                <a16:creationId xmlns:a16="http://schemas.microsoft.com/office/drawing/2014/main" id="{67D88F2C-0AA1-4539-A254-EEC3690F56F2}"/>
              </a:ext>
            </a:extLst>
          </p:cNvPr>
          <p:cNvSpPr>
            <a:spLocks noGrp="1"/>
          </p:cNvSpPr>
          <p:nvPr/>
        </p:nvSpPr>
        <p:spPr>
          <a:xfrm>
            <a:off x="6512719" y="5238750"/>
            <a:ext cx="26194" cy="547688"/>
          </a:xfrm>
          <a:prstGeom prst="rect">
            <a:avLst/>
          </a:prstGeom>
          <a:solidFill>
            <a:srgbClr val="1D4ED8"/>
          </a:solidFill>
          <a:ln w="13097">
            <a:solidFill>
              <a:srgbClr val="172B4D"/>
            </a:solidFill>
          </a:ln>
        </p:spPr>
      </p:sp>
      <p:sp>
        <p:nvSpPr>
          <p:cNvPr id="948" name="object-948">
            <a:extLst>
              <a:ext uri="{FF2B5EF4-FFF2-40B4-BE49-F238E27FC236}">
                <a16:creationId xmlns:a16="http://schemas.microsoft.com/office/drawing/2014/main" id="{7074A6BD-3730-4E44-B940-65794BB033A0}"/>
              </a:ext>
            </a:extLst>
          </p:cNvPr>
          <p:cNvSpPr>
            <a:spLocks noGrp="1"/>
          </p:cNvSpPr>
          <p:nvPr/>
        </p:nvSpPr>
        <p:spPr>
          <a:xfrm>
            <a:off x="6538913" y="5238750"/>
            <a:ext cx="26194" cy="547688"/>
          </a:xfrm>
          <a:prstGeom prst="rect">
            <a:avLst/>
          </a:prstGeom>
          <a:solidFill>
            <a:srgbClr val="1D4ED8"/>
          </a:solidFill>
          <a:ln w="13097">
            <a:solidFill>
              <a:srgbClr val="172B4D"/>
            </a:solidFill>
          </a:ln>
        </p:spPr>
      </p:sp>
      <p:sp>
        <p:nvSpPr>
          <p:cNvPr id="949" name="object-949">
            <a:extLst>
              <a:ext uri="{FF2B5EF4-FFF2-40B4-BE49-F238E27FC236}">
                <a16:creationId xmlns:a16="http://schemas.microsoft.com/office/drawing/2014/main" id="{84FB8709-AEB9-4BC3-91B2-739557CF601D}"/>
              </a:ext>
            </a:extLst>
          </p:cNvPr>
          <p:cNvSpPr>
            <a:spLocks noGrp="1"/>
          </p:cNvSpPr>
          <p:nvPr/>
        </p:nvSpPr>
        <p:spPr>
          <a:xfrm>
            <a:off x="6565106" y="5238750"/>
            <a:ext cx="26194" cy="547688"/>
          </a:xfrm>
          <a:prstGeom prst="rect">
            <a:avLst/>
          </a:prstGeom>
          <a:solidFill>
            <a:srgbClr val="1D4ED8"/>
          </a:solidFill>
          <a:ln w="13097">
            <a:solidFill>
              <a:srgbClr val="172B4D"/>
            </a:solidFill>
          </a:ln>
        </p:spPr>
      </p:sp>
      <p:sp>
        <p:nvSpPr>
          <p:cNvPr id="950" name="object-950">
            <a:extLst>
              <a:ext uri="{FF2B5EF4-FFF2-40B4-BE49-F238E27FC236}">
                <a16:creationId xmlns:a16="http://schemas.microsoft.com/office/drawing/2014/main" id="{49E39EF0-AA0E-4301-A571-6C469E92AB7B}"/>
              </a:ext>
            </a:extLst>
          </p:cNvPr>
          <p:cNvSpPr>
            <a:spLocks noGrp="1"/>
          </p:cNvSpPr>
          <p:nvPr/>
        </p:nvSpPr>
        <p:spPr>
          <a:xfrm>
            <a:off x="6591300" y="5238750"/>
            <a:ext cx="26194" cy="547688"/>
          </a:xfrm>
          <a:prstGeom prst="rect">
            <a:avLst/>
          </a:prstGeom>
          <a:solidFill>
            <a:srgbClr val="1D4ED8"/>
          </a:solidFill>
          <a:ln w="13097">
            <a:solidFill>
              <a:srgbClr val="172B4D"/>
            </a:solidFill>
          </a:ln>
        </p:spPr>
      </p:sp>
      <p:sp>
        <p:nvSpPr>
          <p:cNvPr id="951" name="object-951">
            <a:extLst>
              <a:ext uri="{FF2B5EF4-FFF2-40B4-BE49-F238E27FC236}">
                <a16:creationId xmlns:a16="http://schemas.microsoft.com/office/drawing/2014/main" id="{9C37FAB6-340C-4069-B1A5-E2A1EF2F6053}"/>
              </a:ext>
            </a:extLst>
          </p:cNvPr>
          <p:cNvSpPr>
            <a:spLocks noGrp="1"/>
          </p:cNvSpPr>
          <p:nvPr/>
        </p:nvSpPr>
        <p:spPr>
          <a:xfrm>
            <a:off x="6617494" y="5238750"/>
            <a:ext cx="26194" cy="547688"/>
          </a:xfrm>
          <a:prstGeom prst="rect">
            <a:avLst/>
          </a:prstGeom>
          <a:solidFill>
            <a:srgbClr val="1D4ED8"/>
          </a:solidFill>
          <a:ln w="13097">
            <a:solidFill>
              <a:srgbClr val="172B4D"/>
            </a:solidFill>
          </a:ln>
        </p:spPr>
      </p:sp>
      <p:sp>
        <p:nvSpPr>
          <p:cNvPr id="952" name="object-952">
            <a:extLst>
              <a:ext uri="{FF2B5EF4-FFF2-40B4-BE49-F238E27FC236}">
                <a16:creationId xmlns:a16="http://schemas.microsoft.com/office/drawing/2014/main" id="{BBBF478E-E0A8-4E4A-AD4A-9287AEA7C888}"/>
              </a:ext>
            </a:extLst>
          </p:cNvPr>
          <p:cNvSpPr>
            <a:spLocks noGrp="1"/>
          </p:cNvSpPr>
          <p:nvPr/>
        </p:nvSpPr>
        <p:spPr>
          <a:xfrm>
            <a:off x="6643688" y="5238750"/>
            <a:ext cx="26194" cy="547688"/>
          </a:xfrm>
          <a:prstGeom prst="rect">
            <a:avLst/>
          </a:prstGeom>
          <a:solidFill>
            <a:srgbClr val="1D4ED8"/>
          </a:solidFill>
          <a:ln w="13097">
            <a:solidFill>
              <a:srgbClr val="172B4D"/>
            </a:solidFill>
          </a:ln>
        </p:spPr>
      </p:sp>
      <p:sp>
        <p:nvSpPr>
          <p:cNvPr id="953" name="object-953">
            <a:extLst>
              <a:ext uri="{FF2B5EF4-FFF2-40B4-BE49-F238E27FC236}">
                <a16:creationId xmlns:a16="http://schemas.microsoft.com/office/drawing/2014/main" id="{075356BD-F17E-4FA8-A32E-69BDAC1F786F}"/>
              </a:ext>
            </a:extLst>
          </p:cNvPr>
          <p:cNvSpPr>
            <a:spLocks noGrp="1"/>
          </p:cNvSpPr>
          <p:nvPr/>
        </p:nvSpPr>
        <p:spPr>
          <a:xfrm>
            <a:off x="6669881" y="5238750"/>
            <a:ext cx="26194" cy="547688"/>
          </a:xfrm>
          <a:prstGeom prst="rect">
            <a:avLst/>
          </a:prstGeom>
          <a:solidFill>
            <a:srgbClr val="1D4ED8"/>
          </a:solidFill>
          <a:ln w="13097">
            <a:solidFill>
              <a:srgbClr val="172B4D"/>
            </a:solidFill>
          </a:ln>
        </p:spPr>
      </p:sp>
      <p:sp>
        <p:nvSpPr>
          <p:cNvPr id="954" name="object-954">
            <a:extLst>
              <a:ext uri="{FF2B5EF4-FFF2-40B4-BE49-F238E27FC236}">
                <a16:creationId xmlns:a16="http://schemas.microsoft.com/office/drawing/2014/main" id="{01A09B10-8DB5-4BA1-A04E-3A95FBC03B3E}"/>
              </a:ext>
            </a:extLst>
          </p:cNvPr>
          <p:cNvSpPr>
            <a:spLocks noGrp="1"/>
          </p:cNvSpPr>
          <p:nvPr/>
        </p:nvSpPr>
        <p:spPr>
          <a:xfrm>
            <a:off x="6696075" y="5238750"/>
            <a:ext cx="26194" cy="547688"/>
          </a:xfrm>
          <a:prstGeom prst="rect">
            <a:avLst/>
          </a:prstGeom>
          <a:solidFill>
            <a:srgbClr val="1D4ED8"/>
          </a:solidFill>
          <a:ln w="13097">
            <a:solidFill>
              <a:srgbClr val="172B4D"/>
            </a:solidFill>
          </a:ln>
        </p:spPr>
      </p:sp>
      <p:sp>
        <p:nvSpPr>
          <p:cNvPr id="955" name="object-955">
            <a:extLst>
              <a:ext uri="{FF2B5EF4-FFF2-40B4-BE49-F238E27FC236}">
                <a16:creationId xmlns:a16="http://schemas.microsoft.com/office/drawing/2014/main" id="{CA3EAE94-8CF3-4A71-9306-8A9191DD5FD7}"/>
              </a:ext>
            </a:extLst>
          </p:cNvPr>
          <p:cNvSpPr>
            <a:spLocks noGrp="1"/>
          </p:cNvSpPr>
          <p:nvPr/>
        </p:nvSpPr>
        <p:spPr>
          <a:xfrm>
            <a:off x="6722269" y="5238750"/>
            <a:ext cx="26194" cy="547688"/>
          </a:xfrm>
          <a:prstGeom prst="rect">
            <a:avLst/>
          </a:prstGeom>
          <a:solidFill>
            <a:srgbClr val="1D4ED8"/>
          </a:solidFill>
          <a:ln w="13097">
            <a:solidFill>
              <a:srgbClr val="172B4D"/>
            </a:solidFill>
          </a:ln>
        </p:spPr>
      </p:sp>
      <p:sp>
        <p:nvSpPr>
          <p:cNvPr id="956" name="object-956">
            <a:extLst>
              <a:ext uri="{FF2B5EF4-FFF2-40B4-BE49-F238E27FC236}">
                <a16:creationId xmlns:a16="http://schemas.microsoft.com/office/drawing/2014/main" id="{2A5A538F-28D3-4178-A915-047A6BDA684F}"/>
              </a:ext>
            </a:extLst>
          </p:cNvPr>
          <p:cNvSpPr>
            <a:spLocks noGrp="1"/>
          </p:cNvSpPr>
          <p:nvPr/>
        </p:nvSpPr>
        <p:spPr>
          <a:xfrm>
            <a:off x="6748463" y="5238750"/>
            <a:ext cx="26194" cy="547688"/>
          </a:xfrm>
          <a:prstGeom prst="rect">
            <a:avLst/>
          </a:prstGeom>
          <a:solidFill>
            <a:srgbClr val="1D4ED8"/>
          </a:solidFill>
          <a:ln w="13097">
            <a:solidFill>
              <a:srgbClr val="172B4D"/>
            </a:solidFill>
          </a:ln>
        </p:spPr>
      </p:sp>
      <p:sp>
        <p:nvSpPr>
          <p:cNvPr id="957" name="object-957">
            <a:extLst>
              <a:ext uri="{FF2B5EF4-FFF2-40B4-BE49-F238E27FC236}">
                <a16:creationId xmlns:a16="http://schemas.microsoft.com/office/drawing/2014/main" id="{C34231FD-0791-45E9-95FA-3B86ECB54923}"/>
              </a:ext>
            </a:extLst>
          </p:cNvPr>
          <p:cNvSpPr>
            <a:spLocks noGrp="1"/>
          </p:cNvSpPr>
          <p:nvPr/>
        </p:nvSpPr>
        <p:spPr>
          <a:xfrm>
            <a:off x="6774656" y="5238750"/>
            <a:ext cx="26194" cy="547688"/>
          </a:xfrm>
          <a:prstGeom prst="rect">
            <a:avLst/>
          </a:prstGeom>
          <a:solidFill>
            <a:srgbClr val="1D4ED8"/>
          </a:solidFill>
          <a:ln w="13097">
            <a:solidFill>
              <a:srgbClr val="172B4D"/>
            </a:solidFill>
          </a:ln>
        </p:spPr>
      </p:sp>
      <p:sp>
        <p:nvSpPr>
          <p:cNvPr id="958" name="object-958">
            <a:extLst>
              <a:ext uri="{FF2B5EF4-FFF2-40B4-BE49-F238E27FC236}">
                <a16:creationId xmlns:a16="http://schemas.microsoft.com/office/drawing/2014/main" id="{92F99601-B195-49E5-8BF1-EE5525BC2646}"/>
              </a:ext>
            </a:extLst>
          </p:cNvPr>
          <p:cNvSpPr>
            <a:spLocks noGrp="1"/>
          </p:cNvSpPr>
          <p:nvPr/>
        </p:nvSpPr>
        <p:spPr>
          <a:xfrm>
            <a:off x="6800850" y="5238750"/>
            <a:ext cx="26194" cy="547688"/>
          </a:xfrm>
          <a:prstGeom prst="rect">
            <a:avLst/>
          </a:prstGeom>
          <a:solidFill>
            <a:srgbClr val="1D4ED8"/>
          </a:solidFill>
          <a:ln w="13097">
            <a:solidFill>
              <a:srgbClr val="172B4D"/>
            </a:solidFill>
          </a:ln>
        </p:spPr>
      </p:sp>
      <p:sp>
        <p:nvSpPr>
          <p:cNvPr id="959" name="object-959">
            <a:extLst>
              <a:ext uri="{FF2B5EF4-FFF2-40B4-BE49-F238E27FC236}">
                <a16:creationId xmlns:a16="http://schemas.microsoft.com/office/drawing/2014/main" id="{BAE79D57-1D8E-4C37-B8B3-FD4936F1BC85}"/>
              </a:ext>
            </a:extLst>
          </p:cNvPr>
          <p:cNvSpPr>
            <a:spLocks noGrp="1"/>
          </p:cNvSpPr>
          <p:nvPr/>
        </p:nvSpPr>
        <p:spPr>
          <a:xfrm>
            <a:off x="6827044" y="5238750"/>
            <a:ext cx="26194" cy="547688"/>
          </a:xfrm>
          <a:prstGeom prst="rect">
            <a:avLst/>
          </a:prstGeom>
          <a:solidFill>
            <a:srgbClr val="1D4ED8"/>
          </a:solidFill>
          <a:ln w="13097">
            <a:solidFill>
              <a:srgbClr val="172B4D"/>
            </a:solidFill>
          </a:ln>
        </p:spPr>
      </p:sp>
      <p:sp>
        <p:nvSpPr>
          <p:cNvPr id="960" name="object-960">
            <a:extLst>
              <a:ext uri="{FF2B5EF4-FFF2-40B4-BE49-F238E27FC236}">
                <a16:creationId xmlns:a16="http://schemas.microsoft.com/office/drawing/2014/main" id="{C28BACD4-004D-4E71-AEC5-EDB4DDCE1756}"/>
              </a:ext>
            </a:extLst>
          </p:cNvPr>
          <p:cNvSpPr>
            <a:spLocks noGrp="1"/>
          </p:cNvSpPr>
          <p:nvPr/>
        </p:nvSpPr>
        <p:spPr>
          <a:xfrm>
            <a:off x="6853238" y="5238750"/>
            <a:ext cx="26194" cy="547688"/>
          </a:xfrm>
          <a:prstGeom prst="rect">
            <a:avLst/>
          </a:prstGeom>
          <a:solidFill>
            <a:srgbClr val="1D4ED8"/>
          </a:solidFill>
          <a:ln w="13097">
            <a:solidFill>
              <a:srgbClr val="172B4D"/>
            </a:solidFill>
          </a:ln>
        </p:spPr>
      </p:sp>
      <p:sp>
        <p:nvSpPr>
          <p:cNvPr id="961" name="object-961">
            <a:extLst>
              <a:ext uri="{FF2B5EF4-FFF2-40B4-BE49-F238E27FC236}">
                <a16:creationId xmlns:a16="http://schemas.microsoft.com/office/drawing/2014/main" id="{9F100AA7-C3A1-4AB0-A8D4-14B8B0B9FD0E}"/>
              </a:ext>
            </a:extLst>
          </p:cNvPr>
          <p:cNvSpPr>
            <a:spLocks noGrp="1"/>
          </p:cNvSpPr>
          <p:nvPr/>
        </p:nvSpPr>
        <p:spPr>
          <a:xfrm>
            <a:off x="6879431" y="5238750"/>
            <a:ext cx="26194" cy="547688"/>
          </a:xfrm>
          <a:prstGeom prst="rect">
            <a:avLst/>
          </a:prstGeom>
          <a:solidFill>
            <a:srgbClr val="1D4ED8"/>
          </a:solidFill>
          <a:ln w="13097">
            <a:solidFill>
              <a:srgbClr val="172B4D"/>
            </a:solidFill>
          </a:ln>
        </p:spPr>
      </p:sp>
      <p:sp>
        <p:nvSpPr>
          <p:cNvPr id="962" name="object-962">
            <a:extLst>
              <a:ext uri="{FF2B5EF4-FFF2-40B4-BE49-F238E27FC236}">
                <a16:creationId xmlns:a16="http://schemas.microsoft.com/office/drawing/2014/main" id="{3F07C540-57EC-4069-981C-FBECB2A971BA}"/>
              </a:ext>
            </a:extLst>
          </p:cNvPr>
          <p:cNvSpPr>
            <a:spLocks noGrp="1"/>
          </p:cNvSpPr>
          <p:nvPr/>
        </p:nvSpPr>
        <p:spPr>
          <a:xfrm>
            <a:off x="6905625" y="5238750"/>
            <a:ext cx="26194" cy="547688"/>
          </a:xfrm>
          <a:prstGeom prst="rect">
            <a:avLst/>
          </a:prstGeom>
          <a:solidFill>
            <a:srgbClr val="1D4ED8"/>
          </a:solidFill>
          <a:ln w="13097">
            <a:solidFill>
              <a:srgbClr val="172B4D"/>
            </a:solidFill>
          </a:ln>
        </p:spPr>
      </p:sp>
      <p:sp>
        <p:nvSpPr>
          <p:cNvPr id="963" name="object-963">
            <a:extLst>
              <a:ext uri="{FF2B5EF4-FFF2-40B4-BE49-F238E27FC236}">
                <a16:creationId xmlns:a16="http://schemas.microsoft.com/office/drawing/2014/main" id="{D1C52B83-3163-43DB-A084-B038A8AE2320}"/>
              </a:ext>
            </a:extLst>
          </p:cNvPr>
          <p:cNvSpPr>
            <a:spLocks noGrp="1"/>
          </p:cNvSpPr>
          <p:nvPr/>
        </p:nvSpPr>
        <p:spPr>
          <a:xfrm>
            <a:off x="6931819" y="5238750"/>
            <a:ext cx="26194" cy="547688"/>
          </a:xfrm>
          <a:prstGeom prst="rect">
            <a:avLst/>
          </a:prstGeom>
          <a:solidFill>
            <a:srgbClr val="1D4ED8"/>
          </a:solidFill>
          <a:ln w="13097">
            <a:solidFill>
              <a:srgbClr val="172B4D"/>
            </a:solidFill>
          </a:ln>
        </p:spPr>
      </p:sp>
      <p:sp>
        <p:nvSpPr>
          <p:cNvPr id="964" name="object-964">
            <a:extLst>
              <a:ext uri="{FF2B5EF4-FFF2-40B4-BE49-F238E27FC236}">
                <a16:creationId xmlns:a16="http://schemas.microsoft.com/office/drawing/2014/main" id="{6C589BE3-9D45-449E-9628-372EEE565792}"/>
              </a:ext>
            </a:extLst>
          </p:cNvPr>
          <p:cNvSpPr>
            <a:spLocks noGrp="1"/>
          </p:cNvSpPr>
          <p:nvPr/>
        </p:nvSpPr>
        <p:spPr>
          <a:xfrm>
            <a:off x="6958013" y="5238750"/>
            <a:ext cx="26194" cy="547688"/>
          </a:xfrm>
          <a:prstGeom prst="rect">
            <a:avLst/>
          </a:prstGeom>
          <a:solidFill>
            <a:srgbClr val="1D4ED8"/>
          </a:solidFill>
          <a:ln w="13097">
            <a:solidFill>
              <a:srgbClr val="172B4D"/>
            </a:solidFill>
          </a:ln>
        </p:spPr>
      </p:sp>
      <p:sp>
        <p:nvSpPr>
          <p:cNvPr id="965" name="object-965">
            <a:extLst>
              <a:ext uri="{FF2B5EF4-FFF2-40B4-BE49-F238E27FC236}">
                <a16:creationId xmlns:a16="http://schemas.microsoft.com/office/drawing/2014/main" id="{203FF9CB-C8B7-4F0B-A067-6BEF46E86AE2}"/>
              </a:ext>
            </a:extLst>
          </p:cNvPr>
          <p:cNvSpPr>
            <a:spLocks noGrp="1"/>
          </p:cNvSpPr>
          <p:nvPr/>
        </p:nvSpPr>
        <p:spPr>
          <a:xfrm>
            <a:off x="6984206" y="5238750"/>
            <a:ext cx="26194" cy="547688"/>
          </a:xfrm>
          <a:prstGeom prst="rect">
            <a:avLst/>
          </a:prstGeom>
          <a:solidFill>
            <a:srgbClr val="1D4ED8"/>
          </a:solidFill>
          <a:ln w="13097">
            <a:solidFill>
              <a:srgbClr val="172B4D"/>
            </a:solidFill>
          </a:ln>
        </p:spPr>
      </p:sp>
      <p:sp>
        <p:nvSpPr>
          <p:cNvPr id="966" name="object-966">
            <a:extLst>
              <a:ext uri="{FF2B5EF4-FFF2-40B4-BE49-F238E27FC236}">
                <a16:creationId xmlns:a16="http://schemas.microsoft.com/office/drawing/2014/main" id="{4DC53085-1D84-4773-97C3-5353ABB00108}"/>
              </a:ext>
            </a:extLst>
          </p:cNvPr>
          <p:cNvSpPr>
            <a:spLocks noGrp="1"/>
          </p:cNvSpPr>
          <p:nvPr/>
        </p:nvSpPr>
        <p:spPr>
          <a:xfrm>
            <a:off x="7010400" y="5238750"/>
            <a:ext cx="26194" cy="547688"/>
          </a:xfrm>
          <a:prstGeom prst="rect">
            <a:avLst/>
          </a:prstGeom>
          <a:solidFill>
            <a:srgbClr val="1D4ED8"/>
          </a:solidFill>
          <a:ln w="13097">
            <a:solidFill>
              <a:srgbClr val="172B4D"/>
            </a:solidFill>
          </a:ln>
        </p:spPr>
      </p:sp>
      <p:sp>
        <p:nvSpPr>
          <p:cNvPr id="967" name="object-967">
            <a:extLst>
              <a:ext uri="{FF2B5EF4-FFF2-40B4-BE49-F238E27FC236}">
                <a16:creationId xmlns:a16="http://schemas.microsoft.com/office/drawing/2014/main" id="{68C37B68-5396-47D2-B789-C5805DB57902}"/>
              </a:ext>
            </a:extLst>
          </p:cNvPr>
          <p:cNvSpPr>
            <a:spLocks noGrp="1"/>
          </p:cNvSpPr>
          <p:nvPr/>
        </p:nvSpPr>
        <p:spPr>
          <a:xfrm>
            <a:off x="7036594" y="5238750"/>
            <a:ext cx="26194" cy="547688"/>
          </a:xfrm>
          <a:prstGeom prst="rect">
            <a:avLst/>
          </a:prstGeom>
          <a:solidFill>
            <a:srgbClr val="1D4ED8"/>
          </a:solidFill>
          <a:ln w="13097">
            <a:solidFill>
              <a:srgbClr val="172B4D"/>
            </a:solidFill>
          </a:ln>
        </p:spPr>
      </p:sp>
      <p:sp>
        <p:nvSpPr>
          <p:cNvPr id="968" name="object-968">
            <a:extLst>
              <a:ext uri="{FF2B5EF4-FFF2-40B4-BE49-F238E27FC236}">
                <a16:creationId xmlns:a16="http://schemas.microsoft.com/office/drawing/2014/main" id="{01CCFBE6-1456-401B-ADFE-541247D24C71}"/>
              </a:ext>
            </a:extLst>
          </p:cNvPr>
          <p:cNvSpPr>
            <a:spLocks noGrp="1"/>
          </p:cNvSpPr>
          <p:nvPr/>
        </p:nvSpPr>
        <p:spPr>
          <a:xfrm>
            <a:off x="7062788" y="5238750"/>
            <a:ext cx="26194" cy="547688"/>
          </a:xfrm>
          <a:prstGeom prst="rect">
            <a:avLst/>
          </a:prstGeom>
          <a:solidFill>
            <a:srgbClr val="1D4ED8"/>
          </a:solidFill>
          <a:ln w="13097">
            <a:solidFill>
              <a:srgbClr val="172B4D"/>
            </a:solidFill>
          </a:ln>
        </p:spPr>
      </p:sp>
      <p:sp>
        <p:nvSpPr>
          <p:cNvPr id="969" name="object-969">
            <a:extLst>
              <a:ext uri="{FF2B5EF4-FFF2-40B4-BE49-F238E27FC236}">
                <a16:creationId xmlns:a16="http://schemas.microsoft.com/office/drawing/2014/main" id="{BD21EC72-EFFF-4D73-90AC-EC754308A704}"/>
              </a:ext>
            </a:extLst>
          </p:cNvPr>
          <p:cNvSpPr>
            <a:spLocks noGrp="1"/>
          </p:cNvSpPr>
          <p:nvPr/>
        </p:nvSpPr>
        <p:spPr>
          <a:xfrm>
            <a:off x="7088981" y="5238750"/>
            <a:ext cx="26194" cy="547688"/>
          </a:xfrm>
          <a:prstGeom prst="rect">
            <a:avLst/>
          </a:prstGeom>
          <a:solidFill>
            <a:srgbClr val="1D4ED8"/>
          </a:solidFill>
          <a:ln w="13097">
            <a:solidFill>
              <a:srgbClr val="172B4D"/>
            </a:solidFill>
          </a:ln>
        </p:spPr>
      </p:sp>
      <p:sp>
        <p:nvSpPr>
          <p:cNvPr id="970" name="object-970">
            <a:extLst>
              <a:ext uri="{FF2B5EF4-FFF2-40B4-BE49-F238E27FC236}">
                <a16:creationId xmlns:a16="http://schemas.microsoft.com/office/drawing/2014/main" id="{9067B1BD-EFF7-4EBE-ABB2-55B9C2D001DB}"/>
              </a:ext>
            </a:extLst>
          </p:cNvPr>
          <p:cNvSpPr>
            <a:spLocks noGrp="1"/>
          </p:cNvSpPr>
          <p:nvPr/>
        </p:nvSpPr>
        <p:spPr>
          <a:xfrm>
            <a:off x="7115175" y="5238750"/>
            <a:ext cx="26194" cy="547688"/>
          </a:xfrm>
          <a:prstGeom prst="rect">
            <a:avLst/>
          </a:prstGeom>
          <a:solidFill>
            <a:srgbClr val="1D4ED8"/>
          </a:solidFill>
          <a:ln w="13097">
            <a:solidFill>
              <a:srgbClr val="172B4D"/>
            </a:solidFill>
          </a:ln>
        </p:spPr>
      </p:sp>
      <p:sp>
        <p:nvSpPr>
          <p:cNvPr id="971" name="object-971">
            <a:extLst>
              <a:ext uri="{FF2B5EF4-FFF2-40B4-BE49-F238E27FC236}">
                <a16:creationId xmlns:a16="http://schemas.microsoft.com/office/drawing/2014/main" id="{2833BFCB-80E1-4DA5-84BB-CDBDF75280BF}"/>
              </a:ext>
            </a:extLst>
          </p:cNvPr>
          <p:cNvSpPr>
            <a:spLocks noGrp="1"/>
          </p:cNvSpPr>
          <p:nvPr/>
        </p:nvSpPr>
        <p:spPr>
          <a:xfrm>
            <a:off x="7141369" y="5238750"/>
            <a:ext cx="26194" cy="547688"/>
          </a:xfrm>
          <a:prstGeom prst="rect">
            <a:avLst/>
          </a:prstGeom>
          <a:solidFill>
            <a:srgbClr val="1D4ED8"/>
          </a:solidFill>
          <a:ln w="13097">
            <a:solidFill>
              <a:srgbClr val="172B4D"/>
            </a:solidFill>
          </a:ln>
        </p:spPr>
      </p:sp>
      <p:sp>
        <p:nvSpPr>
          <p:cNvPr id="972" name="object-972">
            <a:extLst>
              <a:ext uri="{FF2B5EF4-FFF2-40B4-BE49-F238E27FC236}">
                <a16:creationId xmlns:a16="http://schemas.microsoft.com/office/drawing/2014/main" id="{9AF34E34-D530-4290-A73F-16096DC172B0}"/>
              </a:ext>
            </a:extLst>
          </p:cNvPr>
          <p:cNvSpPr>
            <a:spLocks noGrp="1"/>
          </p:cNvSpPr>
          <p:nvPr/>
        </p:nvSpPr>
        <p:spPr>
          <a:xfrm>
            <a:off x="7167563" y="5238750"/>
            <a:ext cx="26194" cy="547688"/>
          </a:xfrm>
          <a:prstGeom prst="rect">
            <a:avLst/>
          </a:prstGeom>
          <a:solidFill>
            <a:srgbClr val="1D4ED8"/>
          </a:solidFill>
          <a:ln w="13097">
            <a:solidFill>
              <a:srgbClr val="172B4D"/>
            </a:solidFill>
          </a:ln>
        </p:spPr>
      </p:sp>
      <p:sp>
        <p:nvSpPr>
          <p:cNvPr id="973" name="object-973">
            <a:extLst>
              <a:ext uri="{FF2B5EF4-FFF2-40B4-BE49-F238E27FC236}">
                <a16:creationId xmlns:a16="http://schemas.microsoft.com/office/drawing/2014/main" id="{662287B8-F1FA-4FC1-A57D-CFAFFE331BC1}"/>
              </a:ext>
            </a:extLst>
          </p:cNvPr>
          <p:cNvSpPr>
            <a:spLocks noGrp="1"/>
          </p:cNvSpPr>
          <p:nvPr/>
        </p:nvSpPr>
        <p:spPr>
          <a:xfrm>
            <a:off x="7193756" y="5238750"/>
            <a:ext cx="26194" cy="547688"/>
          </a:xfrm>
          <a:prstGeom prst="rect">
            <a:avLst/>
          </a:prstGeom>
          <a:solidFill>
            <a:srgbClr val="1D4ED8"/>
          </a:solidFill>
          <a:ln w="13097">
            <a:solidFill>
              <a:srgbClr val="172B4D"/>
            </a:solidFill>
          </a:ln>
        </p:spPr>
      </p:sp>
      <p:sp>
        <p:nvSpPr>
          <p:cNvPr id="974" name="object-974">
            <a:extLst>
              <a:ext uri="{FF2B5EF4-FFF2-40B4-BE49-F238E27FC236}">
                <a16:creationId xmlns:a16="http://schemas.microsoft.com/office/drawing/2014/main" id="{E7C139C6-7CF9-4640-8957-A22315F097CA}"/>
              </a:ext>
            </a:extLst>
          </p:cNvPr>
          <p:cNvSpPr>
            <a:spLocks noGrp="1"/>
          </p:cNvSpPr>
          <p:nvPr/>
        </p:nvSpPr>
        <p:spPr>
          <a:xfrm>
            <a:off x="7219950" y="5238750"/>
            <a:ext cx="26194" cy="547688"/>
          </a:xfrm>
          <a:prstGeom prst="rect">
            <a:avLst/>
          </a:prstGeom>
          <a:solidFill>
            <a:srgbClr val="1D4ED8"/>
          </a:solidFill>
          <a:ln w="13097">
            <a:solidFill>
              <a:srgbClr val="172B4D"/>
            </a:solidFill>
          </a:ln>
        </p:spPr>
      </p:sp>
      <p:sp>
        <p:nvSpPr>
          <p:cNvPr id="975" name="object-975">
            <a:extLst>
              <a:ext uri="{FF2B5EF4-FFF2-40B4-BE49-F238E27FC236}">
                <a16:creationId xmlns:a16="http://schemas.microsoft.com/office/drawing/2014/main" id="{BAB20F91-EF41-477A-AE38-667BA3E35BD7}"/>
              </a:ext>
            </a:extLst>
          </p:cNvPr>
          <p:cNvSpPr>
            <a:spLocks noGrp="1"/>
          </p:cNvSpPr>
          <p:nvPr/>
        </p:nvSpPr>
        <p:spPr>
          <a:xfrm>
            <a:off x="7246144" y="5238750"/>
            <a:ext cx="26194" cy="547688"/>
          </a:xfrm>
          <a:prstGeom prst="rect">
            <a:avLst/>
          </a:prstGeom>
          <a:solidFill>
            <a:srgbClr val="1D4ED8"/>
          </a:solidFill>
          <a:ln w="13097">
            <a:solidFill>
              <a:srgbClr val="172B4D"/>
            </a:solidFill>
          </a:ln>
        </p:spPr>
      </p:sp>
      <p:sp>
        <p:nvSpPr>
          <p:cNvPr id="976" name="object-976">
            <a:extLst>
              <a:ext uri="{FF2B5EF4-FFF2-40B4-BE49-F238E27FC236}">
                <a16:creationId xmlns:a16="http://schemas.microsoft.com/office/drawing/2014/main" id="{9D1AF4BC-52DB-45A8-8308-C5859265740F}"/>
              </a:ext>
            </a:extLst>
          </p:cNvPr>
          <p:cNvSpPr>
            <a:spLocks noGrp="1"/>
          </p:cNvSpPr>
          <p:nvPr/>
        </p:nvSpPr>
        <p:spPr>
          <a:xfrm>
            <a:off x="7272338" y="5238750"/>
            <a:ext cx="26194" cy="547688"/>
          </a:xfrm>
          <a:prstGeom prst="rect">
            <a:avLst/>
          </a:prstGeom>
          <a:solidFill>
            <a:srgbClr val="1D4ED8"/>
          </a:solidFill>
          <a:ln w="13097">
            <a:solidFill>
              <a:srgbClr val="172B4D"/>
            </a:solidFill>
          </a:ln>
        </p:spPr>
      </p:sp>
      <p:sp>
        <p:nvSpPr>
          <p:cNvPr id="977" name="object-977">
            <a:extLst>
              <a:ext uri="{FF2B5EF4-FFF2-40B4-BE49-F238E27FC236}">
                <a16:creationId xmlns:a16="http://schemas.microsoft.com/office/drawing/2014/main" id="{8EE21FD7-775F-4C0B-A6CD-2BFD3A27AC04}"/>
              </a:ext>
            </a:extLst>
          </p:cNvPr>
          <p:cNvSpPr>
            <a:spLocks noGrp="1"/>
          </p:cNvSpPr>
          <p:nvPr/>
        </p:nvSpPr>
        <p:spPr>
          <a:xfrm>
            <a:off x="7298531" y="5238750"/>
            <a:ext cx="26194" cy="547688"/>
          </a:xfrm>
          <a:prstGeom prst="rect">
            <a:avLst/>
          </a:prstGeom>
          <a:solidFill>
            <a:srgbClr val="1D4ED8"/>
          </a:solidFill>
          <a:ln w="13097">
            <a:solidFill>
              <a:srgbClr val="172B4D"/>
            </a:solidFill>
          </a:ln>
        </p:spPr>
      </p:sp>
      <p:sp>
        <p:nvSpPr>
          <p:cNvPr id="978" name="object-978">
            <a:extLst>
              <a:ext uri="{FF2B5EF4-FFF2-40B4-BE49-F238E27FC236}">
                <a16:creationId xmlns:a16="http://schemas.microsoft.com/office/drawing/2014/main" id="{3A7A7728-7416-4DC3-AE15-76130AA1ADF3}"/>
              </a:ext>
            </a:extLst>
          </p:cNvPr>
          <p:cNvSpPr>
            <a:spLocks noGrp="1"/>
          </p:cNvSpPr>
          <p:nvPr/>
        </p:nvSpPr>
        <p:spPr>
          <a:xfrm>
            <a:off x="7324725" y="5238750"/>
            <a:ext cx="26194" cy="547688"/>
          </a:xfrm>
          <a:prstGeom prst="rect">
            <a:avLst/>
          </a:prstGeom>
          <a:solidFill>
            <a:srgbClr val="1D4ED8"/>
          </a:solidFill>
          <a:ln w="13097">
            <a:solidFill>
              <a:srgbClr val="172B4D"/>
            </a:solidFill>
          </a:ln>
        </p:spPr>
      </p:sp>
      <p:sp>
        <p:nvSpPr>
          <p:cNvPr id="979" name="object-979">
            <a:extLst>
              <a:ext uri="{FF2B5EF4-FFF2-40B4-BE49-F238E27FC236}">
                <a16:creationId xmlns:a16="http://schemas.microsoft.com/office/drawing/2014/main" id="{ED91258D-A15A-442F-8DF1-04CF030B6125}"/>
              </a:ext>
            </a:extLst>
          </p:cNvPr>
          <p:cNvSpPr>
            <a:spLocks noGrp="1"/>
          </p:cNvSpPr>
          <p:nvPr/>
        </p:nvSpPr>
        <p:spPr>
          <a:xfrm>
            <a:off x="7350919" y="5238750"/>
            <a:ext cx="26194" cy="547688"/>
          </a:xfrm>
          <a:prstGeom prst="rect">
            <a:avLst/>
          </a:prstGeom>
          <a:solidFill>
            <a:srgbClr val="1D4ED8"/>
          </a:solidFill>
          <a:ln w="13097">
            <a:solidFill>
              <a:srgbClr val="172B4D"/>
            </a:solidFill>
          </a:ln>
        </p:spPr>
      </p:sp>
      <p:sp>
        <p:nvSpPr>
          <p:cNvPr id="980" name="object-980">
            <a:extLst>
              <a:ext uri="{FF2B5EF4-FFF2-40B4-BE49-F238E27FC236}">
                <a16:creationId xmlns:a16="http://schemas.microsoft.com/office/drawing/2014/main" id="{3A18AD53-90B2-427E-8217-46A98084F72B}"/>
              </a:ext>
            </a:extLst>
          </p:cNvPr>
          <p:cNvSpPr>
            <a:spLocks noGrp="1"/>
          </p:cNvSpPr>
          <p:nvPr/>
        </p:nvSpPr>
        <p:spPr>
          <a:xfrm>
            <a:off x="7377113" y="5238750"/>
            <a:ext cx="26194" cy="547688"/>
          </a:xfrm>
          <a:prstGeom prst="rect">
            <a:avLst/>
          </a:prstGeom>
          <a:solidFill>
            <a:srgbClr val="1D4ED8"/>
          </a:solidFill>
          <a:ln w="13097">
            <a:solidFill>
              <a:srgbClr val="172B4D"/>
            </a:solidFill>
          </a:ln>
        </p:spPr>
      </p:sp>
      <p:sp>
        <p:nvSpPr>
          <p:cNvPr id="981" name="object-981">
            <a:extLst>
              <a:ext uri="{FF2B5EF4-FFF2-40B4-BE49-F238E27FC236}">
                <a16:creationId xmlns:a16="http://schemas.microsoft.com/office/drawing/2014/main" id="{FF70B088-D1D1-4E8C-88F3-46A6BB89DA6D}"/>
              </a:ext>
            </a:extLst>
          </p:cNvPr>
          <p:cNvSpPr>
            <a:spLocks noGrp="1"/>
          </p:cNvSpPr>
          <p:nvPr/>
        </p:nvSpPr>
        <p:spPr>
          <a:xfrm>
            <a:off x="7403306" y="5238750"/>
            <a:ext cx="26194" cy="547688"/>
          </a:xfrm>
          <a:prstGeom prst="rect">
            <a:avLst/>
          </a:prstGeom>
          <a:solidFill>
            <a:srgbClr val="1D4ED8"/>
          </a:solidFill>
          <a:ln w="13097">
            <a:solidFill>
              <a:srgbClr val="172B4D"/>
            </a:solidFill>
          </a:ln>
        </p:spPr>
      </p:sp>
      <p:sp>
        <p:nvSpPr>
          <p:cNvPr id="982" name="object-982">
            <a:extLst>
              <a:ext uri="{FF2B5EF4-FFF2-40B4-BE49-F238E27FC236}">
                <a16:creationId xmlns:a16="http://schemas.microsoft.com/office/drawing/2014/main" id="{884FEA64-71A0-4009-8063-45F425EDB2E5}"/>
              </a:ext>
            </a:extLst>
          </p:cNvPr>
          <p:cNvSpPr>
            <a:spLocks noGrp="1"/>
          </p:cNvSpPr>
          <p:nvPr/>
        </p:nvSpPr>
        <p:spPr>
          <a:xfrm>
            <a:off x="7429500" y="5238750"/>
            <a:ext cx="26194" cy="547688"/>
          </a:xfrm>
          <a:prstGeom prst="rect">
            <a:avLst/>
          </a:prstGeom>
          <a:solidFill>
            <a:srgbClr val="1D4ED8"/>
          </a:solidFill>
          <a:ln w="13097">
            <a:solidFill>
              <a:srgbClr val="172B4D"/>
            </a:solidFill>
          </a:ln>
        </p:spPr>
      </p:sp>
      <p:sp>
        <p:nvSpPr>
          <p:cNvPr id="983" name="object-983">
            <a:extLst>
              <a:ext uri="{FF2B5EF4-FFF2-40B4-BE49-F238E27FC236}">
                <a16:creationId xmlns:a16="http://schemas.microsoft.com/office/drawing/2014/main" id="{67C82FC7-0968-4534-ABF6-467EF0AADD64}"/>
              </a:ext>
            </a:extLst>
          </p:cNvPr>
          <p:cNvSpPr>
            <a:spLocks noGrp="1"/>
          </p:cNvSpPr>
          <p:nvPr/>
        </p:nvSpPr>
        <p:spPr>
          <a:xfrm>
            <a:off x="7455694" y="5238750"/>
            <a:ext cx="26194" cy="547688"/>
          </a:xfrm>
          <a:prstGeom prst="rect">
            <a:avLst/>
          </a:prstGeom>
          <a:solidFill>
            <a:srgbClr val="1D4ED8"/>
          </a:solidFill>
          <a:ln w="13097">
            <a:solidFill>
              <a:srgbClr val="172B4D"/>
            </a:solidFill>
          </a:ln>
        </p:spPr>
      </p:sp>
      <p:sp>
        <p:nvSpPr>
          <p:cNvPr id="984" name="object-984">
            <a:extLst>
              <a:ext uri="{FF2B5EF4-FFF2-40B4-BE49-F238E27FC236}">
                <a16:creationId xmlns:a16="http://schemas.microsoft.com/office/drawing/2014/main" id="{67A23019-73FB-4121-AE7E-BAAA7D6FA206}"/>
              </a:ext>
            </a:extLst>
          </p:cNvPr>
          <p:cNvSpPr>
            <a:spLocks noGrp="1"/>
          </p:cNvSpPr>
          <p:nvPr/>
        </p:nvSpPr>
        <p:spPr>
          <a:xfrm>
            <a:off x="7481888" y="5238750"/>
            <a:ext cx="26194" cy="547688"/>
          </a:xfrm>
          <a:prstGeom prst="rect">
            <a:avLst/>
          </a:prstGeom>
          <a:solidFill>
            <a:srgbClr val="1D4ED8"/>
          </a:solidFill>
          <a:ln w="13097">
            <a:solidFill>
              <a:srgbClr val="172B4D"/>
            </a:solidFill>
          </a:ln>
        </p:spPr>
      </p:sp>
      <p:sp>
        <p:nvSpPr>
          <p:cNvPr id="985" name="object-985">
            <a:extLst>
              <a:ext uri="{FF2B5EF4-FFF2-40B4-BE49-F238E27FC236}">
                <a16:creationId xmlns:a16="http://schemas.microsoft.com/office/drawing/2014/main" id="{4431DE52-5989-4B2E-998F-1A634D08BB9C}"/>
              </a:ext>
            </a:extLst>
          </p:cNvPr>
          <p:cNvSpPr>
            <a:spLocks noGrp="1"/>
          </p:cNvSpPr>
          <p:nvPr/>
        </p:nvSpPr>
        <p:spPr>
          <a:xfrm>
            <a:off x="7508081" y="5238750"/>
            <a:ext cx="26194" cy="547688"/>
          </a:xfrm>
          <a:prstGeom prst="rect">
            <a:avLst/>
          </a:prstGeom>
          <a:solidFill>
            <a:srgbClr val="1D4ED8"/>
          </a:solidFill>
          <a:ln w="13097">
            <a:solidFill>
              <a:srgbClr val="172B4D"/>
            </a:solidFill>
          </a:ln>
        </p:spPr>
      </p:sp>
      <p:sp>
        <p:nvSpPr>
          <p:cNvPr id="986" name="object-986">
            <a:extLst>
              <a:ext uri="{FF2B5EF4-FFF2-40B4-BE49-F238E27FC236}">
                <a16:creationId xmlns:a16="http://schemas.microsoft.com/office/drawing/2014/main" id="{3A7E43E1-DCE2-49BF-B095-FF3821D87DF0}"/>
              </a:ext>
            </a:extLst>
          </p:cNvPr>
          <p:cNvSpPr>
            <a:spLocks noGrp="1"/>
          </p:cNvSpPr>
          <p:nvPr/>
        </p:nvSpPr>
        <p:spPr>
          <a:xfrm>
            <a:off x="7534275" y="5238750"/>
            <a:ext cx="26194" cy="547688"/>
          </a:xfrm>
          <a:prstGeom prst="rect">
            <a:avLst/>
          </a:prstGeom>
          <a:solidFill>
            <a:srgbClr val="1D4ED8"/>
          </a:solidFill>
          <a:ln w="13097">
            <a:solidFill>
              <a:srgbClr val="172B4D"/>
            </a:solidFill>
          </a:ln>
        </p:spPr>
      </p:sp>
      <p:sp>
        <p:nvSpPr>
          <p:cNvPr id="987" name="object-987">
            <a:extLst>
              <a:ext uri="{FF2B5EF4-FFF2-40B4-BE49-F238E27FC236}">
                <a16:creationId xmlns:a16="http://schemas.microsoft.com/office/drawing/2014/main" id="{7312E5F2-8350-45CA-97E1-58E5D15C6328}"/>
              </a:ext>
            </a:extLst>
          </p:cNvPr>
          <p:cNvSpPr>
            <a:spLocks noGrp="1"/>
          </p:cNvSpPr>
          <p:nvPr/>
        </p:nvSpPr>
        <p:spPr>
          <a:xfrm>
            <a:off x="7560469" y="5238750"/>
            <a:ext cx="26194" cy="547688"/>
          </a:xfrm>
          <a:prstGeom prst="rect">
            <a:avLst/>
          </a:prstGeom>
          <a:solidFill>
            <a:srgbClr val="1D4ED8"/>
          </a:solidFill>
          <a:ln w="13097">
            <a:solidFill>
              <a:srgbClr val="172B4D"/>
            </a:solidFill>
          </a:ln>
        </p:spPr>
      </p:sp>
      <p:sp>
        <p:nvSpPr>
          <p:cNvPr id="988" name="object-988">
            <a:extLst>
              <a:ext uri="{FF2B5EF4-FFF2-40B4-BE49-F238E27FC236}">
                <a16:creationId xmlns:a16="http://schemas.microsoft.com/office/drawing/2014/main" id="{62F29FF5-B92E-4EF3-B764-7A0F8F4DD9CD}"/>
              </a:ext>
            </a:extLst>
          </p:cNvPr>
          <p:cNvSpPr>
            <a:spLocks noGrp="1"/>
          </p:cNvSpPr>
          <p:nvPr/>
        </p:nvSpPr>
        <p:spPr>
          <a:xfrm>
            <a:off x="7586663" y="5238750"/>
            <a:ext cx="26194" cy="547688"/>
          </a:xfrm>
          <a:prstGeom prst="rect">
            <a:avLst/>
          </a:prstGeom>
          <a:solidFill>
            <a:srgbClr val="1D4ED8"/>
          </a:solidFill>
          <a:ln w="13097">
            <a:solidFill>
              <a:srgbClr val="172B4D"/>
            </a:solidFill>
          </a:ln>
        </p:spPr>
      </p:sp>
      <p:sp>
        <p:nvSpPr>
          <p:cNvPr id="989" name="object-989">
            <a:extLst>
              <a:ext uri="{FF2B5EF4-FFF2-40B4-BE49-F238E27FC236}">
                <a16:creationId xmlns:a16="http://schemas.microsoft.com/office/drawing/2014/main" id="{6431670B-6E63-4CCF-8A75-B965F65CCCA1}"/>
              </a:ext>
            </a:extLst>
          </p:cNvPr>
          <p:cNvSpPr>
            <a:spLocks noGrp="1"/>
          </p:cNvSpPr>
          <p:nvPr/>
        </p:nvSpPr>
        <p:spPr>
          <a:xfrm>
            <a:off x="7612856" y="5238750"/>
            <a:ext cx="26194" cy="547688"/>
          </a:xfrm>
          <a:prstGeom prst="rect">
            <a:avLst/>
          </a:prstGeom>
          <a:solidFill>
            <a:srgbClr val="1D4ED8"/>
          </a:solidFill>
          <a:ln w="13097">
            <a:solidFill>
              <a:srgbClr val="172B4D"/>
            </a:solidFill>
          </a:ln>
        </p:spPr>
      </p:sp>
      <p:sp>
        <p:nvSpPr>
          <p:cNvPr id="990" name="object-990">
            <a:extLst>
              <a:ext uri="{FF2B5EF4-FFF2-40B4-BE49-F238E27FC236}">
                <a16:creationId xmlns:a16="http://schemas.microsoft.com/office/drawing/2014/main" id="{5E926C01-946A-4D1C-8B13-8D23FB2E37FC}"/>
              </a:ext>
            </a:extLst>
          </p:cNvPr>
          <p:cNvSpPr>
            <a:spLocks noGrp="1"/>
          </p:cNvSpPr>
          <p:nvPr/>
        </p:nvSpPr>
        <p:spPr>
          <a:xfrm>
            <a:off x="7639050" y="5238750"/>
            <a:ext cx="26194" cy="547688"/>
          </a:xfrm>
          <a:prstGeom prst="rect">
            <a:avLst/>
          </a:prstGeom>
          <a:solidFill>
            <a:srgbClr val="1D4ED8"/>
          </a:solidFill>
          <a:ln w="13097">
            <a:solidFill>
              <a:srgbClr val="172B4D"/>
            </a:solidFill>
          </a:ln>
        </p:spPr>
      </p:sp>
      <p:sp>
        <p:nvSpPr>
          <p:cNvPr id="991" name="object-991">
            <a:extLst>
              <a:ext uri="{FF2B5EF4-FFF2-40B4-BE49-F238E27FC236}">
                <a16:creationId xmlns:a16="http://schemas.microsoft.com/office/drawing/2014/main" id="{AEDA4A3E-9770-4C09-9611-C6B09866A432}"/>
              </a:ext>
            </a:extLst>
          </p:cNvPr>
          <p:cNvSpPr>
            <a:spLocks noGrp="1"/>
          </p:cNvSpPr>
          <p:nvPr/>
        </p:nvSpPr>
        <p:spPr>
          <a:xfrm>
            <a:off x="7665244" y="5238750"/>
            <a:ext cx="26194" cy="547688"/>
          </a:xfrm>
          <a:prstGeom prst="rect">
            <a:avLst/>
          </a:prstGeom>
          <a:solidFill>
            <a:srgbClr val="1D4ED8"/>
          </a:solidFill>
          <a:ln w="13097">
            <a:solidFill>
              <a:srgbClr val="172B4D"/>
            </a:solidFill>
          </a:ln>
        </p:spPr>
      </p:sp>
      <p:sp>
        <p:nvSpPr>
          <p:cNvPr id="992" name="object-992">
            <a:extLst>
              <a:ext uri="{FF2B5EF4-FFF2-40B4-BE49-F238E27FC236}">
                <a16:creationId xmlns:a16="http://schemas.microsoft.com/office/drawing/2014/main" id="{0FD72DAA-D831-45DB-B0BC-7C994949F3FB}"/>
              </a:ext>
            </a:extLst>
          </p:cNvPr>
          <p:cNvSpPr>
            <a:spLocks noGrp="1"/>
          </p:cNvSpPr>
          <p:nvPr/>
        </p:nvSpPr>
        <p:spPr>
          <a:xfrm>
            <a:off x="7691438" y="5238750"/>
            <a:ext cx="26194" cy="547688"/>
          </a:xfrm>
          <a:prstGeom prst="rect">
            <a:avLst/>
          </a:prstGeom>
          <a:solidFill>
            <a:srgbClr val="1D4ED8"/>
          </a:solidFill>
          <a:ln w="13097">
            <a:solidFill>
              <a:srgbClr val="172B4D"/>
            </a:solidFill>
          </a:ln>
        </p:spPr>
      </p:sp>
      <p:sp>
        <p:nvSpPr>
          <p:cNvPr id="993" name="object-993">
            <a:extLst>
              <a:ext uri="{FF2B5EF4-FFF2-40B4-BE49-F238E27FC236}">
                <a16:creationId xmlns:a16="http://schemas.microsoft.com/office/drawing/2014/main" id="{7E9765D4-B88C-4489-9C52-170C243B3CDB}"/>
              </a:ext>
            </a:extLst>
          </p:cNvPr>
          <p:cNvSpPr>
            <a:spLocks noGrp="1"/>
          </p:cNvSpPr>
          <p:nvPr/>
        </p:nvSpPr>
        <p:spPr>
          <a:xfrm>
            <a:off x="7717631" y="5238750"/>
            <a:ext cx="26194" cy="547688"/>
          </a:xfrm>
          <a:prstGeom prst="rect">
            <a:avLst/>
          </a:prstGeom>
          <a:solidFill>
            <a:srgbClr val="1D4ED8"/>
          </a:solidFill>
          <a:ln w="13097">
            <a:solidFill>
              <a:srgbClr val="172B4D"/>
            </a:solidFill>
          </a:ln>
        </p:spPr>
      </p:sp>
      <p:sp>
        <p:nvSpPr>
          <p:cNvPr id="994" name="object-994">
            <a:extLst>
              <a:ext uri="{FF2B5EF4-FFF2-40B4-BE49-F238E27FC236}">
                <a16:creationId xmlns:a16="http://schemas.microsoft.com/office/drawing/2014/main" id="{85979338-BF0B-4801-B6A6-BAA5F8368421}"/>
              </a:ext>
            </a:extLst>
          </p:cNvPr>
          <p:cNvSpPr>
            <a:spLocks noGrp="1"/>
          </p:cNvSpPr>
          <p:nvPr/>
        </p:nvSpPr>
        <p:spPr>
          <a:xfrm>
            <a:off x="7743825" y="5238750"/>
            <a:ext cx="26194" cy="547688"/>
          </a:xfrm>
          <a:prstGeom prst="rect">
            <a:avLst/>
          </a:prstGeom>
          <a:solidFill>
            <a:srgbClr val="1D4ED8"/>
          </a:solidFill>
          <a:ln w="13097">
            <a:solidFill>
              <a:srgbClr val="172B4D"/>
            </a:solidFill>
          </a:ln>
        </p:spPr>
      </p:sp>
      <p:sp>
        <p:nvSpPr>
          <p:cNvPr id="995" name="object-995">
            <a:extLst>
              <a:ext uri="{FF2B5EF4-FFF2-40B4-BE49-F238E27FC236}">
                <a16:creationId xmlns:a16="http://schemas.microsoft.com/office/drawing/2014/main" id="{4BDA93FA-8EB5-41B4-95AF-480BA61C9015}"/>
              </a:ext>
            </a:extLst>
          </p:cNvPr>
          <p:cNvSpPr>
            <a:spLocks noGrp="1"/>
          </p:cNvSpPr>
          <p:nvPr/>
        </p:nvSpPr>
        <p:spPr>
          <a:xfrm>
            <a:off x="7770019" y="5238750"/>
            <a:ext cx="26194" cy="547688"/>
          </a:xfrm>
          <a:prstGeom prst="rect">
            <a:avLst/>
          </a:prstGeom>
          <a:solidFill>
            <a:srgbClr val="1D4ED8"/>
          </a:solidFill>
          <a:ln w="13097">
            <a:solidFill>
              <a:srgbClr val="172B4D"/>
            </a:solidFill>
          </a:ln>
        </p:spPr>
      </p:sp>
      <p:sp>
        <p:nvSpPr>
          <p:cNvPr id="996" name="object-996">
            <a:extLst>
              <a:ext uri="{FF2B5EF4-FFF2-40B4-BE49-F238E27FC236}">
                <a16:creationId xmlns:a16="http://schemas.microsoft.com/office/drawing/2014/main" id="{EADCCCCA-2DF3-4784-A5D9-CA401E35F244}"/>
              </a:ext>
            </a:extLst>
          </p:cNvPr>
          <p:cNvSpPr>
            <a:spLocks noGrp="1"/>
          </p:cNvSpPr>
          <p:nvPr/>
        </p:nvSpPr>
        <p:spPr>
          <a:xfrm>
            <a:off x="7796213" y="5238750"/>
            <a:ext cx="26194" cy="547688"/>
          </a:xfrm>
          <a:prstGeom prst="rect">
            <a:avLst/>
          </a:prstGeom>
          <a:solidFill>
            <a:srgbClr val="1D4ED8"/>
          </a:solidFill>
          <a:ln w="13097">
            <a:solidFill>
              <a:srgbClr val="172B4D"/>
            </a:solidFill>
          </a:ln>
        </p:spPr>
      </p:sp>
      <p:sp>
        <p:nvSpPr>
          <p:cNvPr id="997" name="object-997">
            <a:extLst>
              <a:ext uri="{FF2B5EF4-FFF2-40B4-BE49-F238E27FC236}">
                <a16:creationId xmlns:a16="http://schemas.microsoft.com/office/drawing/2014/main" id="{1BBB1CF1-AB99-4B38-919F-BC6642D3DA33}"/>
              </a:ext>
            </a:extLst>
          </p:cNvPr>
          <p:cNvSpPr>
            <a:spLocks noGrp="1"/>
          </p:cNvSpPr>
          <p:nvPr/>
        </p:nvSpPr>
        <p:spPr>
          <a:xfrm>
            <a:off x="7822406" y="5238750"/>
            <a:ext cx="26194" cy="547688"/>
          </a:xfrm>
          <a:prstGeom prst="rect">
            <a:avLst/>
          </a:prstGeom>
          <a:solidFill>
            <a:srgbClr val="1D4ED8"/>
          </a:solidFill>
          <a:ln w="13097">
            <a:solidFill>
              <a:srgbClr val="172B4D"/>
            </a:solidFill>
          </a:ln>
        </p:spPr>
      </p:sp>
      <p:sp>
        <p:nvSpPr>
          <p:cNvPr id="998" name="object-998">
            <a:extLst>
              <a:ext uri="{FF2B5EF4-FFF2-40B4-BE49-F238E27FC236}">
                <a16:creationId xmlns:a16="http://schemas.microsoft.com/office/drawing/2014/main" id="{CA581F39-B8E4-420A-A384-E9E17F185F11}"/>
              </a:ext>
            </a:extLst>
          </p:cNvPr>
          <p:cNvSpPr>
            <a:spLocks noGrp="1"/>
          </p:cNvSpPr>
          <p:nvPr/>
        </p:nvSpPr>
        <p:spPr>
          <a:xfrm>
            <a:off x="7848600" y="5238750"/>
            <a:ext cx="26194" cy="547688"/>
          </a:xfrm>
          <a:prstGeom prst="rect">
            <a:avLst/>
          </a:prstGeom>
          <a:solidFill>
            <a:srgbClr val="1D4ED8"/>
          </a:solidFill>
          <a:ln w="13097">
            <a:solidFill>
              <a:srgbClr val="172B4D"/>
            </a:solidFill>
          </a:ln>
        </p:spPr>
      </p:sp>
      <p:sp>
        <p:nvSpPr>
          <p:cNvPr id="999" name="object-999">
            <a:extLst>
              <a:ext uri="{FF2B5EF4-FFF2-40B4-BE49-F238E27FC236}">
                <a16:creationId xmlns:a16="http://schemas.microsoft.com/office/drawing/2014/main" id="{E89455C0-D0CE-4963-A51C-BEC5E5934EFB}"/>
              </a:ext>
            </a:extLst>
          </p:cNvPr>
          <p:cNvSpPr>
            <a:spLocks noGrp="1"/>
          </p:cNvSpPr>
          <p:nvPr/>
        </p:nvSpPr>
        <p:spPr>
          <a:xfrm>
            <a:off x="7874794" y="5238750"/>
            <a:ext cx="26194" cy="547688"/>
          </a:xfrm>
          <a:prstGeom prst="rect">
            <a:avLst/>
          </a:prstGeom>
          <a:solidFill>
            <a:srgbClr val="1D4ED8"/>
          </a:solidFill>
          <a:ln w="13097">
            <a:solidFill>
              <a:srgbClr val="172B4D"/>
            </a:solidFill>
          </a:ln>
        </p:spPr>
      </p:sp>
      <p:sp>
        <p:nvSpPr>
          <p:cNvPr id="1000" name="object-1000">
            <a:extLst>
              <a:ext uri="{FF2B5EF4-FFF2-40B4-BE49-F238E27FC236}">
                <a16:creationId xmlns:a16="http://schemas.microsoft.com/office/drawing/2014/main" id="{C65E19D6-500C-4EEE-ADA4-A6E57C1DA575}"/>
              </a:ext>
            </a:extLst>
          </p:cNvPr>
          <p:cNvSpPr>
            <a:spLocks noGrp="1"/>
          </p:cNvSpPr>
          <p:nvPr/>
        </p:nvSpPr>
        <p:spPr>
          <a:xfrm>
            <a:off x="7900988" y="5238750"/>
            <a:ext cx="26194" cy="547688"/>
          </a:xfrm>
          <a:prstGeom prst="rect">
            <a:avLst/>
          </a:prstGeom>
          <a:solidFill>
            <a:srgbClr val="1D4ED8"/>
          </a:solidFill>
          <a:ln w="13097">
            <a:solidFill>
              <a:srgbClr val="172B4D"/>
            </a:solidFill>
          </a:ln>
        </p:spPr>
      </p:sp>
      <p:sp>
        <p:nvSpPr>
          <p:cNvPr id="1001" name="object-1001">
            <a:extLst>
              <a:ext uri="{FF2B5EF4-FFF2-40B4-BE49-F238E27FC236}">
                <a16:creationId xmlns:a16="http://schemas.microsoft.com/office/drawing/2014/main" id="{4AC5580E-9F28-49B2-9793-F312631588C5}"/>
              </a:ext>
            </a:extLst>
          </p:cNvPr>
          <p:cNvSpPr>
            <a:spLocks noGrp="1"/>
          </p:cNvSpPr>
          <p:nvPr/>
        </p:nvSpPr>
        <p:spPr>
          <a:xfrm>
            <a:off x="7927181" y="5238750"/>
            <a:ext cx="26194" cy="547688"/>
          </a:xfrm>
          <a:prstGeom prst="rect">
            <a:avLst/>
          </a:prstGeom>
          <a:solidFill>
            <a:srgbClr val="1D4ED8"/>
          </a:solidFill>
          <a:ln w="13097">
            <a:solidFill>
              <a:srgbClr val="172B4D"/>
            </a:solidFill>
          </a:ln>
        </p:spPr>
      </p:sp>
      <p:sp>
        <p:nvSpPr>
          <p:cNvPr id="1002" name="object-1002">
            <a:extLst>
              <a:ext uri="{FF2B5EF4-FFF2-40B4-BE49-F238E27FC236}">
                <a16:creationId xmlns:a16="http://schemas.microsoft.com/office/drawing/2014/main" id="{4A5B3B6F-7BEF-49D6-82B0-D85FB5B14677}"/>
              </a:ext>
            </a:extLst>
          </p:cNvPr>
          <p:cNvSpPr>
            <a:spLocks noGrp="1"/>
          </p:cNvSpPr>
          <p:nvPr/>
        </p:nvSpPr>
        <p:spPr>
          <a:xfrm>
            <a:off x="7953375" y="5238750"/>
            <a:ext cx="26194" cy="547688"/>
          </a:xfrm>
          <a:prstGeom prst="rect">
            <a:avLst/>
          </a:prstGeom>
          <a:solidFill>
            <a:srgbClr val="1D4ED8"/>
          </a:solidFill>
          <a:ln w="13097">
            <a:solidFill>
              <a:srgbClr val="172B4D"/>
            </a:solidFill>
          </a:ln>
        </p:spPr>
      </p:sp>
      <p:sp>
        <p:nvSpPr>
          <p:cNvPr id="1003" name="object-1003">
            <a:extLst>
              <a:ext uri="{FF2B5EF4-FFF2-40B4-BE49-F238E27FC236}">
                <a16:creationId xmlns:a16="http://schemas.microsoft.com/office/drawing/2014/main" id="{801787F7-91D6-4316-A2B2-3A1BD4502351}"/>
              </a:ext>
            </a:extLst>
          </p:cNvPr>
          <p:cNvSpPr>
            <a:spLocks noGrp="1"/>
          </p:cNvSpPr>
          <p:nvPr/>
        </p:nvSpPr>
        <p:spPr>
          <a:xfrm>
            <a:off x="7979569" y="5238750"/>
            <a:ext cx="26194" cy="547688"/>
          </a:xfrm>
          <a:prstGeom prst="rect">
            <a:avLst/>
          </a:prstGeom>
          <a:solidFill>
            <a:srgbClr val="1D4ED8"/>
          </a:solidFill>
          <a:ln w="13097">
            <a:solidFill>
              <a:srgbClr val="172B4D"/>
            </a:solidFill>
          </a:ln>
        </p:spPr>
      </p:sp>
      <p:sp>
        <p:nvSpPr>
          <p:cNvPr id="1004" name="object-1004">
            <a:extLst>
              <a:ext uri="{FF2B5EF4-FFF2-40B4-BE49-F238E27FC236}">
                <a16:creationId xmlns:a16="http://schemas.microsoft.com/office/drawing/2014/main" id="{BCC9A25D-B059-448E-98D3-320E8F3DDA1C}"/>
              </a:ext>
            </a:extLst>
          </p:cNvPr>
          <p:cNvSpPr>
            <a:spLocks noGrp="1"/>
          </p:cNvSpPr>
          <p:nvPr/>
        </p:nvSpPr>
        <p:spPr>
          <a:xfrm>
            <a:off x="8005763" y="5238750"/>
            <a:ext cx="26194" cy="547688"/>
          </a:xfrm>
          <a:prstGeom prst="rect">
            <a:avLst/>
          </a:prstGeom>
          <a:solidFill>
            <a:srgbClr val="1D4ED8"/>
          </a:solidFill>
          <a:ln w="13097">
            <a:solidFill>
              <a:srgbClr val="172B4D"/>
            </a:solidFill>
          </a:ln>
        </p:spPr>
      </p:sp>
      <p:sp>
        <p:nvSpPr>
          <p:cNvPr id="1005" name="object-1005">
            <a:extLst>
              <a:ext uri="{FF2B5EF4-FFF2-40B4-BE49-F238E27FC236}">
                <a16:creationId xmlns:a16="http://schemas.microsoft.com/office/drawing/2014/main" id="{166B5D83-30DF-42B7-81D4-E86AD98E5CF1}"/>
              </a:ext>
            </a:extLst>
          </p:cNvPr>
          <p:cNvSpPr>
            <a:spLocks noGrp="1"/>
          </p:cNvSpPr>
          <p:nvPr/>
        </p:nvSpPr>
        <p:spPr>
          <a:xfrm>
            <a:off x="8031956" y="5238750"/>
            <a:ext cx="26194" cy="547688"/>
          </a:xfrm>
          <a:prstGeom prst="rect">
            <a:avLst/>
          </a:prstGeom>
          <a:solidFill>
            <a:srgbClr val="1D4ED8"/>
          </a:solidFill>
          <a:ln w="13097">
            <a:solidFill>
              <a:srgbClr val="172B4D"/>
            </a:solidFill>
          </a:ln>
        </p:spPr>
      </p:sp>
      <p:sp>
        <p:nvSpPr>
          <p:cNvPr id="1006" name="object-1006">
            <a:extLst>
              <a:ext uri="{FF2B5EF4-FFF2-40B4-BE49-F238E27FC236}">
                <a16:creationId xmlns:a16="http://schemas.microsoft.com/office/drawing/2014/main" id="{805AAB98-94FA-4AB9-94B6-09C752752643}"/>
              </a:ext>
            </a:extLst>
          </p:cNvPr>
          <p:cNvSpPr>
            <a:spLocks noGrp="1"/>
          </p:cNvSpPr>
          <p:nvPr/>
        </p:nvSpPr>
        <p:spPr>
          <a:xfrm>
            <a:off x="8058150" y="5238750"/>
            <a:ext cx="26194" cy="547688"/>
          </a:xfrm>
          <a:prstGeom prst="rect">
            <a:avLst/>
          </a:prstGeom>
          <a:solidFill>
            <a:srgbClr val="1D4ED8"/>
          </a:solidFill>
          <a:ln w="13097">
            <a:solidFill>
              <a:srgbClr val="172B4D"/>
            </a:solidFill>
          </a:ln>
        </p:spPr>
      </p:sp>
      <p:sp>
        <p:nvSpPr>
          <p:cNvPr id="1007" name="object-1007">
            <a:extLst>
              <a:ext uri="{FF2B5EF4-FFF2-40B4-BE49-F238E27FC236}">
                <a16:creationId xmlns:a16="http://schemas.microsoft.com/office/drawing/2014/main" id="{681FAA99-5819-4FFA-915A-74708A25FEE9}"/>
              </a:ext>
            </a:extLst>
          </p:cNvPr>
          <p:cNvSpPr>
            <a:spLocks noGrp="1"/>
          </p:cNvSpPr>
          <p:nvPr/>
        </p:nvSpPr>
        <p:spPr>
          <a:xfrm>
            <a:off x="8084344" y="5238750"/>
            <a:ext cx="26194" cy="547688"/>
          </a:xfrm>
          <a:prstGeom prst="rect">
            <a:avLst/>
          </a:prstGeom>
          <a:solidFill>
            <a:srgbClr val="1D4ED8"/>
          </a:solidFill>
          <a:ln w="13097">
            <a:solidFill>
              <a:srgbClr val="172B4D"/>
            </a:solidFill>
          </a:ln>
        </p:spPr>
      </p:sp>
      <p:sp>
        <p:nvSpPr>
          <p:cNvPr id="1008" name="object-1008">
            <a:extLst>
              <a:ext uri="{FF2B5EF4-FFF2-40B4-BE49-F238E27FC236}">
                <a16:creationId xmlns:a16="http://schemas.microsoft.com/office/drawing/2014/main" id="{34CD644B-77E7-4524-B8CA-DD790C052157}"/>
              </a:ext>
            </a:extLst>
          </p:cNvPr>
          <p:cNvSpPr>
            <a:spLocks noGrp="1"/>
          </p:cNvSpPr>
          <p:nvPr/>
        </p:nvSpPr>
        <p:spPr>
          <a:xfrm>
            <a:off x="8110538" y="5238750"/>
            <a:ext cx="26194" cy="547688"/>
          </a:xfrm>
          <a:prstGeom prst="rect">
            <a:avLst/>
          </a:prstGeom>
          <a:solidFill>
            <a:srgbClr val="1D4ED8"/>
          </a:solidFill>
          <a:ln w="13097">
            <a:solidFill>
              <a:srgbClr val="172B4D"/>
            </a:solidFill>
          </a:ln>
        </p:spPr>
      </p:sp>
      <p:sp>
        <p:nvSpPr>
          <p:cNvPr id="1009" name="object-1009">
            <a:extLst>
              <a:ext uri="{FF2B5EF4-FFF2-40B4-BE49-F238E27FC236}">
                <a16:creationId xmlns:a16="http://schemas.microsoft.com/office/drawing/2014/main" id="{D674ECE9-0233-4BDF-BB3D-BD7EA1162510}"/>
              </a:ext>
            </a:extLst>
          </p:cNvPr>
          <p:cNvSpPr>
            <a:spLocks noGrp="1"/>
          </p:cNvSpPr>
          <p:nvPr/>
        </p:nvSpPr>
        <p:spPr>
          <a:xfrm>
            <a:off x="8136731" y="5238750"/>
            <a:ext cx="26194" cy="547688"/>
          </a:xfrm>
          <a:prstGeom prst="rect">
            <a:avLst/>
          </a:prstGeom>
          <a:solidFill>
            <a:srgbClr val="1D4ED8"/>
          </a:solidFill>
          <a:ln w="13097">
            <a:solidFill>
              <a:srgbClr val="172B4D"/>
            </a:solidFill>
          </a:ln>
        </p:spPr>
      </p:sp>
      <p:sp>
        <p:nvSpPr>
          <p:cNvPr id="1010" name="object-1010">
            <a:extLst>
              <a:ext uri="{FF2B5EF4-FFF2-40B4-BE49-F238E27FC236}">
                <a16:creationId xmlns:a16="http://schemas.microsoft.com/office/drawing/2014/main" id="{8B908872-BA3B-4CFB-9CFB-DB203804EBC9}"/>
              </a:ext>
            </a:extLst>
          </p:cNvPr>
          <p:cNvSpPr>
            <a:spLocks noGrp="1"/>
          </p:cNvSpPr>
          <p:nvPr/>
        </p:nvSpPr>
        <p:spPr>
          <a:xfrm>
            <a:off x="8162925" y="5238750"/>
            <a:ext cx="26194" cy="547688"/>
          </a:xfrm>
          <a:prstGeom prst="rect">
            <a:avLst/>
          </a:prstGeom>
          <a:solidFill>
            <a:srgbClr val="1D4ED8"/>
          </a:solidFill>
          <a:ln w="13097">
            <a:solidFill>
              <a:srgbClr val="172B4D"/>
            </a:solidFill>
          </a:ln>
        </p:spPr>
      </p:sp>
      <p:sp>
        <p:nvSpPr>
          <p:cNvPr id="1011" name="object-1011">
            <a:extLst>
              <a:ext uri="{FF2B5EF4-FFF2-40B4-BE49-F238E27FC236}">
                <a16:creationId xmlns:a16="http://schemas.microsoft.com/office/drawing/2014/main" id="{88AC30FC-E984-4583-B83D-EDA444BB84E9}"/>
              </a:ext>
            </a:extLst>
          </p:cNvPr>
          <p:cNvSpPr>
            <a:spLocks noGrp="1"/>
          </p:cNvSpPr>
          <p:nvPr/>
        </p:nvSpPr>
        <p:spPr>
          <a:xfrm>
            <a:off x="8189119" y="5238750"/>
            <a:ext cx="26194" cy="547688"/>
          </a:xfrm>
          <a:prstGeom prst="rect">
            <a:avLst/>
          </a:prstGeom>
          <a:solidFill>
            <a:srgbClr val="1D4ED8"/>
          </a:solidFill>
          <a:ln w="13097">
            <a:solidFill>
              <a:srgbClr val="172B4D"/>
            </a:solidFill>
          </a:ln>
        </p:spPr>
      </p:sp>
      <p:sp>
        <p:nvSpPr>
          <p:cNvPr id="1012" name="object-1012">
            <a:extLst>
              <a:ext uri="{FF2B5EF4-FFF2-40B4-BE49-F238E27FC236}">
                <a16:creationId xmlns:a16="http://schemas.microsoft.com/office/drawing/2014/main" id="{93C26898-CF43-4EA4-83E1-29D783428D61}"/>
              </a:ext>
            </a:extLst>
          </p:cNvPr>
          <p:cNvSpPr>
            <a:spLocks noGrp="1"/>
          </p:cNvSpPr>
          <p:nvPr/>
        </p:nvSpPr>
        <p:spPr>
          <a:xfrm>
            <a:off x="8215313" y="5238750"/>
            <a:ext cx="26194" cy="547688"/>
          </a:xfrm>
          <a:prstGeom prst="rect">
            <a:avLst/>
          </a:prstGeom>
          <a:solidFill>
            <a:srgbClr val="1D4ED8"/>
          </a:solidFill>
          <a:ln w="13097">
            <a:solidFill>
              <a:srgbClr val="172B4D"/>
            </a:solidFill>
          </a:ln>
        </p:spPr>
      </p:sp>
      <p:sp>
        <p:nvSpPr>
          <p:cNvPr id="1013" name="object-1013">
            <a:extLst>
              <a:ext uri="{FF2B5EF4-FFF2-40B4-BE49-F238E27FC236}">
                <a16:creationId xmlns:a16="http://schemas.microsoft.com/office/drawing/2014/main" id="{AFFE19A5-5714-481A-9D47-B1793444B05A}"/>
              </a:ext>
            </a:extLst>
          </p:cNvPr>
          <p:cNvSpPr>
            <a:spLocks noGrp="1"/>
          </p:cNvSpPr>
          <p:nvPr/>
        </p:nvSpPr>
        <p:spPr>
          <a:xfrm>
            <a:off x="8241506" y="5238750"/>
            <a:ext cx="26194" cy="547688"/>
          </a:xfrm>
          <a:prstGeom prst="rect">
            <a:avLst/>
          </a:prstGeom>
          <a:solidFill>
            <a:srgbClr val="1D4ED8"/>
          </a:solidFill>
          <a:ln w="13097">
            <a:solidFill>
              <a:srgbClr val="172B4D"/>
            </a:solidFill>
          </a:ln>
        </p:spPr>
      </p:sp>
      <p:sp>
        <p:nvSpPr>
          <p:cNvPr id="1014" name="object-1014">
            <a:extLst>
              <a:ext uri="{FF2B5EF4-FFF2-40B4-BE49-F238E27FC236}">
                <a16:creationId xmlns:a16="http://schemas.microsoft.com/office/drawing/2014/main" id="{D363119C-35CF-4F97-9BF9-195AE4373479}"/>
              </a:ext>
            </a:extLst>
          </p:cNvPr>
          <p:cNvSpPr>
            <a:spLocks noGrp="1"/>
          </p:cNvSpPr>
          <p:nvPr/>
        </p:nvSpPr>
        <p:spPr>
          <a:xfrm>
            <a:off x="8267700" y="5238750"/>
            <a:ext cx="26194" cy="547688"/>
          </a:xfrm>
          <a:prstGeom prst="rect">
            <a:avLst/>
          </a:prstGeom>
          <a:solidFill>
            <a:srgbClr val="1D4ED8"/>
          </a:solidFill>
          <a:ln w="13097">
            <a:solidFill>
              <a:srgbClr val="172B4D"/>
            </a:solidFill>
          </a:ln>
        </p:spPr>
      </p:sp>
      <p:sp>
        <p:nvSpPr>
          <p:cNvPr id="1015" name="object-1015">
            <a:extLst>
              <a:ext uri="{FF2B5EF4-FFF2-40B4-BE49-F238E27FC236}">
                <a16:creationId xmlns:a16="http://schemas.microsoft.com/office/drawing/2014/main" id="{543A2EBB-930F-4B52-AA95-5F866F704839}"/>
              </a:ext>
            </a:extLst>
          </p:cNvPr>
          <p:cNvSpPr>
            <a:spLocks noGrp="1"/>
          </p:cNvSpPr>
          <p:nvPr/>
        </p:nvSpPr>
        <p:spPr>
          <a:xfrm>
            <a:off x="8293894" y="5238750"/>
            <a:ext cx="26194" cy="547688"/>
          </a:xfrm>
          <a:prstGeom prst="rect">
            <a:avLst/>
          </a:prstGeom>
          <a:solidFill>
            <a:srgbClr val="1D4ED8"/>
          </a:solidFill>
          <a:ln w="13097">
            <a:solidFill>
              <a:srgbClr val="172B4D"/>
            </a:solidFill>
          </a:ln>
        </p:spPr>
      </p:sp>
      <p:sp>
        <p:nvSpPr>
          <p:cNvPr id="1016" name="object-1016">
            <a:extLst>
              <a:ext uri="{FF2B5EF4-FFF2-40B4-BE49-F238E27FC236}">
                <a16:creationId xmlns:a16="http://schemas.microsoft.com/office/drawing/2014/main" id="{4B5C5A66-9D6D-4422-A506-A272189FBFCA}"/>
              </a:ext>
            </a:extLst>
          </p:cNvPr>
          <p:cNvSpPr>
            <a:spLocks noGrp="1"/>
          </p:cNvSpPr>
          <p:nvPr/>
        </p:nvSpPr>
        <p:spPr>
          <a:xfrm>
            <a:off x="8320088" y="5238750"/>
            <a:ext cx="26194" cy="547688"/>
          </a:xfrm>
          <a:prstGeom prst="rect">
            <a:avLst/>
          </a:prstGeom>
          <a:solidFill>
            <a:srgbClr val="1D4ED8"/>
          </a:solidFill>
          <a:ln w="13097">
            <a:solidFill>
              <a:srgbClr val="172B4D"/>
            </a:solidFill>
          </a:ln>
        </p:spPr>
      </p:sp>
      <p:sp>
        <p:nvSpPr>
          <p:cNvPr id="1017" name="object-1017">
            <a:extLst>
              <a:ext uri="{FF2B5EF4-FFF2-40B4-BE49-F238E27FC236}">
                <a16:creationId xmlns:a16="http://schemas.microsoft.com/office/drawing/2014/main" id="{66F26F09-6E65-4B5B-BFC6-9451ECBAF294}"/>
              </a:ext>
            </a:extLst>
          </p:cNvPr>
          <p:cNvSpPr>
            <a:spLocks noGrp="1"/>
          </p:cNvSpPr>
          <p:nvPr/>
        </p:nvSpPr>
        <p:spPr>
          <a:xfrm>
            <a:off x="8346281" y="5238750"/>
            <a:ext cx="26194" cy="547688"/>
          </a:xfrm>
          <a:prstGeom prst="rect">
            <a:avLst/>
          </a:prstGeom>
          <a:solidFill>
            <a:srgbClr val="1D4ED8"/>
          </a:solidFill>
          <a:ln w="13097">
            <a:solidFill>
              <a:srgbClr val="172B4D"/>
            </a:solidFill>
          </a:ln>
        </p:spPr>
      </p:sp>
      <p:sp>
        <p:nvSpPr>
          <p:cNvPr id="1018" name="object-1018">
            <a:extLst>
              <a:ext uri="{FF2B5EF4-FFF2-40B4-BE49-F238E27FC236}">
                <a16:creationId xmlns:a16="http://schemas.microsoft.com/office/drawing/2014/main" id="{1F2ACDBF-C402-4F7A-83D5-CEBB55920F1F}"/>
              </a:ext>
            </a:extLst>
          </p:cNvPr>
          <p:cNvSpPr>
            <a:spLocks noGrp="1"/>
          </p:cNvSpPr>
          <p:nvPr/>
        </p:nvSpPr>
        <p:spPr>
          <a:xfrm>
            <a:off x="8372475" y="5238750"/>
            <a:ext cx="26194" cy="547688"/>
          </a:xfrm>
          <a:prstGeom prst="rect">
            <a:avLst/>
          </a:prstGeom>
          <a:solidFill>
            <a:srgbClr val="1D4ED8"/>
          </a:solidFill>
          <a:ln w="13097">
            <a:solidFill>
              <a:srgbClr val="172B4D"/>
            </a:solidFill>
          </a:ln>
        </p:spPr>
      </p:sp>
      <p:sp>
        <p:nvSpPr>
          <p:cNvPr id="1019" name="object-1019">
            <a:extLst>
              <a:ext uri="{FF2B5EF4-FFF2-40B4-BE49-F238E27FC236}">
                <a16:creationId xmlns:a16="http://schemas.microsoft.com/office/drawing/2014/main" id="{EAFFD78C-1113-4F4D-9CA1-431F3EF0B2D5}"/>
              </a:ext>
            </a:extLst>
          </p:cNvPr>
          <p:cNvSpPr>
            <a:spLocks noGrp="1"/>
          </p:cNvSpPr>
          <p:nvPr/>
        </p:nvSpPr>
        <p:spPr>
          <a:xfrm>
            <a:off x="8398669" y="5238750"/>
            <a:ext cx="26194" cy="547688"/>
          </a:xfrm>
          <a:prstGeom prst="rect">
            <a:avLst/>
          </a:prstGeom>
          <a:solidFill>
            <a:srgbClr val="1D4ED8"/>
          </a:solidFill>
          <a:ln w="13097">
            <a:solidFill>
              <a:srgbClr val="172B4D"/>
            </a:solidFill>
          </a:ln>
        </p:spPr>
      </p:sp>
      <p:sp>
        <p:nvSpPr>
          <p:cNvPr id="1020" name="object-1020">
            <a:extLst>
              <a:ext uri="{FF2B5EF4-FFF2-40B4-BE49-F238E27FC236}">
                <a16:creationId xmlns:a16="http://schemas.microsoft.com/office/drawing/2014/main" id="{595F8B79-9216-4817-A1D5-63E115C478FF}"/>
              </a:ext>
            </a:extLst>
          </p:cNvPr>
          <p:cNvSpPr>
            <a:spLocks noGrp="1"/>
          </p:cNvSpPr>
          <p:nvPr/>
        </p:nvSpPr>
        <p:spPr>
          <a:xfrm>
            <a:off x="8424863" y="5238750"/>
            <a:ext cx="26194" cy="547688"/>
          </a:xfrm>
          <a:prstGeom prst="rect">
            <a:avLst/>
          </a:prstGeom>
          <a:solidFill>
            <a:srgbClr val="1D4ED8"/>
          </a:solidFill>
          <a:ln w="13097">
            <a:solidFill>
              <a:srgbClr val="172B4D"/>
            </a:solidFill>
          </a:ln>
        </p:spPr>
      </p:sp>
      <p:sp>
        <p:nvSpPr>
          <p:cNvPr id="1021" name="object-1021">
            <a:extLst>
              <a:ext uri="{FF2B5EF4-FFF2-40B4-BE49-F238E27FC236}">
                <a16:creationId xmlns:a16="http://schemas.microsoft.com/office/drawing/2014/main" id="{D2B8F6B1-162C-4F15-8FE0-F0E3448C08DB}"/>
              </a:ext>
            </a:extLst>
          </p:cNvPr>
          <p:cNvSpPr>
            <a:spLocks noGrp="1"/>
          </p:cNvSpPr>
          <p:nvPr/>
        </p:nvSpPr>
        <p:spPr>
          <a:xfrm>
            <a:off x="8451056" y="5238750"/>
            <a:ext cx="26194" cy="547688"/>
          </a:xfrm>
          <a:prstGeom prst="rect">
            <a:avLst/>
          </a:prstGeom>
          <a:solidFill>
            <a:srgbClr val="1D4ED8"/>
          </a:solidFill>
          <a:ln w="13097">
            <a:solidFill>
              <a:srgbClr val="172B4D"/>
            </a:solidFill>
          </a:ln>
        </p:spPr>
      </p:sp>
      <p:sp>
        <p:nvSpPr>
          <p:cNvPr id="1022" name="object-1022">
            <a:extLst>
              <a:ext uri="{FF2B5EF4-FFF2-40B4-BE49-F238E27FC236}">
                <a16:creationId xmlns:a16="http://schemas.microsoft.com/office/drawing/2014/main" id="{084A6EB0-14F2-4EC1-AC2E-D41EDB1E0F5D}"/>
              </a:ext>
            </a:extLst>
          </p:cNvPr>
          <p:cNvSpPr>
            <a:spLocks noGrp="1"/>
          </p:cNvSpPr>
          <p:nvPr/>
        </p:nvSpPr>
        <p:spPr>
          <a:xfrm>
            <a:off x="8477250" y="5238750"/>
            <a:ext cx="26194" cy="547688"/>
          </a:xfrm>
          <a:prstGeom prst="rect">
            <a:avLst/>
          </a:prstGeom>
          <a:solidFill>
            <a:srgbClr val="1D4ED8"/>
          </a:solidFill>
          <a:ln w="13097">
            <a:solidFill>
              <a:srgbClr val="172B4D"/>
            </a:solidFill>
          </a:ln>
        </p:spPr>
      </p:sp>
      <p:sp>
        <p:nvSpPr>
          <p:cNvPr id="1023" name="object-1023">
            <a:extLst>
              <a:ext uri="{FF2B5EF4-FFF2-40B4-BE49-F238E27FC236}">
                <a16:creationId xmlns:a16="http://schemas.microsoft.com/office/drawing/2014/main" id="{6B09DAD9-5DD0-4EBD-9AED-349632276895}"/>
              </a:ext>
            </a:extLst>
          </p:cNvPr>
          <p:cNvSpPr>
            <a:spLocks noGrp="1"/>
          </p:cNvSpPr>
          <p:nvPr/>
        </p:nvSpPr>
        <p:spPr>
          <a:xfrm>
            <a:off x="8503444" y="5238750"/>
            <a:ext cx="26194" cy="547688"/>
          </a:xfrm>
          <a:prstGeom prst="rect">
            <a:avLst/>
          </a:prstGeom>
          <a:solidFill>
            <a:srgbClr val="1D4ED8"/>
          </a:solidFill>
          <a:ln w="13097">
            <a:solidFill>
              <a:srgbClr val="172B4D"/>
            </a:solidFill>
          </a:ln>
        </p:spPr>
      </p:sp>
      <p:sp>
        <p:nvSpPr>
          <p:cNvPr id="1024" name="object-1024">
            <a:extLst>
              <a:ext uri="{FF2B5EF4-FFF2-40B4-BE49-F238E27FC236}">
                <a16:creationId xmlns:a16="http://schemas.microsoft.com/office/drawing/2014/main" id="{789256EE-74D2-438F-BB7D-C80369F39576}"/>
              </a:ext>
            </a:extLst>
          </p:cNvPr>
          <p:cNvSpPr>
            <a:spLocks noGrp="1"/>
          </p:cNvSpPr>
          <p:nvPr/>
        </p:nvSpPr>
        <p:spPr>
          <a:xfrm>
            <a:off x="8529638" y="5238750"/>
            <a:ext cx="26194" cy="547688"/>
          </a:xfrm>
          <a:prstGeom prst="rect">
            <a:avLst/>
          </a:prstGeom>
          <a:solidFill>
            <a:srgbClr val="1D4ED8"/>
          </a:solidFill>
          <a:ln w="13097">
            <a:solidFill>
              <a:srgbClr val="172B4D"/>
            </a:solidFill>
          </a:ln>
        </p:spPr>
      </p:sp>
      <p:sp>
        <p:nvSpPr>
          <p:cNvPr id="1025" name="object-1025">
            <a:extLst>
              <a:ext uri="{FF2B5EF4-FFF2-40B4-BE49-F238E27FC236}">
                <a16:creationId xmlns:a16="http://schemas.microsoft.com/office/drawing/2014/main" id="{E6FEABC0-D907-4D80-864C-2882FD3129C5}"/>
              </a:ext>
            </a:extLst>
          </p:cNvPr>
          <p:cNvSpPr>
            <a:spLocks noGrp="1"/>
          </p:cNvSpPr>
          <p:nvPr/>
        </p:nvSpPr>
        <p:spPr>
          <a:xfrm>
            <a:off x="8555831" y="5238750"/>
            <a:ext cx="26194" cy="547688"/>
          </a:xfrm>
          <a:prstGeom prst="rect">
            <a:avLst/>
          </a:prstGeom>
          <a:solidFill>
            <a:srgbClr val="1D4ED8"/>
          </a:solidFill>
          <a:ln w="13097">
            <a:solidFill>
              <a:srgbClr val="172B4D"/>
            </a:solidFill>
          </a:ln>
        </p:spPr>
      </p:sp>
      <p:sp>
        <p:nvSpPr>
          <p:cNvPr id="1026" name="object-1026">
            <a:extLst>
              <a:ext uri="{FF2B5EF4-FFF2-40B4-BE49-F238E27FC236}">
                <a16:creationId xmlns:a16="http://schemas.microsoft.com/office/drawing/2014/main" id="{20F4F816-41D1-4E2D-992B-0212FA0F4325}"/>
              </a:ext>
            </a:extLst>
          </p:cNvPr>
          <p:cNvSpPr>
            <a:spLocks noGrp="1"/>
          </p:cNvSpPr>
          <p:nvPr/>
        </p:nvSpPr>
        <p:spPr>
          <a:xfrm>
            <a:off x="8582025" y="5238750"/>
            <a:ext cx="26194" cy="547688"/>
          </a:xfrm>
          <a:prstGeom prst="rect">
            <a:avLst/>
          </a:prstGeom>
          <a:solidFill>
            <a:srgbClr val="1D4ED8"/>
          </a:solidFill>
          <a:ln w="13097">
            <a:solidFill>
              <a:srgbClr val="172B4D"/>
            </a:solidFill>
          </a:ln>
        </p:spPr>
      </p:sp>
      <p:sp>
        <p:nvSpPr>
          <p:cNvPr id="1027" name="object-1027">
            <a:extLst>
              <a:ext uri="{FF2B5EF4-FFF2-40B4-BE49-F238E27FC236}">
                <a16:creationId xmlns:a16="http://schemas.microsoft.com/office/drawing/2014/main" id="{B8A1AC17-9D78-423D-B3C3-194E03FF184C}"/>
              </a:ext>
            </a:extLst>
          </p:cNvPr>
          <p:cNvSpPr>
            <a:spLocks noGrp="1"/>
          </p:cNvSpPr>
          <p:nvPr/>
        </p:nvSpPr>
        <p:spPr>
          <a:xfrm>
            <a:off x="8608219" y="5238750"/>
            <a:ext cx="26194" cy="547688"/>
          </a:xfrm>
          <a:prstGeom prst="rect">
            <a:avLst/>
          </a:prstGeom>
          <a:solidFill>
            <a:srgbClr val="1D4ED8"/>
          </a:solidFill>
          <a:ln w="13097">
            <a:solidFill>
              <a:srgbClr val="172B4D"/>
            </a:solidFill>
          </a:ln>
        </p:spPr>
      </p:sp>
      <p:sp>
        <p:nvSpPr>
          <p:cNvPr id="1028" name="object-1028">
            <a:extLst>
              <a:ext uri="{FF2B5EF4-FFF2-40B4-BE49-F238E27FC236}">
                <a16:creationId xmlns:a16="http://schemas.microsoft.com/office/drawing/2014/main" id="{3C2BB342-6741-4093-AFA6-DFEB580DD0C0}"/>
              </a:ext>
            </a:extLst>
          </p:cNvPr>
          <p:cNvSpPr>
            <a:spLocks noGrp="1"/>
          </p:cNvSpPr>
          <p:nvPr/>
        </p:nvSpPr>
        <p:spPr>
          <a:xfrm>
            <a:off x="8634413" y="5238750"/>
            <a:ext cx="26194" cy="547688"/>
          </a:xfrm>
          <a:prstGeom prst="rect">
            <a:avLst/>
          </a:prstGeom>
          <a:solidFill>
            <a:srgbClr val="1D4ED8"/>
          </a:solidFill>
          <a:ln w="13097">
            <a:solidFill>
              <a:srgbClr val="172B4D"/>
            </a:solidFill>
          </a:ln>
        </p:spPr>
      </p:sp>
      <p:sp>
        <p:nvSpPr>
          <p:cNvPr id="1029" name="object-1029">
            <a:extLst>
              <a:ext uri="{FF2B5EF4-FFF2-40B4-BE49-F238E27FC236}">
                <a16:creationId xmlns:a16="http://schemas.microsoft.com/office/drawing/2014/main" id="{7CA70FF2-22EB-42D0-BD87-701A268ECC52}"/>
              </a:ext>
            </a:extLst>
          </p:cNvPr>
          <p:cNvSpPr>
            <a:spLocks noGrp="1"/>
          </p:cNvSpPr>
          <p:nvPr/>
        </p:nvSpPr>
        <p:spPr>
          <a:xfrm>
            <a:off x="8660606" y="5238750"/>
            <a:ext cx="26194" cy="547688"/>
          </a:xfrm>
          <a:prstGeom prst="rect">
            <a:avLst/>
          </a:prstGeom>
          <a:solidFill>
            <a:srgbClr val="1D4ED8"/>
          </a:solidFill>
          <a:ln w="13097">
            <a:solidFill>
              <a:srgbClr val="172B4D"/>
            </a:solidFill>
          </a:ln>
        </p:spPr>
      </p:sp>
      <p:sp>
        <p:nvSpPr>
          <p:cNvPr id="1030" name="object-1030">
            <a:extLst>
              <a:ext uri="{FF2B5EF4-FFF2-40B4-BE49-F238E27FC236}">
                <a16:creationId xmlns:a16="http://schemas.microsoft.com/office/drawing/2014/main" id="{61AC4AC4-AA8E-4787-BD7E-BB960CEA80CD}"/>
              </a:ext>
            </a:extLst>
          </p:cNvPr>
          <p:cNvSpPr>
            <a:spLocks noGrp="1"/>
          </p:cNvSpPr>
          <p:nvPr/>
        </p:nvSpPr>
        <p:spPr>
          <a:xfrm>
            <a:off x="8686800" y="5238750"/>
            <a:ext cx="26194" cy="547688"/>
          </a:xfrm>
          <a:prstGeom prst="rect">
            <a:avLst/>
          </a:prstGeom>
          <a:solidFill>
            <a:srgbClr val="1D4ED8"/>
          </a:solidFill>
          <a:ln w="13097">
            <a:solidFill>
              <a:srgbClr val="172B4D"/>
            </a:solidFill>
          </a:ln>
        </p:spPr>
      </p:sp>
      <p:sp>
        <p:nvSpPr>
          <p:cNvPr id="1031" name="object-1031">
            <a:extLst>
              <a:ext uri="{FF2B5EF4-FFF2-40B4-BE49-F238E27FC236}">
                <a16:creationId xmlns:a16="http://schemas.microsoft.com/office/drawing/2014/main" id="{825F664C-4EFF-4CCD-AF18-D957E6D1DB58}"/>
              </a:ext>
            </a:extLst>
          </p:cNvPr>
          <p:cNvSpPr>
            <a:spLocks noGrp="1"/>
          </p:cNvSpPr>
          <p:nvPr/>
        </p:nvSpPr>
        <p:spPr>
          <a:xfrm>
            <a:off x="8712994" y="5238750"/>
            <a:ext cx="26194" cy="547688"/>
          </a:xfrm>
          <a:prstGeom prst="rect">
            <a:avLst/>
          </a:prstGeom>
          <a:solidFill>
            <a:srgbClr val="1D4ED8"/>
          </a:solidFill>
          <a:ln w="13097">
            <a:solidFill>
              <a:srgbClr val="172B4D"/>
            </a:solidFill>
          </a:ln>
        </p:spPr>
      </p:sp>
      <p:sp>
        <p:nvSpPr>
          <p:cNvPr id="1032" name="object-1032">
            <a:extLst>
              <a:ext uri="{FF2B5EF4-FFF2-40B4-BE49-F238E27FC236}">
                <a16:creationId xmlns:a16="http://schemas.microsoft.com/office/drawing/2014/main" id="{5EE0D3A2-170A-446A-B4AD-E3365A2D8C99}"/>
              </a:ext>
            </a:extLst>
          </p:cNvPr>
          <p:cNvSpPr>
            <a:spLocks noGrp="1"/>
          </p:cNvSpPr>
          <p:nvPr/>
        </p:nvSpPr>
        <p:spPr>
          <a:xfrm>
            <a:off x="8739188" y="5238750"/>
            <a:ext cx="26194" cy="547688"/>
          </a:xfrm>
          <a:prstGeom prst="rect">
            <a:avLst/>
          </a:prstGeom>
          <a:solidFill>
            <a:srgbClr val="1D4ED8"/>
          </a:solidFill>
          <a:ln w="13097">
            <a:solidFill>
              <a:srgbClr val="172B4D"/>
            </a:solidFill>
          </a:ln>
        </p:spPr>
      </p:sp>
      <p:sp>
        <p:nvSpPr>
          <p:cNvPr id="1033" name="object-1033">
            <a:extLst>
              <a:ext uri="{FF2B5EF4-FFF2-40B4-BE49-F238E27FC236}">
                <a16:creationId xmlns:a16="http://schemas.microsoft.com/office/drawing/2014/main" id="{9AF07988-43DB-466F-8D21-B987148FC893}"/>
              </a:ext>
            </a:extLst>
          </p:cNvPr>
          <p:cNvSpPr>
            <a:spLocks noGrp="1"/>
          </p:cNvSpPr>
          <p:nvPr/>
        </p:nvSpPr>
        <p:spPr>
          <a:xfrm>
            <a:off x="8765381" y="5238750"/>
            <a:ext cx="26194" cy="547688"/>
          </a:xfrm>
          <a:prstGeom prst="rect">
            <a:avLst/>
          </a:prstGeom>
          <a:solidFill>
            <a:srgbClr val="1D4ED8"/>
          </a:solidFill>
          <a:ln w="13097">
            <a:solidFill>
              <a:srgbClr val="172B4D"/>
            </a:solidFill>
          </a:ln>
        </p:spPr>
      </p:sp>
      <p:sp>
        <p:nvSpPr>
          <p:cNvPr id="1034" name="object-1034">
            <a:extLst>
              <a:ext uri="{FF2B5EF4-FFF2-40B4-BE49-F238E27FC236}">
                <a16:creationId xmlns:a16="http://schemas.microsoft.com/office/drawing/2014/main" id="{45E59F48-06CC-4928-86D5-7317CF41462E}"/>
              </a:ext>
            </a:extLst>
          </p:cNvPr>
          <p:cNvSpPr>
            <a:spLocks noGrp="1"/>
          </p:cNvSpPr>
          <p:nvPr/>
        </p:nvSpPr>
        <p:spPr>
          <a:xfrm>
            <a:off x="8791575" y="5238750"/>
            <a:ext cx="26194" cy="547688"/>
          </a:xfrm>
          <a:prstGeom prst="rect">
            <a:avLst/>
          </a:prstGeom>
          <a:solidFill>
            <a:srgbClr val="1D4ED8"/>
          </a:solidFill>
          <a:ln w="13097">
            <a:solidFill>
              <a:srgbClr val="172B4D"/>
            </a:solidFill>
          </a:ln>
        </p:spPr>
      </p:sp>
      <p:sp>
        <p:nvSpPr>
          <p:cNvPr id="1035" name="object-1035">
            <a:extLst>
              <a:ext uri="{FF2B5EF4-FFF2-40B4-BE49-F238E27FC236}">
                <a16:creationId xmlns:a16="http://schemas.microsoft.com/office/drawing/2014/main" id="{0C2E45A4-3766-49BA-BAAB-833785E98937}"/>
              </a:ext>
            </a:extLst>
          </p:cNvPr>
          <p:cNvSpPr>
            <a:spLocks noGrp="1"/>
          </p:cNvSpPr>
          <p:nvPr/>
        </p:nvSpPr>
        <p:spPr>
          <a:xfrm>
            <a:off x="8817769" y="5238750"/>
            <a:ext cx="26194" cy="547688"/>
          </a:xfrm>
          <a:prstGeom prst="rect">
            <a:avLst/>
          </a:prstGeom>
          <a:solidFill>
            <a:srgbClr val="1D4ED8"/>
          </a:solidFill>
          <a:ln w="13097">
            <a:solidFill>
              <a:srgbClr val="172B4D"/>
            </a:solidFill>
          </a:ln>
        </p:spPr>
      </p:sp>
      <p:sp>
        <p:nvSpPr>
          <p:cNvPr id="1036" name="object-1036">
            <a:extLst>
              <a:ext uri="{FF2B5EF4-FFF2-40B4-BE49-F238E27FC236}">
                <a16:creationId xmlns:a16="http://schemas.microsoft.com/office/drawing/2014/main" id="{FC7EC433-BA43-4976-8128-326450755072}"/>
              </a:ext>
            </a:extLst>
          </p:cNvPr>
          <p:cNvSpPr>
            <a:spLocks noGrp="1"/>
          </p:cNvSpPr>
          <p:nvPr/>
        </p:nvSpPr>
        <p:spPr>
          <a:xfrm>
            <a:off x="8843963" y="5238750"/>
            <a:ext cx="26194" cy="547688"/>
          </a:xfrm>
          <a:prstGeom prst="rect">
            <a:avLst/>
          </a:prstGeom>
          <a:solidFill>
            <a:srgbClr val="1D4ED8"/>
          </a:solidFill>
          <a:ln w="13097">
            <a:solidFill>
              <a:srgbClr val="172B4D"/>
            </a:solidFill>
          </a:ln>
        </p:spPr>
      </p:sp>
      <p:sp>
        <p:nvSpPr>
          <p:cNvPr id="1037" name="object-1037">
            <a:extLst>
              <a:ext uri="{FF2B5EF4-FFF2-40B4-BE49-F238E27FC236}">
                <a16:creationId xmlns:a16="http://schemas.microsoft.com/office/drawing/2014/main" id="{ED7F43C9-4CA0-4612-9FAD-2821BC3AE497}"/>
              </a:ext>
            </a:extLst>
          </p:cNvPr>
          <p:cNvSpPr>
            <a:spLocks noGrp="1"/>
          </p:cNvSpPr>
          <p:nvPr/>
        </p:nvSpPr>
        <p:spPr>
          <a:xfrm>
            <a:off x="8870156" y="5238750"/>
            <a:ext cx="26194" cy="547688"/>
          </a:xfrm>
          <a:prstGeom prst="rect">
            <a:avLst/>
          </a:prstGeom>
          <a:solidFill>
            <a:srgbClr val="1D4ED8"/>
          </a:solidFill>
          <a:ln w="13097">
            <a:solidFill>
              <a:srgbClr val="172B4D"/>
            </a:solidFill>
          </a:ln>
        </p:spPr>
      </p:sp>
      <p:sp>
        <p:nvSpPr>
          <p:cNvPr id="1038" name="object-1038">
            <a:extLst>
              <a:ext uri="{FF2B5EF4-FFF2-40B4-BE49-F238E27FC236}">
                <a16:creationId xmlns:a16="http://schemas.microsoft.com/office/drawing/2014/main" id="{CDC41100-8A96-4E4B-A99F-B19B302B5E7B}"/>
              </a:ext>
            </a:extLst>
          </p:cNvPr>
          <p:cNvSpPr>
            <a:spLocks noGrp="1"/>
          </p:cNvSpPr>
          <p:nvPr/>
        </p:nvSpPr>
        <p:spPr>
          <a:xfrm>
            <a:off x="8896350" y="5238750"/>
            <a:ext cx="26194" cy="547688"/>
          </a:xfrm>
          <a:prstGeom prst="rect">
            <a:avLst/>
          </a:prstGeom>
          <a:solidFill>
            <a:srgbClr val="1D4ED8"/>
          </a:solidFill>
          <a:ln w="13097">
            <a:solidFill>
              <a:srgbClr val="172B4D"/>
            </a:solidFill>
          </a:ln>
        </p:spPr>
      </p:sp>
      <p:sp>
        <p:nvSpPr>
          <p:cNvPr id="1039" name="object-1039">
            <a:extLst>
              <a:ext uri="{FF2B5EF4-FFF2-40B4-BE49-F238E27FC236}">
                <a16:creationId xmlns:a16="http://schemas.microsoft.com/office/drawing/2014/main" id="{29883C74-AA8F-47A4-933C-F4B8DAFA55EF}"/>
              </a:ext>
            </a:extLst>
          </p:cNvPr>
          <p:cNvSpPr>
            <a:spLocks noGrp="1"/>
          </p:cNvSpPr>
          <p:nvPr/>
        </p:nvSpPr>
        <p:spPr>
          <a:xfrm>
            <a:off x="8922544" y="5238750"/>
            <a:ext cx="26194" cy="547688"/>
          </a:xfrm>
          <a:prstGeom prst="rect">
            <a:avLst/>
          </a:prstGeom>
          <a:solidFill>
            <a:srgbClr val="1D4ED8"/>
          </a:solidFill>
          <a:ln w="13097">
            <a:solidFill>
              <a:srgbClr val="172B4D"/>
            </a:solidFill>
          </a:ln>
        </p:spPr>
      </p:sp>
      <p:sp>
        <p:nvSpPr>
          <p:cNvPr id="1040" name="object-1040">
            <a:extLst>
              <a:ext uri="{FF2B5EF4-FFF2-40B4-BE49-F238E27FC236}">
                <a16:creationId xmlns:a16="http://schemas.microsoft.com/office/drawing/2014/main" id="{D3016327-A83C-495B-AFD4-40910DC57974}"/>
              </a:ext>
            </a:extLst>
          </p:cNvPr>
          <p:cNvSpPr>
            <a:spLocks noGrp="1"/>
          </p:cNvSpPr>
          <p:nvPr/>
        </p:nvSpPr>
        <p:spPr>
          <a:xfrm>
            <a:off x="8948738" y="5238750"/>
            <a:ext cx="26194" cy="547688"/>
          </a:xfrm>
          <a:prstGeom prst="rect">
            <a:avLst/>
          </a:prstGeom>
          <a:solidFill>
            <a:srgbClr val="1D4ED8"/>
          </a:solidFill>
          <a:ln w="13097">
            <a:solidFill>
              <a:srgbClr val="172B4D"/>
            </a:solidFill>
          </a:ln>
        </p:spPr>
      </p:sp>
      <p:sp>
        <p:nvSpPr>
          <p:cNvPr id="1041" name="object-1041">
            <a:extLst>
              <a:ext uri="{FF2B5EF4-FFF2-40B4-BE49-F238E27FC236}">
                <a16:creationId xmlns:a16="http://schemas.microsoft.com/office/drawing/2014/main" id="{0D8875FA-86D6-4F2F-A8FE-9657684E8013}"/>
              </a:ext>
            </a:extLst>
          </p:cNvPr>
          <p:cNvSpPr>
            <a:spLocks noGrp="1"/>
          </p:cNvSpPr>
          <p:nvPr/>
        </p:nvSpPr>
        <p:spPr>
          <a:xfrm>
            <a:off x="8974931" y="5238750"/>
            <a:ext cx="26194" cy="547688"/>
          </a:xfrm>
          <a:prstGeom prst="rect">
            <a:avLst/>
          </a:prstGeom>
          <a:solidFill>
            <a:srgbClr val="1D4ED8"/>
          </a:solidFill>
          <a:ln w="13097">
            <a:solidFill>
              <a:srgbClr val="172B4D"/>
            </a:solidFill>
          </a:ln>
        </p:spPr>
      </p:sp>
      <p:sp>
        <p:nvSpPr>
          <p:cNvPr id="1042" name="object-1042">
            <a:extLst>
              <a:ext uri="{FF2B5EF4-FFF2-40B4-BE49-F238E27FC236}">
                <a16:creationId xmlns:a16="http://schemas.microsoft.com/office/drawing/2014/main" id="{B0CAAC1E-B5D2-467F-8ECF-90B87D983A44}"/>
              </a:ext>
            </a:extLst>
          </p:cNvPr>
          <p:cNvSpPr>
            <a:spLocks noGrp="1"/>
          </p:cNvSpPr>
          <p:nvPr/>
        </p:nvSpPr>
        <p:spPr>
          <a:xfrm>
            <a:off x="9001125" y="5238750"/>
            <a:ext cx="26194" cy="547688"/>
          </a:xfrm>
          <a:prstGeom prst="rect">
            <a:avLst/>
          </a:prstGeom>
          <a:solidFill>
            <a:srgbClr val="1D4ED8"/>
          </a:solidFill>
          <a:ln w="13097">
            <a:solidFill>
              <a:srgbClr val="172B4D"/>
            </a:solidFill>
          </a:ln>
        </p:spPr>
      </p:sp>
      <p:sp>
        <p:nvSpPr>
          <p:cNvPr id="1043" name="object-1043">
            <a:extLst>
              <a:ext uri="{FF2B5EF4-FFF2-40B4-BE49-F238E27FC236}">
                <a16:creationId xmlns:a16="http://schemas.microsoft.com/office/drawing/2014/main" id="{EF1DC273-80AB-4875-90CE-59B71BFD5A30}"/>
              </a:ext>
            </a:extLst>
          </p:cNvPr>
          <p:cNvSpPr>
            <a:spLocks noGrp="1"/>
          </p:cNvSpPr>
          <p:nvPr/>
        </p:nvSpPr>
        <p:spPr>
          <a:xfrm>
            <a:off x="9027319" y="5238750"/>
            <a:ext cx="26194" cy="547688"/>
          </a:xfrm>
          <a:prstGeom prst="rect">
            <a:avLst/>
          </a:prstGeom>
          <a:solidFill>
            <a:srgbClr val="1D4ED8"/>
          </a:solidFill>
          <a:ln w="13097">
            <a:solidFill>
              <a:srgbClr val="172B4D"/>
            </a:solidFill>
          </a:ln>
        </p:spPr>
      </p:sp>
      <p:sp>
        <p:nvSpPr>
          <p:cNvPr id="1044" name="object-1044">
            <a:extLst>
              <a:ext uri="{FF2B5EF4-FFF2-40B4-BE49-F238E27FC236}">
                <a16:creationId xmlns:a16="http://schemas.microsoft.com/office/drawing/2014/main" id="{43C26B7C-BFF0-42BE-9391-5DF3CCDE2738}"/>
              </a:ext>
            </a:extLst>
          </p:cNvPr>
          <p:cNvSpPr>
            <a:spLocks noGrp="1"/>
          </p:cNvSpPr>
          <p:nvPr/>
        </p:nvSpPr>
        <p:spPr>
          <a:xfrm>
            <a:off x="9053513" y="5238750"/>
            <a:ext cx="26194" cy="547688"/>
          </a:xfrm>
          <a:prstGeom prst="rect">
            <a:avLst/>
          </a:prstGeom>
          <a:solidFill>
            <a:srgbClr val="1D4ED8"/>
          </a:solidFill>
          <a:ln w="13097">
            <a:solidFill>
              <a:srgbClr val="172B4D"/>
            </a:solidFill>
          </a:ln>
        </p:spPr>
      </p:sp>
      <p:sp>
        <p:nvSpPr>
          <p:cNvPr id="1045" name="object-1045">
            <a:extLst>
              <a:ext uri="{FF2B5EF4-FFF2-40B4-BE49-F238E27FC236}">
                <a16:creationId xmlns:a16="http://schemas.microsoft.com/office/drawing/2014/main" id="{B030ABE5-A634-41C3-9656-31FDB07432F3}"/>
              </a:ext>
            </a:extLst>
          </p:cNvPr>
          <p:cNvSpPr>
            <a:spLocks noGrp="1"/>
          </p:cNvSpPr>
          <p:nvPr/>
        </p:nvSpPr>
        <p:spPr>
          <a:xfrm>
            <a:off x="9079706" y="5238750"/>
            <a:ext cx="26194" cy="547688"/>
          </a:xfrm>
          <a:prstGeom prst="rect">
            <a:avLst/>
          </a:prstGeom>
          <a:solidFill>
            <a:srgbClr val="1D4ED8"/>
          </a:solidFill>
          <a:ln w="13097">
            <a:solidFill>
              <a:srgbClr val="172B4D"/>
            </a:solidFill>
          </a:ln>
        </p:spPr>
      </p:sp>
      <p:sp>
        <p:nvSpPr>
          <p:cNvPr id="1046" name="object-1046">
            <a:extLst>
              <a:ext uri="{FF2B5EF4-FFF2-40B4-BE49-F238E27FC236}">
                <a16:creationId xmlns:a16="http://schemas.microsoft.com/office/drawing/2014/main" id="{DF0A276C-1FD5-416A-9105-444219537734}"/>
              </a:ext>
            </a:extLst>
          </p:cNvPr>
          <p:cNvSpPr>
            <a:spLocks noGrp="1"/>
          </p:cNvSpPr>
          <p:nvPr/>
        </p:nvSpPr>
        <p:spPr>
          <a:xfrm>
            <a:off x="9105900" y="5238750"/>
            <a:ext cx="26194" cy="547688"/>
          </a:xfrm>
          <a:prstGeom prst="rect">
            <a:avLst/>
          </a:prstGeom>
          <a:solidFill>
            <a:srgbClr val="1D4ED8"/>
          </a:solidFill>
          <a:ln w="13097">
            <a:solidFill>
              <a:srgbClr val="172B4D"/>
            </a:solidFill>
          </a:ln>
        </p:spPr>
      </p:sp>
      <p:sp>
        <p:nvSpPr>
          <p:cNvPr id="1047" name="object-1047">
            <a:extLst>
              <a:ext uri="{FF2B5EF4-FFF2-40B4-BE49-F238E27FC236}">
                <a16:creationId xmlns:a16="http://schemas.microsoft.com/office/drawing/2014/main" id="{57CB76C8-D3CA-41FE-8055-EDB367B5D26E}"/>
              </a:ext>
            </a:extLst>
          </p:cNvPr>
          <p:cNvSpPr>
            <a:spLocks noGrp="1"/>
          </p:cNvSpPr>
          <p:nvPr/>
        </p:nvSpPr>
        <p:spPr>
          <a:xfrm>
            <a:off x="9132094" y="5238750"/>
            <a:ext cx="26194" cy="547688"/>
          </a:xfrm>
          <a:prstGeom prst="rect">
            <a:avLst/>
          </a:prstGeom>
          <a:solidFill>
            <a:srgbClr val="1D4ED8"/>
          </a:solidFill>
          <a:ln w="13097">
            <a:solidFill>
              <a:srgbClr val="172B4D"/>
            </a:solidFill>
          </a:ln>
        </p:spPr>
      </p:sp>
      <p:sp>
        <p:nvSpPr>
          <p:cNvPr id="1048" name="object-1048">
            <a:extLst>
              <a:ext uri="{FF2B5EF4-FFF2-40B4-BE49-F238E27FC236}">
                <a16:creationId xmlns:a16="http://schemas.microsoft.com/office/drawing/2014/main" id="{9C6D1AE3-C314-48D4-B954-8A50DE0539E0}"/>
              </a:ext>
            </a:extLst>
          </p:cNvPr>
          <p:cNvSpPr>
            <a:spLocks noGrp="1"/>
          </p:cNvSpPr>
          <p:nvPr/>
        </p:nvSpPr>
        <p:spPr>
          <a:xfrm>
            <a:off x="9158288" y="5238750"/>
            <a:ext cx="26194" cy="547688"/>
          </a:xfrm>
          <a:prstGeom prst="rect">
            <a:avLst/>
          </a:prstGeom>
          <a:solidFill>
            <a:srgbClr val="1D4ED8"/>
          </a:solidFill>
          <a:ln w="13097">
            <a:solidFill>
              <a:srgbClr val="172B4D"/>
            </a:solidFill>
          </a:ln>
        </p:spPr>
      </p:sp>
      <p:sp>
        <p:nvSpPr>
          <p:cNvPr id="1049" name="object-1049">
            <a:extLst>
              <a:ext uri="{FF2B5EF4-FFF2-40B4-BE49-F238E27FC236}">
                <a16:creationId xmlns:a16="http://schemas.microsoft.com/office/drawing/2014/main" id="{723541A2-2024-4218-99E7-12E2ABBCE156}"/>
              </a:ext>
            </a:extLst>
          </p:cNvPr>
          <p:cNvSpPr>
            <a:spLocks noGrp="1"/>
          </p:cNvSpPr>
          <p:nvPr/>
        </p:nvSpPr>
        <p:spPr>
          <a:xfrm>
            <a:off x="9184481" y="5238750"/>
            <a:ext cx="26194" cy="547688"/>
          </a:xfrm>
          <a:prstGeom prst="rect">
            <a:avLst/>
          </a:prstGeom>
          <a:solidFill>
            <a:srgbClr val="1D4ED8"/>
          </a:solidFill>
          <a:ln w="13097">
            <a:solidFill>
              <a:srgbClr val="172B4D"/>
            </a:solidFill>
          </a:ln>
        </p:spPr>
      </p:sp>
      <p:sp>
        <p:nvSpPr>
          <p:cNvPr id="1050" name="object-1050">
            <a:extLst>
              <a:ext uri="{FF2B5EF4-FFF2-40B4-BE49-F238E27FC236}">
                <a16:creationId xmlns:a16="http://schemas.microsoft.com/office/drawing/2014/main" id="{5A1E3772-F6DB-4562-B372-5BAE74F60BB4}"/>
              </a:ext>
            </a:extLst>
          </p:cNvPr>
          <p:cNvSpPr>
            <a:spLocks noGrp="1"/>
          </p:cNvSpPr>
          <p:nvPr/>
        </p:nvSpPr>
        <p:spPr>
          <a:xfrm>
            <a:off x="9210675" y="5238750"/>
            <a:ext cx="26194" cy="547688"/>
          </a:xfrm>
          <a:prstGeom prst="rect">
            <a:avLst/>
          </a:prstGeom>
          <a:solidFill>
            <a:srgbClr val="1D4ED8"/>
          </a:solidFill>
          <a:ln w="13097">
            <a:solidFill>
              <a:srgbClr val="172B4D"/>
            </a:solidFill>
          </a:ln>
        </p:spPr>
      </p:sp>
      <p:sp>
        <p:nvSpPr>
          <p:cNvPr id="1051" name="object-1051">
            <a:extLst>
              <a:ext uri="{FF2B5EF4-FFF2-40B4-BE49-F238E27FC236}">
                <a16:creationId xmlns:a16="http://schemas.microsoft.com/office/drawing/2014/main" id="{D87E8454-9EC4-4EAB-95B4-919EB5763946}"/>
              </a:ext>
            </a:extLst>
          </p:cNvPr>
          <p:cNvSpPr>
            <a:spLocks noGrp="1"/>
          </p:cNvSpPr>
          <p:nvPr/>
        </p:nvSpPr>
        <p:spPr>
          <a:xfrm>
            <a:off x="9236869" y="5238750"/>
            <a:ext cx="26194" cy="547688"/>
          </a:xfrm>
          <a:prstGeom prst="rect">
            <a:avLst/>
          </a:prstGeom>
          <a:solidFill>
            <a:srgbClr val="1D4ED8"/>
          </a:solidFill>
          <a:ln w="13097">
            <a:solidFill>
              <a:srgbClr val="172B4D"/>
            </a:solidFill>
          </a:ln>
        </p:spPr>
      </p:sp>
      <p:sp>
        <p:nvSpPr>
          <p:cNvPr id="1052" name="object-1052">
            <a:extLst>
              <a:ext uri="{FF2B5EF4-FFF2-40B4-BE49-F238E27FC236}">
                <a16:creationId xmlns:a16="http://schemas.microsoft.com/office/drawing/2014/main" id="{D3458636-CAE6-46C1-ACEE-E485138E6630}"/>
              </a:ext>
            </a:extLst>
          </p:cNvPr>
          <p:cNvSpPr>
            <a:spLocks noGrp="1"/>
          </p:cNvSpPr>
          <p:nvPr/>
        </p:nvSpPr>
        <p:spPr>
          <a:xfrm>
            <a:off x="9263063" y="5238750"/>
            <a:ext cx="26194" cy="547688"/>
          </a:xfrm>
          <a:prstGeom prst="rect">
            <a:avLst/>
          </a:prstGeom>
          <a:solidFill>
            <a:srgbClr val="1D4ED8"/>
          </a:solidFill>
          <a:ln w="13097">
            <a:solidFill>
              <a:srgbClr val="172B4D"/>
            </a:solidFill>
          </a:ln>
        </p:spPr>
      </p:sp>
      <p:sp>
        <p:nvSpPr>
          <p:cNvPr id="1053" name="object-1053">
            <a:extLst>
              <a:ext uri="{FF2B5EF4-FFF2-40B4-BE49-F238E27FC236}">
                <a16:creationId xmlns:a16="http://schemas.microsoft.com/office/drawing/2014/main" id="{1D4B1574-4F34-48D2-84A1-8EA6AC57F411}"/>
              </a:ext>
            </a:extLst>
          </p:cNvPr>
          <p:cNvSpPr>
            <a:spLocks noGrp="1"/>
          </p:cNvSpPr>
          <p:nvPr/>
        </p:nvSpPr>
        <p:spPr>
          <a:xfrm>
            <a:off x="9289256" y="5238750"/>
            <a:ext cx="26194" cy="547688"/>
          </a:xfrm>
          <a:prstGeom prst="rect">
            <a:avLst/>
          </a:prstGeom>
          <a:solidFill>
            <a:srgbClr val="1D4ED8"/>
          </a:solidFill>
          <a:ln w="13097">
            <a:solidFill>
              <a:srgbClr val="172B4D"/>
            </a:solidFill>
          </a:ln>
        </p:spPr>
      </p:sp>
      <p:sp>
        <p:nvSpPr>
          <p:cNvPr id="1054" name="object-1054">
            <a:extLst>
              <a:ext uri="{FF2B5EF4-FFF2-40B4-BE49-F238E27FC236}">
                <a16:creationId xmlns:a16="http://schemas.microsoft.com/office/drawing/2014/main" id="{C3A5409B-49C3-4936-8E47-FDFCFBCAD6DA}"/>
              </a:ext>
            </a:extLst>
          </p:cNvPr>
          <p:cNvSpPr>
            <a:spLocks noGrp="1"/>
          </p:cNvSpPr>
          <p:nvPr/>
        </p:nvSpPr>
        <p:spPr>
          <a:xfrm>
            <a:off x="9315450" y="5238750"/>
            <a:ext cx="26194" cy="547688"/>
          </a:xfrm>
          <a:prstGeom prst="rect">
            <a:avLst/>
          </a:prstGeom>
          <a:solidFill>
            <a:srgbClr val="1D4ED8"/>
          </a:solidFill>
          <a:ln w="13097">
            <a:solidFill>
              <a:srgbClr val="172B4D"/>
            </a:solidFill>
          </a:ln>
        </p:spPr>
      </p:sp>
      <p:sp>
        <p:nvSpPr>
          <p:cNvPr id="1055" name="object-1055">
            <a:extLst>
              <a:ext uri="{FF2B5EF4-FFF2-40B4-BE49-F238E27FC236}">
                <a16:creationId xmlns:a16="http://schemas.microsoft.com/office/drawing/2014/main" id="{6E6DD469-7CC4-40E1-BB1C-A8BA3323B0AC}"/>
              </a:ext>
            </a:extLst>
          </p:cNvPr>
          <p:cNvSpPr>
            <a:spLocks noGrp="1"/>
          </p:cNvSpPr>
          <p:nvPr/>
        </p:nvSpPr>
        <p:spPr>
          <a:xfrm>
            <a:off x="9341644" y="5238750"/>
            <a:ext cx="26194" cy="547688"/>
          </a:xfrm>
          <a:prstGeom prst="rect">
            <a:avLst/>
          </a:prstGeom>
          <a:solidFill>
            <a:srgbClr val="1D4ED8"/>
          </a:solidFill>
          <a:ln w="13097">
            <a:solidFill>
              <a:srgbClr val="172B4D"/>
            </a:solidFill>
          </a:ln>
        </p:spPr>
      </p:sp>
      <p:sp>
        <p:nvSpPr>
          <p:cNvPr id="1056" name="object-1056">
            <a:extLst>
              <a:ext uri="{FF2B5EF4-FFF2-40B4-BE49-F238E27FC236}">
                <a16:creationId xmlns:a16="http://schemas.microsoft.com/office/drawing/2014/main" id="{5F5730E7-6484-4406-84E3-C70D0349E12C}"/>
              </a:ext>
            </a:extLst>
          </p:cNvPr>
          <p:cNvSpPr>
            <a:spLocks noGrp="1"/>
          </p:cNvSpPr>
          <p:nvPr/>
        </p:nvSpPr>
        <p:spPr>
          <a:xfrm>
            <a:off x="9367838" y="5238750"/>
            <a:ext cx="26194" cy="547688"/>
          </a:xfrm>
          <a:prstGeom prst="rect">
            <a:avLst/>
          </a:prstGeom>
          <a:solidFill>
            <a:srgbClr val="1D4ED8"/>
          </a:solidFill>
          <a:ln w="13097">
            <a:solidFill>
              <a:srgbClr val="172B4D"/>
            </a:solidFill>
          </a:ln>
        </p:spPr>
      </p:sp>
      <p:sp>
        <p:nvSpPr>
          <p:cNvPr id="1057" name="object-1057">
            <a:extLst>
              <a:ext uri="{FF2B5EF4-FFF2-40B4-BE49-F238E27FC236}">
                <a16:creationId xmlns:a16="http://schemas.microsoft.com/office/drawing/2014/main" id="{3B585C91-911B-480F-94AA-ECD985EA50AE}"/>
              </a:ext>
            </a:extLst>
          </p:cNvPr>
          <p:cNvSpPr>
            <a:spLocks noGrp="1"/>
          </p:cNvSpPr>
          <p:nvPr/>
        </p:nvSpPr>
        <p:spPr>
          <a:xfrm>
            <a:off x="9394031" y="5238750"/>
            <a:ext cx="26194" cy="547688"/>
          </a:xfrm>
          <a:prstGeom prst="rect">
            <a:avLst/>
          </a:prstGeom>
          <a:solidFill>
            <a:srgbClr val="1D4ED8"/>
          </a:solidFill>
          <a:ln w="13097">
            <a:solidFill>
              <a:srgbClr val="172B4D"/>
            </a:solidFill>
          </a:ln>
        </p:spPr>
      </p:sp>
      <p:sp>
        <p:nvSpPr>
          <p:cNvPr id="1058" name="object-1058">
            <a:extLst>
              <a:ext uri="{FF2B5EF4-FFF2-40B4-BE49-F238E27FC236}">
                <a16:creationId xmlns:a16="http://schemas.microsoft.com/office/drawing/2014/main" id="{EAC9DF5B-408A-4932-B264-B0FC2282BA27}"/>
              </a:ext>
            </a:extLst>
          </p:cNvPr>
          <p:cNvSpPr>
            <a:spLocks noGrp="1"/>
          </p:cNvSpPr>
          <p:nvPr/>
        </p:nvSpPr>
        <p:spPr>
          <a:xfrm>
            <a:off x="9420225" y="5238750"/>
            <a:ext cx="26194" cy="547688"/>
          </a:xfrm>
          <a:prstGeom prst="rect">
            <a:avLst/>
          </a:prstGeom>
          <a:solidFill>
            <a:srgbClr val="1D4ED8"/>
          </a:solidFill>
          <a:ln w="13097">
            <a:solidFill>
              <a:srgbClr val="172B4D"/>
            </a:solidFill>
          </a:ln>
        </p:spPr>
      </p:sp>
      <p:sp>
        <p:nvSpPr>
          <p:cNvPr id="1059" name="object-1059">
            <a:extLst>
              <a:ext uri="{FF2B5EF4-FFF2-40B4-BE49-F238E27FC236}">
                <a16:creationId xmlns:a16="http://schemas.microsoft.com/office/drawing/2014/main" id="{52D76651-66AE-4D7B-A554-17614BDAC678}"/>
              </a:ext>
            </a:extLst>
          </p:cNvPr>
          <p:cNvSpPr>
            <a:spLocks noGrp="1"/>
          </p:cNvSpPr>
          <p:nvPr/>
        </p:nvSpPr>
        <p:spPr>
          <a:xfrm>
            <a:off x="9446419" y="5238750"/>
            <a:ext cx="26194" cy="547688"/>
          </a:xfrm>
          <a:prstGeom prst="rect">
            <a:avLst/>
          </a:prstGeom>
          <a:solidFill>
            <a:srgbClr val="1D4ED8"/>
          </a:solidFill>
          <a:ln w="13097">
            <a:solidFill>
              <a:srgbClr val="172B4D"/>
            </a:solidFill>
          </a:ln>
        </p:spPr>
      </p:sp>
      <p:sp>
        <p:nvSpPr>
          <p:cNvPr id="1060" name="object-1060">
            <a:extLst>
              <a:ext uri="{FF2B5EF4-FFF2-40B4-BE49-F238E27FC236}">
                <a16:creationId xmlns:a16="http://schemas.microsoft.com/office/drawing/2014/main" id="{DDC712AD-914D-45CC-942A-EE8A31D4EFC9}"/>
              </a:ext>
            </a:extLst>
          </p:cNvPr>
          <p:cNvSpPr>
            <a:spLocks noGrp="1"/>
          </p:cNvSpPr>
          <p:nvPr/>
        </p:nvSpPr>
        <p:spPr>
          <a:xfrm>
            <a:off x="9472613" y="5238750"/>
            <a:ext cx="26194" cy="547688"/>
          </a:xfrm>
          <a:prstGeom prst="rect">
            <a:avLst/>
          </a:prstGeom>
          <a:solidFill>
            <a:srgbClr val="1D4ED8"/>
          </a:solidFill>
          <a:ln w="13097">
            <a:solidFill>
              <a:srgbClr val="172B4D"/>
            </a:solidFill>
          </a:ln>
        </p:spPr>
      </p:sp>
      <p:sp>
        <p:nvSpPr>
          <p:cNvPr id="1061" name="object-1061">
            <a:extLst>
              <a:ext uri="{FF2B5EF4-FFF2-40B4-BE49-F238E27FC236}">
                <a16:creationId xmlns:a16="http://schemas.microsoft.com/office/drawing/2014/main" id="{B6DBF846-368C-47FB-8607-970273054319}"/>
              </a:ext>
            </a:extLst>
          </p:cNvPr>
          <p:cNvSpPr>
            <a:spLocks noGrp="1"/>
          </p:cNvSpPr>
          <p:nvPr/>
        </p:nvSpPr>
        <p:spPr>
          <a:xfrm>
            <a:off x="9498806" y="5238750"/>
            <a:ext cx="26194" cy="547688"/>
          </a:xfrm>
          <a:prstGeom prst="rect">
            <a:avLst/>
          </a:prstGeom>
          <a:solidFill>
            <a:srgbClr val="1D4ED8"/>
          </a:solidFill>
          <a:ln w="13097">
            <a:solidFill>
              <a:srgbClr val="172B4D"/>
            </a:solidFill>
          </a:ln>
        </p:spPr>
      </p:sp>
      <p:sp>
        <p:nvSpPr>
          <p:cNvPr id="1062" name="object-1062">
            <a:extLst>
              <a:ext uri="{FF2B5EF4-FFF2-40B4-BE49-F238E27FC236}">
                <a16:creationId xmlns:a16="http://schemas.microsoft.com/office/drawing/2014/main" id="{EAD2B62C-6F65-41F0-83E5-245B3718F438}"/>
              </a:ext>
            </a:extLst>
          </p:cNvPr>
          <p:cNvSpPr>
            <a:spLocks noGrp="1"/>
          </p:cNvSpPr>
          <p:nvPr/>
        </p:nvSpPr>
        <p:spPr>
          <a:xfrm>
            <a:off x="9525000" y="5238750"/>
            <a:ext cx="26194" cy="547688"/>
          </a:xfrm>
          <a:prstGeom prst="rect">
            <a:avLst/>
          </a:prstGeom>
          <a:solidFill>
            <a:srgbClr val="1D4ED8"/>
          </a:solidFill>
          <a:ln w="13097">
            <a:solidFill>
              <a:srgbClr val="172B4D"/>
            </a:solidFill>
          </a:ln>
        </p:spPr>
      </p:sp>
      <p:sp>
        <p:nvSpPr>
          <p:cNvPr id="1063" name="object-1063">
            <a:extLst>
              <a:ext uri="{FF2B5EF4-FFF2-40B4-BE49-F238E27FC236}">
                <a16:creationId xmlns:a16="http://schemas.microsoft.com/office/drawing/2014/main" id="{7261422D-6053-4E94-B4B2-81A3F7348BC4}"/>
              </a:ext>
            </a:extLst>
          </p:cNvPr>
          <p:cNvSpPr>
            <a:spLocks noGrp="1"/>
          </p:cNvSpPr>
          <p:nvPr/>
        </p:nvSpPr>
        <p:spPr>
          <a:xfrm>
            <a:off x="9551194" y="5238750"/>
            <a:ext cx="26194" cy="547688"/>
          </a:xfrm>
          <a:prstGeom prst="rect">
            <a:avLst/>
          </a:prstGeom>
          <a:solidFill>
            <a:srgbClr val="1D4ED8"/>
          </a:solidFill>
          <a:ln w="13097">
            <a:solidFill>
              <a:srgbClr val="172B4D"/>
            </a:solidFill>
          </a:ln>
        </p:spPr>
      </p:sp>
      <p:sp>
        <p:nvSpPr>
          <p:cNvPr id="1064" name="object-1064">
            <a:extLst>
              <a:ext uri="{FF2B5EF4-FFF2-40B4-BE49-F238E27FC236}">
                <a16:creationId xmlns:a16="http://schemas.microsoft.com/office/drawing/2014/main" id="{6B32A619-94B0-40A0-84D5-85CC9ACBD4BB}"/>
              </a:ext>
            </a:extLst>
          </p:cNvPr>
          <p:cNvSpPr>
            <a:spLocks noGrp="1"/>
          </p:cNvSpPr>
          <p:nvPr/>
        </p:nvSpPr>
        <p:spPr>
          <a:xfrm>
            <a:off x="9577388" y="5238750"/>
            <a:ext cx="26194" cy="547688"/>
          </a:xfrm>
          <a:prstGeom prst="rect">
            <a:avLst/>
          </a:prstGeom>
          <a:solidFill>
            <a:srgbClr val="1D4ED8"/>
          </a:solidFill>
          <a:ln w="13097">
            <a:solidFill>
              <a:srgbClr val="172B4D"/>
            </a:solidFill>
          </a:ln>
        </p:spPr>
      </p:sp>
      <p:sp>
        <p:nvSpPr>
          <p:cNvPr id="1065" name="object-1065">
            <a:extLst>
              <a:ext uri="{FF2B5EF4-FFF2-40B4-BE49-F238E27FC236}">
                <a16:creationId xmlns:a16="http://schemas.microsoft.com/office/drawing/2014/main" id="{84E52E82-68EA-4C37-9369-225E9C983FE3}"/>
              </a:ext>
            </a:extLst>
          </p:cNvPr>
          <p:cNvSpPr>
            <a:spLocks noGrp="1"/>
          </p:cNvSpPr>
          <p:nvPr/>
        </p:nvSpPr>
        <p:spPr>
          <a:xfrm>
            <a:off x="9603581" y="5238750"/>
            <a:ext cx="26194" cy="547688"/>
          </a:xfrm>
          <a:prstGeom prst="rect">
            <a:avLst/>
          </a:prstGeom>
          <a:solidFill>
            <a:srgbClr val="1D4ED8"/>
          </a:solidFill>
          <a:ln w="13097">
            <a:solidFill>
              <a:srgbClr val="172B4D"/>
            </a:solidFill>
          </a:ln>
        </p:spPr>
      </p:sp>
      <p:sp>
        <p:nvSpPr>
          <p:cNvPr id="1066" name="object-1066">
            <a:extLst>
              <a:ext uri="{FF2B5EF4-FFF2-40B4-BE49-F238E27FC236}">
                <a16:creationId xmlns:a16="http://schemas.microsoft.com/office/drawing/2014/main" id="{2196A942-0359-4764-AE60-A096FA1589B4}"/>
              </a:ext>
            </a:extLst>
          </p:cNvPr>
          <p:cNvSpPr>
            <a:spLocks noGrp="1"/>
          </p:cNvSpPr>
          <p:nvPr/>
        </p:nvSpPr>
        <p:spPr>
          <a:xfrm>
            <a:off x="9629775" y="5238750"/>
            <a:ext cx="26194" cy="547688"/>
          </a:xfrm>
          <a:prstGeom prst="rect">
            <a:avLst/>
          </a:prstGeom>
          <a:solidFill>
            <a:srgbClr val="1D4ED8"/>
          </a:solidFill>
          <a:ln w="13097">
            <a:solidFill>
              <a:srgbClr val="172B4D"/>
            </a:solidFill>
          </a:ln>
        </p:spPr>
      </p:sp>
      <p:sp>
        <p:nvSpPr>
          <p:cNvPr id="1067" name="object-1067">
            <a:extLst>
              <a:ext uri="{FF2B5EF4-FFF2-40B4-BE49-F238E27FC236}">
                <a16:creationId xmlns:a16="http://schemas.microsoft.com/office/drawing/2014/main" id="{2030F254-9869-45C6-A4D6-C2A46D51675A}"/>
              </a:ext>
            </a:extLst>
          </p:cNvPr>
          <p:cNvSpPr>
            <a:spLocks noGrp="1"/>
          </p:cNvSpPr>
          <p:nvPr/>
        </p:nvSpPr>
        <p:spPr>
          <a:xfrm>
            <a:off x="9655969" y="5238750"/>
            <a:ext cx="26194" cy="547688"/>
          </a:xfrm>
          <a:prstGeom prst="rect">
            <a:avLst/>
          </a:prstGeom>
          <a:solidFill>
            <a:srgbClr val="1D4ED8"/>
          </a:solidFill>
          <a:ln w="13097">
            <a:solidFill>
              <a:srgbClr val="172B4D"/>
            </a:solidFill>
          </a:ln>
        </p:spPr>
      </p:sp>
      <p:sp>
        <p:nvSpPr>
          <p:cNvPr id="1068" name="object-1068">
            <a:extLst>
              <a:ext uri="{FF2B5EF4-FFF2-40B4-BE49-F238E27FC236}">
                <a16:creationId xmlns:a16="http://schemas.microsoft.com/office/drawing/2014/main" id="{EE4FBB0B-2F3D-4BA3-BC11-2A781B7FFE62}"/>
              </a:ext>
            </a:extLst>
          </p:cNvPr>
          <p:cNvSpPr>
            <a:spLocks noGrp="1"/>
          </p:cNvSpPr>
          <p:nvPr/>
        </p:nvSpPr>
        <p:spPr>
          <a:xfrm>
            <a:off x="9682163" y="5238750"/>
            <a:ext cx="26194" cy="547688"/>
          </a:xfrm>
          <a:prstGeom prst="rect">
            <a:avLst/>
          </a:prstGeom>
          <a:solidFill>
            <a:srgbClr val="1D4ED8"/>
          </a:solidFill>
          <a:ln w="13097">
            <a:solidFill>
              <a:srgbClr val="172B4D"/>
            </a:solidFill>
          </a:ln>
        </p:spPr>
      </p:sp>
      <p:sp>
        <p:nvSpPr>
          <p:cNvPr id="1069" name="object-1069">
            <a:extLst>
              <a:ext uri="{FF2B5EF4-FFF2-40B4-BE49-F238E27FC236}">
                <a16:creationId xmlns:a16="http://schemas.microsoft.com/office/drawing/2014/main" id="{582FB160-BADA-4AA3-A269-3EB8E3D5D910}"/>
              </a:ext>
            </a:extLst>
          </p:cNvPr>
          <p:cNvSpPr>
            <a:spLocks noGrp="1"/>
          </p:cNvSpPr>
          <p:nvPr/>
        </p:nvSpPr>
        <p:spPr>
          <a:xfrm>
            <a:off x="9708356" y="5238750"/>
            <a:ext cx="26194" cy="547688"/>
          </a:xfrm>
          <a:prstGeom prst="rect">
            <a:avLst/>
          </a:prstGeom>
          <a:solidFill>
            <a:srgbClr val="1D4ED8"/>
          </a:solidFill>
          <a:ln w="13097">
            <a:solidFill>
              <a:srgbClr val="172B4D"/>
            </a:solidFill>
          </a:ln>
        </p:spPr>
      </p:sp>
      <p:sp>
        <p:nvSpPr>
          <p:cNvPr id="1070" name="object-1070">
            <a:extLst>
              <a:ext uri="{FF2B5EF4-FFF2-40B4-BE49-F238E27FC236}">
                <a16:creationId xmlns:a16="http://schemas.microsoft.com/office/drawing/2014/main" id="{F0B3ED8F-A70D-4FFE-B566-A7DED6DFE8D3}"/>
              </a:ext>
            </a:extLst>
          </p:cNvPr>
          <p:cNvSpPr>
            <a:spLocks noGrp="1"/>
          </p:cNvSpPr>
          <p:nvPr/>
        </p:nvSpPr>
        <p:spPr>
          <a:xfrm>
            <a:off x="9734550" y="5238750"/>
            <a:ext cx="26194" cy="547688"/>
          </a:xfrm>
          <a:prstGeom prst="rect">
            <a:avLst/>
          </a:prstGeom>
          <a:solidFill>
            <a:srgbClr val="1D4ED8"/>
          </a:solidFill>
          <a:ln w="13097">
            <a:solidFill>
              <a:srgbClr val="172B4D"/>
            </a:solidFill>
          </a:ln>
        </p:spPr>
      </p:sp>
      <p:sp>
        <p:nvSpPr>
          <p:cNvPr id="1071" name="object-1071">
            <a:extLst>
              <a:ext uri="{FF2B5EF4-FFF2-40B4-BE49-F238E27FC236}">
                <a16:creationId xmlns:a16="http://schemas.microsoft.com/office/drawing/2014/main" id="{013024D2-E3CA-4E2E-88BF-DE77BAD5B8E9}"/>
              </a:ext>
            </a:extLst>
          </p:cNvPr>
          <p:cNvSpPr>
            <a:spLocks noGrp="1"/>
          </p:cNvSpPr>
          <p:nvPr/>
        </p:nvSpPr>
        <p:spPr>
          <a:xfrm>
            <a:off x="9760744" y="5238750"/>
            <a:ext cx="26194" cy="547688"/>
          </a:xfrm>
          <a:prstGeom prst="rect">
            <a:avLst/>
          </a:prstGeom>
          <a:solidFill>
            <a:srgbClr val="1D4ED8"/>
          </a:solidFill>
          <a:ln w="13097">
            <a:solidFill>
              <a:srgbClr val="172B4D"/>
            </a:solidFill>
          </a:ln>
        </p:spPr>
      </p:sp>
      <p:sp>
        <p:nvSpPr>
          <p:cNvPr id="1072" name="object-1072">
            <a:extLst>
              <a:ext uri="{FF2B5EF4-FFF2-40B4-BE49-F238E27FC236}">
                <a16:creationId xmlns:a16="http://schemas.microsoft.com/office/drawing/2014/main" id="{F2036469-6AF8-475D-886C-B062910C75CD}"/>
              </a:ext>
            </a:extLst>
          </p:cNvPr>
          <p:cNvSpPr>
            <a:spLocks noGrp="1"/>
          </p:cNvSpPr>
          <p:nvPr/>
        </p:nvSpPr>
        <p:spPr>
          <a:xfrm>
            <a:off x="9786938" y="5238750"/>
            <a:ext cx="26194" cy="547688"/>
          </a:xfrm>
          <a:prstGeom prst="rect">
            <a:avLst/>
          </a:prstGeom>
          <a:solidFill>
            <a:srgbClr val="1D4ED8"/>
          </a:solidFill>
          <a:ln w="13097">
            <a:solidFill>
              <a:srgbClr val="172B4D"/>
            </a:solidFill>
          </a:ln>
        </p:spPr>
      </p:sp>
      <p:sp>
        <p:nvSpPr>
          <p:cNvPr id="1073" name="object-1073">
            <a:extLst>
              <a:ext uri="{FF2B5EF4-FFF2-40B4-BE49-F238E27FC236}">
                <a16:creationId xmlns:a16="http://schemas.microsoft.com/office/drawing/2014/main" id="{97CEEF77-34A1-48ED-AB05-0C41708D78C7}"/>
              </a:ext>
            </a:extLst>
          </p:cNvPr>
          <p:cNvSpPr>
            <a:spLocks noGrp="1"/>
          </p:cNvSpPr>
          <p:nvPr/>
        </p:nvSpPr>
        <p:spPr>
          <a:xfrm>
            <a:off x="9813131" y="5238750"/>
            <a:ext cx="26194" cy="547688"/>
          </a:xfrm>
          <a:prstGeom prst="rect">
            <a:avLst/>
          </a:prstGeom>
          <a:solidFill>
            <a:srgbClr val="1D4ED8"/>
          </a:solidFill>
          <a:ln w="13097">
            <a:solidFill>
              <a:srgbClr val="172B4D"/>
            </a:solidFill>
          </a:ln>
        </p:spPr>
      </p:sp>
      <p:sp>
        <p:nvSpPr>
          <p:cNvPr id="1074" name="object-1074">
            <a:extLst>
              <a:ext uri="{FF2B5EF4-FFF2-40B4-BE49-F238E27FC236}">
                <a16:creationId xmlns:a16="http://schemas.microsoft.com/office/drawing/2014/main" id="{2E5F9D10-8009-406E-AF93-AC6794D2ED19}"/>
              </a:ext>
            </a:extLst>
          </p:cNvPr>
          <p:cNvSpPr>
            <a:spLocks noGrp="1"/>
          </p:cNvSpPr>
          <p:nvPr/>
        </p:nvSpPr>
        <p:spPr>
          <a:xfrm>
            <a:off x="9839325" y="5238750"/>
            <a:ext cx="26194" cy="547688"/>
          </a:xfrm>
          <a:prstGeom prst="rect">
            <a:avLst/>
          </a:prstGeom>
          <a:solidFill>
            <a:srgbClr val="1D4ED8"/>
          </a:solidFill>
          <a:ln w="13097">
            <a:solidFill>
              <a:srgbClr val="172B4D"/>
            </a:solidFill>
          </a:ln>
        </p:spPr>
      </p:sp>
      <p:sp>
        <p:nvSpPr>
          <p:cNvPr id="1075" name="object-1075">
            <a:extLst>
              <a:ext uri="{FF2B5EF4-FFF2-40B4-BE49-F238E27FC236}">
                <a16:creationId xmlns:a16="http://schemas.microsoft.com/office/drawing/2014/main" id="{01EFF953-B06F-4E2B-8D2C-16C3AE813304}"/>
              </a:ext>
            </a:extLst>
          </p:cNvPr>
          <p:cNvSpPr>
            <a:spLocks noGrp="1"/>
          </p:cNvSpPr>
          <p:nvPr/>
        </p:nvSpPr>
        <p:spPr>
          <a:xfrm>
            <a:off x="9865519" y="5238750"/>
            <a:ext cx="26194" cy="547688"/>
          </a:xfrm>
          <a:prstGeom prst="rect">
            <a:avLst/>
          </a:prstGeom>
          <a:solidFill>
            <a:srgbClr val="1D4ED8"/>
          </a:solidFill>
          <a:ln w="13097">
            <a:solidFill>
              <a:srgbClr val="172B4D"/>
            </a:solidFill>
          </a:ln>
        </p:spPr>
      </p:sp>
      <p:sp>
        <p:nvSpPr>
          <p:cNvPr id="1076" name="object-1076">
            <a:extLst>
              <a:ext uri="{FF2B5EF4-FFF2-40B4-BE49-F238E27FC236}">
                <a16:creationId xmlns:a16="http://schemas.microsoft.com/office/drawing/2014/main" id="{25726890-9725-494D-B250-03CCA3D0B78B}"/>
              </a:ext>
            </a:extLst>
          </p:cNvPr>
          <p:cNvSpPr>
            <a:spLocks noGrp="1"/>
          </p:cNvSpPr>
          <p:nvPr/>
        </p:nvSpPr>
        <p:spPr>
          <a:xfrm>
            <a:off x="9891713" y="5238750"/>
            <a:ext cx="26194" cy="547688"/>
          </a:xfrm>
          <a:prstGeom prst="rect">
            <a:avLst/>
          </a:prstGeom>
          <a:solidFill>
            <a:srgbClr val="1D4ED8"/>
          </a:solidFill>
          <a:ln w="13097">
            <a:solidFill>
              <a:srgbClr val="172B4D"/>
            </a:solidFill>
          </a:ln>
        </p:spPr>
      </p:sp>
      <p:sp>
        <p:nvSpPr>
          <p:cNvPr id="1077" name="object-1077">
            <a:extLst>
              <a:ext uri="{FF2B5EF4-FFF2-40B4-BE49-F238E27FC236}">
                <a16:creationId xmlns:a16="http://schemas.microsoft.com/office/drawing/2014/main" id="{595C886C-464C-4998-9358-84A04B46C17D}"/>
              </a:ext>
            </a:extLst>
          </p:cNvPr>
          <p:cNvSpPr>
            <a:spLocks noGrp="1"/>
          </p:cNvSpPr>
          <p:nvPr/>
        </p:nvSpPr>
        <p:spPr>
          <a:xfrm>
            <a:off x="9917906" y="5238750"/>
            <a:ext cx="26194" cy="547688"/>
          </a:xfrm>
          <a:prstGeom prst="rect">
            <a:avLst/>
          </a:prstGeom>
          <a:solidFill>
            <a:srgbClr val="1D4ED8"/>
          </a:solidFill>
          <a:ln w="13097">
            <a:solidFill>
              <a:srgbClr val="172B4D"/>
            </a:solidFill>
          </a:ln>
        </p:spPr>
      </p:sp>
      <p:sp>
        <p:nvSpPr>
          <p:cNvPr id="1078" name="object-1078">
            <a:extLst>
              <a:ext uri="{FF2B5EF4-FFF2-40B4-BE49-F238E27FC236}">
                <a16:creationId xmlns:a16="http://schemas.microsoft.com/office/drawing/2014/main" id="{1301D6CD-8246-44C1-8FFC-C3820322ED48}"/>
              </a:ext>
            </a:extLst>
          </p:cNvPr>
          <p:cNvSpPr>
            <a:spLocks noGrp="1"/>
          </p:cNvSpPr>
          <p:nvPr/>
        </p:nvSpPr>
        <p:spPr>
          <a:xfrm>
            <a:off x="9944100" y="5238750"/>
            <a:ext cx="26194" cy="547688"/>
          </a:xfrm>
          <a:prstGeom prst="rect">
            <a:avLst/>
          </a:prstGeom>
          <a:solidFill>
            <a:srgbClr val="1D4ED8"/>
          </a:solidFill>
          <a:ln w="13097">
            <a:solidFill>
              <a:srgbClr val="172B4D"/>
            </a:solidFill>
          </a:ln>
        </p:spPr>
      </p:sp>
      <p:sp>
        <p:nvSpPr>
          <p:cNvPr id="1079" name="object-1079">
            <a:extLst>
              <a:ext uri="{FF2B5EF4-FFF2-40B4-BE49-F238E27FC236}">
                <a16:creationId xmlns:a16="http://schemas.microsoft.com/office/drawing/2014/main" id="{00FE9332-2BD8-47F8-AED3-876F537E600B}"/>
              </a:ext>
            </a:extLst>
          </p:cNvPr>
          <p:cNvSpPr>
            <a:spLocks noGrp="1"/>
          </p:cNvSpPr>
          <p:nvPr/>
        </p:nvSpPr>
        <p:spPr>
          <a:xfrm>
            <a:off x="9970294" y="5238750"/>
            <a:ext cx="26194" cy="547688"/>
          </a:xfrm>
          <a:prstGeom prst="rect">
            <a:avLst/>
          </a:prstGeom>
          <a:solidFill>
            <a:srgbClr val="1D4ED8"/>
          </a:solidFill>
          <a:ln w="13097">
            <a:solidFill>
              <a:srgbClr val="172B4D"/>
            </a:solidFill>
          </a:ln>
        </p:spPr>
      </p:sp>
      <p:sp>
        <p:nvSpPr>
          <p:cNvPr id="1080" name="object-1080">
            <a:extLst>
              <a:ext uri="{FF2B5EF4-FFF2-40B4-BE49-F238E27FC236}">
                <a16:creationId xmlns:a16="http://schemas.microsoft.com/office/drawing/2014/main" id="{311B52A2-EF34-4F03-BC35-AE1491D2FFBD}"/>
              </a:ext>
            </a:extLst>
          </p:cNvPr>
          <p:cNvSpPr>
            <a:spLocks noGrp="1"/>
          </p:cNvSpPr>
          <p:nvPr/>
        </p:nvSpPr>
        <p:spPr>
          <a:xfrm>
            <a:off x="9996488" y="5238750"/>
            <a:ext cx="26194" cy="547688"/>
          </a:xfrm>
          <a:prstGeom prst="rect">
            <a:avLst/>
          </a:prstGeom>
          <a:solidFill>
            <a:srgbClr val="1D4ED8"/>
          </a:solidFill>
          <a:ln w="13097">
            <a:solidFill>
              <a:srgbClr val="172B4D"/>
            </a:solidFill>
          </a:ln>
        </p:spPr>
      </p:sp>
      <p:sp>
        <p:nvSpPr>
          <p:cNvPr id="1081" name="object-1081">
            <a:extLst>
              <a:ext uri="{FF2B5EF4-FFF2-40B4-BE49-F238E27FC236}">
                <a16:creationId xmlns:a16="http://schemas.microsoft.com/office/drawing/2014/main" id="{1B1EBCC6-D2C2-44C7-AE4E-CE754B9CACA2}"/>
              </a:ext>
            </a:extLst>
          </p:cNvPr>
          <p:cNvSpPr>
            <a:spLocks noGrp="1"/>
          </p:cNvSpPr>
          <p:nvPr/>
        </p:nvSpPr>
        <p:spPr>
          <a:xfrm>
            <a:off x="10022681" y="5238750"/>
            <a:ext cx="26194" cy="547688"/>
          </a:xfrm>
          <a:prstGeom prst="rect">
            <a:avLst/>
          </a:prstGeom>
          <a:solidFill>
            <a:srgbClr val="1D4ED8"/>
          </a:solidFill>
          <a:ln w="13097">
            <a:solidFill>
              <a:srgbClr val="172B4D"/>
            </a:solidFill>
          </a:ln>
        </p:spPr>
      </p:sp>
      <p:sp>
        <p:nvSpPr>
          <p:cNvPr id="1082" name="object-1082">
            <a:extLst>
              <a:ext uri="{FF2B5EF4-FFF2-40B4-BE49-F238E27FC236}">
                <a16:creationId xmlns:a16="http://schemas.microsoft.com/office/drawing/2014/main" id="{8A7761FB-7A35-45BA-A2AE-9B8DE35586D9}"/>
              </a:ext>
            </a:extLst>
          </p:cNvPr>
          <p:cNvSpPr>
            <a:spLocks noGrp="1"/>
          </p:cNvSpPr>
          <p:nvPr/>
        </p:nvSpPr>
        <p:spPr>
          <a:xfrm>
            <a:off x="10048875" y="5238750"/>
            <a:ext cx="26194" cy="547688"/>
          </a:xfrm>
          <a:prstGeom prst="rect">
            <a:avLst/>
          </a:prstGeom>
          <a:solidFill>
            <a:srgbClr val="1D4ED8"/>
          </a:solidFill>
          <a:ln w="13097">
            <a:solidFill>
              <a:srgbClr val="172B4D"/>
            </a:solidFill>
          </a:ln>
        </p:spPr>
      </p:sp>
      <p:sp>
        <p:nvSpPr>
          <p:cNvPr id="1083" name="object-1083">
            <a:extLst>
              <a:ext uri="{FF2B5EF4-FFF2-40B4-BE49-F238E27FC236}">
                <a16:creationId xmlns:a16="http://schemas.microsoft.com/office/drawing/2014/main" id="{D630F179-7774-4F59-8287-85187CF41A52}"/>
              </a:ext>
            </a:extLst>
          </p:cNvPr>
          <p:cNvSpPr>
            <a:spLocks noGrp="1"/>
          </p:cNvSpPr>
          <p:nvPr/>
        </p:nvSpPr>
        <p:spPr>
          <a:xfrm>
            <a:off x="10075069" y="5238750"/>
            <a:ext cx="26194" cy="547688"/>
          </a:xfrm>
          <a:prstGeom prst="rect">
            <a:avLst/>
          </a:prstGeom>
          <a:solidFill>
            <a:srgbClr val="1D4ED8"/>
          </a:solidFill>
          <a:ln w="13097">
            <a:solidFill>
              <a:srgbClr val="172B4D"/>
            </a:solidFill>
          </a:ln>
        </p:spPr>
      </p:sp>
      <p:sp>
        <p:nvSpPr>
          <p:cNvPr id="1084" name="object-1084">
            <a:extLst>
              <a:ext uri="{FF2B5EF4-FFF2-40B4-BE49-F238E27FC236}">
                <a16:creationId xmlns:a16="http://schemas.microsoft.com/office/drawing/2014/main" id="{36FC2206-34D9-41DF-ACDC-6226D4696602}"/>
              </a:ext>
            </a:extLst>
          </p:cNvPr>
          <p:cNvSpPr>
            <a:spLocks noGrp="1"/>
          </p:cNvSpPr>
          <p:nvPr/>
        </p:nvSpPr>
        <p:spPr>
          <a:xfrm>
            <a:off x="10101263" y="5238750"/>
            <a:ext cx="26194" cy="547688"/>
          </a:xfrm>
          <a:prstGeom prst="rect">
            <a:avLst/>
          </a:prstGeom>
          <a:solidFill>
            <a:srgbClr val="1D4ED8"/>
          </a:solidFill>
          <a:ln w="13097">
            <a:solidFill>
              <a:srgbClr val="172B4D"/>
            </a:solidFill>
          </a:ln>
        </p:spPr>
      </p:sp>
      <p:sp>
        <p:nvSpPr>
          <p:cNvPr id="1085" name="object-1085">
            <a:extLst>
              <a:ext uri="{FF2B5EF4-FFF2-40B4-BE49-F238E27FC236}">
                <a16:creationId xmlns:a16="http://schemas.microsoft.com/office/drawing/2014/main" id="{935BDA87-B94A-471C-A68F-644FCF3FCC8F}"/>
              </a:ext>
            </a:extLst>
          </p:cNvPr>
          <p:cNvSpPr>
            <a:spLocks noGrp="1"/>
          </p:cNvSpPr>
          <p:nvPr/>
        </p:nvSpPr>
        <p:spPr>
          <a:xfrm>
            <a:off x="10127456" y="5238750"/>
            <a:ext cx="26194" cy="547688"/>
          </a:xfrm>
          <a:prstGeom prst="rect">
            <a:avLst/>
          </a:prstGeom>
          <a:solidFill>
            <a:srgbClr val="1D4ED8"/>
          </a:solidFill>
          <a:ln w="13097">
            <a:solidFill>
              <a:srgbClr val="172B4D"/>
            </a:solidFill>
          </a:ln>
        </p:spPr>
      </p:sp>
      <p:sp>
        <p:nvSpPr>
          <p:cNvPr id="1086" name="object-1086">
            <a:extLst>
              <a:ext uri="{FF2B5EF4-FFF2-40B4-BE49-F238E27FC236}">
                <a16:creationId xmlns:a16="http://schemas.microsoft.com/office/drawing/2014/main" id="{700308C8-A84D-4F22-9C5E-CDB08A4FBBAA}"/>
              </a:ext>
            </a:extLst>
          </p:cNvPr>
          <p:cNvSpPr>
            <a:spLocks noGrp="1"/>
          </p:cNvSpPr>
          <p:nvPr/>
        </p:nvSpPr>
        <p:spPr>
          <a:xfrm>
            <a:off x="10153650" y="5238750"/>
            <a:ext cx="26194" cy="547688"/>
          </a:xfrm>
          <a:prstGeom prst="rect">
            <a:avLst/>
          </a:prstGeom>
          <a:solidFill>
            <a:srgbClr val="1D4ED8"/>
          </a:solidFill>
          <a:ln w="13097">
            <a:solidFill>
              <a:srgbClr val="172B4D"/>
            </a:solidFill>
          </a:ln>
        </p:spPr>
      </p:sp>
      <p:sp>
        <p:nvSpPr>
          <p:cNvPr id="1087" name="object-1087">
            <a:extLst>
              <a:ext uri="{FF2B5EF4-FFF2-40B4-BE49-F238E27FC236}">
                <a16:creationId xmlns:a16="http://schemas.microsoft.com/office/drawing/2014/main" id="{844D5FE1-399C-4AA1-B31F-63554E91E821}"/>
              </a:ext>
            </a:extLst>
          </p:cNvPr>
          <p:cNvSpPr>
            <a:spLocks noGrp="1"/>
          </p:cNvSpPr>
          <p:nvPr/>
        </p:nvSpPr>
        <p:spPr>
          <a:xfrm>
            <a:off x="10179844" y="5238750"/>
            <a:ext cx="26194" cy="547688"/>
          </a:xfrm>
          <a:prstGeom prst="rect">
            <a:avLst/>
          </a:prstGeom>
          <a:solidFill>
            <a:srgbClr val="1D4ED8"/>
          </a:solidFill>
          <a:ln w="13097">
            <a:solidFill>
              <a:srgbClr val="172B4D"/>
            </a:solidFill>
          </a:ln>
        </p:spPr>
      </p:sp>
      <p:sp>
        <p:nvSpPr>
          <p:cNvPr id="1088" name="object-1088">
            <a:extLst>
              <a:ext uri="{FF2B5EF4-FFF2-40B4-BE49-F238E27FC236}">
                <a16:creationId xmlns:a16="http://schemas.microsoft.com/office/drawing/2014/main" id="{ACEA1410-EBD0-4862-9B0D-DA2330E2252B}"/>
              </a:ext>
            </a:extLst>
          </p:cNvPr>
          <p:cNvSpPr>
            <a:spLocks noGrp="1"/>
          </p:cNvSpPr>
          <p:nvPr/>
        </p:nvSpPr>
        <p:spPr>
          <a:xfrm>
            <a:off x="10206038" y="5238750"/>
            <a:ext cx="26194" cy="547688"/>
          </a:xfrm>
          <a:prstGeom prst="rect">
            <a:avLst/>
          </a:prstGeom>
          <a:solidFill>
            <a:srgbClr val="1D4ED8"/>
          </a:solidFill>
          <a:ln w="13097">
            <a:solidFill>
              <a:srgbClr val="172B4D"/>
            </a:solidFill>
          </a:ln>
        </p:spPr>
      </p:sp>
      <p:sp>
        <p:nvSpPr>
          <p:cNvPr id="1089" name="object-1089">
            <a:extLst>
              <a:ext uri="{FF2B5EF4-FFF2-40B4-BE49-F238E27FC236}">
                <a16:creationId xmlns:a16="http://schemas.microsoft.com/office/drawing/2014/main" id="{0A4FE2E2-5B2D-453F-BDDE-ACD7FBE96E57}"/>
              </a:ext>
            </a:extLst>
          </p:cNvPr>
          <p:cNvSpPr>
            <a:spLocks noGrp="1"/>
          </p:cNvSpPr>
          <p:nvPr/>
        </p:nvSpPr>
        <p:spPr>
          <a:xfrm>
            <a:off x="10232231" y="5238750"/>
            <a:ext cx="26194" cy="547688"/>
          </a:xfrm>
          <a:prstGeom prst="rect">
            <a:avLst/>
          </a:prstGeom>
          <a:solidFill>
            <a:srgbClr val="1D4ED8"/>
          </a:solidFill>
          <a:ln w="13097">
            <a:solidFill>
              <a:srgbClr val="172B4D"/>
            </a:solidFill>
          </a:ln>
        </p:spPr>
      </p:sp>
      <p:sp>
        <p:nvSpPr>
          <p:cNvPr id="1090" name="object-1090">
            <a:extLst>
              <a:ext uri="{FF2B5EF4-FFF2-40B4-BE49-F238E27FC236}">
                <a16:creationId xmlns:a16="http://schemas.microsoft.com/office/drawing/2014/main" id="{22C4AD7A-2384-4A81-9610-7432994D12FF}"/>
              </a:ext>
            </a:extLst>
          </p:cNvPr>
          <p:cNvSpPr>
            <a:spLocks noGrp="1"/>
          </p:cNvSpPr>
          <p:nvPr/>
        </p:nvSpPr>
        <p:spPr>
          <a:xfrm>
            <a:off x="10258425" y="5238750"/>
            <a:ext cx="26194" cy="547688"/>
          </a:xfrm>
          <a:prstGeom prst="rect">
            <a:avLst/>
          </a:prstGeom>
          <a:solidFill>
            <a:srgbClr val="1D4ED8"/>
          </a:solidFill>
          <a:ln w="13097">
            <a:solidFill>
              <a:srgbClr val="172B4D"/>
            </a:solidFill>
          </a:ln>
        </p:spPr>
      </p:sp>
      <p:sp>
        <p:nvSpPr>
          <p:cNvPr id="1091" name="object-1091">
            <a:extLst>
              <a:ext uri="{FF2B5EF4-FFF2-40B4-BE49-F238E27FC236}">
                <a16:creationId xmlns:a16="http://schemas.microsoft.com/office/drawing/2014/main" id="{F42DC4F3-BF12-43FA-86FA-C01978EBC2F9}"/>
              </a:ext>
            </a:extLst>
          </p:cNvPr>
          <p:cNvSpPr>
            <a:spLocks noGrp="1"/>
          </p:cNvSpPr>
          <p:nvPr/>
        </p:nvSpPr>
        <p:spPr>
          <a:xfrm>
            <a:off x="10284619" y="5238750"/>
            <a:ext cx="26194" cy="547688"/>
          </a:xfrm>
          <a:prstGeom prst="rect">
            <a:avLst/>
          </a:prstGeom>
          <a:solidFill>
            <a:srgbClr val="1D4ED8"/>
          </a:solidFill>
          <a:ln w="13097">
            <a:solidFill>
              <a:srgbClr val="172B4D"/>
            </a:solidFill>
          </a:ln>
        </p:spPr>
      </p:sp>
      <p:sp>
        <p:nvSpPr>
          <p:cNvPr id="1092" name="object-1092">
            <a:extLst>
              <a:ext uri="{FF2B5EF4-FFF2-40B4-BE49-F238E27FC236}">
                <a16:creationId xmlns:a16="http://schemas.microsoft.com/office/drawing/2014/main" id="{B2E1E944-B8CB-4307-9E3A-324EAD03575A}"/>
              </a:ext>
            </a:extLst>
          </p:cNvPr>
          <p:cNvSpPr>
            <a:spLocks noGrp="1"/>
          </p:cNvSpPr>
          <p:nvPr/>
        </p:nvSpPr>
        <p:spPr>
          <a:xfrm>
            <a:off x="10310813" y="5238750"/>
            <a:ext cx="26194" cy="547688"/>
          </a:xfrm>
          <a:prstGeom prst="rect">
            <a:avLst/>
          </a:prstGeom>
          <a:solidFill>
            <a:srgbClr val="1D4ED8"/>
          </a:solidFill>
          <a:ln w="13097">
            <a:solidFill>
              <a:srgbClr val="172B4D"/>
            </a:solidFill>
          </a:ln>
        </p:spPr>
      </p:sp>
      <p:sp>
        <p:nvSpPr>
          <p:cNvPr id="1093" name="object-1093">
            <a:extLst>
              <a:ext uri="{FF2B5EF4-FFF2-40B4-BE49-F238E27FC236}">
                <a16:creationId xmlns:a16="http://schemas.microsoft.com/office/drawing/2014/main" id="{1D07C224-B493-4B52-9AAF-D61C98023302}"/>
              </a:ext>
            </a:extLst>
          </p:cNvPr>
          <p:cNvSpPr>
            <a:spLocks noGrp="1"/>
          </p:cNvSpPr>
          <p:nvPr/>
        </p:nvSpPr>
        <p:spPr>
          <a:xfrm>
            <a:off x="10337006" y="5238750"/>
            <a:ext cx="26194" cy="547688"/>
          </a:xfrm>
          <a:prstGeom prst="rect">
            <a:avLst/>
          </a:prstGeom>
          <a:solidFill>
            <a:srgbClr val="1D4ED8"/>
          </a:solidFill>
          <a:ln w="13097">
            <a:solidFill>
              <a:srgbClr val="172B4D"/>
            </a:solidFill>
          </a:ln>
        </p:spPr>
      </p:sp>
      <p:sp>
        <p:nvSpPr>
          <p:cNvPr id="1094" name="object-1094">
            <a:extLst>
              <a:ext uri="{FF2B5EF4-FFF2-40B4-BE49-F238E27FC236}">
                <a16:creationId xmlns:a16="http://schemas.microsoft.com/office/drawing/2014/main" id="{0B5D0AF0-F1F9-4EB5-A297-561E7612F6E5}"/>
              </a:ext>
            </a:extLst>
          </p:cNvPr>
          <p:cNvSpPr>
            <a:spLocks noGrp="1"/>
          </p:cNvSpPr>
          <p:nvPr/>
        </p:nvSpPr>
        <p:spPr>
          <a:xfrm>
            <a:off x="10363200" y="5238750"/>
            <a:ext cx="26194" cy="547688"/>
          </a:xfrm>
          <a:prstGeom prst="rect">
            <a:avLst/>
          </a:prstGeom>
          <a:solidFill>
            <a:srgbClr val="1D4ED8"/>
          </a:solidFill>
          <a:ln w="13097">
            <a:solidFill>
              <a:srgbClr val="172B4D"/>
            </a:solidFill>
          </a:ln>
        </p:spPr>
      </p:sp>
      <p:sp>
        <p:nvSpPr>
          <p:cNvPr id="1095" name="object-1095">
            <a:extLst>
              <a:ext uri="{FF2B5EF4-FFF2-40B4-BE49-F238E27FC236}">
                <a16:creationId xmlns:a16="http://schemas.microsoft.com/office/drawing/2014/main" id="{276C39E8-F350-4695-B84E-E31B19EC7357}"/>
              </a:ext>
            </a:extLst>
          </p:cNvPr>
          <p:cNvSpPr>
            <a:spLocks noGrp="1"/>
          </p:cNvSpPr>
          <p:nvPr/>
        </p:nvSpPr>
        <p:spPr>
          <a:xfrm>
            <a:off x="10389394" y="5238750"/>
            <a:ext cx="26194" cy="547688"/>
          </a:xfrm>
          <a:prstGeom prst="rect">
            <a:avLst/>
          </a:prstGeom>
          <a:solidFill>
            <a:srgbClr val="1D4ED8"/>
          </a:solidFill>
          <a:ln w="13097">
            <a:solidFill>
              <a:srgbClr val="172B4D"/>
            </a:solidFill>
          </a:ln>
        </p:spPr>
      </p:sp>
      <p:sp>
        <p:nvSpPr>
          <p:cNvPr id="1096" name="object-1096">
            <a:extLst>
              <a:ext uri="{FF2B5EF4-FFF2-40B4-BE49-F238E27FC236}">
                <a16:creationId xmlns:a16="http://schemas.microsoft.com/office/drawing/2014/main" id="{6B502CF9-93FF-4C42-A7F9-A8F0997981FB}"/>
              </a:ext>
            </a:extLst>
          </p:cNvPr>
          <p:cNvSpPr>
            <a:spLocks noGrp="1"/>
          </p:cNvSpPr>
          <p:nvPr/>
        </p:nvSpPr>
        <p:spPr>
          <a:xfrm>
            <a:off x="10415588" y="5238750"/>
            <a:ext cx="26194" cy="547688"/>
          </a:xfrm>
          <a:prstGeom prst="rect">
            <a:avLst/>
          </a:prstGeom>
          <a:solidFill>
            <a:srgbClr val="1D4ED8"/>
          </a:solidFill>
          <a:ln w="13097">
            <a:solidFill>
              <a:srgbClr val="172B4D"/>
            </a:solidFill>
          </a:ln>
        </p:spPr>
      </p:sp>
      <p:sp>
        <p:nvSpPr>
          <p:cNvPr id="1097" name="object-1097">
            <a:extLst>
              <a:ext uri="{FF2B5EF4-FFF2-40B4-BE49-F238E27FC236}">
                <a16:creationId xmlns:a16="http://schemas.microsoft.com/office/drawing/2014/main" id="{755AF4FB-1C9F-4380-9739-8C5C9DB263A2}"/>
              </a:ext>
            </a:extLst>
          </p:cNvPr>
          <p:cNvSpPr>
            <a:spLocks noGrp="1"/>
          </p:cNvSpPr>
          <p:nvPr/>
        </p:nvSpPr>
        <p:spPr>
          <a:xfrm>
            <a:off x="10441781" y="5238750"/>
            <a:ext cx="26194" cy="547688"/>
          </a:xfrm>
          <a:prstGeom prst="rect">
            <a:avLst/>
          </a:prstGeom>
          <a:solidFill>
            <a:srgbClr val="1D4ED8"/>
          </a:solidFill>
          <a:ln w="13097">
            <a:solidFill>
              <a:srgbClr val="172B4D"/>
            </a:solidFill>
          </a:ln>
        </p:spPr>
      </p:sp>
      <p:sp>
        <p:nvSpPr>
          <p:cNvPr id="1098" name="object-1098">
            <a:extLst>
              <a:ext uri="{FF2B5EF4-FFF2-40B4-BE49-F238E27FC236}">
                <a16:creationId xmlns:a16="http://schemas.microsoft.com/office/drawing/2014/main" id="{693BC2B1-410D-4795-B66D-E13AB7D2D54B}"/>
              </a:ext>
            </a:extLst>
          </p:cNvPr>
          <p:cNvSpPr>
            <a:spLocks noGrp="1"/>
          </p:cNvSpPr>
          <p:nvPr/>
        </p:nvSpPr>
        <p:spPr>
          <a:xfrm>
            <a:off x="10467975" y="5238750"/>
            <a:ext cx="26194" cy="547688"/>
          </a:xfrm>
          <a:prstGeom prst="rect">
            <a:avLst/>
          </a:prstGeom>
          <a:solidFill>
            <a:srgbClr val="1D4ED8"/>
          </a:solidFill>
          <a:ln w="13097">
            <a:solidFill>
              <a:srgbClr val="172B4D"/>
            </a:solidFill>
          </a:ln>
        </p:spPr>
      </p:sp>
      <p:sp>
        <p:nvSpPr>
          <p:cNvPr id="1099" name="object-1099">
            <a:extLst>
              <a:ext uri="{FF2B5EF4-FFF2-40B4-BE49-F238E27FC236}">
                <a16:creationId xmlns:a16="http://schemas.microsoft.com/office/drawing/2014/main" id="{1AA9C7EB-7968-445A-ACA6-5A319EF4911F}"/>
              </a:ext>
            </a:extLst>
          </p:cNvPr>
          <p:cNvSpPr>
            <a:spLocks noGrp="1"/>
          </p:cNvSpPr>
          <p:nvPr/>
        </p:nvSpPr>
        <p:spPr>
          <a:xfrm>
            <a:off x="10494169" y="5238750"/>
            <a:ext cx="26194" cy="547688"/>
          </a:xfrm>
          <a:prstGeom prst="rect">
            <a:avLst/>
          </a:prstGeom>
          <a:solidFill>
            <a:srgbClr val="1D4ED8"/>
          </a:solidFill>
          <a:ln w="13097">
            <a:solidFill>
              <a:srgbClr val="172B4D"/>
            </a:solidFill>
          </a:ln>
        </p:spPr>
      </p:sp>
      <p:sp>
        <p:nvSpPr>
          <p:cNvPr id="1100" name="object-1100">
            <a:extLst>
              <a:ext uri="{FF2B5EF4-FFF2-40B4-BE49-F238E27FC236}">
                <a16:creationId xmlns:a16="http://schemas.microsoft.com/office/drawing/2014/main" id="{1AC62AD7-F844-46B2-99BC-822C77EC9695}"/>
              </a:ext>
            </a:extLst>
          </p:cNvPr>
          <p:cNvSpPr>
            <a:spLocks noGrp="1"/>
          </p:cNvSpPr>
          <p:nvPr/>
        </p:nvSpPr>
        <p:spPr>
          <a:xfrm>
            <a:off x="10520363" y="5238750"/>
            <a:ext cx="26194" cy="547688"/>
          </a:xfrm>
          <a:prstGeom prst="rect">
            <a:avLst/>
          </a:prstGeom>
          <a:solidFill>
            <a:srgbClr val="1D4ED8"/>
          </a:solidFill>
          <a:ln w="13097">
            <a:solidFill>
              <a:srgbClr val="172B4D"/>
            </a:solidFill>
          </a:ln>
        </p:spPr>
      </p:sp>
      <p:sp>
        <p:nvSpPr>
          <p:cNvPr id="1101" name="object-1101">
            <a:extLst>
              <a:ext uri="{FF2B5EF4-FFF2-40B4-BE49-F238E27FC236}">
                <a16:creationId xmlns:a16="http://schemas.microsoft.com/office/drawing/2014/main" id="{E0E28834-4535-428E-8FCF-5AB997C1FA5B}"/>
              </a:ext>
            </a:extLst>
          </p:cNvPr>
          <p:cNvSpPr>
            <a:spLocks noGrp="1"/>
          </p:cNvSpPr>
          <p:nvPr/>
        </p:nvSpPr>
        <p:spPr>
          <a:xfrm>
            <a:off x="10546556" y="5238750"/>
            <a:ext cx="26194" cy="547688"/>
          </a:xfrm>
          <a:prstGeom prst="rect">
            <a:avLst/>
          </a:prstGeom>
          <a:solidFill>
            <a:srgbClr val="1D4ED8"/>
          </a:solidFill>
          <a:ln w="13097">
            <a:solidFill>
              <a:srgbClr val="172B4D"/>
            </a:solidFill>
          </a:ln>
        </p:spPr>
      </p:sp>
      <p:sp>
        <p:nvSpPr>
          <p:cNvPr id="1102" name="object-1102">
            <a:extLst>
              <a:ext uri="{FF2B5EF4-FFF2-40B4-BE49-F238E27FC236}">
                <a16:creationId xmlns:a16="http://schemas.microsoft.com/office/drawing/2014/main" id="{71F00C22-3185-4C7D-924F-4C767B5E21E2}"/>
              </a:ext>
            </a:extLst>
          </p:cNvPr>
          <p:cNvSpPr>
            <a:spLocks noGrp="1"/>
          </p:cNvSpPr>
          <p:nvPr/>
        </p:nvSpPr>
        <p:spPr>
          <a:xfrm>
            <a:off x="10572750" y="5238750"/>
            <a:ext cx="26194" cy="547688"/>
          </a:xfrm>
          <a:prstGeom prst="rect">
            <a:avLst/>
          </a:prstGeom>
          <a:solidFill>
            <a:srgbClr val="1D4ED8"/>
          </a:solidFill>
          <a:ln w="13097">
            <a:solidFill>
              <a:srgbClr val="172B4D"/>
            </a:solidFill>
          </a:ln>
        </p:spPr>
      </p:sp>
      <p:sp>
        <p:nvSpPr>
          <p:cNvPr id="1103" name="object-1103">
            <a:extLst>
              <a:ext uri="{FF2B5EF4-FFF2-40B4-BE49-F238E27FC236}">
                <a16:creationId xmlns:a16="http://schemas.microsoft.com/office/drawing/2014/main" id="{B82F15F4-8759-4A48-B865-2354B00F6286}"/>
              </a:ext>
            </a:extLst>
          </p:cNvPr>
          <p:cNvSpPr>
            <a:spLocks noGrp="1"/>
          </p:cNvSpPr>
          <p:nvPr/>
        </p:nvSpPr>
        <p:spPr>
          <a:xfrm>
            <a:off x="10598944" y="5238750"/>
            <a:ext cx="26194" cy="547688"/>
          </a:xfrm>
          <a:prstGeom prst="rect">
            <a:avLst/>
          </a:prstGeom>
          <a:solidFill>
            <a:srgbClr val="1D4ED8"/>
          </a:solidFill>
          <a:ln w="13097">
            <a:solidFill>
              <a:srgbClr val="172B4D"/>
            </a:solidFill>
          </a:ln>
        </p:spPr>
      </p:sp>
      <p:sp>
        <p:nvSpPr>
          <p:cNvPr id="1104" name="object-1104">
            <a:extLst>
              <a:ext uri="{FF2B5EF4-FFF2-40B4-BE49-F238E27FC236}">
                <a16:creationId xmlns:a16="http://schemas.microsoft.com/office/drawing/2014/main" id="{CE47B9BA-A7EB-4A61-8192-1733A86F63C2}"/>
              </a:ext>
            </a:extLst>
          </p:cNvPr>
          <p:cNvSpPr>
            <a:spLocks noGrp="1"/>
          </p:cNvSpPr>
          <p:nvPr/>
        </p:nvSpPr>
        <p:spPr>
          <a:xfrm>
            <a:off x="10625138" y="5238750"/>
            <a:ext cx="26194" cy="547688"/>
          </a:xfrm>
          <a:prstGeom prst="rect">
            <a:avLst/>
          </a:prstGeom>
          <a:solidFill>
            <a:srgbClr val="1D4ED8"/>
          </a:solidFill>
          <a:ln w="13097">
            <a:solidFill>
              <a:srgbClr val="172B4D"/>
            </a:solidFill>
          </a:ln>
        </p:spPr>
      </p:sp>
      <p:sp>
        <p:nvSpPr>
          <p:cNvPr id="1105" name="object-1105">
            <a:extLst>
              <a:ext uri="{FF2B5EF4-FFF2-40B4-BE49-F238E27FC236}">
                <a16:creationId xmlns:a16="http://schemas.microsoft.com/office/drawing/2014/main" id="{4A0E2F33-2D3E-4B0C-9988-20906709345C}"/>
              </a:ext>
            </a:extLst>
          </p:cNvPr>
          <p:cNvSpPr>
            <a:spLocks noGrp="1"/>
          </p:cNvSpPr>
          <p:nvPr/>
        </p:nvSpPr>
        <p:spPr>
          <a:xfrm>
            <a:off x="10651331" y="5238750"/>
            <a:ext cx="26194" cy="547688"/>
          </a:xfrm>
          <a:prstGeom prst="rect">
            <a:avLst/>
          </a:prstGeom>
          <a:solidFill>
            <a:srgbClr val="1D4ED8"/>
          </a:solidFill>
          <a:ln w="13097">
            <a:solidFill>
              <a:srgbClr val="172B4D"/>
            </a:solidFill>
          </a:ln>
        </p:spPr>
      </p:sp>
      <p:sp>
        <p:nvSpPr>
          <p:cNvPr id="1106" name="object-1106">
            <a:extLst>
              <a:ext uri="{FF2B5EF4-FFF2-40B4-BE49-F238E27FC236}">
                <a16:creationId xmlns:a16="http://schemas.microsoft.com/office/drawing/2014/main" id="{1F287630-70A9-410B-B26C-9CAD142AC43F}"/>
              </a:ext>
            </a:extLst>
          </p:cNvPr>
          <p:cNvSpPr>
            <a:spLocks noGrp="1"/>
          </p:cNvSpPr>
          <p:nvPr/>
        </p:nvSpPr>
        <p:spPr>
          <a:xfrm>
            <a:off x="10677525" y="5238750"/>
            <a:ext cx="26194" cy="547688"/>
          </a:xfrm>
          <a:prstGeom prst="rect">
            <a:avLst/>
          </a:prstGeom>
          <a:solidFill>
            <a:srgbClr val="1D4ED8"/>
          </a:solidFill>
          <a:ln w="13097">
            <a:solidFill>
              <a:srgbClr val="172B4D"/>
            </a:solidFill>
          </a:ln>
        </p:spPr>
      </p:sp>
      <p:sp>
        <p:nvSpPr>
          <p:cNvPr id="1107" name="object-1107">
            <a:extLst>
              <a:ext uri="{FF2B5EF4-FFF2-40B4-BE49-F238E27FC236}">
                <a16:creationId xmlns:a16="http://schemas.microsoft.com/office/drawing/2014/main" id="{96F19AE9-330E-4CA0-BD3B-1180DDEA4D8C}"/>
              </a:ext>
            </a:extLst>
          </p:cNvPr>
          <p:cNvSpPr>
            <a:spLocks noGrp="1"/>
          </p:cNvSpPr>
          <p:nvPr/>
        </p:nvSpPr>
        <p:spPr>
          <a:xfrm>
            <a:off x="10703719" y="5238750"/>
            <a:ext cx="26194" cy="547688"/>
          </a:xfrm>
          <a:prstGeom prst="rect">
            <a:avLst/>
          </a:prstGeom>
          <a:solidFill>
            <a:srgbClr val="1D4ED8"/>
          </a:solidFill>
          <a:ln w="13097">
            <a:solidFill>
              <a:srgbClr val="172B4D"/>
            </a:solidFill>
          </a:ln>
        </p:spPr>
      </p:sp>
      <p:sp>
        <p:nvSpPr>
          <p:cNvPr id="1108" name="object-1108">
            <a:extLst>
              <a:ext uri="{FF2B5EF4-FFF2-40B4-BE49-F238E27FC236}">
                <a16:creationId xmlns:a16="http://schemas.microsoft.com/office/drawing/2014/main" id="{2FD8B82A-7A25-47C3-9381-C5F9CC416BF6}"/>
              </a:ext>
            </a:extLst>
          </p:cNvPr>
          <p:cNvSpPr>
            <a:spLocks noGrp="1"/>
          </p:cNvSpPr>
          <p:nvPr/>
        </p:nvSpPr>
        <p:spPr>
          <a:xfrm>
            <a:off x="10729913" y="5238750"/>
            <a:ext cx="26194" cy="547688"/>
          </a:xfrm>
          <a:prstGeom prst="rect">
            <a:avLst/>
          </a:prstGeom>
          <a:solidFill>
            <a:srgbClr val="1D4ED8"/>
          </a:solidFill>
          <a:ln w="13097">
            <a:solidFill>
              <a:srgbClr val="172B4D"/>
            </a:solidFill>
          </a:ln>
        </p:spPr>
      </p:sp>
      <p:sp>
        <p:nvSpPr>
          <p:cNvPr id="1109" name="object-1109">
            <a:extLst>
              <a:ext uri="{FF2B5EF4-FFF2-40B4-BE49-F238E27FC236}">
                <a16:creationId xmlns:a16="http://schemas.microsoft.com/office/drawing/2014/main" id="{C618B2CB-2CA6-4BA0-8C6A-7AA42C6E9B96}"/>
              </a:ext>
            </a:extLst>
          </p:cNvPr>
          <p:cNvSpPr>
            <a:spLocks noGrp="1"/>
          </p:cNvSpPr>
          <p:nvPr/>
        </p:nvSpPr>
        <p:spPr>
          <a:xfrm>
            <a:off x="10756106" y="5238750"/>
            <a:ext cx="26194" cy="547688"/>
          </a:xfrm>
          <a:prstGeom prst="rect">
            <a:avLst/>
          </a:prstGeom>
          <a:solidFill>
            <a:srgbClr val="1D4ED8"/>
          </a:solidFill>
          <a:ln w="13097">
            <a:solidFill>
              <a:srgbClr val="172B4D"/>
            </a:solidFill>
          </a:ln>
        </p:spPr>
      </p:sp>
      <p:sp>
        <p:nvSpPr>
          <p:cNvPr id="1110" name="object-1110">
            <a:extLst>
              <a:ext uri="{FF2B5EF4-FFF2-40B4-BE49-F238E27FC236}">
                <a16:creationId xmlns:a16="http://schemas.microsoft.com/office/drawing/2014/main" id="{8BD76B01-D0E4-4C12-8EFC-54B0E19E1104}"/>
              </a:ext>
            </a:extLst>
          </p:cNvPr>
          <p:cNvSpPr>
            <a:spLocks noGrp="1"/>
          </p:cNvSpPr>
          <p:nvPr/>
        </p:nvSpPr>
        <p:spPr>
          <a:xfrm>
            <a:off x="10782300" y="5238750"/>
            <a:ext cx="26194" cy="547688"/>
          </a:xfrm>
          <a:prstGeom prst="rect">
            <a:avLst/>
          </a:prstGeom>
          <a:solidFill>
            <a:srgbClr val="1D4ED8"/>
          </a:solidFill>
          <a:ln w="13097">
            <a:solidFill>
              <a:srgbClr val="172B4D"/>
            </a:solidFill>
          </a:ln>
        </p:spPr>
      </p:sp>
      <p:sp>
        <p:nvSpPr>
          <p:cNvPr id="1111" name="object-1111">
            <a:extLst>
              <a:ext uri="{FF2B5EF4-FFF2-40B4-BE49-F238E27FC236}">
                <a16:creationId xmlns:a16="http://schemas.microsoft.com/office/drawing/2014/main" id="{C0080EAC-F0FD-494C-BE07-61A6CF485555}"/>
              </a:ext>
            </a:extLst>
          </p:cNvPr>
          <p:cNvSpPr>
            <a:spLocks noGrp="1"/>
          </p:cNvSpPr>
          <p:nvPr/>
        </p:nvSpPr>
        <p:spPr>
          <a:xfrm>
            <a:off x="10808494" y="5238750"/>
            <a:ext cx="26194" cy="547688"/>
          </a:xfrm>
          <a:prstGeom prst="rect">
            <a:avLst/>
          </a:prstGeom>
          <a:solidFill>
            <a:srgbClr val="1D4ED8"/>
          </a:solidFill>
          <a:ln w="13097">
            <a:solidFill>
              <a:srgbClr val="172B4D"/>
            </a:solidFill>
          </a:ln>
        </p:spPr>
      </p:sp>
      <p:sp>
        <p:nvSpPr>
          <p:cNvPr id="1112" name="object-1112">
            <a:extLst>
              <a:ext uri="{FF2B5EF4-FFF2-40B4-BE49-F238E27FC236}">
                <a16:creationId xmlns:a16="http://schemas.microsoft.com/office/drawing/2014/main" id="{2B5C5EF9-EC7F-410A-AB6E-81F998058023}"/>
              </a:ext>
            </a:extLst>
          </p:cNvPr>
          <p:cNvSpPr>
            <a:spLocks noGrp="1"/>
          </p:cNvSpPr>
          <p:nvPr/>
        </p:nvSpPr>
        <p:spPr>
          <a:xfrm>
            <a:off x="10834688" y="5238750"/>
            <a:ext cx="26194" cy="547688"/>
          </a:xfrm>
          <a:prstGeom prst="rect">
            <a:avLst/>
          </a:prstGeom>
          <a:solidFill>
            <a:srgbClr val="1D4ED8"/>
          </a:solidFill>
          <a:ln w="13097">
            <a:solidFill>
              <a:srgbClr val="172B4D"/>
            </a:solidFill>
          </a:ln>
        </p:spPr>
      </p:sp>
      <p:sp>
        <p:nvSpPr>
          <p:cNvPr id="1113" name="object-1113">
            <a:extLst>
              <a:ext uri="{FF2B5EF4-FFF2-40B4-BE49-F238E27FC236}">
                <a16:creationId xmlns:a16="http://schemas.microsoft.com/office/drawing/2014/main" id="{E285ACC8-B092-46BF-90A6-CBA876716F38}"/>
              </a:ext>
            </a:extLst>
          </p:cNvPr>
          <p:cNvSpPr>
            <a:spLocks noGrp="1"/>
          </p:cNvSpPr>
          <p:nvPr/>
        </p:nvSpPr>
        <p:spPr>
          <a:xfrm>
            <a:off x="10860881" y="5238750"/>
            <a:ext cx="26194" cy="547688"/>
          </a:xfrm>
          <a:prstGeom prst="rect">
            <a:avLst/>
          </a:prstGeom>
          <a:solidFill>
            <a:srgbClr val="1D4ED8"/>
          </a:solidFill>
          <a:ln w="13097">
            <a:solidFill>
              <a:srgbClr val="172B4D"/>
            </a:solidFill>
          </a:ln>
        </p:spPr>
      </p:sp>
      <p:sp>
        <p:nvSpPr>
          <p:cNvPr id="1114" name="object-1114">
            <a:extLst>
              <a:ext uri="{FF2B5EF4-FFF2-40B4-BE49-F238E27FC236}">
                <a16:creationId xmlns:a16="http://schemas.microsoft.com/office/drawing/2014/main" id="{02DF59BE-33EA-434A-A16A-3DE7CC4FFE2F}"/>
              </a:ext>
            </a:extLst>
          </p:cNvPr>
          <p:cNvSpPr>
            <a:spLocks noGrp="1"/>
          </p:cNvSpPr>
          <p:nvPr/>
        </p:nvSpPr>
        <p:spPr>
          <a:xfrm>
            <a:off x="10887075" y="5238750"/>
            <a:ext cx="26194" cy="547688"/>
          </a:xfrm>
          <a:prstGeom prst="rect">
            <a:avLst/>
          </a:prstGeom>
          <a:solidFill>
            <a:srgbClr val="1D4ED8"/>
          </a:solidFill>
          <a:ln w="13097">
            <a:solidFill>
              <a:srgbClr val="172B4D"/>
            </a:solidFill>
          </a:ln>
        </p:spPr>
      </p:sp>
      <p:sp>
        <p:nvSpPr>
          <p:cNvPr id="1115" name="object-1115">
            <a:extLst>
              <a:ext uri="{FF2B5EF4-FFF2-40B4-BE49-F238E27FC236}">
                <a16:creationId xmlns:a16="http://schemas.microsoft.com/office/drawing/2014/main" id="{8020C21E-E973-4C9B-91FB-F81126D639B6}"/>
              </a:ext>
            </a:extLst>
          </p:cNvPr>
          <p:cNvSpPr>
            <a:spLocks noGrp="1"/>
          </p:cNvSpPr>
          <p:nvPr/>
        </p:nvSpPr>
        <p:spPr>
          <a:xfrm>
            <a:off x="10913269" y="5238750"/>
            <a:ext cx="26194" cy="547688"/>
          </a:xfrm>
          <a:prstGeom prst="rect">
            <a:avLst/>
          </a:prstGeom>
          <a:solidFill>
            <a:srgbClr val="1D4ED8"/>
          </a:solidFill>
          <a:ln w="13097">
            <a:solidFill>
              <a:srgbClr val="172B4D"/>
            </a:solidFill>
          </a:ln>
        </p:spPr>
      </p:sp>
      <p:sp>
        <p:nvSpPr>
          <p:cNvPr id="1116" name="object-1116">
            <a:extLst>
              <a:ext uri="{FF2B5EF4-FFF2-40B4-BE49-F238E27FC236}">
                <a16:creationId xmlns:a16="http://schemas.microsoft.com/office/drawing/2014/main" id="{F109316F-2022-4ADE-9878-230FF022F50E}"/>
              </a:ext>
            </a:extLst>
          </p:cNvPr>
          <p:cNvSpPr>
            <a:spLocks noGrp="1"/>
          </p:cNvSpPr>
          <p:nvPr/>
        </p:nvSpPr>
        <p:spPr>
          <a:xfrm>
            <a:off x="10939463" y="5238750"/>
            <a:ext cx="26194" cy="547688"/>
          </a:xfrm>
          <a:prstGeom prst="rect">
            <a:avLst/>
          </a:prstGeom>
          <a:solidFill>
            <a:srgbClr val="1D4ED8"/>
          </a:solidFill>
          <a:ln w="13097">
            <a:solidFill>
              <a:srgbClr val="172B4D"/>
            </a:solidFill>
          </a:ln>
        </p:spPr>
      </p:sp>
      <p:sp>
        <p:nvSpPr>
          <p:cNvPr id="1117" name="object-1117">
            <a:extLst>
              <a:ext uri="{FF2B5EF4-FFF2-40B4-BE49-F238E27FC236}">
                <a16:creationId xmlns:a16="http://schemas.microsoft.com/office/drawing/2014/main" id="{6065473F-2A41-4725-BDBD-61AAA16B8B48}"/>
              </a:ext>
            </a:extLst>
          </p:cNvPr>
          <p:cNvSpPr>
            <a:spLocks noGrp="1"/>
          </p:cNvSpPr>
          <p:nvPr/>
        </p:nvSpPr>
        <p:spPr>
          <a:xfrm>
            <a:off x="10965656" y="5238750"/>
            <a:ext cx="26194" cy="547688"/>
          </a:xfrm>
          <a:prstGeom prst="rect">
            <a:avLst/>
          </a:prstGeom>
          <a:solidFill>
            <a:srgbClr val="1D4ED8"/>
          </a:solidFill>
          <a:ln w="13097">
            <a:solidFill>
              <a:srgbClr val="172B4D"/>
            </a:solidFill>
          </a:ln>
        </p:spPr>
      </p:sp>
      <p:sp>
        <p:nvSpPr>
          <p:cNvPr id="1118" name="object-1118">
            <a:extLst>
              <a:ext uri="{FF2B5EF4-FFF2-40B4-BE49-F238E27FC236}">
                <a16:creationId xmlns:a16="http://schemas.microsoft.com/office/drawing/2014/main" id="{B5429925-2267-43A2-8D02-649344DC2261}"/>
              </a:ext>
            </a:extLst>
          </p:cNvPr>
          <p:cNvSpPr>
            <a:spLocks noGrp="1"/>
          </p:cNvSpPr>
          <p:nvPr/>
        </p:nvSpPr>
        <p:spPr>
          <a:xfrm>
            <a:off x="10991850" y="5238750"/>
            <a:ext cx="26194" cy="547688"/>
          </a:xfrm>
          <a:prstGeom prst="rect">
            <a:avLst/>
          </a:prstGeom>
          <a:solidFill>
            <a:srgbClr val="1D4ED8"/>
          </a:solidFill>
          <a:ln w="13097">
            <a:solidFill>
              <a:srgbClr val="172B4D"/>
            </a:solidFill>
          </a:ln>
        </p:spPr>
      </p:sp>
      <p:sp>
        <p:nvSpPr>
          <p:cNvPr id="1119" name="object-1119">
            <a:extLst>
              <a:ext uri="{FF2B5EF4-FFF2-40B4-BE49-F238E27FC236}">
                <a16:creationId xmlns:a16="http://schemas.microsoft.com/office/drawing/2014/main" id="{DC2EE07B-3238-4CDD-91D0-1D3370BD8089}"/>
              </a:ext>
            </a:extLst>
          </p:cNvPr>
          <p:cNvSpPr>
            <a:spLocks noGrp="1"/>
          </p:cNvSpPr>
          <p:nvPr/>
        </p:nvSpPr>
        <p:spPr>
          <a:xfrm>
            <a:off x="11018044" y="5238750"/>
            <a:ext cx="26194" cy="547688"/>
          </a:xfrm>
          <a:prstGeom prst="rect">
            <a:avLst/>
          </a:prstGeom>
          <a:solidFill>
            <a:srgbClr val="1D4ED8"/>
          </a:solidFill>
          <a:ln w="13097">
            <a:solidFill>
              <a:srgbClr val="172B4D"/>
            </a:solidFill>
          </a:ln>
        </p:spPr>
      </p:sp>
      <p:sp>
        <p:nvSpPr>
          <p:cNvPr id="1120" name="object-1120">
            <a:extLst>
              <a:ext uri="{FF2B5EF4-FFF2-40B4-BE49-F238E27FC236}">
                <a16:creationId xmlns:a16="http://schemas.microsoft.com/office/drawing/2014/main" id="{0E5279AA-EA8E-44AA-B835-6CC953BD9076}"/>
              </a:ext>
            </a:extLst>
          </p:cNvPr>
          <p:cNvSpPr>
            <a:spLocks noGrp="1"/>
          </p:cNvSpPr>
          <p:nvPr/>
        </p:nvSpPr>
        <p:spPr>
          <a:xfrm>
            <a:off x="11044238" y="5238750"/>
            <a:ext cx="26194" cy="547688"/>
          </a:xfrm>
          <a:prstGeom prst="rect">
            <a:avLst/>
          </a:prstGeom>
          <a:solidFill>
            <a:srgbClr val="1D4ED8"/>
          </a:solidFill>
          <a:ln w="13097">
            <a:solidFill>
              <a:srgbClr val="172B4D"/>
            </a:solidFill>
          </a:ln>
        </p:spPr>
      </p:sp>
      <p:sp>
        <p:nvSpPr>
          <p:cNvPr id="1121" name="object-1121">
            <a:extLst>
              <a:ext uri="{FF2B5EF4-FFF2-40B4-BE49-F238E27FC236}">
                <a16:creationId xmlns:a16="http://schemas.microsoft.com/office/drawing/2014/main" id="{7BB27B7F-4CA3-42BA-99E8-CAED4213ABF6}"/>
              </a:ext>
            </a:extLst>
          </p:cNvPr>
          <p:cNvSpPr>
            <a:spLocks noGrp="1"/>
          </p:cNvSpPr>
          <p:nvPr/>
        </p:nvSpPr>
        <p:spPr>
          <a:xfrm>
            <a:off x="11070431" y="5238750"/>
            <a:ext cx="26194" cy="547688"/>
          </a:xfrm>
          <a:prstGeom prst="rect">
            <a:avLst/>
          </a:prstGeom>
          <a:solidFill>
            <a:srgbClr val="1D4ED8"/>
          </a:solidFill>
          <a:ln w="13097">
            <a:solidFill>
              <a:srgbClr val="172B4D"/>
            </a:solidFill>
          </a:ln>
        </p:spPr>
      </p:sp>
      <p:sp>
        <p:nvSpPr>
          <p:cNvPr id="1122" name="object-1122">
            <a:extLst>
              <a:ext uri="{FF2B5EF4-FFF2-40B4-BE49-F238E27FC236}">
                <a16:creationId xmlns:a16="http://schemas.microsoft.com/office/drawing/2014/main" id="{29C4AEEC-EE7B-4B9F-AA44-492528FA33F2}"/>
              </a:ext>
            </a:extLst>
          </p:cNvPr>
          <p:cNvSpPr>
            <a:spLocks noGrp="1"/>
          </p:cNvSpPr>
          <p:nvPr/>
        </p:nvSpPr>
        <p:spPr>
          <a:xfrm>
            <a:off x="11096625" y="5238750"/>
            <a:ext cx="26194" cy="547688"/>
          </a:xfrm>
          <a:prstGeom prst="rect">
            <a:avLst/>
          </a:prstGeom>
          <a:solidFill>
            <a:srgbClr val="1D4ED8"/>
          </a:solidFill>
          <a:ln w="13097">
            <a:solidFill>
              <a:srgbClr val="172B4D"/>
            </a:solidFill>
          </a:ln>
        </p:spPr>
      </p:sp>
      <p:sp>
        <p:nvSpPr>
          <p:cNvPr id="1123" name="object-1123">
            <a:extLst>
              <a:ext uri="{FF2B5EF4-FFF2-40B4-BE49-F238E27FC236}">
                <a16:creationId xmlns:a16="http://schemas.microsoft.com/office/drawing/2014/main" id="{2FB6310F-F50B-4DA6-A938-6F26F15C5629}"/>
              </a:ext>
            </a:extLst>
          </p:cNvPr>
          <p:cNvSpPr>
            <a:spLocks noGrp="1"/>
          </p:cNvSpPr>
          <p:nvPr/>
        </p:nvSpPr>
        <p:spPr>
          <a:xfrm>
            <a:off x="11122819" y="5238750"/>
            <a:ext cx="26194" cy="547688"/>
          </a:xfrm>
          <a:prstGeom prst="rect">
            <a:avLst/>
          </a:prstGeom>
          <a:solidFill>
            <a:srgbClr val="1D4ED8"/>
          </a:solidFill>
          <a:ln w="13097">
            <a:solidFill>
              <a:srgbClr val="172B4D"/>
            </a:solidFill>
          </a:ln>
        </p:spPr>
      </p:sp>
      <p:sp>
        <p:nvSpPr>
          <p:cNvPr id="1124" name="object-1124">
            <a:extLst>
              <a:ext uri="{FF2B5EF4-FFF2-40B4-BE49-F238E27FC236}">
                <a16:creationId xmlns:a16="http://schemas.microsoft.com/office/drawing/2014/main" id="{3804291F-DEB5-4474-8C52-77F03049875B}"/>
              </a:ext>
            </a:extLst>
          </p:cNvPr>
          <p:cNvSpPr>
            <a:spLocks noGrp="1"/>
          </p:cNvSpPr>
          <p:nvPr/>
        </p:nvSpPr>
        <p:spPr>
          <a:xfrm>
            <a:off x="11149013" y="5238750"/>
            <a:ext cx="26194" cy="547688"/>
          </a:xfrm>
          <a:prstGeom prst="rect">
            <a:avLst/>
          </a:prstGeom>
          <a:solidFill>
            <a:srgbClr val="1D4ED8"/>
          </a:solidFill>
          <a:ln w="13097">
            <a:solidFill>
              <a:srgbClr val="172B4D"/>
            </a:solidFill>
          </a:ln>
        </p:spPr>
      </p:sp>
      <p:sp>
        <p:nvSpPr>
          <p:cNvPr id="1125" name="object-1125">
            <a:extLst>
              <a:ext uri="{FF2B5EF4-FFF2-40B4-BE49-F238E27FC236}">
                <a16:creationId xmlns:a16="http://schemas.microsoft.com/office/drawing/2014/main" id="{C817E9CB-DD14-481A-8E02-5BF13E105BA8}"/>
              </a:ext>
            </a:extLst>
          </p:cNvPr>
          <p:cNvSpPr>
            <a:spLocks noGrp="1"/>
          </p:cNvSpPr>
          <p:nvPr/>
        </p:nvSpPr>
        <p:spPr>
          <a:xfrm>
            <a:off x="11175206" y="5238750"/>
            <a:ext cx="26194" cy="547688"/>
          </a:xfrm>
          <a:prstGeom prst="rect">
            <a:avLst/>
          </a:prstGeom>
          <a:solidFill>
            <a:srgbClr val="1D4ED8"/>
          </a:solidFill>
          <a:ln w="13097">
            <a:solidFill>
              <a:srgbClr val="172B4D"/>
            </a:solidFill>
          </a:ln>
        </p:spPr>
      </p:sp>
      <p:sp>
        <p:nvSpPr>
          <p:cNvPr id="1126" name="object-1126">
            <a:extLst>
              <a:ext uri="{FF2B5EF4-FFF2-40B4-BE49-F238E27FC236}">
                <a16:creationId xmlns:a16="http://schemas.microsoft.com/office/drawing/2014/main" id="{AFAEC0F6-6AC2-437C-BECA-66172BD88A58}"/>
              </a:ext>
            </a:extLst>
          </p:cNvPr>
          <p:cNvSpPr>
            <a:spLocks noGrp="1"/>
          </p:cNvSpPr>
          <p:nvPr/>
        </p:nvSpPr>
        <p:spPr>
          <a:xfrm>
            <a:off x="11201400" y="5238750"/>
            <a:ext cx="26194" cy="547688"/>
          </a:xfrm>
          <a:prstGeom prst="rect">
            <a:avLst/>
          </a:prstGeom>
          <a:solidFill>
            <a:srgbClr val="1D4ED8"/>
          </a:solidFill>
          <a:ln w="13097">
            <a:solidFill>
              <a:srgbClr val="172B4D"/>
            </a:solidFill>
          </a:ln>
        </p:spPr>
      </p:sp>
      <p:sp>
        <p:nvSpPr>
          <p:cNvPr id="1127" name="object-1127">
            <a:extLst>
              <a:ext uri="{FF2B5EF4-FFF2-40B4-BE49-F238E27FC236}">
                <a16:creationId xmlns:a16="http://schemas.microsoft.com/office/drawing/2014/main" id="{3E5BB7D5-CF96-469C-972F-33C4A8359FE5}"/>
              </a:ext>
            </a:extLst>
          </p:cNvPr>
          <p:cNvSpPr>
            <a:spLocks noGrp="1"/>
          </p:cNvSpPr>
          <p:nvPr/>
        </p:nvSpPr>
        <p:spPr>
          <a:xfrm>
            <a:off x="11227594" y="5238750"/>
            <a:ext cx="26194" cy="547688"/>
          </a:xfrm>
          <a:prstGeom prst="rect">
            <a:avLst/>
          </a:prstGeom>
          <a:solidFill>
            <a:srgbClr val="1D4ED8"/>
          </a:solidFill>
          <a:ln w="13097">
            <a:solidFill>
              <a:srgbClr val="172B4D"/>
            </a:solidFill>
          </a:ln>
        </p:spPr>
      </p:sp>
      <p:sp>
        <p:nvSpPr>
          <p:cNvPr id="1128" name="object-1128">
            <a:extLst>
              <a:ext uri="{FF2B5EF4-FFF2-40B4-BE49-F238E27FC236}">
                <a16:creationId xmlns:a16="http://schemas.microsoft.com/office/drawing/2014/main" id="{0AA79D7E-0581-48A8-A3AD-B491F7E06F37}"/>
              </a:ext>
            </a:extLst>
          </p:cNvPr>
          <p:cNvSpPr>
            <a:spLocks noGrp="1"/>
          </p:cNvSpPr>
          <p:nvPr/>
        </p:nvSpPr>
        <p:spPr>
          <a:xfrm>
            <a:off x="11253788" y="5238750"/>
            <a:ext cx="26194" cy="547688"/>
          </a:xfrm>
          <a:prstGeom prst="rect">
            <a:avLst/>
          </a:prstGeom>
          <a:solidFill>
            <a:srgbClr val="1D4ED8"/>
          </a:solidFill>
          <a:ln w="13097">
            <a:solidFill>
              <a:srgbClr val="172B4D"/>
            </a:solidFill>
          </a:ln>
        </p:spPr>
      </p:sp>
      <p:sp>
        <p:nvSpPr>
          <p:cNvPr id="1129" name="object-1129">
            <a:extLst>
              <a:ext uri="{FF2B5EF4-FFF2-40B4-BE49-F238E27FC236}">
                <a16:creationId xmlns:a16="http://schemas.microsoft.com/office/drawing/2014/main" id="{98BB66A5-A684-4178-A3AC-D0B106C49913}"/>
              </a:ext>
            </a:extLst>
          </p:cNvPr>
          <p:cNvSpPr>
            <a:spLocks noGrp="1"/>
          </p:cNvSpPr>
          <p:nvPr/>
        </p:nvSpPr>
        <p:spPr>
          <a:xfrm>
            <a:off x="11279981" y="5238750"/>
            <a:ext cx="26194" cy="547688"/>
          </a:xfrm>
          <a:prstGeom prst="rect">
            <a:avLst/>
          </a:prstGeom>
          <a:solidFill>
            <a:srgbClr val="1D4ED8"/>
          </a:solidFill>
          <a:ln w="13097">
            <a:solidFill>
              <a:srgbClr val="172B4D"/>
            </a:solidFill>
          </a:ln>
        </p:spPr>
      </p:sp>
      <p:sp>
        <p:nvSpPr>
          <p:cNvPr id="1130" name="object-1130">
            <a:extLst>
              <a:ext uri="{FF2B5EF4-FFF2-40B4-BE49-F238E27FC236}">
                <a16:creationId xmlns:a16="http://schemas.microsoft.com/office/drawing/2014/main" id="{4B50A4F6-2E87-4DDC-BB9B-91F08310E346}"/>
              </a:ext>
            </a:extLst>
          </p:cNvPr>
          <p:cNvSpPr>
            <a:spLocks noGrp="1"/>
          </p:cNvSpPr>
          <p:nvPr/>
        </p:nvSpPr>
        <p:spPr>
          <a:xfrm>
            <a:off x="11306175" y="5238750"/>
            <a:ext cx="26194" cy="547688"/>
          </a:xfrm>
          <a:prstGeom prst="rect">
            <a:avLst/>
          </a:prstGeom>
          <a:solidFill>
            <a:srgbClr val="1D4ED8"/>
          </a:solidFill>
          <a:ln w="13097">
            <a:solidFill>
              <a:srgbClr val="172B4D"/>
            </a:solidFill>
          </a:ln>
        </p:spPr>
      </p:sp>
      <p:sp>
        <p:nvSpPr>
          <p:cNvPr id="1131" name="object-1131">
            <a:extLst>
              <a:ext uri="{FF2B5EF4-FFF2-40B4-BE49-F238E27FC236}">
                <a16:creationId xmlns:a16="http://schemas.microsoft.com/office/drawing/2014/main" id="{704372BF-808D-4FC7-A20C-27AF658589DD}"/>
              </a:ext>
            </a:extLst>
          </p:cNvPr>
          <p:cNvSpPr>
            <a:spLocks noGrp="1"/>
          </p:cNvSpPr>
          <p:nvPr/>
        </p:nvSpPr>
        <p:spPr>
          <a:xfrm>
            <a:off x="11332369" y="5238750"/>
            <a:ext cx="26194" cy="547688"/>
          </a:xfrm>
          <a:prstGeom prst="rect">
            <a:avLst/>
          </a:prstGeom>
          <a:solidFill>
            <a:srgbClr val="1D4ED8"/>
          </a:solidFill>
          <a:ln w="13097">
            <a:solidFill>
              <a:srgbClr val="172B4D"/>
            </a:solidFill>
          </a:ln>
        </p:spPr>
      </p:sp>
      <p:sp>
        <p:nvSpPr>
          <p:cNvPr id="1132" name="object-1132">
            <a:extLst>
              <a:ext uri="{FF2B5EF4-FFF2-40B4-BE49-F238E27FC236}">
                <a16:creationId xmlns:a16="http://schemas.microsoft.com/office/drawing/2014/main" id="{226A5B97-626B-43D8-BEFE-4ECF4508171D}"/>
              </a:ext>
            </a:extLst>
          </p:cNvPr>
          <p:cNvSpPr>
            <a:spLocks noGrp="1"/>
          </p:cNvSpPr>
          <p:nvPr/>
        </p:nvSpPr>
        <p:spPr>
          <a:xfrm>
            <a:off x="11358563" y="5238750"/>
            <a:ext cx="26194" cy="547688"/>
          </a:xfrm>
          <a:prstGeom prst="rect">
            <a:avLst/>
          </a:prstGeom>
          <a:solidFill>
            <a:srgbClr val="1D4ED8"/>
          </a:solidFill>
          <a:ln w="13097">
            <a:solidFill>
              <a:srgbClr val="172B4D"/>
            </a:solidFill>
          </a:ln>
        </p:spPr>
      </p:sp>
      <p:sp>
        <p:nvSpPr>
          <p:cNvPr id="1133" name="object-1133">
            <a:extLst>
              <a:ext uri="{FF2B5EF4-FFF2-40B4-BE49-F238E27FC236}">
                <a16:creationId xmlns:a16="http://schemas.microsoft.com/office/drawing/2014/main" id="{EE53999F-63C1-48CA-ADB2-20D9832931EE}"/>
              </a:ext>
            </a:extLst>
          </p:cNvPr>
          <p:cNvSpPr>
            <a:spLocks noGrp="1"/>
          </p:cNvSpPr>
          <p:nvPr/>
        </p:nvSpPr>
        <p:spPr>
          <a:xfrm>
            <a:off x="11384756" y="5238750"/>
            <a:ext cx="26194" cy="547688"/>
          </a:xfrm>
          <a:prstGeom prst="rect">
            <a:avLst/>
          </a:prstGeom>
          <a:solidFill>
            <a:srgbClr val="1D4ED8"/>
          </a:solidFill>
          <a:ln w="13097">
            <a:solidFill>
              <a:srgbClr val="172B4D"/>
            </a:solidFill>
          </a:ln>
        </p:spPr>
      </p:sp>
      <p:sp>
        <p:nvSpPr>
          <p:cNvPr id="1134" name="object-1134">
            <a:extLst>
              <a:ext uri="{FF2B5EF4-FFF2-40B4-BE49-F238E27FC236}">
                <a16:creationId xmlns:a16="http://schemas.microsoft.com/office/drawing/2014/main" id="{8F2086F7-5E8D-4A6A-B817-6FCEC5C0B480}"/>
              </a:ext>
            </a:extLst>
          </p:cNvPr>
          <p:cNvSpPr>
            <a:spLocks noGrp="1"/>
          </p:cNvSpPr>
          <p:nvPr/>
        </p:nvSpPr>
        <p:spPr>
          <a:xfrm>
            <a:off x="11410950" y="5238750"/>
            <a:ext cx="26194" cy="547688"/>
          </a:xfrm>
          <a:prstGeom prst="rect">
            <a:avLst/>
          </a:prstGeom>
          <a:solidFill>
            <a:srgbClr val="1D4ED8"/>
          </a:solidFill>
          <a:ln w="13097">
            <a:solidFill>
              <a:srgbClr val="172B4D"/>
            </a:solidFill>
          </a:ln>
        </p:spPr>
      </p:sp>
      <p:sp>
        <p:nvSpPr>
          <p:cNvPr id="1135" name="object-1135">
            <a:extLst>
              <a:ext uri="{FF2B5EF4-FFF2-40B4-BE49-F238E27FC236}">
                <a16:creationId xmlns:a16="http://schemas.microsoft.com/office/drawing/2014/main" id="{2E4D6A16-AC33-4A1F-AFCA-0B5BB60A62C8}"/>
              </a:ext>
            </a:extLst>
          </p:cNvPr>
          <p:cNvSpPr>
            <a:spLocks noGrp="1"/>
          </p:cNvSpPr>
          <p:nvPr/>
        </p:nvSpPr>
        <p:spPr>
          <a:xfrm>
            <a:off x="11437144" y="5238750"/>
            <a:ext cx="26194" cy="547688"/>
          </a:xfrm>
          <a:prstGeom prst="rect">
            <a:avLst/>
          </a:prstGeom>
          <a:solidFill>
            <a:srgbClr val="1D4ED8"/>
          </a:solidFill>
          <a:ln w="13097">
            <a:solidFill>
              <a:srgbClr val="172B4D"/>
            </a:solidFill>
          </a:ln>
        </p:spPr>
      </p:sp>
      <p:sp>
        <p:nvSpPr>
          <p:cNvPr id="1136" name="object-1136">
            <a:extLst>
              <a:ext uri="{FF2B5EF4-FFF2-40B4-BE49-F238E27FC236}">
                <a16:creationId xmlns:a16="http://schemas.microsoft.com/office/drawing/2014/main" id="{D1CFCDD2-49EB-4DA3-81ED-B2C9ECBAF04D}"/>
              </a:ext>
            </a:extLst>
          </p:cNvPr>
          <p:cNvSpPr>
            <a:spLocks noGrp="1"/>
          </p:cNvSpPr>
          <p:nvPr/>
        </p:nvSpPr>
        <p:spPr>
          <a:xfrm>
            <a:off x="11463338" y="5238750"/>
            <a:ext cx="26194" cy="547688"/>
          </a:xfrm>
          <a:prstGeom prst="rect">
            <a:avLst/>
          </a:prstGeom>
          <a:solidFill>
            <a:srgbClr val="1D4ED8"/>
          </a:solidFill>
          <a:ln w="13097">
            <a:solidFill>
              <a:srgbClr val="172B4D"/>
            </a:solidFill>
          </a:ln>
        </p:spPr>
      </p:sp>
      <p:sp>
        <p:nvSpPr>
          <p:cNvPr id="1137" name="object-1137">
            <a:extLst>
              <a:ext uri="{FF2B5EF4-FFF2-40B4-BE49-F238E27FC236}">
                <a16:creationId xmlns:a16="http://schemas.microsoft.com/office/drawing/2014/main" id="{EDADBBF6-9134-4E15-B469-0FB364B8DAE9}"/>
              </a:ext>
            </a:extLst>
          </p:cNvPr>
          <p:cNvSpPr>
            <a:spLocks noGrp="1"/>
          </p:cNvSpPr>
          <p:nvPr/>
        </p:nvSpPr>
        <p:spPr>
          <a:xfrm>
            <a:off x="11489531" y="5238750"/>
            <a:ext cx="26194" cy="547688"/>
          </a:xfrm>
          <a:prstGeom prst="rect">
            <a:avLst/>
          </a:prstGeom>
          <a:solidFill>
            <a:srgbClr val="1D4ED8"/>
          </a:solidFill>
          <a:ln w="13097">
            <a:solidFill>
              <a:srgbClr val="172B4D"/>
            </a:solidFill>
          </a:ln>
        </p:spPr>
      </p:sp>
      <p:sp>
        <p:nvSpPr>
          <p:cNvPr id="1138" name="object-1138">
            <a:extLst>
              <a:ext uri="{FF2B5EF4-FFF2-40B4-BE49-F238E27FC236}">
                <a16:creationId xmlns:a16="http://schemas.microsoft.com/office/drawing/2014/main" id="{120F4DEB-1955-4B8B-9F68-17CDF2C7414D}"/>
              </a:ext>
            </a:extLst>
          </p:cNvPr>
          <p:cNvSpPr>
            <a:spLocks noGrp="1"/>
          </p:cNvSpPr>
          <p:nvPr/>
        </p:nvSpPr>
        <p:spPr>
          <a:xfrm>
            <a:off x="11515725" y="5238750"/>
            <a:ext cx="26194" cy="547688"/>
          </a:xfrm>
          <a:prstGeom prst="rect">
            <a:avLst/>
          </a:prstGeom>
          <a:solidFill>
            <a:srgbClr val="1D4ED8"/>
          </a:solidFill>
          <a:ln w="13097">
            <a:solidFill>
              <a:srgbClr val="172B4D"/>
            </a:solidFill>
          </a:ln>
        </p:spPr>
      </p:sp>
      <p:sp>
        <p:nvSpPr>
          <p:cNvPr id="1139" name="object-1139">
            <a:extLst>
              <a:ext uri="{FF2B5EF4-FFF2-40B4-BE49-F238E27FC236}">
                <a16:creationId xmlns:a16="http://schemas.microsoft.com/office/drawing/2014/main" id="{65E3F9CC-EA73-4640-9941-4D89CF30A15C}"/>
              </a:ext>
            </a:extLst>
          </p:cNvPr>
          <p:cNvSpPr>
            <a:spLocks noGrp="1"/>
          </p:cNvSpPr>
          <p:nvPr/>
        </p:nvSpPr>
        <p:spPr>
          <a:xfrm>
            <a:off x="11541919" y="5238750"/>
            <a:ext cx="26194" cy="547688"/>
          </a:xfrm>
          <a:prstGeom prst="rect">
            <a:avLst/>
          </a:prstGeom>
          <a:solidFill>
            <a:srgbClr val="1D4ED8"/>
          </a:solidFill>
          <a:ln w="13097">
            <a:solidFill>
              <a:srgbClr val="172B4D"/>
            </a:solidFill>
          </a:ln>
        </p:spPr>
      </p:sp>
      <p:sp>
        <p:nvSpPr>
          <p:cNvPr id="1140" name="object-1140">
            <a:extLst>
              <a:ext uri="{FF2B5EF4-FFF2-40B4-BE49-F238E27FC236}">
                <a16:creationId xmlns:a16="http://schemas.microsoft.com/office/drawing/2014/main" id="{8CF9A1D0-F82C-4440-8594-84D1165DE8BF}"/>
              </a:ext>
            </a:extLst>
          </p:cNvPr>
          <p:cNvSpPr>
            <a:spLocks noGrp="1"/>
          </p:cNvSpPr>
          <p:nvPr/>
        </p:nvSpPr>
        <p:spPr>
          <a:xfrm>
            <a:off x="11568113" y="5238750"/>
            <a:ext cx="26194" cy="547688"/>
          </a:xfrm>
          <a:prstGeom prst="rect">
            <a:avLst/>
          </a:prstGeom>
          <a:solidFill>
            <a:srgbClr val="1D4ED8"/>
          </a:solidFill>
          <a:ln w="13097">
            <a:solidFill>
              <a:srgbClr val="172B4D"/>
            </a:solidFill>
          </a:ln>
        </p:spPr>
      </p:sp>
      <p:sp>
        <p:nvSpPr>
          <p:cNvPr id="1141" name="object-1141">
            <a:extLst>
              <a:ext uri="{FF2B5EF4-FFF2-40B4-BE49-F238E27FC236}">
                <a16:creationId xmlns:a16="http://schemas.microsoft.com/office/drawing/2014/main" id="{25D66744-2031-4DFB-BEA3-90D039E6FE3F}"/>
              </a:ext>
            </a:extLst>
          </p:cNvPr>
          <p:cNvSpPr>
            <a:spLocks noGrp="1"/>
          </p:cNvSpPr>
          <p:nvPr/>
        </p:nvSpPr>
        <p:spPr>
          <a:xfrm>
            <a:off x="11594306" y="5238750"/>
            <a:ext cx="26194" cy="547688"/>
          </a:xfrm>
          <a:prstGeom prst="rect">
            <a:avLst/>
          </a:prstGeom>
          <a:solidFill>
            <a:srgbClr val="1D4ED8"/>
          </a:solidFill>
          <a:ln w="13097">
            <a:solidFill>
              <a:srgbClr val="172B4D"/>
            </a:solidFill>
          </a:ln>
        </p:spPr>
      </p:sp>
      <p:sp>
        <p:nvSpPr>
          <p:cNvPr id="1142" name="object-1142">
            <a:extLst>
              <a:ext uri="{FF2B5EF4-FFF2-40B4-BE49-F238E27FC236}">
                <a16:creationId xmlns:a16="http://schemas.microsoft.com/office/drawing/2014/main" id="{26BA1A3B-FD41-49CC-931D-24108BEFC45B}"/>
              </a:ext>
            </a:extLst>
          </p:cNvPr>
          <p:cNvSpPr>
            <a:spLocks noGrp="1"/>
          </p:cNvSpPr>
          <p:nvPr/>
        </p:nvSpPr>
        <p:spPr>
          <a:xfrm>
            <a:off x="11620500" y="5238750"/>
            <a:ext cx="26194" cy="547688"/>
          </a:xfrm>
          <a:prstGeom prst="rect">
            <a:avLst/>
          </a:prstGeom>
          <a:solidFill>
            <a:srgbClr val="1D4ED8"/>
          </a:solidFill>
          <a:ln w="13097">
            <a:solidFill>
              <a:srgbClr val="172B4D"/>
            </a:solidFill>
          </a:ln>
        </p:spPr>
      </p:sp>
      <p:sp>
        <p:nvSpPr>
          <p:cNvPr id="1143" name="object-1143">
            <a:extLst>
              <a:ext uri="{FF2B5EF4-FFF2-40B4-BE49-F238E27FC236}">
                <a16:creationId xmlns:a16="http://schemas.microsoft.com/office/drawing/2014/main" id="{FF3166B5-B1C5-41CD-8752-3D3008165F0C}"/>
              </a:ext>
            </a:extLst>
          </p:cNvPr>
          <p:cNvSpPr>
            <a:spLocks noGrp="1"/>
          </p:cNvSpPr>
          <p:nvPr/>
        </p:nvSpPr>
        <p:spPr>
          <a:xfrm>
            <a:off x="11646694" y="5238750"/>
            <a:ext cx="26194" cy="547688"/>
          </a:xfrm>
          <a:prstGeom prst="rect">
            <a:avLst/>
          </a:prstGeom>
          <a:solidFill>
            <a:srgbClr val="1D4ED8"/>
          </a:solidFill>
          <a:ln w="13097">
            <a:solidFill>
              <a:srgbClr val="172B4D"/>
            </a:solidFill>
          </a:ln>
        </p:spPr>
      </p:sp>
      <p:sp>
        <p:nvSpPr>
          <p:cNvPr id="1144" name="object-1144">
            <a:extLst>
              <a:ext uri="{FF2B5EF4-FFF2-40B4-BE49-F238E27FC236}">
                <a16:creationId xmlns:a16="http://schemas.microsoft.com/office/drawing/2014/main" id="{D65081DA-12FE-41E1-8D1F-63E29BB92724}"/>
              </a:ext>
            </a:extLst>
          </p:cNvPr>
          <p:cNvSpPr>
            <a:spLocks noGrp="1"/>
          </p:cNvSpPr>
          <p:nvPr/>
        </p:nvSpPr>
        <p:spPr>
          <a:xfrm>
            <a:off x="11672888" y="5238750"/>
            <a:ext cx="26194" cy="547688"/>
          </a:xfrm>
          <a:prstGeom prst="rect">
            <a:avLst/>
          </a:prstGeom>
          <a:solidFill>
            <a:srgbClr val="1D4ED8"/>
          </a:solidFill>
          <a:ln w="13097">
            <a:solidFill>
              <a:srgbClr val="172B4D"/>
            </a:solidFill>
          </a:ln>
        </p:spPr>
      </p:sp>
      <p:sp>
        <p:nvSpPr>
          <p:cNvPr id="1145" name="object-1145">
            <a:extLst>
              <a:ext uri="{FF2B5EF4-FFF2-40B4-BE49-F238E27FC236}">
                <a16:creationId xmlns:a16="http://schemas.microsoft.com/office/drawing/2014/main" id="{D7598696-544A-4F6E-959D-847ADCE56D50}"/>
              </a:ext>
            </a:extLst>
          </p:cNvPr>
          <p:cNvSpPr>
            <a:spLocks noGrp="1"/>
          </p:cNvSpPr>
          <p:nvPr/>
        </p:nvSpPr>
        <p:spPr>
          <a:xfrm>
            <a:off x="11699081" y="5238750"/>
            <a:ext cx="26194" cy="547688"/>
          </a:xfrm>
          <a:prstGeom prst="rect">
            <a:avLst/>
          </a:prstGeom>
          <a:solidFill>
            <a:srgbClr val="1D4ED8"/>
          </a:solidFill>
          <a:ln w="13097">
            <a:solidFill>
              <a:srgbClr val="172B4D"/>
            </a:solidFill>
          </a:ln>
        </p:spPr>
      </p:sp>
      <p:sp>
        <p:nvSpPr>
          <p:cNvPr id="1146" name="object-1146">
            <a:extLst>
              <a:ext uri="{FF2B5EF4-FFF2-40B4-BE49-F238E27FC236}">
                <a16:creationId xmlns:a16="http://schemas.microsoft.com/office/drawing/2014/main" id="{7109778B-1F35-42F2-881D-43B371C85E2B}"/>
              </a:ext>
            </a:extLst>
          </p:cNvPr>
          <p:cNvSpPr>
            <a:spLocks noGrp="1"/>
          </p:cNvSpPr>
          <p:nvPr/>
        </p:nvSpPr>
        <p:spPr>
          <a:xfrm>
            <a:off x="11725275" y="5238750"/>
            <a:ext cx="26194" cy="547688"/>
          </a:xfrm>
          <a:prstGeom prst="rect">
            <a:avLst/>
          </a:prstGeom>
          <a:solidFill>
            <a:srgbClr val="1D4ED8"/>
          </a:solidFill>
          <a:ln w="13097">
            <a:solidFill>
              <a:srgbClr val="172B4D"/>
            </a:solidFill>
          </a:ln>
        </p:spPr>
      </p:sp>
      <p:sp>
        <p:nvSpPr>
          <p:cNvPr id="1147" name="object-1147">
            <a:extLst>
              <a:ext uri="{FF2B5EF4-FFF2-40B4-BE49-F238E27FC236}">
                <a16:creationId xmlns:a16="http://schemas.microsoft.com/office/drawing/2014/main" id="{846CE27B-ED12-4088-A140-D15988812AFE}"/>
              </a:ext>
            </a:extLst>
          </p:cNvPr>
          <p:cNvSpPr>
            <a:spLocks noGrp="1"/>
          </p:cNvSpPr>
          <p:nvPr/>
        </p:nvSpPr>
        <p:spPr>
          <a:xfrm>
            <a:off x="11751469" y="5238750"/>
            <a:ext cx="26194" cy="547688"/>
          </a:xfrm>
          <a:prstGeom prst="rect">
            <a:avLst/>
          </a:prstGeom>
          <a:solidFill>
            <a:srgbClr val="1D4ED8"/>
          </a:solidFill>
          <a:ln w="13097">
            <a:solidFill>
              <a:srgbClr val="172B4D"/>
            </a:solidFill>
          </a:ln>
        </p:spPr>
      </p:sp>
      <p:sp>
        <p:nvSpPr>
          <p:cNvPr id="1148" name="object-1148">
            <a:extLst>
              <a:ext uri="{FF2B5EF4-FFF2-40B4-BE49-F238E27FC236}">
                <a16:creationId xmlns:a16="http://schemas.microsoft.com/office/drawing/2014/main" id="{6BC93129-E650-4A28-BFD9-FFC90A37D734}"/>
              </a:ext>
            </a:extLst>
          </p:cNvPr>
          <p:cNvSpPr>
            <a:spLocks noGrp="1"/>
          </p:cNvSpPr>
          <p:nvPr/>
        </p:nvSpPr>
        <p:spPr>
          <a:xfrm>
            <a:off x="11777663" y="5238750"/>
            <a:ext cx="26194" cy="547688"/>
          </a:xfrm>
          <a:prstGeom prst="rect">
            <a:avLst/>
          </a:prstGeom>
          <a:solidFill>
            <a:srgbClr val="1D4ED8"/>
          </a:solidFill>
          <a:ln w="13097">
            <a:solidFill>
              <a:srgbClr val="172B4D"/>
            </a:solidFill>
          </a:ln>
        </p:spPr>
      </p:sp>
      <p:sp>
        <p:nvSpPr>
          <p:cNvPr id="1149" name="object-1149">
            <a:extLst>
              <a:ext uri="{FF2B5EF4-FFF2-40B4-BE49-F238E27FC236}">
                <a16:creationId xmlns:a16="http://schemas.microsoft.com/office/drawing/2014/main" id="{30FF787D-E4E1-4E57-A32F-281CE26DDAAC}"/>
              </a:ext>
            </a:extLst>
          </p:cNvPr>
          <p:cNvSpPr>
            <a:spLocks noGrp="1"/>
          </p:cNvSpPr>
          <p:nvPr/>
        </p:nvSpPr>
        <p:spPr>
          <a:xfrm>
            <a:off x="11803856" y="5238750"/>
            <a:ext cx="26194" cy="547688"/>
          </a:xfrm>
          <a:prstGeom prst="rect">
            <a:avLst/>
          </a:prstGeom>
          <a:solidFill>
            <a:srgbClr val="1D4ED8"/>
          </a:solidFill>
          <a:ln w="13097">
            <a:solidFill>
              <a:srgbClr val="172B4D"/>
            </a:solidFill>
          </a:ln>
        </p:spPr>
      </p:sp>
      <p:sp>
        <p:nvSpPr>
          <p:cNvPr id="1150" name="object-1150">
            <a:extLst>
              <a:ext uri="{FF2B5EF4-FFF2-40B4-BE49-F238E27FC236}">
                <a16:creationId xmlns:a16="http://schemas.microsoft.com/office/drawing/2014/main" id="{86A42429-DE34-4403-B9C4-74F569852C8E}"/>
              </a:ext>
            </a:extLst>
          </p:cNvPr>
          <p:cNvSpPr>
            <a:spLocks noGrp="1"/>
          </p:cNvSpPr>
          <p:nvPr/>
        </p:nvSpPr>
        <p:spPr>
          <a:xfrm>
            <a:off x="11830050" y="5238750"/>
            <a:ext cx="26194" cy="547688"/>
          </a:xfrm>
          <a:prstGeom prst="rect">
            <a:avLst/>
          </a:prstGeom>
          <a:solidFill>
            <a:srgbClr val="1D4ED8"/>
          </a:solidFill>
          <a:ln w="13097">
            <a:solidFill>
              <a:srgbClr val="172B4D"/>
            </a:solidFill>
          </a:ln>
        </p:spPr>
      </p:sp>
      <p:sp>
        <p:nvSpPr>
          <p:cNvPr id="1151" name="object-1151">
            <a:extLst>
              <a:ext uri="{FF2B5EF4-FFF2-40B4-BE49-F238E27FC236}">
                <a16:creationId xmlns:a16="http://schemas.microsoft.com/office/drawing/2014/main" id="{C87DAE7E-8303-4A3B-9DCD-1E925A5A2315}"/>
              </a:ext>
            </a:extLst>
          </p:cNvPr>
          <p:cNvSpPr>
            <a:spLocks noGrp="1"/>
          </p:cNvSpPr>
          <p:nvPr/>
        </p:nvSpPr>
        <p:spPr>
          <a:xfrm>
            <a:off x="11856244" y="5238750"/>
            <a:ext cx="26194" cy="547688"/>
          </a:xfrm>
          <a:prstGeom prst="rect">
            <a:avLst/>
          </a:prstGeom>
          <a:solidFill>
            <a:srgbClr val="1D4ED8"/>
          </a:solidFill>
          <a:ln w="13097">
            <a:solidFill>
              <a:srgbClr val="172B4D"/>
            </a:solidFill>
          </a:ln>
        </p:spPr>
      </p:sp>
      <p:sp>
        <p:nvSpPr>
          <p:cNvPr id="1152" name="object-1152">
            <a:extLst>
              <a:ext uri="{FF2B5EF4-FFF2-40B4-BE49-F238E27FC236}">
                <a16:creationId xmlns:a16="http://schemas.microsoft.com/office/drawing/2014/main" id="{F8531C45-5B27-4144-8489-A7C2CC0E6AE4}"/>
              </a:ext>
            </a:extLst>
          </p:cNvPr>
          <p:cNvSpPr>
            <a:spLocks noGrp="1"/>
          </p:cNvSpPr>
          <p:nvPr/>
        </p:nvSpPr>
        <p:spPr>
          <a:xfrm>
            <a:off x="11882438" y="5238750"/>
            <a:ext cx="26194" cy="547688"/>
          </a:xfrm>
          <a:prstGeom prst="rect">
            <a:avLst/>
          </a:prstGeom>
          <a:solidFill>
            <a:srgbClr val="1D4ED8"/>
          </a:solidFill>
          <a:ln w="13097">
            <a:solidFill>
              <a:srgbClr val="172B4D"/>
            </a:solidFill>
          </a:ln>
        </p:spPr>
      </p:sp>
      <p:sp>
        <p:nvSpPr>
          <p:cNvPr id="1153" name="object-1153">
            <a:extLst>
              <a:ext uri="{FF2B5EF4-FFF2-40B4-BE49-F238E27FC236}">
                <a16:creationId xmlns:a16="http://schemas.microsoft.com/office/drawing/2014/main" id="{A1E3115F-E26B-4F85-8CDC-083A09BC3FEF}"/>
              </a:ext>
            </a:extLst>
          </p:cNvPr>
          <p:cNvSpPr>
            <a:spLocks noGrp="1"/>
          </p:cNvSpPr>
          <p:nvPr/>
        </p:nvSpPr>
        <p:spPr>
          <a:xfrm>
            <a:off x="11908631" y="5238750"/>
            <a:ext cx="26194" cy="547688"/>
          </a:xfrm>
          <a:prstGeom prst="rect">
            <a:avLst/>
          </a:prstGeom>
          <a:solidFill>
            <a:srgbClr val="1D4ED8"/>
          </a:solidFill>
          <a:ln w="13097">
            <a:solidFill>
              <a:srgbClr val="172B4D"/>
            </a:solidFill>
          </a:ln>
        </p:spPr>
      </p:sp>
      <p:sp>
        <p:nvSpPr>
          <p:cNvPr id="1154" name="object-1154">
            <a:extLst>
              <a:ext uri="{FF2B5EF4-FFF2-40B4-BE49-F238E27FC236}">
                <a16:creationId xmlns:a16="http://schemas.microsoft.com/office/drawing/2014/main" id="{A0576B2A-AE0B-4486-97C0-A9A4F4A4B77A}"/>
              </a:ext>
            </a:extLst>
          </p:cNvPr>
          <p:cNvSpPr>
            <a:spLocks noGrp="1"/>
          </p:cNvSpPr>
          <p:nvPr/>
        </p:nvSpPr>
        <p:spPr>
          <a:xfrm>
            <a:off x="11934825" y="5238750"/>
            <a:ext cx="26194" cy="547688"/>
          </a:xfrm>
          <a:prstGeom prst="rect">
            <a:avLst/>
          </a:prstGeom>
          <a:solidFill>
            <a:srgbClr val="1D4ED8"/>
          </a:solidFill>
          <a:ln w="13097">
            <a:solidFill>
              <a:srgbClr val="172B4D"/>
            </a:solidFill>
          </a:ln>
        </p:spPr>
      </p:sp>
      <p:sp>
        <p:nvSpPr>
          <p:cNvPr id="1155" name="object-1155">
            <a:extLst>
              <a:ext uri="{FF2B5EF4-FFF2-40B4-BE49-F238E27FC236}">
                <a16:creationId xmlns:a16="http://schemas.microsoft.com/office/drawing/2014/main" id="{A8DFE472-C34D-409D-98F8-4EFD30F38AF3}"/>
              </a:ext>
            </a:extLst>
          </p:cNvPr>
          <p:cNvSpPr>
            <a:spLocks noGrp="1"/>
          </p:cNvSpPr>
          <p:nvPr/>
        </p:nvSpPr>
        <p:spPr>
          <a:xfrm>
            <a:off x="11961019" y="5238750"/>
            <a:ext cx="26194" cy="547688"/>
          </a:xfrm>
          <a:prstGeom prst="rect">
            <a:avLst/>
          </a:prstGeom>
          <a:solidFill>
            <a:srgbClr val="1D4ED8"/>
          </a:solidFill>
          <a:ln w="13097">
            <a:solidFill>
              <a:srgbClr val="172B4D"/>
            </a:solidFill>
          </a:ln>
        </p:spPr>
      </p:sp>
      <p:sp>
        <p:nvSpPr>
          <p:cNvPr id="1156" name="object-1156">
            <a:extLst>
              <a:ext uri="{FF2B5EF4-FFF2-40B4-BE49-F238E27FC236}">
                <a16:creationId xmlns:a16="http://schemas.microsoft.com/office/drawing/2014/main" id="{B1EBDD1F-69C4-4365-BF2E-51C39F716C8D}"/>
              </a:ext>
            </a:extLst>
          </p:cNvPr>
          <p:cNvSpPr>
            <a:spLocks noGrp="1"/>
          </p:cNvSpPr>
          <p:nvPr/>
        </p:nvSpPr>
        <p:spPr>
          <a:xfrm>
            <a:off x="11987213" y="5238750"/>
            <a:ext cx="26194" cy="547688"/>
          </a:xfrm>
          <a:prstGeom prst="rect">
            <a:avLst/>
          </a:prstGeom>
          <a:solidFill>
            <a:srgbClr val="1D4ED8"/>
          </a:solidFill>
          <a:ln w="13097">
            <a:solidFill>
              <a:srgbClr val="172B4D"/>
            </a:solidFill>
          </a:ln>
        </p:spPr>
      </p:sp>
      <p:sp>
        <p:nvSpPr>
          <p:cNvPr id="1157" name="object-1157">
            <a:extLst>
              <a:ext uri="{FF2B5EF4-FFF2-40B4-BE49-F238E27FC236}">
                <a16:creationId xmlns:a16="http://schemas.microsoft.com/office/drawing/2014/main" id="{17D141BC-B353-4DB1-AC6B-2337F93AE81B}"/>
              </a:ext>
            </a:extLst>
          </p:cNvPr>
          <p:cNvSpPr>
            <a:spLocks noGrp="1"/>
          </p:cNvSpPr>
          <p:nvPr/>
        </p:nvSpPr>
        <p:spPr>
          <a:xfrm>
            <a:off x="12013406" y="5238750"/>
            <a:ext cx="26194" cy="547688"/>
          </a:xfrm>
          <a:prstGeom prst="rect">
            <a:avLst/>
          </a:prstGeom>
          <a:solidFill>
            <a:srgbClr val="1D4ED8"/>
          </a:solidFill>
          <a:ln w="13097">
            <a:solidFill>
              <a:srgbClr val="172B4D"/>
            </a:solidFill>
          </a:ln>
        </p:spPr>
      </p:sp>
      <p:sp>
        <p:nvSpPr>
          <p:cNvPr id="1158" name="object-1158">
            <a:extLst>
              <a:ext uri="{FF2B5EF4-FFF2-40B4-BE49-F238E27FC236}">
                <a16:creationId xmlns:a16="http://schemas.microsoft.com/office/drawing/2014/main" id="{2F03098B-5F0D-4D1C-8822-55443D4A6E31}"/>
              </a:ext>
            </a:extLst>
          </p:cNvPr>
          <p:cNvSpPr>
            <a:spLocks noGrp="1"/>
          </p:cNvSpPr>
          <p:nvPr/>
        </p:nvSpPr>
        <p:spPr>
          <a:xfrm>
            <a:off x="12039600" y="5238750"/>
            <a:ext cx="26194" cy="547688"/>
          </a:xfrm>
          <a:prstGeom prst="rect">
            <a:avLst/>
          </a:prstGeom>
          <a:solidFill>
            <a:srgbClr val="1D4ED8"/>
          </a:solidFill>
          <a:ln w="13097">
            <a:solidFill>
              <a:srgbClr val="172B4D"/>
            </a:solidFill>
          </a:ln>
        </p:spPr>
      </p:sp>
      <p:sp>
        <p:nvSpPr>
          <p:cNvPr id="1159" name="object-1159">
            <a:extLst>
              <a:ext uri="{FF2B5EF4-FFF2-40B4-BE49-F238E27FC236}">
                <a16:creationId xmlns:a16="http://schemas.microsoft.com/office/drawing/2014/main" id="{2A486DAF-EEE6-400A-A48B-C142445EC653}"/>
              </a:ext>
            </a:extLst>
          </p:cNvPr>
          <p:cNvSpPr>
            <a:spLocks noGrp="1"/>
          </p:cNvSpPr>
          <p:nvPr/>
        </p:nvSpPr>
        <p:spPr>
          <a:xfrm>
            <a:off x="12065794" y="5238750"/>
            <a:ext cx="26194" cy="547688"/>
          </a:xfrm>
          <a:prstGeom prst="rect">
            <a:avLst/>
          </a:prstGeom>
          <a:solidFill>
            <a:srgbClr val="1D4ED8"/>
          </a:solidFill>
          <a:ln w="13097">
            <a:solidFill>
              <a:srgbClr val="172B4D"/>
            </a:solidFill>
          </a:ln>
        </p:spPr>
      </p:sp>
      <p:sp>
        <p:nvSpPr>
          <p:cNvPr id="1160" name="object-1160">
            <a:extLst>
              <a:ext uri="{FF2B5EF4-FFF2-40B4-BE49-F238E27FC236}">
                <a16:creationId xmlns:a16="http://schemas.microsoft.com/office/drawing/2014/main" id="{0D7ACCE3-A77F-4F41-B33C-378CBD6CDD6F}"/>
              </a:ext>
            </a:extLst>
          </p:cNvPr>
          <p:cNvSpPr>
            <a:spLocks noGrp="1"/>
          </p:cNvSpPr>
          <p:nvPr/>
        </p:nvSpPr>
        <p:spPr>
          <a:xfrm>
            <a:off x="12091988" y="5238750"/>
            <a:ext cx="26194" cy="547688"/>
          </a:xfrm>
          <a:prstGeom prst="rect">
            <a:avLst/>
          </a:prstGeom>
          <a:solidFill>
            <a:srgbClr val="1D4ED8"/>
          </a:solidFill>
          <a:ln w="13097">
            <a:solidFill>
              <a:srgbClr val="172B4D"/>
            </a:solidFill>
          </a:ln>
        </p:spPr>
      </p:sp>
      <p:sp>
        <p:nvSpPr>
          <p:cNvPr id="1161" name="object-1161">
            <a:extLst>
              <a:ext uri="{FF2B5EF4-FFF2-40B4-BE49-F238E27FC236}">
                <a16:creationId xmlns:a16="http://schemas.microsoft.com/office/drawing/2014/main" id="{99FD228C-AEE8-4D26-A9AA-02BD44DC943C}"/>
              </a:ext>
            </a:extLst>
          </p:cNvPr>
          <p:cNvSpPr>
            <a:spLocks noGrp="1"/>
          </p:cNvSpPr>
          <p:nvPr/>
        </p:nvSpPr>
        <p:spPr>
          <a:xfrm>
            <a:off x="12118181" y="5238750"/>
            <a:ext cx="26194" cy="547688"/>
          </a:xfrm>
          <a:prstGeom prst="rect">
            <a:avLst/>
          </a:prstGeom>
          <a:solidFill>
            <a:srgbClr val="1D4ED8"/>
          </a:solidFill>
          <a:ln w="13097">
            <a:solidFill>
              <a:srgbClr val="172B4D"/>
            </a:solidFill>
          </a:ln>
        </p:spPr>
      </p:sp>
      <p:sp>
        <p:nvSpPr>
          <p:cNvPr id="1162" name="object-1162">
            <a:extLst>
              <a:ext uri="{FF2B5EF4-FFF2-40B4-BE49-F238E27FC236}">
                <a16:creationId xmlns:a16="http://schemas.microsoft.com/office/drawing/2014/main" id="{AFE57215-6B30-4120-8D94-6F9D312083FF}"/>
              </a:ext>
            </a:extLst>
          </p:cNvPr>
          <p:cNvSpPr>
            <a:spLocks noGrp="1"/>
          </p:cNvSpPr>
          <p:nvPr/>
        </p:nvSpPr>
        <p:spPr>
          <a:xfrm>
            <a:off x="12144375" y="5238750"/>
            <a:ext cx="26194" cy="547688"/>
          </a:xfrm>
          <a:prstGeom prst="rect">
            <a:avLst/>
          </a:prstGeom>
          <a:solidFill>
            <a:srgbClr val="1D4ED8"/>
          </a:solidFill>
          <a:ln w="13097">
            <a:solidFill>
              <a:srgbClr val="172B4D"/>
            </a:solidFill>
          </a:ln>
        </p:spPr>
      </p:sp>
      <p:sp>
        <p:nvSpPr>
          <p:cNvPr id="1163" name="object-1163">
            <a:extLst>
              <a:ext uri="{FF2B5EF4-FFF2-40B4-BE49-F238E27FC236}">
                <a16:creationId xmlns:a16="http://schemas.microsoft.com/office/drawing/2014/main" id="{82797936-09CC-44D4-9692-B7D0167D0102}"/>
              </a:ext>
            </a:extLst>
          </p:cNvPr>
          <p:cNvSpPr>
            <a:spLocks noGrp="1"/>
          </p:cNvSpPr>
          <p:nvPr/>
        </p:nvSpPr>
        <p:spPr>
          <a:xfrm>
            <a:off x="12170569" y="5238750"/>
            <a:ext cx="26194" cy="547688"/>
          </a:xfrm>
          <a:prstGeom prst="rect">
            <a:avLst/>
          </a:prstGeom>
          <a:solidFill>
            <a:srgbClr val="1D4ED8"/>
          </a:solidFill>
          <a:ln w="13097">
            <a:solidFill>
              <a:srgbClr val="172B4D"/>
            </a:solidFill>
          </a:ln>
        </p:spPr>
      </p:sp>
      <p:sp>
        <p:nvSpPr>
          <p:cNvPr id="1164" name="object-1164">
            <a:extLst>
              <a:ext uri="{FF2B5EF4-FFF2-40B4-BE49-F238E27FC236}">
                <a16:creationId xmlns:a16="http://schemas.microsoft.com/office/drawing/2014/main" id="{685A9CA1-C376-4343-B4F0-D0BB3F373AA2}"/>
              </a:ext>
            </a:extLst>
          </p:cNvPr>
          <p:cNvSpPr>
            <a:spLocks noGrp="1"/>
          </p:cNvSpPr>
          <p:nvPr/>
        </p:nvSpPr>
        <p:spPr>
          <a:xfrm>
            <a:off x="12196763" y="5238750"/>
            <a:ext cx="26194" cy="547688"/>
          </a:xfrm>
          <a:prstGeom prst="rect">
            <a:avLst/>
          </a:prstGeom>
          <a:solidFill>
            <a:srgbClr val="1D4ED8"/>
          </a:solidFill>
          <a:ln w="13097">
            <a:solidFill>
              <a:srgbClr val="172B4D"/>
            </a:solidFill>
          </a:ln>
        </p:spPr>
      </p:sp>
      <p:sp>
        <p:nvSpPr>
          <p:cNvPr id="1165" name="object-1165">
            <a:extLst>
              <a:ext uri="{FF2B5EF4-FFF2-40B4-BE49-F238E27FC236}">
                <a16:creationId xmlns:a16="http://schemas.microsoft.com/office/drawing/2014/main" id="{716A059D-6129-41E8-99AF-0984FAFF5A3A}"/>
              </a:ext>
            </a:extLst>
          </p:cNvPr>
          <p:cNvSpPr>
            <a:spLocks noGrp="1"/>
          </p:cNvSpPr>
          <p:nvPr/>
        </p:nvSpPr>
        <p:spPr>
          <a:xfrm>
            <a:off x="12222956" y="5238750"/>
            <a:ext cx="26194" cy="547688"/>
          </a:xfrm>
          <a:prstGeom prst="rect">
            <a:avLst/>
          </a:prstGeom>
          <a:solidFill>
            <a:srgbClr val="1D4ED8"/>
          </a:solidFill>
          <a:ln w="13097">
            <a:solidFill>
              <a:srgbClr val="172B4D"/>
            </a:solidFill>
          </a:ln>
        </p:spPr>
      </p:sp>
      <p:sp>
        <p:nvSpPr>
          <p:cNvPr id="1166" name="object-1166">
            <a:extLst>
              <a:ext uri="{FF2B5EF4-FFF2-40B4-BE49-F238E27FC236}">
                <a16:creationId xmlns:a16="http://schemas.microsoft.com/office/drawing/2014/main" id="{DA748FC5-89FD-42A9-A218-315F02D24727}"/>
              </a:ext>
            </a:extLst>
          </p:cNvPr>
          <p:cNvSpPr>
            <a:spLocks noGrp="1"/>
          </p:cNvSpPr>
          <p:nvPr/>
        </p:nvSpPr>
        <p:spPr>
          <a:xfrm>
            <a:off x="12249150" y="5238750"/>
            <a:ext cx="26194" cy="547688"/>
          </a:xfrm>
          <a:prstGeom prst="rect">
            <a:avLst/>
          </a:prstGeom>
          <a:solidFill>
            <a:srgbClr val="1D4ED8"/>
          </a:solidFill>
          <a:ln w="13097">
            <a:solidFill>
              <a:srgbClr val="172B4D"/>
            </a:solidFill>
          </a:ln>
        </p:spPr>
      </p:sp>
      <p:sp>
        <p:nvSpPr>
          <p:cNvPr id="1167" name="object-1167">
            <a:extLst>
              <a:ext uri="{FF2B5EF4-FFF2-40B4-BE49-F238E27FC236}">
                <a16:creationId xmlns:a16="http://schemas.microsoft.com/office/drawing/2014/main" id="{63E50B51-6323-4D78-BF94-5D844D07F297}"/>
              </a:ext>
            </a:extLst>
          </p:cNvPr>
          <p:cNvSpPr>
            <a:spLocks noGrp="1"/>
          </p:cNvSpPr>
          <p:nvPr/>
        </p:nvSpPr>
        <p:spPr>
          <a:xfrm>
            <a:off x="12275344" y="5238750"/>
            <a:ext cx="26194" cy="547688"/>
          </a:xfrm>
          <a:prstGeom prst="rect">
            <a:avLst/>
          </a:prstGeom>
          <a:solidFill>
            <a:srgbClr val="1D4ED8"/>
          </a:solidFill>
          <a:ln w="13097">
            <a:solidFill>
              <a:srgbClr val="172B4D"/>
            </a:solidFill>
          </a:ln>
        </p:spPr>
      </p:sp>
      <p:sp>
        <p:nvSpPr>
          <p:cNvPr id="1168" name="object-1168">
            <a:extLst>
              <a:ext uri="{FF2B5EF4-FFF2-40B4-BE49-F238E27FC236}">
                <a16:creationId xmlns:a16="http://schemas.microsoft.com/office/drawing/2014/main" id="{C7B4C819-CD38-47A8-B735-CE606FD30040}"/>
              </a:ext>
            </a:extLst>
          </p:cNvPr>
          <p:cNvSpPr>
            <a:spLocks noGrp="1"/>
          </p:cNvSpPr>
          <p:nvPr/>
        </p:nvSpPr>
        <p:spPr>
          <a:xfrm>
            <a:off x="12301538" y="5238750"/>
            <a:ext cx="26194" cy="547688"/>
          </a:xfrm>
          <a:prstGeom prst="rect">
            <a:avLst/>
          </a:prstGeom>
          <a:solidFill>
            <a:srgbClr val="1D4ED8"/>
          </a:solidFill>
          <a:ln w="13097">
            <a:solidFill>
              <a:srgbClr val="172B4D"/>
            </a:solidFill>
          </a:ln>
        </p:spPr>
      </p:sp>
      <p:sp>
        <p:nvSpPr>
          <p:cNvPr id="1169" name="object-1169">
            <a:extLst>
              <a:ext uri="{FF2B5EF4-FFF2-40B4-BE49-F238E27FC236}">
                <a16:creationId xmlns:a16="http://schemas.microsoft.com/office/drawing/2014/main" id="{C5E4D9D4-573B-4CEB-B32A-40345C2F611D}"/>
              </a:ext>
            </a:extLst>
          </p:cNvPr>
          <p:cNvSpPr>
            <a:spLocks noGrp="1"/>
          </p:cNvSpPr>
          <p:nvPr/>
        </p:nvSpPr>
        <p:spPr>
          <a:xfrm>
            <a:off x="12327731" y="5238750"/>
            <a:ext cx="26194" cy="547688"/>
          </a:xfrm>
          <a:prstGeom prst="rect">
            <a:avLst/>
          </a:prstGeom>
          <a:solidFill>
            <a:srgbClr val="1D4ED8"/>
          </a:solidFill>
          <a:ln w="13097">
            <a:solidFill>
              <a:srgbClr val="172B4D"/>
            </a:solidFill>
          </a:ln>
        </p:spPr>
      </p:sp>
      <p:sp>
        <p:nvSpPr>
          <p:cNvPr id="1170" name="object-1170">
            <a:extLst>
              <a:ext uri="{FF2B5EF4-FFF2-40B4-BE49-F238E27FC236}">
                <a16:creationId xmlns:a16="http://schemas.microsoft.com/office/drawing/2014/main" id="{43C117B8-DD8D-47CD-99F1-88A2E1D1AA76}"/>
              </a:ext>
            </a:extLst>
          </p:cNvPr>
          <p:cNvSpPr>
            <a:spLocks noGrp="1"/>
          </p:cNvSpPr>
          <p:nvPr/>
        </p:nvSpPr>
        <p:spPr>
          <a:xfrm>
            <a:off x="12353925" y="5238750"/>
            <a:ext cx="26194" cy="547688"/>
          </a:xfrm>
          <a:prstGeom prst="rect">
            <a:avLst/>
          </a:prstGeom>
          <a:solidFill>
            <a:srgbClr val="1D4ED8"/>
          </a:solidFill>
          <a:ln w="13097">
            <a:solidFill>
              <a:srgbClr val="172B4D"/>
            </a:solidFill>
          </a:ln>
        </p:spPr>
      </p:sp>
      <p:sp>
        <p:nvSpPr>
          <p:cNvPr id="1171" name="object-1171">
            <a:extLst>
              <a:ext uri="{FF2B5EF4-FFF2-40B4-BE49-F238E27FC236}">
                <a16:creationId xmlns:a16="http://schemas.microsoft.com/office/drawing/2014/main" id="{CCC18D81-B295-4781-BA95-C6475BF660F1}"/>
              </a:ext>
            </a:extLst>
          </p:cNvPr>
          <p:cNvSpPr>
            <a:spLocks noGrp="1"/>
          </p:cNvSpPr>
          <p:nvPr/>
        </p:nvSpPr>
        <p:spPr>
          <a:xfrm>
            <a:off x="12380119" y="5238750"/>
            <a:ext cx="26194" cy="547688"/>
          </a:xfrm>
          <a:prstGeom prst="rect">
            <a:avLst/>
          </a:prstGeom>
          <a:solidFill>
            <a:srgbClr val="1D4ED8"/>
          </a:solidFill>
          <a:ln w="13097">
            <a:solidFill>
              <a:srgbClr val="172B4D"/>
            </a:solidFill>
          </a:ln>
        </p:spPr>
      </p:sp>
      <p:sp>
        <p:nvSpPr>
          <p:cNvPr id="1172" name="object-1172">
            <a:extLst>
              <a:ext uri="{FF2B5EF4-FFF2-40B4-BE49-F238E27FC236}">
                <a16:creationId xmlns:a16="http://schemas.microsoft.com/office/drawing/2014/main" id="{A40C7565-D4F7-434F-BFA0-C9C7C68B5F72}"/>
              </a:ext>
            </a:extLst>
          </p:cNvPr>
          <p:cNvSpPr>
            <a:spLocks noGrp="1"/>
          </p:cNvSpPr>
          <p:nvPr/>
        </p:nvSpPr>
        <p:spPr>
          <a:xfrm>
            <a:off x="12406313" y="5238750"/>
            <a:ext cx="26194" cy="547688"/>
          </a:xfrm>
          <a:prstGeom prst="rect">
            <a:avLst/>
          </a:prstGeom>
          <a:solidFill>
            <a:srgbClr val="1D4ED8"/>
          </a:solidFill>
          <a:ln w="13097">
            <a:solidFill>
              <a:srgbClr val="172B4D"/>
            </a:solidFill>
          </a:ln>
        </p:spPr>
      </p:sp>
      <p:sp>
        <p:nvSpPr>
          <p:cNvPr id="1173" name="object-1173">
            <a:extLst>
              <a:ext uri="{FF2B5EF4-FFF2-40B4-BE49-F238E27FC236}">
                <a16:creationId xmlns:a16="http://schemas.microsoft.com/office/drawing/2014/main" id="{305075DB-028B-4F50-9D66-868A9B9F95CE}"/>
              </a:ext>
            </a:extLst>
          </p:cNvPr>
          <p:cNvSpPr>
            <a:spLocks noGrp="1"/>
          </p:cNvSpPr>
          <p:nvPr/>
        </p:nvSpPr>
        <p:spPr>
          <a:xfrm>
            <a:off x="12432506" y="5238750"/>
            <a:ext cx="26194" cy="547688"/>
          </a:xfrm>
          <a:prstGeom prst="rect">
            <a:avLst/>
          </a:prstGeom>
          <a:solidFill>
            <a:srgbClr val="1D4ED8"/>
          </a:solidFill>
          <a:ln w="13097">
            <a:solidFill>
              <a:srgbClr val="172B4D"/>
            </a:solidFill>
          </a:ln>
        </p:spPr>
      </p:sp>
      <p:sp>
        <p:nvSpPr>
          <p:cNvPr id="1174" name="object-1174">
            <a:extLst>
              <a:ext uri="{FF2B5EF4-FFF2-40B4-BE49-F238E27FC236}">
                <a16:creationId xmlns:a16="http://schemas.microsoft.com/office/drawing/2014/main" id="{4419A981-11DD-41F0-B9B4-C2DBB7FCE50E}"/>
              </a:ext>
            </a:extLst>
          </p:cNvPr>
          <p:cNvSpPr>
            <a:spLocks noGrp="1"/>
          </p:cNvSpPr>
          <p:nvPr/>
        </p:nvSpPr>
        <p:spPr>
          <a:xfrm>
            <a:off x="12458700" y="5238750"/>
            <a:ext cx="26194" cy="547688"/>
          </a:xfrm>
          <a:prstGeom prst="rect">
            <a:avLst/>
          </a:prstGeom>
          <a:solidFill>
            <a:srgbClr val="FFFFFF"/>
          </a:solidFill>
          <a:ln w="13097">
            <a:solidFill>
              <a:srgbClr val="172B4D"/>
            </a:solidFill>
          </a:ln>
        </p:spPr>
      </p:sp>
      <p:sp>
        <p:nvSpPr>
          <p:cNvPr id="1175" name="object-1175">
            <a:extLst>
              <a:ext uri="{FF2B5EF4-FFF2-40B4-BE49-F238E27FC236}">
                <a16:creationId xmlns:a16="http://schemas.microsoft.com/office/drawing/2014/main" id="{52EE70F5-6FBC-4FCF-871D-B1101FA481EE}"/>
              </a:ext>
            </a:extLst>
          </p:cNvPr>
          <p:cNvSpPr>
            <a:spLocks noGrp="1"/>
          </p:cNvSpPr>
          <p:nvPr/>
        </p:nvSpPr>
        <p:spPr>
          <a:xfrm>
            <a:off x="12484894" y="5238750"/>
            <a:ext cx="26194" cy="547688"/>
          </a:xfrm>
          <a:prstGeom prst="rect">
            <a:avLst/>
          </a:prstGeom>
          <a:solidFill>
            <a:srgbClr val="FFFFFF"/>
          </a:solidFill>
          <a:ln w="13097">
            <a:solidFill>
              <a:srgbClr val="172B4D"/>
            </a:solidFill>
          </a:ln>
        </p:spPr>
      </p:sp>
      <p:sp>
        <p:nvSpPr>
          <p:cNvPr id="1176" name="object-1176">
            <a:extLst>
              <a:ext uri="{FF2B5EF4-FFF2-40B4-BE49-F238E27FC236}">
                <a16:creationId xmlns:a16="http://schemas.microsoft.com/office/drawing/2014/main" id="{9FA30E73-B72C-450F-B1A9-11296DBBB42B}"/>
              </a:ext>
            </a:extLst>
          </p:cNvPr>
          <p:cNvSpPr>
            <a:spLocks noGrp="1"/>
          </p:cNvSpPr>
          <p:nvPr/>
        </p:nvSpPr>
        <p:spPr>
          <a:xfrm>
            <a:off x="12511088" y="5238750"/>
            <a:ext cx="26194" cy="547688"/>
          </a:xfrm>
          <a:prstGeom prst="rect">
            <a:avLst/>
          </a:prstGeom>
          <a:solidFill>
            <a:srgbClr val="FFFFFF"/>
          </a:solidFill>
          <a:ln w="13097">
            <a:solidFill>
              <a:srgbClr val="172B4D"/>
            </a:solidFill>
          </a:ln>
        </p:spPr>
      </p:sp>
      <p:sp>
        <p:nvSpPr>
          <p:cNvPr id="1177" name="object-1177">
            <a:extLst>
              <a:ext uri="{FF2B5EF4-FFF2-40B4-BE49-F238E27FC236}">
                <a16:creationId xmlns:a16="http://schemas.microsoft.com/office/drawing/2014/main" id="{A8C4250B-5110-4887-9BE9-686F44911207}"/>
              </a:ext>
            </a:extLst>
          </p:cNvPr>
          <p:cNvSpPr>
            <a:spLocks noGrp="1"/>
          </p:cNvSpPr>
          <p:nvPr/>
        </p:nvSpPr>
        <p:spPr>
          <a:xfrm>
            <a:off x="12537281" y="5238750"/>
            <a:ext cx="26194" cy="547688"/>
          </a:xfrm>
          <a:prstGeom prst="rect">
            <a:avLst/>
          </a:prstGeom>
          <a:solidFill>
            <a:srgbClr val="FFFFFF"/>
          </a:solidFill>
          <a:ln w="13097">
            <a:solidFill>
              <a:srgbClr val="172B4D"/>
            </a:solidFill>
          </a:ln>
        </p:spPr>
      </p:sp>
      <p:sp>
        <p:nvSpPr>
          <p:cNvPr id="1178" name="object-1178">
            <a:extLst>
              <a:ext uri="{FF2B5EF4-FFF2-40B4-BE49-F238E27FC236}">
                <a16:creationId xmlns:a16="http://schemas.microsoft.com/office/drawing/2014/main" id="{AAAA3C05-520D-4BB8-989B-7A5596EC646B}"/>
              </a:ext>
            </a:extLst>
          </p:cNvPr>
          <p:cNvSpPr>
            <a:spLocks noGrp="1"/>
          </p:cNvSpPr>
          <p:nvPr/>
        </p:nvSpPr>
        <p:spPr>
          <a:xfrm>
            <a:off x="12563475" y="5238750"/>
            <a:ext cx="26194" cy="547688"/>
          </a:xfrm>
          <a:prstGeom prst="rect">
            <a:avLst/>
          </a:prstGeom>
          <a:solidFill>
            <a:srgbClr val="FFFFFF"/>
          </a:solidFill>
          <a:ln w="13097">
            <a:solidFill>
              <a:srgbClr val="172B4D"/>
            </a:solidFill>
          </a:ln>
        </p:spPr>
      </p:sp>
      <p:sp>
        <p:nvSpPr>
          <p:cNvPr id="1179" name="object-1179">
            <a:extLst>
              <a:ext uri="{FF2B5EF4-FFF2-40B4-BE49-F238E27FC236}">
                <a16:creationId xmlns:a16="http://schemas.microsoft.com/office/drawing/2014/main" id="{1665A0EC-1B05-4303-9F4B-4684A2FB7882}"/>
              </a:ext>
            </a:extLst>
          </p:cNvPr>
          <p:cNvSpPr>
            <a:spLocks noGrp="1"/>
          </p:cNvSpPr>
          <p:nvPr/>
        </p:nvSpPr>
        <p:spPr>
          <a:xfrm>
            <a:off x="12589669" y="5238750"/>
            <a:ext cx="26194" cy="547688"/>
          </a:xfrm>
          <a:prstGeom prst="rect">
            <a:avLst/>
          </a:prstGeom>
          <a:solidFill>
            <a:srgbClr val="FFFFFF"/>
          </a:solidFill>
          <a:ln w="13097">
            <a:solidFill>
              <a:srgbClr val="172B4D"/>
            </a:solidFill>
          </a:ln>
        </p:spPr>
      </p:sp>
      <p:sp>
        <p:nvSpPr>
          <p:cNvPr id="1180" name="object-1180">
            <a:extLst>
              <a:ext uri="{FF2B5EF4-FFF2-40B4-BE49-F238E27FC236}">
                <a16:creationId xmlns:a16="http://schemas.microsoft.com/office/drawing/2014/main" id="{51042BFC-0E47-44DB-BD80-430C2E915808}"/>
              </a:ext>
            </a:extLst>
          </p:cNvPr>
          <p:cNvSpPr>
            <a:spLocks noGrp="1"/>
          </p:cNvSpPr>
          <p:nvPr/>
        </p:nvSpPr>
        <p:spPr>
          <a:xfrm>
            <a:off x="12615863" y="5238750"/>
            <a:ext cx="26194" cy="547688"/>
          </a:xfrm>
          <a:prstGeom prst="rect">
            <a:avLst/>
          </a:prstGeom>
          <a:solidFill>
            <a:srgbClr val="FFFFFF"/>
          </a:solidFill>
          <a:ln w="13097">
            <a:solidFill>
              <a:srgbClr val="172B4D"/>
            </a:solidFill>
          </a:ln>
        </p:spPr>
      </p:sp>
      <p:sp>
        <p:nvSpPr>
          <p:cNvPr id="1181" name="object-1181">
            <a:extLst>
              <a:ext uri="{FF2B5EF4-FFF2-40B4-BE49-F238E27FC236}">
                <a16:creationId xmlns:a16="http://schemas.microsoft.com/office/drawing/2014/main" id="{0BEA6022-5355-4A46-852D-3B958EF28B7E}"/>
              </a:ext>
            </a:extLst>
          </p:cNvPr>
          <p:cNvSpPr>
            <a:spLocks noGrp="1"/>
          </p:cNvSpPr>
          <p:nvPr/>
        </p:nvSpPr>
        <p:spPr>
          <a:xfrm>
            <a:off x="12642056" y="5238750"/>
            <a:ext cx="26194" cy="547688"/>
          </a:xfrm>
          <a:prstGeom prst="rect">
            <a:avLst/>
          </a:prstGeom>
          <a:solidFill>
            <a:srgbClr val="FFFFFF"/>
          </a:solidFill>
          <a:ln w="13097">
            <a:solidFill>
              <a:srgbClr val="172B4D"/>
            </a:solidFill>
          </a:ln>
        </p:spPr>
      </p:sp>
      <p:sp>
        <p:nvSpPr>
          <p:cNvPr id="1182" name="object-1182">
            <a:extLst>
              <a:ext uri="{FF2B5EF4-FFF2-40B4-BE49-F238E27FC236}">
                <a16:creationId xmlns:a16="http://schemas.microsoft.com/office/drawing/2014/main" id="{85C3190A-1DC2-481E-BA38-99072C67A53F}"/>
              </a:ext>
            </a:extLst>
          </p:cNvPr>
          <p:cNvSpPr>
            <a:spLocks noGrp="1"/>
          </p:cNvSpPr>
          <p:nvPr/>
        </p:nvSpPr>
        <p:spPr>
          <a:xfrm>
            <a:off x="12668250" y="5238750"/>
            <a:ext cx="26194" cy="547688"/>
          </a:xfrm>
          <a:prstGeom prst="rect">
            <a:avLst/>
          </a:prstGeom>
          <a:solidFill>
            <a:srgbClr val="FFFFFF"/>
          </a:solidFill>
          <a:ln w="13097">
            <a:solidFill>
              <a:srgbClr val="172B4D"/>
            </a:solidFill>
          </a:ln>
        </p:spPr>
      </p:sp>
      <p:sp>
        <p:nvSpPr>
          <p:cNvPr id="1183" name="object-1183">
            <a:extLst>
              <a:ext uri="{FF2B5EF4-FFF2-40B4-BE49-F238E27FC236}">
                <a16:creationId xmlns:a16="http://schemas.microsoft.com/office/drawing/2014/main" id="{22F63103-888C-48A7-B248-E0F3BDE426ED}"/>
              </a:ext>
            </a:extLst>
          </p:cNvPr>
          <p:cNvSpPr>
            <a:spLocks noGrp="1"/>
          </p:cNvSpPr>
          <p:nvPr/>
        </p:nvSpPr>
        <p:spPr>
          <a:xfrm>
            <a:off x="12694444" y="5238750"/>
            <a:ext cx="26194" cy="547688"/>
          </a:xfrm>
          <a:prstGeom prst="rect">
            <a:avLst/>
          </a:prstGeom>
          <a:solidFill>
            <a:srgbClr val="FFFFFF"/>
          </a:solidFill>
          <a:ln w="13097">
            <a:solidFill>
              <a:srgbClr val="172B4D"/>
            </a:solidFill>
          </a:ln>
        </p:spPr>
      </p:sp>
      <p:sp>
        <p:nvSpPr>
          <p:cNvPr id="1184" name="object-1184">
            <a:extLst>
              <a:ext uri="{FF2B5EF4-FFF2-40B4-BE49-F238E27FC236}">
                <a16:creationId xmlns:a16="http://schemas.microsoft.com/office/drawing/2014/main" id="{F7E1D66E-3BD0-469B-8AAD-9D9FFFFF97AD}"/>
              </a:ext>
            </a:extLst>
          </p:cNvPr>
          <p:cNvSpPr>
            <a:spLocks noGrp="1"/>
          </p:cNvSpPr>
          <p:nvPr/>
        </p:nvSpPr>
        <p:spPr>
          <a:xfrm>
            <a:off x="12720638" y="5238750"/>
            <a:ext cx="26194" cy="547688"/>
          </a:xfrm>
          <a:prstGeom prst="rect">
            <a:avLst/>
          </a:prstGeom>
          <a:solidFill>
            <a:srgbClr val="FFFFFF"/>
          </a:solidFill>
          <a:ln w="13097">
            <a:solidFill>
              <a:srgbClr val="172B4D"/>
            </a:solidFill>
          </a:ln>
        </p:spPr>
      </p:sp>
      <p:sp>
        <p:nvSpPr>
          <p:cNvPr id="1185" name="object-1185">
            <a:extLst>
              <a:ext uri="{FF2B5EF4-FFF2-40B4-BE49-F238E27FC236}">
                <a16:creationId xmlns:a16="http://schemas.microsoft.com/office/drawing/2014/main" id="{899D5DBB-D4F8-43A8-AA0F-41504323D065}"/>
              </a:ext>
            </a:extLst>
          </p:cNvPr>
          <p:cNvSpPr>
            <a:spLocks noGrp="1"/>
          </p:cNvSpPr>
          <p:nvPr/>
        </p:nvSpPr>
        <p:spPr>
          <a:xfrm>
            <a:off x="12746831" y="5238750"/>
            <a:ext cx="26194" cy="547688"/>
          </a:xfrm>
          <a:prstGeom prst="rect">
            <a:avLst/>
          </a:prstGeom>
          <a:solidFill>
            <a:srgbClr val="FFFFFF"/>
          </a:solidFill>
          <a:ln w="13097">
            <a:solidFill>
              <a:srgbClr val="172B4D"/>
            </a:solidFill>
          </a:ln>
        </p:spPr>
      </p:sp>
      <p:sp>
        <p:nvSpPr>
          <p:cNvPr id="1186" name="object-1186">
            <a:extLst>
              <a:ext uri="{FF2B5EF4-FFF2-40B4-BE49-F238E27FC236}">
                <a16:creationId xmlns:a16="http://schemas.microsoft.com/office/drawing/2014/main" id="{67B782C7-9B6A-410E-83C2-C0701746C967}"/>
              </a:ext>
            </a:extLst>
          </p:cNvPr>
          <p:cNvSpPr>
            <a:spLocks noGrp="1"/>
          </p:cNvSpPr>
          <p:nvPr/>
        </p:nvSpPr>
        <p:spPr>
          <a:xfrm>
            <a:off x="12773025" y="5238750"/>
            <a:ext cx="26194" cy="547688"/>
          </a:xfrm>
          <a:prstGeom prst="rect">
            <a:avLst/>
          </a:prstGeom>
          <a:solidFill>
            <a:srgbClr val="FFFFFF"/>
          </a:solidFill>
          <a:ln w="13097">
            <a:solidFill>
              <a:srgbClr val="172B4D"/>
            </a:solidFill>
          </a:ln>
        </p:spPr>
      </p:sp>
      <p:sp>
        <p:nvSpPr>
          <p:cNvPr id="1187" name="object-1187">
            <a:extLst>
              <a:ext uri="{FF2B5EF4-FFF2-40B4-BE49-F238E27FC236}">
                <a16:creationId xmlns:a16="http://schemas.microsoft.com/office/drawing/2014/main" id="{0DE4D1DF-3376-4C3D-B4F2-083E388E9167}"/>
              </a:ext>
            </a:extLst>
          </p:cNvPr>
          <p:cNvSpPr>
            <a:spLocks noGrp="1"/>
          </p:cNvSpPr>
          <p:nvPr/>
        </p:nvSpPr>
        <p:spPr>
          <a:xfrm>
            <a:off x="12799219" y="5238750"/>
            <a:ext cx="26194" cy="547688"/>
          </a:xfrm>
          <a:prstGeom prst="rect">
            <a:avLst/>
          </a:prstGeom>
          <a:solidFill>
            <a:srgbClr val="FFFFFF"/>
          </a:solidFill>
          <a:ln w="13097">
            <a:solidFill>
              <a:srgbClr val="172B4D"/>
            </a:solidFill>
          </a:ln>
        </p:spPr>
      </p:sp>
      <p:sp>
        <p:nvSpPr>
          <p:cNvPr id="1188" name="object-1188">
            <a:extLst>
              <a:ext uri="{FF2B5EF4-FFF2-40B4-BE49-F238E27FC236}">
                <a16:creationId xmlns:a16="http://schemas.microsoft.com/office/drawing/2014/main" id="{09BBE687-A6E2-41E5-9D25-B4FCE7121B35}"/>
              </a:ext>
            </a:extLst>
          </p:cNvPr>
          <p:cNvSpPr>
            <a:spLocks noGrp="1"/>
          </p:cNvSpPr>
          <p:nvPr/>
        </p:nvSpPr>
        <p:spPr>
          <a:xfrm>
            <a:off x="12825413" y="5238750"/>
            <a:ext cx="26194" cy="547688"/>
          </a:xfrm>
          <a:prstGeom prst="rect">
            <a:avLst/>
          </a:prstGeom>
          <a:solidFill>
            <a:srgbClr val="FFFFFF"/>
          </a:solidFill>
          <a:ln w="13097">
            <a:solidFill>
              <a:srgbClr val="172B4D"/>
            </a:solidFill>
          </a:ln>
        </p:spPr>
      </p:sp>
      <p:sp>
        <p:nvSpPr>
          <p:cNvPr id="1189" name="object-1189">
            <a:extLst>
              <a:ext uri="{FF2B5EF4-FFF2-40B4-BE49-F238E27FC236}">
                <a16:creationId xmlns:a16="http://schemas.microsoft.com/office/drawing/2014/main" id="{E48153A0-662A-436D-B13E-7C29C5984579}"/>
              </a:ext>
            </a:extLst>
          </p:cNvPr>
          <p:cNvSpPr>
            <a:spLocks noGrp="1"/>
          </p:cNvSpPr>
          <p:nvPr/>
        </p:nvSpPr>
        <p:spPr>
          <a:xfrm>
            <a:off x="12851606" y="5238750"/>
            <a:ext cx="26194" cy="547688"/>
          </a:xfrm>
          <a:prstGeom prst="rect">
            <a:avLst/>
          </a:prstGeom>
          <a:solidFill>
            <a:srgbClr val="FFFFFF"/>
          </a:solidFill>
          <a:ln w="13097">
            <a:solidFill>
              <a:srgbClr val="172B4D"/>
            </a:solidFill>
          </a:ln>
        </p:spPr>
      </p:sp>
      <p:sp>
        <p:nvSpPr>
          <p:cNvPr id="1190" name="object-1190">
            <a:extLst>
              <a:ext uri="{FF2B5EF4-FFF2-40B4-BE49-F238E27FC236}">
                <a16:creationId xmlns:a16="http://schemas.microsoft.com/office/drawing/2014/main" id="{0EFEB0A8-CE4B-47D7-BD2A-AE8B0EBE497B}"/>
              </a:ext>
            </a:extLst>
          </p:cNvPr>
          <p:cNvSpPr>
            <a:spLocks noGrp="1"/>
          </p:cNvSpPr>
          <p:nvPr/>
        </p:nvSpPr>
        <p:spPr>
          <a:xfrm>
            <a:off x="12877800" y="5238750"/>
            <a:ext cx="26194" cy="547688"/>
          </a:xfrm>
          <a:prstGeom prst="rect">
            <a:avLst/>
          </a:prstGeom>
          <a:solidFill>
            <a:srgbClr val="FFFFFF"/>
          </a:solidFill>
          <a:ln w="13097">
            <a:solidFill>
              <a:srgbClr val="172B4D"/>
            </a:solidFill>
          </a:ln>
        </p:spPr>
      </p:sp>
      <p:sp>
        <p:nvSpPr>
          <p:cNvPr id="1191" name="object-1191">
            <a:extLst>
              <a:ext uri="{FF2B5EF4-FFF2-40B4-BE49-F238E27FC236}">
                <a16:creationId xmlns:a16="http://schemas.microsoft.com/office/drawing/2014/main" id="{4DA974B4-0ABD-429D-93EB-71BA07548F68}"/>
              </a:ext>
            </a:extLst>
          </p:cNvPr>
          <p:cNvSpPr>
            <a:spLocks noGrp="1"/>
          </p:cNvSpPr>
          <p:nvPr/>
        </p:nvSpPr>
        <p:spPr>
          <a:xfrm>
            <a:off x="12903994" y="5238750"/>
            <a:ext cx="26194" cy="547688"/>
          </a:xfrm>
          <a:prstGeom prst="rect">
            <a:avLst/>
          </a:prstGeom>
          <a:solidFill>
            <a:srgbClr val="FFFFFF"/>
          </a:solidFill>
          <a:ln w="13097">
            <a:solidFill>
              <a:srgbClr val="172B4D"/>
            </a:solidFill>
          </a:ln>
        </p:spPr>
      </p:sp>
      <p:sp>
        <p:nvSpPr>
          <p:cNvPr id="1192" name="object-1192">
            <a:extLst>
              <a:ext uri="{FF2B5EF4-FFF2-40B4-BE49-F238E27FC236}">
                <a16:creationId xmlns:a16="http://schemas.microsoft.com/office/drawing/2014/main" id="{BC970542-920B-48C6-971F-984F4CD1DCD7}"/>
              </a:ext>
            </a:extLst>
          </p:cNvPr>
          <p:cNvSpPr>
            <a:spLocks noGrp="1"/>
          </p:cNvSpPr>
          <p:nvPr/>
        </p:nvSpPr>
        <p:spPr>
          <a:xfrm>
            <a:off x="12930188" y="5238750"/>
            <a:ext cx="26194" cy="547688"/>
          </a:xfrm>
          <a:prstGeom prst="rect">
            <a:avLst/>
          </a:prstGeom>
          <a:solidFill>
            <a:srgbClr val="FFFFFF"/>
          </a:solidFill>
          <a:ln w="13097">
            <a:solidFill>
              <a:srgbClr val="172B4D"/>
            </a:solidFill>
          </a:ln>
        </p:spPr>
      </p:sp>
      <p:sp>
        <p:nvSpPr>
          <p:cNvPr id="1193" name="object-1193">
            <a:extLst>
              <a:ext uri="{FF2B5EF4-FFF2-40B4-BE49-F238E27FC236}">
                <a16:creationId xmlns:a16="http://schemas.microsoft.com/office/drawing/2014/main" id="{4B7251D5-226B-4F39-8130-780B35632042}"/>
              </a:ext>
            </a:extLst>
          </p:cNvPr>
          <p:cNvSpPr>
            <a:spLocks noGrp="1"/>
          </p:cNvSpPr>
          <p:nvPr/>
        </p:nvSpPr>
        <p:spPr>
          <a:xfrm>
            <a:off x="12956381" y="5238750"/>
            <a:ext cx="26194" cy="547688"/>
          </a:xfrm>
          <a:prstGeom prst="rect">
            <a:avLst/>
          </a:prstGeom>
          <a:solidFill>
            <a:srgbClr val="FFFFFF"/>
          </a:solidFill>
          <a:ln w="13097">
            <a:solidFill>
              <a:srgbClr val="172B4D"/>
            </a:solidFill>
          </a:ln>
        </p:spPr>
      </p:sp>
      <p:sp>
        <p:nvSpPr>
          <p:cNvPr id="1194" name="object-1194">
            <a:extLst>
              <a:ext uri="{FF2B5EF4-FFF2-40B4-BE49-F238E27FC236}">
                <a16:creationId xmlns:a16="http://schemas.microsoft.com/office/drawing/2014/main" id="{222F0B68-DB90-4CDA-9122-AFFABCA39708}"/>
              </a:ext>
            </a:extLst>
          </p:cNvPr>
          <p:cNvSpPr>
            <a:spLocks noGrp="1"/>
          </p:cNvSpPr>
          <p:nvPr/>
        </p:nvSpPr>
        <p:spPr>
          <a:xfrm>
            <a:off x="12982575" y="5238750"/>
            <a:ext cx="26194" cy="547688"/>
          </a:xfrm>
          <a:prstGeom prst="rect">
            <a:avLst/>
          </a:prstGeom>
          <a:solidFill>
            <a:srgbClr val="FFFFFF"/>
          </a:solidFill>
          <a:ln w="13097">
            <a:solidFill>
              <a:srgbClr val="172B4D"/>
            </a:solidFill>
          </a:ln>
        </p:spPr>
      </p:sp>
      <p:sp>
        <p:nvSpPr>
          <p:cNvPr id="1195" name="object-1195">
            <a:extLst>
              <a:ext uri="{FF2B5EF4-FFF2-40B4-BE49-F238E27FC236}">
                <a16:creationId xmlns:a16="http://schemas.microsoft.com/office/drawing/2014/main" id="{0E06458D-0B4E-4C89-81DB-0C51345B9E98}"/>
              </a:ext>
            </a:extLst>
          </p:cNvPr>
          <p:cNvSpPr>
            <a:spLocks noGrp="1"/>
          </p:cNvSpPr>
          <p:nvPr/>
        </p:nvSpPr>
        <p:spPr>
          <a:xfrm>
            <a:off x="13008769" y="5238750"/>
            <a:ext cx="26194" cy="547688"/>
          </a:xfrm>
          <a:prstGeom prst="rect">
            <a:avLst/>
          </a:prstGeom>
          <a:solidFill>
            <a:srgbClr val="FFFFFF"/>
          </a:solidFill>
          <a:ln w="13097">
            <a:solidFill>
              <a:srgbClr val="172B4D"/>
            </a:solidFill>
          </a:ln>
        </p:spPr>
      </p:sp>
      <p:sp>
        <p:nvSpPr>
          <p:cNvPr id="1196" name="object-1196">
            <a:extLst>
              <a:ext uri="{FF2B5EF4-FFF2-40B4-BE49-F238E27FC236}">
                <a16:creationId xmlns:a16="http://schemas.microsoft.com/office/drawing/2014/main" id="{3E5F39D6-7FC8-426C-8473-C7BE19E17FAA}"/>
              </a:ext>
            </a:extLst>
          </p:cNvPr>
          <p:cNvSpPr>
            <a:spLocks noGrp="1"/>
          </p:cNvSpPr>
          <p:nvPr/>
        </p:nvSpPr>
        <p:spPr>
          <a:xfrm>
            <a:off x="13034963" y="5238750"/>
            <a:ext cx="26194" cy="547688"/>
          </a:xfrm>
          <a:prstGeom prst="rect">
            <a:avLst/>
          </a:prstGeom>
          <a:solidFill>
            <a:srgbClr val="FFFFFF"/>
          </a:solidFill>
          <a:ln w="13097">
            <a:solidFill>
              <a:srgbClr val="172B4D"/>
            </a:solidFill>
          </a:ln>
        </p:spPr>
      </p:sp>
      <p:sp>
        <p:nvSpPr>
          <p:cNvPr id="1197" name="object-1197">
            <a:extLst>
              <a:ext uri="{FF2B5EF4-FFF2-40B4-BE49-F238E27FC236}">
                <a16:creationId xmlns:a16="http://schemas.microsoft.com/office/drawing/2014/main" id="{9F763CC2-EBFC-429E-97CB-25B98D51A70A}"/>
              </a:ext>
            </a:extLst>
          </p:cNvPr>
          <p:cNvSpPr>
            <a:spLocks noGrp="1"/>
          </p:cNvSpPr>
          <p:nvPr/>
        </p:nvSpPr>
        <p:spPr>
          <a:xfrm>
            <a:off x="13061156" y="5238750"/>
            <a:ext cx="26194" cy="547688"/>
          </a:xfrm>
          <a:prstGeom prst="rect">
            <a:avLst/>
          </a:prstGeom>
          <a:solidFill>
            <a:srgbClr val="FFFFFF"/>
          </a:solidFill>
          <a:ln w="13097">
            <a:solidFill>
              <a:srgbClr val="172B4D"/>
            </a:solidFill>
          </a:ln>
        </p:spPr>
      </p:sp>
      <p:sp>
        <p:nvSpPr>
          <p:cNvPr id="1198" name="object-1198">
            <a:extLst>
              <a:ext uri="{FF2B5EF4-FFF2-40B4-BE49-F238E27FC236}">
                <a16:creationId xmlns:a16="http://schemas.microsoft.com/office/drawing/2014/main" id="{D1824B9E-3F96-4051-88B5-F2577FC214F7}"/>
              </a:ext>
            </a:extLst>
          </p:cNvPr>
          <p:cNvSpPr>
            <a:spLocks noGrp="1"/>
          </p:cNvSpPr>
          <p:nvPr/>
        </p:nvSpPr>
        <p:spPr>
          <a:xfrm>
            <a:off x="13087350" y="5238750"/>
            <a:ext cx="26194" cy="547688"/>
          </a:xfrm>
          <a:prstGeom prst="rect">
            <a:avLst/>
          </a:prstGeom>
          <a:solidFill>
            <a:srgbClr val="FFFFFF"/>
          </a:solidFill>
          <a:ln w="13097">
            <a:solidFill>
              <a:srgbClr val="172B4D"/>
            </a:solidFill>
          </a:ln>
        </p:spPr>
      </p:sp>
      <p:sp>
        <p:nvSpPr>
          <p:cNvPr id="1199" name="object-1199">
            <a:extLst>
              <a:ext uri="{FF2B5EF4-FFF2-40B4-BE49-F238E27FC236}">
                <a16:creationId xmlns:a16="http://schemas.microsoft.com/office/drawing/2014/main" id="{E8A8FEB5-6954-463A-A0D5-04B69F276B25}"/>
              </a:ext>
            </a:extLst>
          </p:cNvPr>
          <p:cNvSpPr>
            <a:spLocks noGrp="1"/>
          </p:cNvSpPr>
          <p:nvPr/>
        </p:nvSpPr>
        <p:spPr>
          <a:xfrm>
            <a:off x="13113544" y="5238750"/>
            <a:ext cx="26194" cy="547688"/>
          </a:xfrm>
          <a:prstGeom prst="rect">
            <a:avLst/>
          </a:prstGeom>
          <a:solidFill>
            <a:srgbClr val="FFFFFF"/>
          </a:solidFill>
          <a:ln w="13097">
            <a:solidFill>
              <a:srgbClr val="172B4D"/>
            </a:solidFill>
          </a:ln>
        </p:spPr>
      </p:sp>
      <p:sp>
        <p:nvSpPr>
          <p:cNvPr id="1200" name="object-1200">
            <a:extLst>
              <a:ext uri="{FF2B5EF4-FFF2-40B4-BE49-F238E27FC236}">
                <a16:creationId xmlns:a16="http://schemas.microsoft.com/office/drawing/2014/main" id="{338DF6E3-3D50-4593-A016-CAF4FD8584F9}"/>
              </a:ext>
            </a:extLst>
          </p:cNvPr>
          <p:cNvSpPr>
            <a:spLocks noGrp="1"/>
          </p:cNvSpPr>
          <p:nvPr/>
        </p:nvSpPr>
        <p:spPr>
          <a:xfrm>
            <a:off x="13139738" y="5238750"/>
            <a:ext cx="26194" cy="547688"/>
          </a:xfrm>
          <a:prstGeom prst="rect">
            <a:avLst/>
          </a:prstGeom>
          <a:solidFill>
            <a:srgbClr val="FFFFFF"/>
          </a:solidFill>
          <a:ln w="13097">
            <a:solidFill>
              <a:srgbClr val="172B4D"/>
            </a:solidFill>
          </a:ln>
        </p:spPr>
      </p:sp>
      <p:sp>
        <p:nvSpPr>
          <p:cNvPr id="1201" name="object-1201">
            <a:extLst>
              <a:ext uri="{FF2B5EF4-FFF2-40B4-BE49-F238E27FC236}">
                <a16:creationId xmlns:a16="http://schemas.microsoft.com/office/drawing/2014/main" id="{F9C837C6-CA0B-4C07-B70F-35F5B5008C3D}"/>
              </a:ext>
            </a:extLst>
          </p:cNvPr>
          <p:cNvSpPr>
            <a:spLocks noGrp="1"/>
          </p:cNvSpPr>
          <p:nvPr/>
        </p:nvSpPr>
        <p:spPr>
          <a:xfrm>
            <a:off x="13165931" y="5238750"/>
            <a:ext cx="26194" cy="547688"/>
          </a:xfrm>
          <a:prstGeom prst="rect">
            <a:avLst/>
          </a:prstGeom>
          <a:solidFill>
            <a:srgbClr val="FFFFFF"/>
          </a:solidFill>
          <a:ln w="13097">
            <a:solidFill>
              <a:srgbClr val="172B4D"/>
            </a:solidFill>
          </a:ln>
        </p:spPr>
      </p:sp>
      <p:sp>
        <p:nvSpPr>
          <p:cNvPr id="1202" name="object-1202">
            <a:extLst>
              <a:ext uri="{FF2B5EF4-FFF2-40B4-BE49-F238E27FC236}">
                <a16:creationId xmlns:a16="http://schemas.microsoft.com/office/drawing/2014/main" id="{4F72C4A5-ECB2-41A7-A11E-92BE6A36B201}"/>
              </a:ext>
            </a:extLst>
          </p:cNvPr>
          <p:cNvSpPr>
            <a:spLocks noGrp="1"/>
          </p:cNvSpPr>
          <p:nvPr/>
        </p:nvSpPr>
        <p:spPr>
          <a:xfrm>
            <a:off x="13192125" y="5238750"/>
            <a:ext cx="26194" cy="547688"/>
          </a:xfrm>
          <a:prstGeom prst="rect">
            <a:avLst/>
          </a:prstGeom>
          <a:solidFill>
            <a:srgbClr val="FFFFFF"/>
          </a:solidFill>
          <a:ln w="13097">
            <a:solidFill>
              <a:srgbClr val="172B4D"/>
            </a:solidFill>
          </a:ln>
        </p:spPr>
      </p:sp>
      <p:sp>
        <p:nvSpPr>
          <p:cNvPr id="1203" name="object-1203">
            <a:extLst>
              <a:ext uri="{FF2B5EF4-FFF2-40B4-BE49-F238E27FC236}">
                <a16:creationId xmlns:a16="http://schemas.microsoft.com/office/drawing/2014/main" id="{F1E4BDF3-49A9-4109-B3AE-020F44FCA27D}"/>
              </a:ext>
            </a:extLst>
          </p:cNvPr>
          <p:cNvSpPr>
            <a:spLocks noGrp="1"/>
          </p:cNvSpPr>
          <p:nvPr/>
        </p:nvSpPr>
        <p:spPr>
          <a:xfrm>
            <a:off x="13218319" y="5238750"/>
            <a:ext cx="26194" cy="547688"/>
          </a:xfrm>
          <a:prstGeom prst="rect">
            <a:avLst/>
          </a:prstGeom>
          <a:solidFill>
            <a:srgbClr val="FFFFFF"/>
          </a:solidFill>
          <a:ln w="13097">
            <a:solidFill>
              <a:srgbClr val="172B4D"/>
            </a:solidFill>
          </a:ln>
        </p:spPr>
      </p:sp>
      <p:sp>
        <p:nvSpPr>
          <p:cNvPr id="1204" name="object-1204">
            <a:extLst>
              <a:ext uri="{FF2B5EF4-FFF2-40B4-BE49-F238E27FC236}">
                <a16:creationId xmlns:a16="http://schemas.microsoft.com/office/drawing/2014/main" id="{C06CCA12-6D6B-4FD8-988F-EBE7D2651751}"/>
              </a:ext>
            </a:extLst>
          </p:cNvPr>
          <p:cNvSpPr>
            <a:spLocks noGrp="1"/>
          </p:cNvSpPr>
          <p:nvPr/>
        </p:nvSpPr>
        <p:spPr>
          <a:xfrm>
            <a:off x="13244513" y="5238750"/>
            <a:ext cx="26194" cy="547688"/>
          </a:xfrm>
          <a:prstGeom prst="rect">
            <a:avLst/>
          </a:prstGeom>
          <a:solidFill>
            <a:srgbClr val="FFFFFF"/>
          </a:solidFill>
          <a:ln w="13097">
            <a:solidFill>
              <a:srgbClr val="172B4D"/>
            </a:solidFill>
          </a:ln>
        </p:spPr>
      </p:sp>
      <p:sp>
        <p:nvSpPr>
          <p:cNvPr id="1205" name="object-1205">
            <a:extLst>
              <a:ext uri="{FF2B5EF4-FFF2-40B4-BE49-F238E27FC236}">
                <a16:creationId xmlns:a16="http://schemas.microsoft.com/office/drawing/2014/main" id="{5AAB1A65-CE20-4219-919B-3ACB881EF403}"/>
              </a:ext>
            </a:extLst>
          </p:cNvPr>
          <p:cNvSpPr>
            <a:spLocks noGrp="1"/>
          </p:cNvSpPr>
          <p:nvPr/>
        </p:nvSpPr>
        <p:spPr>
          <a:xfrm>
            <a:off x="13270706" y="5238750"/>
            <a:ext cx="26194" cy="547688"/>
          </a:xfrm>
          <a:prstGeom prst="rect">
            <a:avLst/>
          </a:prstGeom>
          <a:solidFill>
            <a:srgbClr val="FFFFFF"/>
          </a:solidFill>
          <a:ln w="13097">
            <a:solidFill>
              <a:srgbClr val="172B4D"/>
            </a:solidFill>
          </a:ln>
        </p:spPr>
      </p:sp>
      <p:sp>
        <p:nvSpPr>
          <p:cNvPr id="1206" name="object-1206">
            <a:extLst>
              <a:ext uri="{FF2B5EF4-FFF2-40B4-BE49-F238E27FC236}">
                <a16:creationId xmlns:a16="http://schemas.microsoft.com/office/drawing/2014/main" id="{D30D55B8-3BA2-4379-89BE-DFC596E1D5D2}"/>
              </a:ext>
            </a:extLst>
          </p:cNvPr>
          <p:cNvSpPr>
            <a:spLocks noGrp="1"/>
          </p:cNvSpPr>
          <p:nvPr/>
        </p:nvSpPr>
        <p:spPr>
          <a:xfrm>
            <a:off x="13296900" y="5238750"/>
            <a:ext cx="26194" cy="547688"/>
          </a:xfrm>
          <a:prstGeom prst="rect">
            <a:avLst/>
          </a:prstGeom>
          <a:solidFill>
            <a:srgbClr val="FFFFFF"/>
          </a:solidFill>
          <a:ln w="13097">
            <a:solidFill>
              <a:srgbClr val="172B4D"/>
            </a:solidFill>
          </a:ln>
        </p:spPr>
      </p:sp>
      <p:sp>
        <p:nvSpPr>
          <p:cNvPr id="1207" name="object-1207">
            <a:extLst>
              <a:ext uri="{FF2B5EF4-FFF2-40B4-BE49-F238E27FC236}">
                <a16:creationId xmlns:a16="http://schemas.microsoft.com/office/drawing/2014/main" id="{9D722BFD-A14D-4672-934C-1E89C308C65E}"/>
              </a:ext>
            </a:extLst>
          </p:cNvPr>
          <p:cNvSpPr>
            <a:spLocks noGrp="1"/>
          </p:cNvSpPr>
          <p:nvPr/>
        </p:nvSpPr>
        <p:spPr>
          <a:xfrm>
            <a:off x="13323094" y="5238750"/>
            <a:ext cx="26194" cy="547688"/>
          </a:xfrm>
          <a:prstGeom prst="rect">
            <a:avLst/>
          </a:prstGeom>
          <a:solidFill>
            <a:srgbClr val="FFFFFF"/>
          </a:solidFill>
          <a:ln w="13097">
            <a:solidFill>
              <a:srgbClr val="172B4D"/>
            </a:solidFill>
          </a:ln>
        </p:spPr>
      </p:sp>
      <p:sp>
        <p:nvSpPr>
          <p:cNvPr id="1208" name="object-1208">
            <a:extLst>
              <a:ext uri="{FF2B5EF4-FFF2-40B4-BE49-F238E27FC236}">
                <a16:creationId xmlns:a16="http://schemas.microsoft.com/office/drawing/2014/main" id="{B3BABEFA-6AD9-4168-BDEE-3712A5881AC8}"/>
              </a:ext>
            </a:extLst>
          </p:cNvPr>
          <p:cNvSpPr>
            <a:spLocks noGrp="1"/>
          </p:cNvSpPr>
          <p:nvPr/>
        </p:nvSpPr>
        <p:spPr>
          <a:xfrm>
            <a:off x="13349288" y="5238750"/>
            <a:ext cx="26194" cy="547688"/>
          </a:xfrm>
          <a:prstGeom prst="rect">
            <a:avLst/>
          </a:prstGeom>
          <a:solidFill>
            <a:srgbClr val="FFFFFF"/>
          </a:solidFill>
          <a:ln w="13097">
            <a:solidFill>
              <a:srgbClr val="172B4D"/>
            </a:solidFill>
          </a:ln>
        </p:spPr>
      </p:sp>
      <p:sp>
        <p:nvSpPr>
          <p:cNvPr id="1209" name="object-1209">
            <a:extLst>
              <a:ext uri="{FF2B5EF4-FFF2-40B4-BE49-F238E27FC236}">
                <a16:creationId xmlns:a16="http://schemas.microsoft.com/office/drawing/2014/main" id="{654EC4C0-F7B6-476A-B432-C2B6233CB120}"/>
              </a:ext>
            </a:extLst>
          </p:cNvPr>
          <p:cNvSpPr>
            <a:spLocks noGrp="1"/>
          </p:cNvSpPr>
          <p:nvPr/>
        </p:nvSpPr>
        <p:spPr>
          <a:xfrm>
            <a:off x="13375481" y="5238750"/>
            <a:ext cx="26194" cy="547688"/>
          </a:xfrm>
          <a:prstGeom prst="rect">
            <a:avLst/>
          </a:prstGeom>
          <a:solidFill>
            <a:srgbClr val="FFFFFF"/>
          </a:solidFill>
          <a:ln w="13097">
            <a:solidFill>
              <a:srgbClr val="172B4D"/>
            </a:solidFill>
          </a:ln>
        </p:spPr>
      </p:sp>
      <p:sp>
        <p:nvSpPr>
          <p:cNvPr id="1210" name="object-1210">
            <a:extLst>
              <a:ext uri="{FF2B5EF4-FFF2-40B4-BE49-F238E27FC236}">
                <a16:creationId xmlns:a16="http://schemas.microsoft.com/office/drawing/2014/main" id="{CA2031A0-524A-4246-B90A-043B39D1900F}"/>
              </a:ext>
            </a:extLst>
          </p:cNvPr>
          <p:cNvSpPr>
            <a:spLocks noGrp="1"/>
          </p:cNvSpPr>
          <p:nvPr/>
        </p:nvSpPr>
        <p:spPr>
          <a:xfrm>
            <a:off x="13401675" y="5238750"/>
            <a:ext cx="26194" cy="547688"/>
          </a:xfrm>
          <a:prstGeom prst="rect">
            <a:avLst/>
          </a:prstGeom>
          <a:solidFill>
            <a:srgbClr val="FFFFFF"/>
          </a:solidFill>
          <a:ln w="13097">
            <a:solidFill>
              <a:srgbClr val="172B4D"/>
            </a:solidFill>
          </a:ln>
        </p:spPr>
      </p:sp>
      <p:sp>
        <p:nvSpPr>
          <p:cNvPr id="1211" name="object-1211">
            <a:extLst>
              <a:ext uri="{FF2B5EF4-FFF2-40B4-BE49-F238E27FC236}">
                <a16:creationId xmlns:a16="http://schemas.microsoft.com/office/drawing/2014/main" id="{5273A89C-D94B-464D-9992-7085C97E74FC}"/>
              </a:ext>
            </a:extLst>
          </p:cNvPr>
          <p:cNvSpPr>
            <a:spLocks noGrp="1"/>
          </p:cNvSpPr>
          <p:nvPr/>
        </p:nvSpPr>
        <p:spPr>
          <a:xfrm>
            <a:off x="13427869" y="5238750"/>
            <a:ext cx="26194" cy="547688"/>
          </a:xfrm>
          <a:prstGeom prst="rect">
            <a:avLst/>
          </a:prstGeom>
          <a:solidFill>
            <a:srgbClr val="FFFFFF"/>
          </a:solidFill>
          <a:ln w="13097">
            <a:solidFill>
              <a:srgbClr val="172B4D"/>
            </a:solidFill>
          </a:ln>
        </p:spPr>
      </p:sp>
      <p:sp>
        <p:nvSpPr>
          <p:cNvPr id="1212" name="object-1212">
            <a:extLst>
              <a:ext uri="{FF2B5EF4-FFF2-40B4-BE49-F238E27FC236}">
                <a16:creationId xmlns:a16="http://schemas.microsoft.com/office/drawing/2014/main" id="{92235DCD-342B-4F2C-8986-49D5D7F73127}"/>
              </a:ext>
            </a:extLst>
          </p:cNvPr>
          <p:cNvSpPr>
            <a:spLocks noGrp="1"/>
          </p:cNvSpPr>
          <p:nvPr/>
        </p:nvSpPr>
        <p:spPr>
          <a:xfrm>
            <a:off x="12263438" y="5798344"/>
            <a:ext cx="1905000" cy="476250"/>
          </a:xfrm>
          <a:prstGeom prst="rect">
            <a:avLst/>
          </a:prstGeom>
          <a:noFill/>
          <a:ln w="0">
            <a:noFill/>
          </a:ln>
        </p:spPr>
        <p:txBody>
          <a:bodyPr anchor="ctr">
            <a:noAutofit/>
          </a:bodyPr>
          <a:lstStyle/>
          <a:p>
            <a:pPr algn="l">
              <a:defRPr sz="2250" b="1">
                <a:solidFill>
                  <a:srgbClr val="9A5800"/>
                </a:solidFill>
                <a:latin typeface="Arial"/>
                <a:ea typeface="Arial"/>
                <a:cs typeface="Arial"/>
              </a:defRPr>
            </a:pPr>
            <a:r>
              <a:rPr sz="2250" b="1">
                <a:solidFill>
                  <a:srgbClr val="9A5800"/>
                </a:solidFill>
                <a:latin typeface="Arial"/>
                <a:ea typeface="Arial"/>
                <a:cs typeface="Arial"/>
              </a:rPr>
              <a:t>362/100</a:t>
            </a:r>
          </a:p>
        </p:txBody>
      </p:sp>
      <p:sp>
        <p:nvSpPr>
          <p:cNvPr id="1213" name="object-1213">
            <a:extLst>
              <a:ext uri="{FF2B5EF4-FFF2-40B4-BE49-F238E27FC236}">
                <a16:creationId xmlns:a16="http://schemas.microsoft.com/office/drawing/2014/main" id="{360BA8D7-0C57-40ED-9CFB-87B03CD2F9E5}"/>
              </a:ext>
            </a:extLst>
          </p:cNvPr>
          <p:cNvSpPr>
            <a:spLocks noGrp="1"/>
          </p:cNvSpPr>
          <p:nvPr/>
        </p:nvSpPr>
        <p:spPr>
          <a:xfrm>
            <a:off x="892969" y="6965156"/>
            <a:ext cx="13454063" cy="738188"/>
          </a:xfrm>
          <a:prstGeom prst="rect">
            <a:avLst/>
          </a:prstGeom>
          <a:noFill/>
          <a:ln w="0">
            <a:noFill/>
          </a:ln>
        </p:spPr>
        <p:txBody>
          <a:bodyPr anchor="ctr">
            <a:noAutofit/>
          </a:bodyPr>
          <a:lstStyle/>
          <a:p>
            <a:pPr algn="ctr">
              <a:defRPr sz="2813" b="1">
                <a:solidFill>
                  <a:srgbClr val="11745A"/>
                </a:solidFill>
                <a:latin typeface="Arial"/>
                <a:ea typeface="Arial"/>
                <a:cs typeface="Arial"/>
              </a:defRPr>
            </a:pPr>
            <a:r>
              <a:rPr sz="2813" b="1">
                <a:solidFill>
                  <a:srgbClr val="11745A"/>
                </a:solidFill>
                <a:latin typeface="Arial"/>
                <a:ea typeface="Arial"/>
                <a:cs typeface="Arial"/>
              </a:rPr>
              <a:t>358/100 &lt; 3.6 &lt; 362%</a:t>
            </a:r>
          </a:p>
        </p:txBody>
      </p:sp>
    </p:spTree>
    <p:extLst>
      <p:ext uri="{BB962C8B-B14F-4D97-AF65-F5344CB8AC3E}">
        <p14:creationId xmlns:p14="http://schemas.microsoft.com/office/powerpoint/2010/main" val="13934256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20"/>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1"/>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2"/>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3"/>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4"/>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5"/>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27"/>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28"/>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29"/>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30"/>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31"/>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32"/>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33"/>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34"/>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35"/>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36"/>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37"/>
                                        </p:tgtEl>
                                        <p:attrNameLst>
                                          <p:attrName>style.visibility</p:attrName>
                                        </p:attrNameLst>
                                      </p:cBhvr>
                                      <p:to>
                                        <p:strVal val="visible"/>
                                      </p:to>
                                    </p:set>
                                  </p:childTnLst>
                                </p:cTn>
                              </p:par>
                              <p:par>
                                <p:cTn id="65" presetID="1" presetClass="entr" presetSubtype="0" fill="hold" nodeType="withEffect">
                                  <p:stCondLst>
                                    <p:cond delay="0"/>
                                  </p:stCondLst>
                                  <p:childTnLst>
                                    <p:set>
                                      <p:cBhvr>
                                        <p:cTn id="66" dur="1" fill="hold">
                                          <p:stCondLst>
                                            <p:cond delay="0"/>
                                          </p:stCondLst>
                                        </p:cTn>
                                        <p:tgtEl>
                                          <p:spTgt spid="38"/>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39"/>
                                        </p:tgtEl>
                                        <p:attrNameLst>
                                          <p:attrName>style.visibility</p:attrName>
                                        </p:attrNameLst>
                                      </p:cBhvr>
                                      <p:to>
                                        <p:strVal val="visible"/>
                                      </p:to>
                                    </p:set>
                                  </p:childTnLst>
                                </p:cTn>
                              </p:par>
                              <p:par>
                                <p:cTn id="69" presetID="1" presetClass="entr" presetSubtype="0" fill="hold" nodeType="withEffect">
                                  <p:stCondLst>
                                    <p:cond delay="0"/>
                                  </p:stCondLst>
                                  <p:childTnLst>
                                    <p:set>
                                      <p:cBhvr>
                                        <p:cTn id="70" dur="1" fill="hold">
                                          <p:stCondLst>
                                            <p:cond delay="0"/>
                                          </p:stCondLst>
                                        </p:cTn>
                                        <p:tgtEl>
                                          <p:spTgt spid="40"/>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41"/>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42"/>
                                        </p:tgtEl>
                                        <p:attrNameLst>
                                          <p:attrName>style.visibility</p:attrName>
                                        </p:attrNameLst>
                                      </p:cBhvr>
                                      <p:to>
                                        <p:strVal val="visible"/>
                                      </p:to>
                                    </p:set>
                                  </p:childTnLst>
                                </p:cTn>
                              </p:par>
                              <p:par>
                                <p:cTn id="75" presetID="1" presetClass="entr" presetSubtype="0" fill="hold" nodeType="withEffect">
                                  <p:stCondLst>
                                    <p:cond delay="0"/>
                                  </p:stCondLst>
                                  <p:childTnLst>
                                    <p:set>
                                      <p:cBhvr>
                                        <p:cTn id="76" dur="1" fill="hold">
                                          <p:stCondLst>
                                            <p:cond delay="0"/>
                                          </p:stCondLst>
                                        </p:cTn>
                                        <p:tgtEl>
                                          <p:spTgt spid="43"/>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44"/>
                                        </p:tgtEl>
                                        <p:attrNameLst>
                                          <p:attrName>style.visibility</p:attrName>
                                        </p:attrNameLst>
                                      </p:cBhvr>
                                      <p:to>
                                        <p:strVal val="visible"/>
                                      </p:to>
                                    </p:set>
                                  </p:childTnLst>
                                </p:cTn>
                              </p:par>
                              <p:par>
                                <p:cTn id="79" presetID="1" presetClass="entr" presetSubtype="0" fill="hold" nodeType="withEffect">
                                  <p:stCondLst>
                                    <p:cond delay="0"/>
                                  </p:stCondLst>
                                  <p:childTnLst>
                                    <p:set>
                                      <p:cBhvr>
                                        <p:cTn id="80" dur="1" fill="hold">
                                          <p:stCondLst>
                                            <p:cond delay="0"/>
                                          </p:stCondLst>
                                        </p:cTn>
                                        <p:tgtEl>
                                          <p:spTgt spid="45"/>
                                        </p:tgtEl>
                                        <p:attrNameLst>
                                          <p:attrName>style.visibility</p:attrName>
                                        </p:attrNameLst>
                                      </p:cBhvr>
                                      <p:to>
                                        <p:strVal val="visible"/>
                                      </p:to>
                                    </p:set>
                                  </p:childTnLst>
                                </p:cTn>
                              </p:par>
                              <p:par>
                                <p:cTn id="81" presetID="1" presetClass="entr" presetSubtype="0" fill="hold" nodeType="withEffect">
                                  <p:stCondLst>
                                    <p:cond delay="0"/>
                                  </p:stCondLst>
                                  <p:childTnLst>
                                    <p:set>
                                      <p:cBhvr>
                                        <p:cTn id="82" dur="1" fill="hold">
                                          <p:stCondLst>
                                            <p:cond delay="0"/>
                                          </p:stCondLst>
                                        </p:cTn>
                                        <p:tgtEl>
                                          <p:spTgt spid="46"/>
                                        </p:tgtEl>
                                        <p:attrNameLst>
                                          <p:attrName>style.visibility</p:attrName>
                                        </p:attrNameLst>
                                      </p:cBhvr>
                                      <p:to>
                                        <p:strVal val="visible"/>
                                      </p:to>
                                    </p:set>
                                  </p:childTnLst>
                                </p:cTn>
                              </p:par>
                              <p:par>
                                <p:cTn id="83" presetID="1" presetClass="entr" presetSubtype="0" fill="hold" nodeType="withEffect">
                                  <p:stCondLst>
                                    <p:cond delay="0"/>
                                  </p:stCondLst>
                                  <p:childTnLst>
                                    <p:set>
                                      <p:cBhvr>
                                        <p:cTn id="84" dur="1" fill="hold">
                                          <p:stCondLst>
                                            <p:cond delay="0"/>
                                          </p:stCondLst>
                                        </p:cTn>
                                        <p:tgtEl>
                                          <p:spTgt spid="47"/>
                                        </p:tgtEl>
                                        <p:attrNameLst>
                                          <p:attrName>style.visibility</p:attrName>
                                        </p:attrNameLst>
                                      </p:cBhvr>
                                      <p:to>
                                        <p:strVal val="visible"/>
                                      </p:to>
                                    </p:set>
                                  </p:childTnLst>
                                </p:cTn>
                              </p:par>
                              <p:par>
                                <p:cTn id="85" presetID="1" presetClass="entr" presetSubtype="0" fill="hold" nodeType="withEffect">
                                  <p:stCondLst>
                                    <p:cond delay="0"/>
                                  </p:stCondLst>
                                  <p:childTnLst>
                                    <p:set>
                                      <p:cBhvr>
                                        <p:cTn id="86" dur="1" fill="hold">
                                          <p:stCondLst>
                                            <p:cond delay="0"/>
                                          </p:stCondLst>
                                        </p:cTn>
                                        <p:tgtEl>
                                          <p:spTgt spid="48"/>
                                        </p:tgtEl>
                                        <p:attrNameLst>
                                          <p:attrName>style.visibility</p:attrName>
                                        </p:attrNameLst>
                                      </p:cBhvr>
                                      <p:to>
                                        <p:strVal val="visible"/>
                                      </p:to>
                                    </p:set>
                                  </p:childTnLst>
                                </p:cTn>
                              </p:par>
                              <p:par>
                                <p:cTn id="87" presetID="1" presetClass="entr" presetSubtype="0" fill="hold" nodeType="withEffect">
                                  <p:stCondLst>
                                    <p:cond delay="0"/>
                                  </p:stCondLst>
                                  <p:childTnLst>
                                    <p:set>
                                      <p:cBhvr>
                                        <p:cTn id="88" dur="1" fill="hold">
                                          <p:stCondLst>
                                            <p:cond delay="0"/>
                                          </p:stCondLst>
                                        </p:cTn>
                                        <p:tgtEl>
                                          <p:spTgt spid="49"/>
                                        </p:tgtEl>
                                        <p:attrNameLst>
                                          <p:attrName>style.visibility</p:attrName>
                                        </p:attrNameLst>
                                      </p:cBhvr>
                                      <p:to>
                                        <p:strVal val="visible"/>
                                      </p:to>
                                    </p:set>
                                  </p:childTnLst>
                                </p:cTn>
                              </p:par>
                              <p:par>
                                <p:cTn id="89" presetID="1" presetClass="entr" presetSubtype="0" fill="hold" nodeType="withEffect">
                                  <p:stCondLst>
                                    <p:cond delay="0"/>
                                  </p:stCondLst>
                                  <p:childTnLst>
                                    <p:set>
                                      <p:cBhvr>
                                        <p:cTn id="90" dur="1" fill="hold">
                                          <p:stCondLst>
                                            <p:cond delay="0"/>
                                          </p:stCondLst>
                                        </p:cTn>
                                        <p:tgtEl>
                                          <p:spTgt spid="50"/>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51"/>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52"/>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53"/>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54"/>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55"/>
                                        </p:tgtEl>
                                        <p:attrNameLst>
                                          <p:attrName>style.visibility</p:attrName>
                                        </p:attrNameLst>
                                      </p:cBhvr>
                                      <p:to>
                                        <p:strVal val="visible"/>
                                      </p:to>
                                    </p:set>
                                  </p:childTnLst>
                                </p:cTn>
                              </p:par>
                              <p:par>
                                <p:cTn id="101" presetID="1" presetClass="entr" presetSubtype="0" fill="hold" nodeType="withEffect">
                                  <p:stCondLst>
                                    <p:cond delay="0"/>
                                  </p:stCondLst>
                                  <p:childTnLst>
                                    <p:set>
                                      <p:cBhvr>
                                        <p:cTn id="102" dur="1" fill="hold">
                                          <p:stCondLst>
                                            <p:cond delay="0"/>
                                          </p:stCondLst>
                                        </p:cTn>
                                        <p:tgtEl>
                                          <p:spTgt spid="56"/>
                                        </p:tgtEl>
                                        <p:attrNameLst>
                                          <p:attrName>style.visibility</p:attrName>
                                        </p:attrNameLst>
                                      </p:cBhvr>
                                      <p:to>
                                        <p:strVal val="visible"/>
                                      </p:to>
                                    </p:set>
                                  </p:childTnLst>
                                </p:cTn>
                              </p:par>
                              <p:par>
                                <p:cTn id="103" presetID="1" presetClass="entr" presetSubtype="0" fill="hold" nodeType="withEffect">
                                  <p:stCondLst>
                                    <p:cond delay="0"/>
                                  </p:stCondLst>
                                  <p:childTnLst>
                                    <p:set>
                                      <p:cBhvr>
                                        <p:cTn id="104" dur="1" fill="hold">
                                          <p:stCondLst>
                                            <p:cond delay="0"/>
                                          </p:stCondLst>
                                        </p:cTn>
                                        <p:tgtEl>
                                          <p:spTgt spid="57"/>
                                        </p:tgtEl>
                                        <p:attrNameLst>
                                          <p:attrName>style.visibility</p:attrName>
                                        </p:attrNameLst>
                                      </p:cBhvr>
                                      <p:to>
                                        <p:strVal val="visible"/>
                                      </p:to>
                                    </p:set>
                                  </p:childTnLst>
                                </p:cTn>
                              </p:par>
                              <p:par>
                                <p:cTn id="105" presetID="1" presetClass="entr" presetSubtype="0" fill="hold" nodeType="withEffect">
                                  <p:stCondLst>
                                    <p:cond delay="0"/>
                                  </p:stCondLst>
                                  <p:childTnLst>
                                    <p:set>
                                      <p:cBhvr>
                                        <p:cTn id="106" dur="1" fill="hold">
                                          <p:stCondLst>
                                            <p:cond delay="0"/>
                                          </p:stCondLst>
                                        </p:cTn>
                                        <p:tgtEl>
                                          <p:spTgt spid="58"/>
                                        </p:tgtEl>
                                        <p:attrNameLst>
                                          <p:attrName>style.visibility</p:attrName>
                                        </p:attrNameLst>
                                      </p:cBhvr>
                                      <p:to>
                                        <p:strVal val="visible"/>
                                      </p:to>
                                    </p:set>
                                  </p:childTnLst>
                                </p:cTn>
                              </p:par>
                              <p:par>
                                <p:cTn id="107" presetID="1" presetClass="entr" presetSubtype="0" fill="hold" nodeType="withEffect">
                                  <p:stCondLst>
                                    <p:cond delay="0"/>
                                  </p:stCondLst>
                                  <p:childTnLst>
                                    <p:set>
                                      <p:cBhvr>
                                        <p:cTn id="108" dur="1" fill="hold">
                                          <p:stCondLst>
                                            <p:cond delay="0"/>
                                          </p:stCondLst>
                                        </p:cTn>
                                        <p:tgtEl>
                                          <p:spTgt spid="59"/>
                                        </p:tgtEl>
                                        <p:attrNameLst>
                                          <p:attrName>style.visibility</p:attrName>
                                        </p:attrNameLst>
                                      </p:cBhvr>
                                      <p:to>
                                        <p:strVal val="visible"/>
                                      </p:to>
                                    </p:set>
                                  </p:childTnLst>
                                </p:cTn>
                              </p:par>
                              <p:par>
                                <p:cTn id="109" presetID="1" presetClass="entr" presetSubtype="0" fill="hold" nodeType="withEffect">
                                  <p:stCondLst>
                                    <p:cond delay="0"/>
                                  </p:stCondLst>
                                  <p:childTnLst>
                                    <p:set>
                                      <p:cBhvr>
                                        <p:cTn id="110" dur="1" fill="hold">
                                          <p:stCondLst>
                                            <p:cond delay="0"/>
                                          </p:stCondLst>
                                        </p:cTn>
                                        <p:tgtEl>
                                          <p:spTgt spid="60"/>
                                        </p:tgtEl>
                                        <p:attrNameLst>
                                          <p:attrName>style.visibility</p:attrName>
                                        </p:attrNameLst>
                                      </p:cBhvr>
                                      <p:to>
                                        <p:strVal val="visible"/>
                                      </p:to>
                                    </p:set>
                                  </p:childTnLst>
                                </p:cTn>
                              </p:par>
                              <p:par>
                                <p:cTn id="111" presetID="1" presetClass="entr" presetSubtype="0" fill="hold" nodeType="withEffect">
                                  <p:stCondLst>
                                    <p:cond delay="0"/>
                                  </p:stCondLst>
                                  <p:childTnLst>
                                    <p:set>
                                      <p:cBhvr>
                                        <p:cTn id="112" dur="1" fill="hold">
                                          <p:stCondLst>
                                            <p:cond delay="0"/>
                                          </p:stCondLst>
                                        </p:cTn>
                                        <p:tgtEl>
                                          <p:spTgt spid="61"/>
                                        </p:tgtEl>
                                        <p:attrNameLst>
                                          <p:attrName>style.visibility</p:attrName>
                                        </p:attrNameLst>
                                      </p:cBhvr>
                                      <p:to>
                                        <p:strVal val="visible"/>
                                      </p:to>
                                    </p:set>
                                  </p:childTnLst>
                                </p:cTn>
                              </p:par>
                              <p:par>
                                <p:cTn id="113" presetID="1" presetClass="entr" presetSubtype="0" fill="hold" nodeType="withEffect">
                                  <p:stCondLst>
                                    <p:cond delay="0"/>
                                  </p:stCondLst>
                                  <p:childTnLst>
                                    <p:set>
                                      <p:cBhvr>
                                        <p:cTn id="114" dur="1" fill="hold">
                                          <p:stCondLst>
                                            <p:cond delay="0"/>
                                          </p:stCondLst>
                                        </p:cTn>
                                        <p:tgtEl>
                                          <p:spTgt spid="62"/>
                                        </p:tgtEl>
                                        <p:attrNameLst>
                                          <p:attrName>style.visibility</p:attrName>
                                        </p:attrNameLst>
                                      </p:cBhvr>
                                      <p:to>
                                        <p:strVal val="visible"/>
                                      </p:to>
                                    </p:set>
                                  </p:childTnLst>
                                </p:cTn>
                              </p:par>
                              <p:par>
                                <p:cTn id="115" presetID="1" presetClass="entr" presetSubtype="0" fill="hold" nodeType="withEffect">
                                  <p:stCondLst>
                                    <p:cond delay="0"/>
                                  </p:stCondLst>
                                  <p:childTnLst>
                                    <p:set>
                                      <p:cBhvr>
                                        <p:cTn id="116" dur="1" fill="hold">
                                          <p:stCondLst>
                                            <p:cond delay="0"/>
                                          </p:stCondLst>
                                        </p:cTn>
                                        <p:tgtEl>
                                          <p:spTgt spid="63"/>
                                        </p:tgtEl>
                                        <p:attrNameLst>
                                          <p:attrName>style.visibility</p:attrName>
                                        </p:attrNameLst>
                                      </p:cBhvr>
                                      <p:to>
                                        <p:strVal val="visible"/>
                                      </p:to>
                                    </p:set>
                                  </p:childTnLst>
                                </p:cTn>
                              </p:par>
                              <p:par>
                                <p:cTn id="117" presetID="1" presetClass="entr" presetSubtype="0" fill="hold" nodeType="withEffect">
                                  <p:stCondLst>
                                    <p:cond delay="0"/>
                                  </p:stCondLst>
                                  <p:childTnLst>
                                    <p:set>
                                      <p:cBhvr>
                                        <p:cTn id="118" dur="1" fill="hold">
                                          <p:stCondLst>
                                            <p:cond delay="0"/>
                                          </p:stCondLst>
                                        </p:cTn>
                                        <p:tgtEl>
                                          <p:spTgt spid="64"/>
                                        </p:tgtEl>
                                        <p:attrNameLst>
                                          <p:attrName>style.visibility</p:attrName>
                                        </p:attrNameLst>
                                      </p:cBhvr>
                                      <p:to>
                                        <p:strVal val="visible"/>
                                      </p:to>
                                    </p:set>
                                  </p:childTnLst>
                                </p:cTn>
                              </p:par>
                              <p:par>
                                <p:cTn id="119" presetID="1" presetClass="entr" presetSubtype="0" fill="hold" nodeType="withEffect">
                                  <p:stCondLst>
                                    <p:cond delay="0"/>
                                  </p:stCondLst>
                                  <p:childTnLst>
                                    <p:set>
                                      <p:cBhvr>
                                        <p:cTn id="120" dur="1" fill="hold">
                                          <p:stCondLst>
                                            <p:cond delay="0"/>
                                          </p:stCondLst>
                                        </p:cTn>
                                        <p:tgtEl>
                                          <p:spTgt spid="65"/>
                                        </p:tgtEl>
                                        <p:attrNameLst>
                                          <p:attrName>style.visibility</p:attrName>
                                        </p:attrNameLst>
                                      </p:cBhvr>
                                      <p:to>
                                        <p:strVal val="visible"/>
                                      </p:to>
                                    </p:set>
                                  </p:childTnLst>
                                </p:cTn>
                              </p:par>
                              <p:par>
                                <p:cTn id="121" presetID="1" presetClass="entr" presetSubtype="0" fill="hold" nodeType="withEffect">
                                  <p:stCondLst>
                                    <p:cond delay="0"/>
                                  </p:stCondLst>
                                  <p:childTnLst>
                                    <p:set>
                                      <p:cBhvr>
                                        <p:cTn id="122" dur="1" fill="hold">
                                          <p:stCondLst>
                                            <p:cond delay="0"/>
                                          </p:stCondLst>
                                        </p:cTn>
                                        <p:tgtEl>
                                          <p:spTgt spid="66"/>
                                        </p:tgtEl>
                                        <p:attrNameLst>
                                          <p:attrName>style.visibility</p:attrName>
                                        </p:attrNameLst>
                                      </p:cBhvr>
                                      <p:to>
                                        <p:strVal val="visible"/>
                                      </p:to>
                                    </p:set>
                                  </p:childTnLst>
                                </p:cTn>
                              </p:par>
                              <p:par>
                                <p:cTn id="123" presetID="1" presetClass="entr" presetSubtype="0" fill="hold" nodeType="withEffect">
                                  <p:stCondLst>
                                    <p:cond delay="0"/>
                                  </p:stCondLst>
                                  <p:childTnLst>
                                    <p:set>
                                      <p:cBhvr>
                                        <p:cTn id="124" dur="1" fill="hold">
                                          <p:stCondLst>
                                            <p:cond delay="0"/>
                                          </p:stCondLst>
                                        </p:cTn>
                                        <p:tgtEl>
                                          <p:spTgt spid="67"/>
                                        </p:tgtEl>
                                        <p:attrNameLst>
                                          <p:attrName>style.visibility</p:attrName>
                                        </p:attrNameLst>
                                      </p:cBhvr>
                                      <p:to>
                                        <p:strVal val="visible"/>
                                      </p:to>
                                    </p:set>
                                  </p:childTnLst>
                                </p:cTn>
                              </p:par>
                              <p:par>
                                <p:cTn id="125" presetID="1" presetClass="entr" presetSubtype="0" fill="hold" nodeType="withEffect">
                                  <p:stCondLst>
                                    <p:cond delay="0"/>
                                  </p:stCondLst>
                                  <p:childTnLst>
                                    <p:set>
                                      <p:cBhvr>
                                        <p:cTn id="126" dur="1" fill="hold">
                                          <p:stCondLst>
                                            <p:cond delay="0"/>
                                          </p:stCondLst>
                                        </p:cTn>
                                        <p:tgtEl>
                                          <p:spTgt spid="68"/>
                                        </p:tgtEl>
                                        <p:attrNameLst>
                                          <p:attrName>style.visibility</p:attrName>
                                        </p:attrNameLst>
                                      </p:cBhvr>
                                      <p:to>
                                        <p:strVal val="visible"/>
                                      </p:to>
                                    </p:set>
                                  </p:childTnLst>
                                </p:cTn>
                              </p:par>
                              <p:par>
                                <p:cTn id="127" presetID="1" presetClass="entr" presetSubtype="0" fill="hold" nodeType="withEffect">
                                  <p:stCondLst>
                                    <p:cond delay="0"/>
                                  </p:stCondLst>
                                  <p:childTnLst>
                                    <p:set>
                                      <p:cBhvr>
                                        <p:cTn id="128" dur="1" fill="hold">
                                          <p:stCondLst>
                                            <p:cond delay="0"/>
                                          </p:stCondLst>
                                        </p:cTn>
                                        <p:tgtEl>
                                          <p:spTgt spid="69"/>
                                        </p:tgtEl>
                                        <p:attrNameLst>
                                          <p:attrName>style.visibility</p:attrName>
                                        </p:attrNameLst>
                                      </p:cBhvr>
                                      <p:to>
                                        <p:strVal val="visible"/>
                                      </p:to>
                                    </p:set>
                                  </p:childTnLst>
                                </p:cTn>
                              </p:par>
                              <p:par>
                                <p:cTn id="129" presetID="1" presetClass="entr" presetSubtype="0" fill="hold" nodeType="withEffect">
                                  <p:stCondLst>
                                    <p:cond delay="0"/>
                                  </p:stCondLst>
                                  <p:childTnLst>
                                    <p:set>
                                      <p:cBhvr>
                                        <p:cTn id="130" dur="1" fill="hold">
                                          <p:stCondLst>
                                            <p:cond delay="0"/>
                                          </p:stCondLst>
                                        </p:cTn>
                                        <p:tgtEl>
                                          <p:spTgt spid="70"/>
                                        </p:tgtEl>
                                        <p:attrNameLst>
                                          <p:attrName>style.visibility</p:attrName>
                                        </p:attrNameLst>
                                      </p:cBhvr>
                                      <p:to>
                                        <p:strVal val="visible"/>
                                      </p:to>
                                    </p:set>
                                  </p:childTnLst>
                                </p:cTn>
                              </p:par>
                              <p:par>
                                <p:cTn id="131" presetID="1" presetClass="entr" presetSubtype="0" fill="hold" nodeType="withEffect">
                                  <p:stCondLst>
                                    <p:cond delay="0"/>
                                  </p:stCondLst>
                                  <p:childTnLst>
                                    <p:set>
                                      <p:cBhvr>
                                        <p:cTn id="132" dur="1" fill="hold">
                                          <p:stCondLst>
                                            <p:cond delay="0"/>
                                          </p:stCondLst>
                                        </p:cTn>
                                        <p:tgtEl>
                                          <p:spTgt spid="71"/>
                                        </p:tgtEl>
                                        <p:attrNameLst>
                                          <p:attrName>style.visibility</p:attrName>
                                        </p:attrNameLst>
                                      </p:cBhvr>
                                      <p:to>
                                        <p:strVal val="visible"/>
                                      </p:to>
                                    </p:set>
                                  </p:childTnLst>
                                </p:cTn>
                              </p:par>
                              <p:par>
                                <p:cTn id="133" presetID="1" presetClass="entr" presetSubtype="0" fill="hold" nodeType="withEffect">
                                  <p:stCondLst>
                                    <p:cond delay="0"/>
                                  </p:stCondLst>
                                  <p:childTnLst>
                                    <p:set>
                                      <p:cBhvr>
                                        <p:cTn id="134" dur="1" fill="hold">
                                          <p:stCondLst>
                                            <p:cond delay="0"/>
                                          </p:stCondLst>
                                        </p:cTn>
                                        <p:tgtEl>
                                          <p:spTgt spid="72"/>
                                        </p:tgtEl>
                                        <p:attrNameLst>
                                          <p:attrName>style.visibility</p:attrName>
                                        </p:attrNameLst>
                                      </p:cBhvr>
                                      <p:to>
                                        <p:strVal val="visible"/>
                                      </p:to>
                                    </p:set>
                                  </p:childTnLst>
                                </p:cTn>
                              </p:par>
                              <p:par>
                                <p:cTn id="135" presetID="1" presetClass="entr" presetSubtype="0" fill="hold" nodeType="withEffect">
                                  <p:stCondLst>
                                    <p:cond delay="0"/>
                                  </p:stCondLst>
                                  <p:childTnLst>
                                    <p:set>
                                      <p:cBhvr>
                                        <p:cTn id="136" dur="1" fill="hold">
                                          <p:stCondLst>
                                            <p:cond delay="0"/>
                                          </p:stCondLst>
                                        </p:cTn>
                                        <p:tgtEl>
                                          <p:spTgt spid="73"/>
                                        </p:tgtEl>
                                        <p:attrNameLst>
                                          <p:attrName>style.visibility</p:attrName>
                                        </p:attrNameLst>
                                      </p:cBhvr>
                                      <p:to>
                                        <p:strVal val="visible"/>
                                      </p:to>
                                    </p:set>
                                  </p:childTnLst>
                                </p:cTn>
                              </p:par>
                              <p:par>
                                <p:cTn id="137" presetID="1" presetClass="entr" presetSubtype="0" fill="hold" nodeType="withEffect">
                                  <p:stCondLst>
                                    <p:cond delay="0"/>
                                  </p:stCondLst>
                                  <p:childTnLst>
                                    <p:set>
                                      <p:cBhvr>
                                        <p:cTn id="138" dur="1" fill="hold">
                                          <p:stCondLst>
                                            <p:cond delay="0"/>
                                          </p:stCondLst>
                                        </p:cTn>
                                        <p:tgtEl>
                                          <p:spTgt spid="74"/>
                                        </p:tgtEl>
                                        <p:attrNameLst>
                                          <p:attrName>style.visibility</p:attrName>
                                        </p:attrNameLst>
                                      </p:cBhvr>
                                      <p:to>
                                        <p:strVal val="visible"/>
                                      </p:to>
                                    </p:set>
                                  </p:childTnLst>
                                </p:cTn>
                              </p:par>
                              <p:par>
                                <p:cTn id="139" presetID="1" presetClass="entr" presetSubtype="0" fill="hold" nodeType="withEffect">
                                  <p:stCondLst>
                                    <p:cond delay="0"/>
                                  </p:stCondLst>
                                  <p:childTnLst>
                                    <p:set>
                                      <p:cBhvr>
                                        <p:cTn id="140" dur="1" fill="hold">
                                          <p:stCondLst>
                                            <p:cond delay="0"/>
                                          </p:stCondLst>
                                        </p:cTn>
                                        <p:tgtEl>
                                          <p:spTgt spid="75"/>
                                        </p:tgtEl>
                                        <p:attrNameLst>
                                          <p:attrName>style.visibility</p:attrName>
                                        </p:attrNameLst>
                                      </p:cBhvr>
                                      <p:to>
                                        <p:strVal val="visible"/>
                                      </p:to>
                                    </p:set>
                                  </p:childTnLst>
                                </p:cTn>
                              </p:par>
                              <p:par>
                                <p:cTn id="141" presetID="1" presetClass="entr" presetSubtype="0" fill="hold" nodeType="withEffect">
                                  <p:stCondLst>
                                    <p:cond delay="0"/>
                                  </p:stCondLst>
                                  <p:childTnLst>
                                    <p:set>
                                      <p:cBhvr>
                                        <p:cTn id="142" dur="1" fill="hold">
                                          <p:stCondLst>
                                            <p:cond delay="0"/>
                                          </p:stCondLst>
                                        </p:cTn>
                                        <p:tgtEl>
                                          <p:spTgt spid="76"/>
                                        </p:tgtEl>
                                        <p:attrNameLst>
                                          <p:attrName>style.visibility</p:attrName>
                                        </p:attrNameLst>
                                      </p:cBhvr>
                                      <p:to>
                                        <p:strVal val="visible"/>
                                      </p:to>
                                    </p:set>
                                  </p:childTnLst>
                                </p:cTn>
                              </p:par>
                              <p:par>
                                <p:cTn id="143" presetID="1" presetClass="entr" presetSubtype="0" fill="hold" nodeType="withEffect">
                                  <p:stCondLst>
                                    <p:cond delay="0"/>
                                  </p:stCondLst>
                                  <p:childTnLst>
                                    <p:set>
                                      <p:cBhvr>
                                        <p:cTn id="144" dur="1" fill="hold">
                                          <p:stCondLst>
                                            <p:cond delay="0"/>
                                          </p:stCondLst>
                                        </p:cTn>
                                        <p:tgtEl>
                                          <p:spTgt spid="77"/>
                                        </p:tgtEl>
                                        <p:attrNameLst>
                                          <p:attrName>style.visibility</p:attrName>
                                        </p:attrNameLst>
                                      </p:cBhvr>
                                      <p:to>
                                        <p:strVal val="visible"/>
                                      </p:to>
                                    </p:set>
                                  </p:childTnLst>
                                </p:cTn>
                              </p:par>
                              <p:par>
                                <p:cTn id="145" presetID="1" presetClass="entr" presetSubtype="0" fill="hold" nodeType="withEffect">
                                  <p:stCondLst>
                                    <p:cond delay="0"/>
                                  </p:stCondLst>
                                  <p:childTnLst>
                                    <p:set>
                                      <p:cBhvr>
                                        <p:cTn id="146" dur="1" fill="hold">
                                          <p:stCondLst>
                                            <p:cond delay="0"/>
                                          </p:stCondLst>
                                        </p:cTn>
                                        <p:tgtEl>
                                          <p:spTgt spid="78"/>
                                        </p:tgtEl>
                                        <p:attrNameLst>
                                          <p:attrName>style.visibility</p:attrName>
                                        </p:attrNameLst>
                                      </p:cBhvr>
                                      <p:to>
                                        <p:strVal val="visible"/>
                                      </p:to>
                                    </p:set>
                                  </p:childTnLst>
                                </p:cTn>
                              </p:par>
                              <p:par>
                                <p:cTn id="147" presetID="1" presetClass="entr" presetSubtype="0" fill="hold" nodeType="withEffect">
                                  <p:stCondLst>
                                    <p:cond delay="0"/>
                                  </p:stCondLst>
                                  <p:childTnLst>
                                    <p:set>
                                      <p:cBhvr>
                                        <p:cTn id="148" dur="1" fill="hold">
                                          <p:stCondLst>
                                            <p:cond delay="0"/>
                                          </p:stCondLst>
                                        </p:cTn>
                                        <p:tgtEl>
                                          <p:spTgt spid="79"/>
                                        </p:tgtEl>
                                        <p:attrNameLst>
                                          <p:attrName>style.visibility</p:attrName>
                                        </p:attrNameLst>
                                      </p:cBhvr>
                                      <p:to>
                                        <p:strVal val="visible"/>
                                      </p:to>
                                    </p:set>
                                  </p:childTnLst>
                                </p:cTn>
                              </p:par>
                              <p:par>
                                <p:cTn id="149" presetID="1" presetClass="entr" presetSubtype="0" fill="hold" nodeType="withEffect">
                                  <p:stCondLst>
                                    <p:cond delay="0"/>
                                  </p:stCondLst>
                                  <p:childTnLst>
                                    <p:set>
                                      <p:cBhvr>
                                        <p:cTn id="150" dur="1" fill="hold">
                                          <p:stCondLst>
                                            <p:cond delay="0"/>
                                          </p:stCondLst>
                                        </p:cTn>
                                        <p:tgtEl>
                                          <p:spTgt spid="80"/>
                                        </p:tgtEl>
                                        <p:attrNameLst>
                                          <p:attrName>style.visibility</p:attrName>
                                        </p:attrNameLst>
                                      </p:cBhvr>
                                      <p:to>
                                        <p:strVal val="visible"/>
                                      </p:to>
                                    </p:set>
                                  </p:childTnLst>
                                </p:cTn>
                              </p:par>
                              <p:par>
                                <p:cTn id="151" presetID="1" presetClass="entr" presetSubtype="0" fill="hold" nodeType="withEffect">
                                  <p:stCondLst>
                                    <p:cond delay="0"/>
                                  </p:stCondLst>
                                  <p:childTnLst>
                                    <p:set>
                                      <p:cBhvr>
                                        <p:cTn id="152" dur="1" fill="hold">
                                          <p:stCondLst>
                                            <p:cond delay="0"/>
                                          </p:stCondLst>
                                        </p:cTn>
                                        <p:tgtEl>
                                          <p:spTgt spid="81"/>
                                        </p:tgtEl>
                                        <p:attrNameLst>
                                          <p:attrName>style.visibility</p:attrName>
                                        </p:attrNameLst>
                                      </p:cBhvr>
                                      <p:to>
                                        <p:strVal val="visible"/>
                                      </p:to>
                                    </p:set>
                                  </p:childTnLst>
                                </p:cTn>
                              </p:par>
                              <p:par>
                                <p:cTn id="153" presetID="1" presetClass="entr" presetSubtype="0" fill="hold" nodeType="withEffect">
                                  <p:stCondLst>
                                    <p:cond delay="0"/>
                                  </p:stCondLst>
                                  <p:childTnLst>
                                    <p:set>
                                      <p:cBhvr>
                                        <p:cTn id="154" dur="1" fill="hold">
                                          <p:stCondLst>
                                            <p:cond delay="0"/>
                                          </p:stCondLst>
                                        </p:cTn>
                                        <p:tgtEl>
                                          <p:spTgt spid="82"/>
                                        </p:tgtEl>
                                        <p:attrNameLst>
                                          <p:attrName>style.visibility</p:attrName>
                                        </p:attrNameLst>
                                      </p:cBhvr>
                                      <p:to>
                                        <p:strVal val="visible"/>
                                      </p:to>
                                    </p:set>
                                  </p:childTnLst>
                                </p:cTn>
                              </p:par>
                              <p:par>
                                <p:cTn id="155" presetID="1" presetClass="entr" presetSubtype="0" fill="hold" nodeType="withEffect">
                                  <p:stCondLst>
                                    <p:cond delay="0"/>
                                  </p:stCondLst>
                                  <p:childTnLst>
                                    <p:set>
                                      <p:cBhvr>
                                        <p:cTn id="156" dur="1" fill="hold">
                                          <p:stCondLst>
                                            <p:cond delay="0"/>
                                          </p:stCondLst>
                                        </p:cTn>
                                        <p:tgtEl>
                                          <p:spTgt spid="83"/>
                                        </p:tgtEl>
                                        <p:attrNameLst>
                                          <p:attrName>style.visibility</p:attrName>
                                        </p:attrNameLst>
                                      </p:cBhvr>
                                      <p:to>
                                        <p:strVal val="visible"/>
                                      </p:to>
                                    </p:set>
                                  </p:childTnLst>
                                </p:cTn>
                              </p:par>
                              <p:par>
                                <p:cTn id="157" presetID="1" presetClass="entr" presetSubtype="0" fill="hold" nodeType="withEffect">
                                  <p:stCondLst>
                                    <p:cond delay="0"/>
                                  </p:stCondLst>
                                  <p:childTnLst>
                                    <p:set>
                                      <p:cBhvr>
                                        <p:cTn id="158" dur="1" fill="hold">
                                          <p:stCondLst>
                                            <p:cond delay="0"/>
                                          </p:stCondLst>
                                        </p:cTn>
                                        <p:tgtEl>
                                          <p:spTgt spid="84"/>
                                        </p:tgtEl>
                                        <p:attrNameLst>
                                          <p:attrName>style.visibility</p:attrName>
                                        </p:attrNameLst>
                                      </p:cBhvr>
                                      <p:to>
                                        <p:strVal val="visible"/>
                                      </p:to>
                                    </p:set>
                                  </p:childTnLst>
                                </p:cTn>
                              </p:par>
                              <p:par>
                                <p:cTn id="159" presetID="1" presetClass="entr" presetSubtype="0" fill="hold" nodeType="withEffect">
                                  <p:stCondLst>
                                    <p:cond delay="0"/>
                                  </p:stCondLst>
                                  <p:childTnLst>
                                    <p:set>
                                      <p:cBhvr>
                                        <p:cTn id="160" dur="1" fill="hold">
                                          <p:stCondLst>
                                            <p:cond delay="0"/>
                                          </p:stCondLst>
                                        </p:cTn>
                                        <p:tgtEl>
                                          <p:spTgt spid="85"/>
                                        </p:tgtEl>
                                        <p:attrNameLst>
                                          <p:attrName>style.visibility</p:attrName>
                                        </p:attrNameLst>
                                      </p:cBhvr>
                                      <p:to>
                                        <p:strVal val="visible"/>
                                      </p:to>
                                    </p:set>
                                  </p:childTnLst>
                                </p:cTn>
                              </p:par>
                              <p:par>
                                <p:cTn id="161" presetID="1" presetClass="entr" presetSubtype="0" fill="hold" nodeType="withEffect">
                                  <p:stCondLst>
                                    <p:cond delay="0"/>
                                  </p:stCondLst>
                                  <p:childTnLst>
                                    <p:set>
                                      <p:cBhvr>
                                        <p:cTn id="162" dur="1" fill="hold">
                                          <p:stCondLst>
                                            <p:cond delay="0"/>
                                          </p:stCondLst>
                                        </p:cTn>
                                        <p:tgtEl>
                                          <p:spTgt spid="86"/>
                                        </p:tgtEl>
                                        <p:attrNameLst>
                                          <p:attrName>style.visibility</p:attrName>
                                        </p:attrNameLst>
                                      </p:cBhvr>
                                      <p:to>
                                        <p:strVal val="visible"/>
                                      </p:to>
                                    </p:set>
                                  </p:childTnLst>
                                </p:cTn>
                              </p:par>
                              <p:par>
                                <p:cTn id="163" presetID="1" presetClass="entr" presetSubtype="0" fill="hold" nodeType="withEffect">
                                  <p:stCondLst>
                                    <p:cond delay="0"/>
                                  </p:stCondLst>
                                  <p:childTnLst>
                                    <p:set>
                                      <p:cBhvr>
                                        <p:cTn id="164" dur="1" fill="hold">
                                          <p:stCondLst>
                                            <p:cond delay="0"/>
                                          </p:stCondLst>
                                        </p:cTn>
                                        <p:tgtEl>
                                          <p:spTgt spid="87"/>
                                        </p:tgtEl>
                                        <p:attrNameLst>
                                          <p:attrName>style.visibility</p:attrName>
                                        </p:attrNameLst>
                                      </p:cBhvr>
                                      <p:to>
                                        <p:strVal val="visible"/>
                                      </p:to>
                                    </p:set>
                                  </p:childTnLst>
                                </p:cTn>
                              </p:par>
                              <p:par>
                                <p:cTn id="165" presetID="1" presetClass="entr" presetSubtype="0" fill="hold" nodeType="withEffect">
                                  <p:stCondLst>
                                    <p:cond delay="0"/>
                                  </p:stCondLst>
                                  <p:childTnLst>
                                    <p:set>
                                      <p:cBhvr>
                                        <p:cTn id="166" dur="1" fill="hold">
                                          <p:stCondLst>
                                            <p:cond delay="0"/>
                                          </p:stCondLst>
                                        </p:cTn>
                                        <p:tgtEl>
                                          <p:spTgt spid="88"/>
                                        </p:tgtEl>
                                        <p:attrNameLst>
                                          <p:attrName>style.visibility</p:attrName>
                                        </p:attrNameLst>
                                      </p:cBhvr>
                                      <p:to>
                                        <p:strVal val="visible"/>
                                      </p:to>
                                    </p:set>
                                  </p:childTnLst>
                                </p:cTn>
                              </p:par>
                              <p:par>
                                <p:cTn id="167" presetID="1" presetClass="entr" presetSubtype="0" fill="hold" nodeType="withEffect">
                                  <p:stCondLst>
                                    <p:cond delay="0"/>
                                  </p:stCondLst>
                                  <p:childTnLst>
                                    <p:set>
                                      <p:cBhvr>
                                        <p:cTn id="168" dur="1" fill="hold">
                                          <p:stCondLst>
                                            <p:cond delay="0"/>
                                          </p:stCondLst>
                                        </p:cTn>
                                        <p:tgtEl>
                                          <p:spTgt spid="89"/>
                                        </p:tgtEl>
                                        <p:attrNameLst>
                                          <p:attrName>style.visibility</p:attrName>
                                        </p:attrNameLst>
                                      </p:cBhvr>
                                      <p:to>
                                        <p:strVal val="visible"/>
                                      </p:to>
                                    </p:set>
                                  </p:childTnLst>
                                </p:cTn>
                              </p:par>
                              <p:par>
                                <p:cTn id="169" presetID="1" presetClass="entr" presetSubtype="0" fill="hold" nodeType="withEffect">
                                  <p:stCondLst>
                                    <p:cond delay="0"/>
                                  </p:stCondLst>
                                  <p:childTnLst>
                                    <p:set>
                                      <p:cBhvr>
                                        <p:cTn id="170" dur="1" fill="hold">
                                          <p:stCondLst>
                                            <p:cond delay="0"/>
                                          </p:stCondLst>
                                        </p:cTn>
                                        <p:tgtEl>
                                          <p:spTgt spid="90"/>
                                        </p:tgtEl>
                                        <p:attrNameLst>
                                          <p:attrName>style.visibility</p:attrName>
                                        </p:attrNameLst>
                                      </p:cBhvr>
                                      <p:to>
                                        <p:strVal val="visible"/>
                                      </p:to>
                                    </p:set>
                                  </p:childTnLst>
                                </p:cTn>
                              </p:par>
                              <p:par>
                                <p:cTn id="171" presetID="1" presetClass="entr" presetSubtype="0" fill="hold" nodeType="withEffect">
                                  <p:stCondLst>
                                    <p:cond delay="0"/>
                                  </p:stCondLst>
                                  <p:childTnLst>
                                    <p:set>
                                      <p:cBhvr>
                                        <p:cTn id="172" dur="1" fill="hold">
                                          <p:stCondLst>
                                            <p:cond delay="0"/>
                                          </p:stCondLst>
                                        </p:cTn>
                                        <p:tgtEl>
                                          <p:spTgt spid="91"/>
                                        </p:tgtEl>
                                        <p:attrNameLst>
                                          <p:attrName>style.visibility</p:attrName>
                                        </p:attrNameLst>
                                      </p:cBhvr>
                                      <p:to>
                                        <p:strVal val="visible"/>
                                      </p:to>
                                    </p:set>
                                  </p:childTnLst>
                                </p:cTn>
                              </p:par>
                              <p:par>
                                <p:cTn id="173" presetID="1" presetClass="entr" presetSubtype="0" fill="hold" nodeType="withEffect">
                                  <p:stCondLst>
                                    <p:cond delay="0"/>
                                  </p:stCondLst>
                                  <p:childTnLst>
                                    <p:set>
                                      <p:cBhvr>
                                        <p:cTn id="174" dur="1" fill="hold">
                                          <p:stCondLst>
                                            <p:cond delay="0"/>
                                          </p:stCondLst>
                                        </p:cTn>
                                        <p:tgtEl>
                                          <p:spTgt spid="92"/>
                                        </p:tgtEl>
                                        <p:attrNameLst>
                                          <p:attrName>style.visibility</p:attrName>
                                        </p:attrNameLst>
                                      </p:cBhvr>
                                      <p:to>
                                        <p:strVal val="visible"/>
                                      </p:to>
                                    </p:set>
                                  </p:childTnLst>
                                </p:cTn>
                              </p:par>
                              <p:par>
                                <p:cTn id="175" presetID="1" presetClass="entr" presetSubtype="0" fill="hold" nodeType="withEffect">
                                  <p:stCondLst>
                                    <p:cond delay="0"/>
                                  </p:stCondLst>
                                  <p:childTnLst>
                                    <p:set>
                                      <p:cBhvr>
                                        <p:cTn id="176" dur="1" fill="hold">
                                          <p:stCondLst>
                                            <p:cond delay="0"/>
                                          </p:stCondLst>
                                        </p:cTn>
                                        <p:tgtEl>
                                          <p:spTgt spid="93"/>
                                        </p:tgtEl>
                                        <p:attrNameLst>
                                          <p:attrName>style.visibility</p:attrName>
                                        </p:attrNameLst>
                                      </p:cBhvr>
                                      <p:to>
                                        <p:strVal val="visible"/>
                                      </p:to>
                                    </p:set>
                                  </p:childTnLst>
                                </p:cTn>
                              </p:par>
                              <p:par>
                                <p:cTn id="177" presetID="1" presetClass="entr" presetSubtype="0" fill="hold" nodeType="withEffect">
                                  <p:stCondLst>
                                    <p:cond delay="0"/>
                                  </p:stCondLst>
                                  <p:childTnLst>
                                    <p:set>
                                      <p:cBhvr>
                                        <p:cTn id="178" dur="1" fill="hold">
                                          <p:stCondLst>
                                            <p:cond delay="0"/>
                                          </p:stCondLst>
                                        </p:cTn>
                                        <p:tgtEl>
                                          <p:spTgt spid="94"/>
                                        </p:tgtEl>
                                        <p:attrNameLst>
                                          <p:attrName>style.visibility</p:attrName>
                                        </p:attrNameLst>
                                      </p:cBhvr>
                                      <p:to>
                                        <p:strVal val="visible"/>
                                      </p:to>
                                    </p:set>
                                  </p:childTnLst>
                                </p:cTn>
                              </p:par>
                              <p:par>
                                <p:cTn id="179" presetID="1" presetClass="entr" presetSubtype="0" fill="hold" nodeType="withEffect">
                                  <p:stCondLst>
                                    <p:cond delay="0"/>
                                  </p:stCondLst>
                                  <p:childTnLst>
                                    <p:set>
                                      <p:cBhvr>
                                        <p:cTn id="180" dur="1" fill="hold">
                                          <p:stCondLst>
                                            <p:cond delay="0"/>
                                          </p:stCondLst>
                                        </p:cTn>
                                        <p:tgtEl>
                                          <p:spTgt spid="95"/>
                                        </p:tgtEl>
                                        <p:attrNameLst>
                                          <p:attrName>style.visibility</p:attrName>
                                        </p:attrNameLst>
                                      </p:cBhvr>
                                      <p:to>
                                        <p:strVal val="visible"/>
                                      </p:to>
                                    </p:set>
                                  </p:childTnLst>
                                </p:cTn>
                              </p:par>
                              <p:par>
                                <p:cTn id="181" presetID="1" presetClass="entr" presetSubtype="0" fill="hold" nodeType="withEffect">
                                  <p:stCondLst>
                                    <p:cond delay="0"/>
                                  </p:stCondLst>
                                  <p:childTnLst>
                                    <p:set>
                                      <p:cBhvr>
                                        <p:cTn id="182" dur="1" fill="hold">
                                          <p:stCondLst>
                                            <p:cond delay="0"/>
                                          </p:stCondLst>
                                        </p:cTn>
                                        <p:tgtEl>
                                          <p:spTgt spid="96"/>
                                        </p:tgtEl>
                                        <p:attrNameLst>
                                          <p:attrName>style.visibility</p:attrName>
                                        </p:attrNameLst>
                                      </p:cBhvr>
                                      <p:to>
                                        <p:strVal val="visible"/>
                                      </p:to>
                                    </p:set>
                                  </p:childTnLst>
                                </p:cTn>
                              </p:par>
                              <p:par>
                                <p:cTn id="183" presetID="1" presetClass="entr" presetSubtype="0" fill="hold" nodeType="withEffect">
                                  <p:stCondLst>
                                    <p:cond delay="0"/>
                                  </p:stCondLst>
                                  <p:childTnLst>
                                    <p:set>
                                      <p:cBhvr>
                                        <p:cTn id="184" dur="1" fill="hold">
                                          <p:stCondLst>
                                            <p:cond delay="0"/>
                                          </p:stCondLst>
                                        </p:cTn>
                                        <p:tgtEl>
                                          <p:spTgt spid="97"/>
                                        </p:tgtEl>
                                        <p:attrNameLst>
                                          <p:attrName>style.visibility</p:attrName>
                                        </p:attrNameLst>
                                      </p:cBhvr>
                                      <p:to>
                                        <p:strVal val="visible"/>
                                      </p:to>
                                    </p:set>
                                  </p:childTnLst>
                                </p:cTn>
                              </p:par>
                              <p:par>
                                <p:cTn id="185" presetID="1" presetClass="entr" presetSubtype="0" fill="hold" nodeType="withEffect">
                                  <p:stCondLst>
                                    <p:cond delay="0"/>
                                  </p:stCondLst>
                                  <p:childTnLst>
                                    <p:set>
                                      <p:cBhvr>
                                        <p:cTn id="186" dur="1" fill="hold">
                                          <p:stCondLst>
                                            <p:cond delay="0"/>
                                          </p:stCondLst>
                                        </p:cTn>
                                        <p:tgtEl>
                                          <p:spTgt spid="98"/>
                                        </p:tgtEl>
                                        <p:attrNameLst>
                                          <p:attrName>style.visibility</p:attrName>
                                        </p:attrNameLst>
                                      </p:cBhvr>
                                      <p:to>
                                        <p:strVal val="visible"/>
                                      </p:to>
                                    </p:set>
                                  </p:childTnLst>
                                </p:cTn>
                              </p:par>
                              <p:par>
                                <p:cTn id="187" presetID="1" presetClass="entr" presetSubtype="0" fill="hold" nodeType="withEffect">
                                  <p:stCondLst>
                                    <p:cond delay="0"/>
                                  </p:stCondLst>
                                  <p:childTnLst>
                                    <p:set>
                                      <p:cBhvr>
                                        <p:cTn id="188" dur="1" fill="hold">
                                          <p:stCondLst>
                                            <p:cond delay="0"/>
                                          </p:stCondLst>
                                        </p:cTn>
                                        <p:tgtEl>
                                          <p:spTgt spid="99"/>
                                        </p:tgtEl>
                                        <p:attrNameLst>
                                          <p:attrName>style.visibility</p:attrName>
                                        </p:attrNameLst>
                                      </p:cBhvr>
                                      <p:to>
                                        <p:strVal val="visible"/>
                                      </p:to>
                                    </p:set>
                                  </p:childTnLst>
                                </p:cTn>
                              </p:par>
                              <p:par>
                                <p:cTn id="189" presetID="1" presetClass="entr" presetSubtype="0" fill="hold" nodeType="withEffect">
                                  <p:stCondLst>
                                    <p:cond delay="0"/>
                                  </p:stCondLst>
                                  <p:childTnLst>
                                    <p:set>
                                      <p:cBhvr>
                                        <p:cTn id="190" dur="1" fill="hold">
                                          <p:stCondLst>
                                            <p:cond delay="0"/>
                                          </p:stCondLst>
                                        </p:cTn>
                                        <p:tgtEl>
                                          <p:spTgt spid="100"/>
                                        </p:tgtEl>
                                        <p:attrNameLst>
                                          <p:attrName>style.visibility</p:attrName>
                                        </p:attrNameLst>
                                      </p:cBhvr>
                                      <p:to>
                                        <p:strVal val="visible"/>
                                      </p:to>
                                    </p:set>
                                  </p:childTnLst>
                                </p:cTn>
                              </p:par>
                              <p:par>
                                <p:cTn id="191" presetID="1" presetClass="entr" presetSubtype="0" fill="hold" nodeType="withEffect">
                                  <p:stCondLst>
                                    <p:cond delay="0"/>
                                  </p:stCondLst>
                                  <p:childTnLst>
                                    <p:set>
                                      <p:cBhvr>
                                        <p:cTn id="192" dur="1" fill="hold">
                                          <p:stCondLst>
                                            <p:cond delay="0"/>
                                          </p:stCondLst>
                                        </p:cTn>
                                        <p:tgtEl>
                                          <p:spTgt spid="101"/>
                                        </p:tgtEl>
                                        <p:attrNameLst>
                                          <p:attrName>style.visibility</p:attrName>
                                        </p:attrNameLst>
                                      </p:cBhvr>
                                      <p:to>
                                        <p:strVal val="visible"/>
                                      </p:to>
                                    </p:set>
                                  </p:childTnLst>
                                </p:cTn>
                              </p:par>
                              <p:par>
                                <p:cTn id="193" presetID="1" presetClass="entr" presetSubtype="0" fill="hold" nodeType="withEffect">
                                  <p:stCondLst>
                                    <p:cond delay="0"/>
                                  </p:stCondLst>
                                  <p:childTnLst>
                                    <p:set>
                                      <p:cBhvr>
                                        <p:cTn id="194" dur="1" fill="hold">
                                          <p:stCondLst>
                                            <p:cond delay="0"/>
                                          </p:stCondLst>
                                        </p:cTn>
                                        <p:tgtEl>
                                          <p:spTgt spid="102"/>
                                        </p:tgtEl>
                                        <p:attrNameLst>
                                          <p:attrName>style.visibility</p:attrName>
                                        </p:attrNameLst>
                                      </p:cBhvr>
                                      <p:to>
                                        <p:strVal val="visible"/>
                                      </p:to>
                                    </p:set>
                                  </p:childTnLst>
                                </p:cTn>
                              </p:par>
                              <p:par>
                                <p:cTn id="195" presetID="1" presetClass="entr" presetSubtype="0" fill="hold" nodeType="withEffect">
                                  <p:stCondLst>
                                    <p:cond delay="0"/>
                                  </p:stCondLst>
                                  <p:childTnLst>
                                    <p:set>
                                      <p:cBhvr>
                                        <p:cTn id="196" dur="1" fill="hold">
                                          <p:stCondLst>
                                            <p:cond delay="0"/>
                                          </p:stCondLst>
                                        </p:cTn>
                                        <p:tgtEl>
                                          <p:spTgt spid="103"/>
                                        </p:tgtEl>
                                        <p:attrNameLst>
                                          <p:attrName>style.visibility</p:attrName>
                                        </p:attrNameLst>
                                      </p:cBhvr>
                                      <p:to>
                                        <p:strVal val="visible"/>
                                      </p:to>
                                    </p:set>
                                  </p:childTnLst>
                                </p:cTn>
                              </p:par>
                              <p:par>
                                <p:cTn id="197" presetID="1" presetClass="entr" presetSubtype="0" fill="hold" nodeType="withEffect">
                                  <p:stCondLst>
                                    <p:cond delay="0"/>
                                  </p:stCondLst>
                                  <p:childTnLst>
                                    <p:set>
                                      <p:cBhvr>
                                        <p:cTn id="198" dur="1" fill="hold">
                                          <p:stCondLst>
                                            <p:cond delay="0"/>
                                          </p:stCondLst>
                                        </p:cTn>
                                        <p:tgtEl>
                                          <p:spTgt spid="104"/>
                                        </p:tgtEl>
                                        <p:attrNameLst>
                                          <p:attrName>style.visibility</p:attrName>
                                        </p:attrNameLst>
                                      </p:cBhvr>
                                      <p:to>
                                        <p:strVal val="visible"/>
                                      </p:to>
                                    </p:set>
                                  </p:childTnLst>
                                </p:cTn>
                              </p:par>
                              <p:par>
                                <p:cTn id="199" presetID="1" presetClass="entr" presetSubtype="0" fill="hold" nodeType="withEffect">
                                  <p:stCondLst>
                                    <p:cond delay="0"/>
                                  </p:stCondLst>
                                  <p:childTnLst>
                                    <p:set>
                                      <p:cBhvr>
                                        <p:cTn id="200" dur="1" fill="hold">
                                          <p:stCondLst>
                                            <p:cond delay="0"/>
                                          </p:stCondLst>
                                        </p:cTn>
                                        <p:tgtEl>
                                          <p:spTgt spid="105"/>
                                        </p:tgtEl>
                                        <p:attrNameLst>
                                          <p:attrName>style.visibility</p:attrName>
                                        </p:attrNameLst>
                                      </p:cBhvr>
                                      <p:to>
                                        <p:strVal val="visible"/>
                                      </p:to>
                                    </p:set>
                                  </p:childTnLst>
                                </p:cTn>
                              </p:par>
                              <p:par>
                                <p:cTn id="201" presetID="1" presetClass="entr" presetSubtype="0" fill="hold" nodeType="withEffect">
                                  <p:stCondLst>
                                    <p:cond delay="0"/>
                                  </p:stCondLst>
                                  <p:childTnLst>
                                    <p:set>
                                      <p:cBhvr>
                                        <p:cTn id="202" dur="1" fill="hold">
                                          <p:stCondLst>
                                            <p:cond delay="0"/>
                                          </p:stCondLst>
                                        </p:cTn>
                                        <p:tgtEl>
                                          <p:spTgt spid="106"/>
                                        </p:tgtEl>
                                        <p:attrNameLst>
                                          <p:attrName>style.visibility</p:attrName>
                                        </p:attrNameLst>
                                      </p:cBhvr>
                                      <p:to>
                                        <p:strVal val="visible"/>
                                      </p:to>
                                    </p:set>
                                  </p:childTnLst>
                                </p:cTn>
                              </p:par>
                              <p:par>
                                <p:cTn id="203" presetID="1" presetClass="entr" presetSubtype="0" fill="hold" nodeType="withEffect">
                                  <p:stCondLst>
                                    <p:cond delay="0"/>
                                  </p:stCondLst>
                                  <p:childTnLst>
                                    <p:set>
                                      <p:cBhvr>
                                        <p:cTn id="204" dur="1" fill="hold">
                                          <p:stCondLst>
                                            <p:cond delay="0"/>
                                          </p:stCondLst>
                                        </p:cTn>
                                        <p:tgtEl>
                                          <p:spTgt spid="107"/>
                                        </p:tgtEl>
                                        <p:attrNameLst>
                                          <p:attrName>style.visibility</p:attrName>
                                        </p:attrNameLst>
                                      </p:cBhvr>
                                      <p:to>
                                        <p:strVal val="visible"/>
                                      </p:to>
                                    </p:set>
                                  </p:childTnLst>
                                </p:cTn>
                              </p:par>
                              <p:par>
                                <p:cTn id="205" presetID="1" presetClass="entr" presetSubtype="0" fill="hold" nodeType="withEffect">
                                  <p:stCondLst>
                                    <p:cond delay="0"/>
                                  </p:stCondLst>
                                  <p:childTnLst>
                                    <p:set>
                                      <p:cBhvr>
                                        <p:cTn id="206" dur="1" fill="hold">
                                          <p:stCondLst>
                                            <p:cond delay="0"/>
                                          </p:stCondLst>
                                        </p:cTn>
                                        <p:tgtEl>
                                          <p:spTgt spid="108"/>
                                        </p:tgtEl>
                                        <p:attrNameLst>
                                          <p:attrName>style.visibility</p:attrName>
                                        </p:attrNameLst>
                                      </p:cBhvr>
                                      <p:to>
                                        <p:strVal val="visible"/>
                                      </p:to>
                                    </p:set>
                                  </p:childTnLst>
                                </p:cTn>
                              </p:par>
                              <p:par>
                                <p:cTn id="207" presetID="1" presetClass="entr" presetSubtype="0" fill="hold" nodeType="withEffect">
                                  <p:stCondLst>
                                    <p:cond delay="0"/>
                                  </p:stCondLst>
                                  <p:childTnLst>
                                    <p:set>
                                      <p:cBhvr>
                                        <p:cTn id="208" dur="1" fill="hold">
                                          <p:stCondLst>
                                            <p:cond delay="0"/>
                                          </p:stCondLst>
                                        </p:cTn>
                                        <p:tgtEl>
                                          <p:spTgt spid="109"/>
                                        </p:tgtEl>
                                        <p:attrNameLst>
                                          <p:attrName>style.visibility</p:attrName>
                                        </p:attrNameLst>
                                      </p:cBhvr>
                                      <p:to>
                                        <p:strVal val="visible"/>
                                      </p:to>
                                    </p:set>
                                  </p:childTnLst>
                                </p:cTn>
                              </p:par>
                              <p:par>
                                <p:cTn id="209" presetID="1" presetClass="entr" presetSubtype="0" fill="hold" nodeType="withEffect">
                                  <p:stCondLst>
                                    <p:cond delay="0"/>
                                  </p:stCondLst>
                                  <p:childTnLst>
                                    <p:set>
                                      <p:cBhvr>
                                        <p:cTn id="210" dur="1" fill="hold">
                                          <p:stCondLst>
                                            <p:cond delay="0"/>
                                          </p:stCondLst>
                                        </p:cTn>
                                        <p:tgtEl>
                                          <p:spTgt spid="110"/>
                                        </p:tgtEl>
                                        <p:attrNameLst>
                                          <p:attrName>style.visibility</p:attrName>
                                        </p:attrNameLst>
                                      </p:cBhvr>
                                      <p:to>
                                        <p:strVal val="visible"/>
                                      </p:to>
                                    </p:set>
                                  </p:childTnLst>
                                </p:cTn>
                              </p:par>
                              <p:par>
                                <p:cTn id="211" presetID="1" presetClass="entr" presetSubtype="0" fill="hold" nodeType="withEffect">
                                  <p:stCondLst>
                                    <p:cond delay="0"/>
                                  </p:stCondLst>
                                  <p:childTnLst>
                                    <p:set>
                                      <p:cBhvr>
                                        <p:cTn id="212" dur="1" fill="hold">
                                          <p:stCondLst>
                                            <p:cond delay="0"/>
                                          </p:stCondLst>
                                        </p:cTn>
                                        <p:tgtEl>
                                          <p:spTgt spid="111"/>
                                        </p:tgtEl>
                                        <p:attrNameLst>
                                          <p:attrName>style.visibility</p:attrName>
                                        </p:attrNameLst>
                                      </p:cBhvr>
                                      <p:to>
                                        <p:strVal val="visible"/>
                                      </p:to>
                                    </p:set>
                                  </p:childTnLst>
                                </p:cTn>
                              </p:par>
                              <p:par>
                                <p:cTn id="213" presetID="1" presetClass="entr" presetSubtype="0" fill="hold" nodeType="withEffect">
                                  <p:stCondLst>
                                    <p:cond delay="0"/>
                                  </p:stCondLst>
                                  <p:childTnLst>
                                    <p:set>
                                      <p:cBhvr>
                                        <p:cTn id="214" dur="1" fill="hold">
                                          <p:stCondLst>
                                            <p:cond delay="0"/>
                                          </p:stCondLst>
                                        </p:cTn>
                                        <p:tgtEl>
                                          <p:spTgt spid="112"/>
                                        </p:tgtEl>
                                        <p:attrNameLst>
                                          <p:attrName>style.visibility</p:attrName>
                                        </p:attrNameLst>
                                      </p:cBhvr>
                                      <p:to>
                                        <p:strVal val="visible"/>
                                      </p:to>
                                    </p:set>
                                  </p:childTnLst>
                                </p:cTn>
                              </p:par>
                              <p:par>
                                <p:cTn id="215" presetID="1" presetClass="entr" presetSubtype="0" fill="hold" nodeType="withEffect">
                                  <p:stCondLst>
                                    <p:cond delay="0"/>
                                  </p:stCondLst>
                                  <p:childTnLst>
                                    <p:set>
                                      <p:cBhvr>
                                        <p:cTn id="216" dur="1" fill="hold">
                                          <p:stCondLst>
                                            <p:cond delay="0"/>
                                          </p:stCondLst>
                                        </p:cTn>
                                        <p:tgtEl>
                                          <p:spTgt spid="113"/>
                                        </p:tgtEl>
                                        <p:attrNameLst>
                                          <p:attrName>style.visibility</p:attrName>
                                        </p:attrNameLst>
                                      </p:cBhvr>
                                      <p:to>
                                        <p:strVal val="visible"/>
                                      </p:to>
                                    </p:set>
                                  </p:childTnLst>
                                </p:cTn>
                              </p:par>
                              <p:par>
                                <p:cTn id="217" presetID="1" presetClass="entr" presetSubtype="0" fill="hold" nodeType="withEffect">
                                  <p:stCondLst>
                                    <p:cond delay="0"/>
                                  </p:stCondLst>
                                  <p:childTnLst>
                                    <p:set>
                                      <p:cBhvr>
                                        <p:cTn id="218" dur="1" fill="hold">
                                          <p:stCondLst>
                                            <p:cond delay="0"/>
                                          </p:stCondLst>
                                        </p:cTn>
                                        <p:tgtEl>
                                          <p:spTgt spid="114"/>
                                        </p:tgtEl>
                                        <p:attrNameLst>
                                          <p:attrName>style.visibility</p:attrName>
                                        </p:attrNameLst>
                                      </p:cBhvr>
                                      <p:to>
                                        <p:strVal val="visible"/>
                                      </p:to>
                                    </p:set>
                                  </p:childTnLst>
                                </p:cTn>
                              </p:par>
                              <p:par>
                                <p:cTn id="219" presetID="1" presetClass="entr" presetSubtype="0" fill="hold" nodeType="withEffect">
                                  <p:stCondLst>
                                    <p:cond delay="0"/>
                                  </p:stCondLst>
                                  <p:childTnLst>
                                    <p:set>
                                      <p:cBhvr>
                                        <p:cTn id="220" dur="1" fill="hold">
                                          <p:stCondLst>
                                            <p:cond delay="0"/>
                                          </p:stCondLst>
                                        </p:cTn>
                                        <p:tgtEl>
                                          <p:spTgt spid="115"/>
                                        </p:tgtEl>
                                        <p:attrNameLst>
                                          <p:attrName>style.visibility</p:attrName>
                                        </p:attrNameLst>
                                      </p:cBhvr>
                                      <p:to>
                                        <p:strVal val="visible"/>
                                      </p:to>
                                    </p:set>
                                  </p:childTnLst>
                                </p:cTn>
                              </p:par>
                              <p:par>
                                <p:cTn id="221" presetID="1" presetClass="entr" presetSubtype="0" fill="hold" nodeType="withEffect">
                                  <p:stCondLst>
                                    <p:cond delay="0"/>
                                  </p:stCondLst>
                                  <p:childTnLst>
                                    <p:set>
                                      <p:cBhvr>
                                        <p:cTn id="222" dur="1" fill="hold">
                                          <p:stCondLst>
                                            <p:cond delay="0"/>
                                          </p:stCondLst>
                                        </p:cTn>
                                        <p:tgtEl>
                                          <p:spTgt spid="116"/>
                                        </p:tgtEl>
                                        <p:attrNameLst>
                                          <p:attrName>style.visibility</p:attrName>
                                        </p:attrNameLst>
                                      </p:cBhvr>
                                      <p:to>
                                        <p:strVal val="visible"/>
                                      </p:to>
                                    </p:set>
                                  </p:childTnLst>
                                </p:cTn>
                              </p:par>
                              <p:par>
                                <p:cTn id="223" presetID="1" presetClass="entr" presetSubtype="0" fill="hold" nodeType="withEffect">
                                  <p:stCondLst>
                                    <p:cond delay="0"/>
                                  </p:stCondLst>
                                  <p:childTnLst>
                                    <p:set>
                                      <p:cBhvr>
                                        <p:cTn id="224" dur="1" fill="hold">
                                          <p:stCondLst>
                                            <p:cond delay="0"/>
                                          </p:stCondLst>
                                        </p:cTn>
                                        <p:tgtEl>
                                          <p:spTgt spid="117"/>
                                        </p:tgtEl>
                                        <p:attrNameLst>
                                          <p:attrName>style.visibility</p:attrName>
                                        </p:attrNameLst>
                                      </p:cBhvr>
                                      <p:to>
                                        <p:strVal val="visible"/>
                                      </p:to>
                                    </p:set>
                                  </p:childTnLst>
                                </p:cTn>
                              </p:par>
                              <p:par>
                                <p:cTn id="225" presetID="1" presetClass="entr" presetSubtype="0" fill="hold" nodeType="withEffect">
                                  <p:stCondLst>
                                    <p:cond delay="0"/>
                                  </p:stCondLst>
                                  <p:childTnLst>
                                    <p:set>
                                      <p:cBhvr>
                                        <p:cTn id="226" dur="1" fill="hold">
                                          <p:stCondLst>
                                            <p:cond delay="0"/>
                                          </p:stCondLst>
                                        </p:cTn>
                                        <p:tgtEl>
                                          <p:spTgt spid="118"/>
                                        </p:tgtEl>
                                        <p:attrNameLst>
                                          <p:attrName>style.visibility</p:attrName>
                                        </p:attrNameLst>
                                      </p:cBhvr>
                                      <p:to>
                                        <p:strVal val="visible"/>
                                      </p:to>
                                    </p:set>
                                  </p:childTnLst>
                                </p:cTn>
                              </p:par>
                              <p:par>
                                <p:cTn id="227" presetID="1" presetClass="entr" presetSubtype="0" fill="hold" nodeType="withEffect">
                                  <p:stCondLst>
                                    <p:cond delay="0"/>
                                  </p:stCondLst>
                                  <p:childTnLst>
                                    <p:set>
                                      <p:cBhvr>
                                        <p:cTn id="228" dur="1" fill="hold">
                                          <p:stCondLst>
                                            <p:cond delay="0"/>
                                          </p:stCondLst>
                                        </p:cTn>
                                        <p:tgtEl>
                                          <p:spTgt spid="119"/>
                                        </p:tgtEl>
                                        <p:attrNameLst>
                                          <p:attrName>style.visibility</p:attrName>
                                        </p:attrNameLst>
                                      </p:cBhvr>
                                      <p:to>
                                        <p:strVal val="visible"/>
                                      </p:to>
                                    </p:set>
                                  </p:childTnLst>
                                </p:cTn>
                              </p:par>
                              <p:par>
                                <p:cTn id="229" presetID="1" presetClass="entr" presetSubtype="0" fill="hold" nodeType="withEffect">
                                  <p:stCondLst>
                                    <p:cond delay="0"/>
                                  </p:stCondLst>
                                  <p:childTnLst>
                                    <p:set>
                                      <p:cBhvr>
                                        <p:cTn id="230" dur="1" fill="hold">
                                          <p:stCondLst>
                                            <p:cond delay="0"/>
                                          </p:stCondLst>
                                        </p:cTn>
                                        <p:tgtEl>
                                          <p:spTgt spid="120"/>
                                        </p:tgtEl>
                                        <p:attrNameLst>
                                          <p:attrName>style.visibility</p:attrName>
                                        </p:attrNameLst>
                                      </p:cBhvr>
                                      <p:to>
                                        <p:strVal val="visible"/>
                                      </p:to>
                                    </p:set>
                                  </p:childTnLst>
                                </p:cTn>
                              </p:par>
                              <p:par>
                                <p:cTn id="231" presetID="1" presetClass="entr" presetSubtype="0" fill="hold" nodeType="withEffect">
                                  <p:stCondLst>
                                    <p:cond delay="0"/>
                                  </p:stCondLst>
                                  <p:childTnLst>
                                    <p:set>
                                      <p:cBhvr>
                                        <p:cTn id="232" dur="1" fill="hold">
                                          <p:stCondLst>
                                            <p:cond delay="0"/>
                                          </p:stCondLst>
                                        </p:cTn>
                                        <p:tgtEl>
                                          <p:spTgt spid="121"/>
                                        </p:tgtEl>
                                        <p:attrNameLst>
                                          <p:attrName>style.visibility</p:attrName>
                                        </p:attrNameLst>
                                      </p:cBhvr>
                                      <p:to>
                                        <p:strVal val="visible"/>
                                      </p:to>
                                    </p:set>
                                  </p:childTnLst>
                                </p:cTn>
                              </p:par>
                              <p:par>
                                <p:cTn id="233" presetID="1" presetClass="entr" presetSubtype="0" fill="hold" nodeType="withEffect">
                                  <p:stCondLst>
                                    <p:cond delay="0"/>
                                  </p:stCondLst>
                                  <p:childTnLst>
                                    <p:set>
                                      <p:cBhvr>
                                        <p:cTn id="234" dur="1" fill="hold">
                                          <p:stCondLst>
                                            <p:cond delay="0"/>
                                          </p:stCondLst>
                                        </p:cTn>
                                        <p:tgtEl>
                                          <p:spTgt spid="122"/>
                                        </p:tgtEl>
                                        <p:attrNameLst>
                                          <p:attrName>style.visibility</p:attrName>
                                        </p:attrNameLst>
                                      </p:cBhvr>
                                      <p:to>
                                        <p:strVal val="visible"/>
                                      </p:to>
                                    </p:set>
                                  </p:childTnLst>
                                </p:cTn>
                              </p:par>
                              <p:par>
                                <p:cTn id="235" presetID="1" presetClass="entr" presetSubtype="0" fill="hold" nodeType="withEffect">
                                  <p:stCondLst>
                                    <p:cond delay="0"/>
                                  </p:stCondLst>
                                  <p:childTnLst>
                                    <p:set>
                                      <p:cBhvr>
                                        <p:cTn id="236" dur="1" fill="hold">
                                          <p:stCondLst>
                                            <p:cond delay="0"/>
                                          </p:stCondLst>
                                        </p:cTn>
                                        <p:tgtEl>
                                          <p:spTgt spid="123"/>
                                        </p:tgtEl>
                                        <p:attrNameLst>
                                          <p:attrName>style.visibility</p:attrName>
                                        </p:attrNameLst>
                                      </p:cBhvr>
                                      <p:to>
                                        <p:strVal val="visible"/>
                                      </p:to>
                                    </p:set>
                                  </p:childTnLst>
                                </p:cTn>
                              </p:par>
                              <p:par>
                                <p:cTn id="237" presetID="1" presetClass="entr" presetSubtype="0" fill="hold" nodeType="withEffect">
                                  <p:stCondLst>
                                    <p:cond delay="0"/>
                                  </p:stCondLst>
                                  <p:childTnLst>
                                    <p:set>
                                      <p:cBhvr>
                                        <p:cTn id="238" dur="1" fill="hold">
                                          <p:stCondLst>
                                            <p:cond delay="0"/>
                                          </p:stCondLst>
                                        </p:cTn>
                                        <p:tgtEl>
                                          <p:spTgt spid="124"/>
                                        </p:tgtEl>
                                        <p:attrNameLst>
                                          <p:attrName>style.visibility</p:attrName>
                                        </p:attrNameLst>
                                      </p:cBhvr>
                                      <p:to>
                                        <p:strVal val="visible"/>
                                      </p:to>
                                    </p:set>
                                  </p:childTnLst>
                                </p:cTn>
                              </p:par>
                              <p:par>
                                <p:cTn id="239" presetID="1" presetClass="entr" presetSubtype="0" fill="hold" nodeType="withEffect">
                                  <p:stCondLst>
                                    <p:cond delay="0"/>
                                  </p:stCondLst>
                                  <p:childTnLst>
                                    <p:set>
                                      <p:cBhvr>
                                        <p:cTn id="240" dur="1" fill="hold">
                                          <p:stCondLst>
                                            <p:cond delay="0"/>
                                          </p:stCondLst>
                                        </p:cTn>
                                        <p:tgtEl>
                                          <p:spTgt spid="125"/>
                                        </p:tgtEl>
                                        <p:attrNameLst>
                                          <p:attrName>style.visibility</p:attrName>
                                        </p:attrNameLst>
                                      </p:cBhvr>
                                      <p:to>
                                        <p:strVal val="visible"/>
                                      </p:to>
                                    </p:set>
                                  </p:childTnLst>
                                </p:cTn>
                              </p:par>
                              <p:par>
                                <p:cTn id="241" presetID="1" presetClass="entr" presetSubtype="0" fill="hold" nodeType="withEffect">
                                  <p:stCondLst>
                                    <p:cond delay="0"/>
                                  </p:stCondLst>
                                  <p:childTnLst>
                                    <p:set>
                                      <p:cBhvr>
                                        <p:cTn id="242" dur="1" fill="hold">
                                          <p:stCondLst>
                                            <p:cond delay="0"/>
                                          </p:stCondLst>
                                        </p:cTn>
                                        <p:tgtEl>
                                          <p:spTgt spid="126"/>
                                        </p:tgtEl>
                                        <p:attrNameLst>
                                          <p:attrName>style.visibility</p:attrName>
                                        </p:attrNameLst>
                                      </p:cBhvr>
                                      <p:to>
                                        <p:strVal val="visible"/>
                                      </p:to>
                                    </p:set>
                                  </p:childTnLst>
                                </p:cTn>
                              </p:par>
                              <p:par>
                                <p:cTn id="243" presetID="1" presetClass="entr" presetSubtype="0" fill="hold" nodeType="withEffect">
                                  <p:stCondLst>
                                    <p:cond delay="0"/>
                                  </p:stCondLst>
                                  <p:childTnLst>
                                    <p:set>
                                      <p:cBhvr>
                                        <p:cTn id="244" dur="1" fill="hold">
                                          <p:stCondLst>
                                            <p:cond delay="0"/>
                                          </p:stCondLst>
                                        </p:cTn>
                                        <p:tgtEl>
                                          <p:spTgt spid="127"/>
                                        </p:tgtEl>
                                        <p:attrNameLst>
                                          <p:attrName>style.visibility</p:attrName>
                                        </p:attrNameLst>
                                      </p:cBhvr>
                                      <p:to>
                                        <p:strVal val="visible"/>
                                      </p:to>
                                    </p:set>
                                  </p:childTnLst>
                                </p:cTn>
                              </p:par>
                              <p:par>
                                <p:cTn id="245" presetID="1" presetClass="entr" presetSubtype="0" fill="hold" nodeType="withEffect">
                                  <p:stCondLst>
                                    <p:cond delay="0"/>
                                  </p:stCondLst>
                                  <p:childTnLst>
                                    <p:set>
                                      <p:cBhvr>
                                        <p:cTn id="246" dur="1" fill="hold">
                                          <p:stCondLst>
                                            <p:cond delay="0"/>
                                          </p:stCondLst>
                                        </p:cTn>
                                        <p:tgtEl>
                                          <p:spTgt spid="128"/>
                                        </p:tgtEl>
                                        <p:attrNameLst>
                                          <p:attrName>style.visibility</p:attrName>
                                        </p:attrNameLst>
                                      </p:cBhvr>
                                      <p:to>
                                        <p:strVal val="visible"/>
                                      </p:to>
                                    </p:set>
                                  </p:childTnLst>
                                </p:cTn>
                              </p:par>
                              <p:par>
                                <p:cTn id="247" presetID="1" presetClass="entr" presetSubtype="0" fill="hold" nodeType="withEffect">
                                  <p:stCondLst>
                                    <p:cond delay="0"/>
                                  </p:stCondLst>
                                  <p:childTnLst>
                                    <p:set>
                                      <p:cBhvr>
                                        <p:cTn id="248" dur="1" fill="hold">
                                          <p:stCondLst>
                                            <p:cond delay="0"/>
                                          </p:stCondLst>
                                        </p:cTn>
                                        <p:tgtEl>
                                          <p:spTgt spid="129"/>
                                        </p:tgtEl>
                                        <p:attrNameLst>
                                          <p:attrName>style.visibility</p:attrName>
                                        </p:attrNameLst>
                                      </p:cBhvr>
                                      <p:to>
                                        <p:strVal val="visible"/>
                                      </p:to>
                                    </p:set>
                                  </p:childTnLst>
                                </p:cTn>
                              </p:par>
                              <p:par>
                                <p:cTn id="249" presetID="1" presetClass="entr" presetSubtype="0" fill="hold" nodeType="withEffect">
                                  <p:stCondLst>
                                    <p:cond delay="0"/>
                                  </p:stCondLst>
                                  <p:childTnLst>
                                    <p:set>
                                      <p:cBhvr>
                                        <p:cTn id="250" dur="1" fill="hold">
                                          <p:stCondLst>
                                            <p:cond delay="0"/>
                                          </p:stCondLst>
                                        </p:cTn>
                                        <p:tgtEl>
                                          <p:spTgt spid="130"/>
                                        </p:tgtEl>
                                        <p:attrNameLst>
                                          <p:attrName>style.visibility</p:attrName>
                                        </p:attrNameLst>
                                      </p:cBhvr>
                                      <p:to>
                                        <p:strVal val="visible"/>
                                      </p:to>
                                    </p:set>
                                  </p:childTnLst>
                                </p:cTn>
                              </p:par>
                              <p:par>
                                <p:cTn id="251" presetID="1" presetClass="entr" presetSubtype="0" fill="hold" nodeType="withEffect">
                                  <p:stCondLst>
                                    <p:cond delay="0"/>
                                  </p:stCondLst>
                                  <p:childTnLst>
                                    <p:set>
                                      <p:cBhvr>
                                        <p:cTn id="252" dur="1" fill="hold">
                                          <p:stCondLst>
                                            <p:cond delay="0"/>
                                          </p:stCondLst>
                                        </p:cTn>
                                        <p:tgtEl>
                                          <p:spTgt spid="131"/>
                                        </p:tgtEl>
                                        <p:attrNameLst>
                                          <p:attrName>style.visibility</p:attrName>
                                        </p:attrNameLst>
                                      </p:cBhvr>
                                      <p:to>
                                        <p:strVal val="visible"/>
                                      </p:to>
                                    </p:set>
                                  </p:childTnLst>
                                </p:cTn>
                              </p:par>
                              <p:par>
                                <p:cTn id="253" presetID="1" presetClass="entr" presetSubtype="0" fill="hold" nodeType="withEffect">
                                  <p:stCondLst>
                                    <p:cond delay="0"/>
                                  </p:stCondLst>
                                  <p:childTnLst>
                                    <p:set>
                                      <p:cBhvr>
                                        <p:cTn id="254" dur="1" fill="hold">
                                          <p:stCondLst>
                                            <p:cond delay="0"/>
                                          </p:stCondLst>
                                        </p:cTn>
                                        <p:tgtEl>
                                          <p:spTgt spid="132"/>
                                        </p:tgtEl>
                                        <p:attrNameLst>
                                          <p:attrName>style.visibility</p:attrName>
                                        </p:attrNameLst>
                                      </p:cBhvr>
                                      <p:to>
                                        <p:strVal val="visible"/>
                                      </p:to>
                                    </p:set>
                                  </p:childTnLst>
                                </p:cTn>
                              </p:par>
                              <p:par>
                                <p:cTn id="255" presetID="1" presetClass="entr" presetSubtype="0" fill="hold" nodeType="withEffect">
                                  <p:stCondLst>
                                    <p:cond delay="0"/>
                                  </p:stCondLst>
                                  <p:childTnLst>
                                    <p:set>
                                      <p:cBhvr>
                                        <p:cTn id="256" dur="1" fill="hold">
                                          <p:stCondLst>
                                            <p:cond delay="0"/>
                                          </p:stCondLst>
                                        </p:cTn>
                                        <p:tgtEl>
                                          <p:spTgt spid="133"/>
                                        </p:tgtEl>
                                        <p:attrNameLst>
                                          <p:attrName>style.visibility</p:attrName>
                                        </p:attrNameLst>
                                      </p:cBhvr>
                                      <p:to>
                                        <p:strVal val="visible"/>
                                      </p:to>
                                    </p:set>
                                  </p:childTnLst>
                                </p:cTn>
                              </p:par>
                              <p:par>
                                <p:cTn id="257" presetID="1" presetClass="entr" presetSubtype="0" fill="hold" nodeType="withEffect">
                                  <p:stCondLst>
                                    <p:cond delay="0"/>
                                  </p:stCondLst>
                                  <p:childTnLst>
                                    <p:set>
                                      <p:cBhvr>
                                        <p:cTn id="258" dur="1" fill="hold">
                                          <p:stCondLst>
                                            <p:cond delay="0"/>
                                          </p:stCondLst>
                                        </p:cTn>
                                        <p:tgtEl>
                                          <p:spTgt spid="134"/>
                                        </p:tgtEl>
                                        <p:attrNameLst>
                                          <p:attrName>style.visibility</p:attrName>
                                        </p:attrNameLst>
                                      </p:cBhvr>
                                      <p:to>
                                        <p:strVal val="visible"/>
                                      </p:to>
                                    </p:set>
                                  </p:childTnLst>
                                </p:cTn>
                              </p:par>
                              <p:par>
                                <p:cTn id="259" presetID="1" presetClass="entr" presetSubtype="0" fill="hold" nodeType="withEffect">
                                  <p:stCondLst>
                                    <p:cond delay="0"/>
                                  </p:stCondLst>
                                  <p:childTnLst>
                                    <p:set>
                                      <p:cBhvr>
                                        <p:cTn id="260" dur="1" fill="hold">
                                          <p:stCondLst>
                                            <p:cond delay="0"/>
                                          </p:stCondLst>
                                        </p:cTn>
                                        <p:tgtEl>
                                          <p:spTgt spid="135"/>
                                        </p:tgtEl>
                                        <p:attrNameLst>
                                          <p:attrName>style.visibility</p:attrName>
                                        </p:attrNameLst>
                                      </p:cBhvr>
                                      <p:to>
                                        <p:strVal val="visible"/>
                                      </p:to>
                                    </p:set>
                                  </p:childTnLst>
                                </p:cTn>
                              </p:par>
                              <p:par>
                                <p:cTn id="261" presetID="1" presetClass="entr" presetSubtype="0" fill="hold" nodeType="withEffect">
                                  <p:stCondLst>
                                    <p:cond delay="0"/>
                                  </p:stCondLst>
                                  <p:childTnLst>
                                    <p:set>
                                      <p:cBhvr>
                                        <p:cTn id="262" dur="1" fill="hold">
                                          <p:stCondLst>
                                            <p:cond delay="0"/>
                                          </p:stCondLst>
                                        </p:cTn>
                                        <p:tgtEl>
                                          <p:spTgt spid="136"/>
                                        </p:tgtEl>
                                        <p:attrNameLst>
                                          <p:attrName>style.visibility</p:attrName>
                                        </p:attrNameLst>
                                      </p:cBhvr>
                                      <p:to>
                                        <p:strVal val="visible"/>
                                      </p:to>
                                    </p:set>
                                  </p:childTnLst>
                                </p:cTn>
                              </p:par>
                              <p:par>
                                <p:cTn id="263" presetID="1" presetClass="entr" presetSubtype="0" fill="hold" nodeType="withEffect">
                                  <p:stCondLst>
                                    <p:cond delay="0"/>
                                  </p:stCondLst>
                                  <p:childTnLst>
                                    <p:set>
                                      <p:cBhvr>
                                        <p:cTn id="264" dur="1" fill="hold">
                                          <p:stCondLst>
                                            <p:cond delay="0"/>
                                          </p:stCondLst>
                                        </p:cTn>
                                        <p:tgtEl>
                                          <p:spTgt spid="137"/>
                                        </p:tgtEl>
                                        <p:attrNameLst>
                                          <p:attrName>style.visibility</p:attrName>
                                        </p:attrNameLst>
                                      </p:cBhvr>
                                      <p:to>
                                        <p:strVal val="visible"/>
                                      </p:to>
                                    </p:set>
                                  </p:childTnLst>
                                </p:cTn>
                              </p:par>
                              <p:par>
                                <p:cTn id="265" presetID="1" presetClass="entr" presetSubtype="0" fill="hold" nodeType="withEffect">
                                  <p:stCondLst>
                                    <p:cond delay="0"/>
                                  </p:stCondLst>
                                  <p:childTnLst>
                                    <p:set>
                                      <p:cBhvr>
                                        <p:cTn id="266" dur="1" fill="hold">
                                          <p:stCondLst>
                                            <p:cond delay="0"/>
                                          </p:stCondLst>
                                        </p:cTn>
                                        <p:tgtEl>
                                          <p:spTgt spid="138"/>
                                        </p:tgtEl>
                                        <p:attrNameLst>
                                          <p:attrName>style.visibility</p:attrName>
                                        </p:attrNameLst>
                                      </p:cBhvr>
                                      <p:to>
                                        <p:strVal val="visible"/>
                                      </p:to>
                                    </p:set>
                                  </p:childTnLst>
                                </p:cTn>
                              </p:par>
                              <p:par>
                                <p:cTn id="267" presetID="1" presetClass="entr" presetSubtype="0" fill="hold" nodeType="withEffect">
                                  <p:stCondLst>
                                    <p:cond delay="0"/>
                                  </p:stCondLst>
                                  <p:childTnLst>
                                    <p:set>
                                      <p:cBhvr>
                                        <p:cTn id="268" dur="1" fill="hold">
                                          <p:stCondLst>
                                            <p:cond delay="0"/>
                                          </p:stCondLst>
                                        </p:cTn>
                                        <p:tgtEl>
                                          <p:spTgt spid="139"/>
                                        </p:tgtEl>
                                        <p:attrNameLst>
                                          <p:attrName>style.visibility</p:attrName>
                                        </p:attrNameLst>
                                      </p:cBhvr>
                                      <p:to>
                                        <p:strVal val="visible"/>
                                      </p:to>
                                    </p:set>
                                  </p:childTnLst>
                                </p:cTn>
                              </p:par>
                              <p:par>
                                <p:cTn id="269" presetID="1" presetClass="entr" presetSubtype="0" fill="hold" nodeType="withEffect">
                                  <p:stCondLst>
                                    <p:cond delay="0"/>
                                  </p:stCondLst>
                                  <p:childTnLst>
                                    <p:set>
                                      <p:cBhvr>
                                        <p:cTn id="270" dur="1" fill="hold">
                                          <p:stCondLst>
                                            <p:cond delay="0"/>
                                          </p:stCondLst>
                                        </p:cTn>
                                        <p:tgtEl>
                                          <p:spTgt spid="140"/>
                                        </p:tgtEl>
                                        <p:attrNameLst>
                                          <p:attrName>style.visibility</p:attrName>
                                        </p:attrNameLst>
                                      </p:cBhvr>
                                      <p:to>
                                        <p:strVal val="visible"/>
                                      </p:to>
                                    </p:set>
                                  </p:childTnLst>
                                </p:cTn>
                              </p:par>
                              <p:par>
                                <p:cTn id="271" presetID="1" presetClass="entr" presetSubtype="0" fill="hold" nodeType="withEffect">
                                  <p:stCondLst>
                                    <p:cond delay="0"/>
                                  </p:stCondLst>
                                  <p:childTnLst>
                                    <p:set>
                                      <p:cBhvr>
                                        <p:cTn id="272" dur="1" fill="hold">
                                          <p:stCondLst>
                                            <p:cond delay="0"/>
                                          </p:stCondLst>
                                        </p:cTn>
                                        <p:tgtEl>
                                          <p:spTgt spid="141"/>
                                        </p:tgtEl>
                                        <p:attrNameLst>
                                          <p:attrName>style.visibility</p:attrName>
                                        </p:attrNameLst>
                                      </p:cBhvr>
                                      <p:to>
                                        <p:strVal val="visible"/>
                                      </p:to>
                                    </p:set>
                                  </p:childTnLst>
                                </p:cTn>
                              </p:par>
                              <p:par>
                                <p:cTn id="273" presetID="1" presetClass="entr" presetSubtype="0" fill="hold" nodeType="withEffect">
                                  <p:stCondLst>
                                    <p:cond delay="0"/>
                                  </p:stCondLst>
                                  <p:childTnLst>
                                    <p:set>
                                      <p:cBhvr>
                                        <p:cTn id="274" dur="1" fill="hold">
                                          <p:stCondLst>
                                            <p:cond delay="0"/>
                                          </p:stCondLst>
                                        </p:cTn>
                                        <p:tgtEl>
                                          <p:spTgt spid="142"/>
                                        </p:tgtEl>
                                        <p:attrNameLst>
                                          <p:attrName>style.visibility</p:attrName>
                                        </p:attrNameLst>
                                      </p:cBhvr>
                                      <p:to>
                                        <p:strVal val="visible"/>
                                      </p:to>
                                    </p:set>
                                  </p:childTnLst>
                                </p:cTn>
                              </p:par>
                              <p:par>
                                <p:cTn id="275" presetID="1" presetClass="entr" presetSubtype="0" fill="hold" nodeType="withEffect">
                                  <p:stCondLst>
                                    <p:cond delay="0"/>
                                  </p:stCondLst>
                                  <p:childTnLst>
                                    <p:set>
                                      <p:cBhvr>
                                        <p:cTn id="276" dur="1" fill="hold">
                                          <p:stCondLst>
                                            <p:cond delay="0"/>
                                          </p:stCondLst>
                                        </p:cTn>
                                        <p:tgtEl>
                                          <p:spTgt spid="143"/>
                                        </p:tgtEl>
                                        <p:attrNameLst>
                                          <p:attrName>style.visibility</p:attrName>
                                        </p:attrNameLst>
                                      </p:cBhvr>
                                      <p:to>
                                        <p:strVal val="visible"/>
                                      </p:to>
                                    </p:set>
                                  </p:childTnLst>
                                </p:cTn>
                              </p:par>
                              <p:par>
                                <p:cTn id="277" presetID="1" presetClass="entr" presetSubtype="0" fill="hold" nodeType="withEffect">
                                  <p:stCondLst>
                                    <p:cond delay="0"/>
                                  </p:stCondLst>
                                  <p:childTnLst>
                                    <p:set>
                                      <p:cBhvr>
                                        <p:cTn id="278" dur="1" fill="hold">
                                          <p:stCondLst>
                                            <p:cond delay="0"/>
                                          </p:stCondLst>
                                        </p:cTn>
                                        <p:tgtEl>
                                          <p:spTgt spid="144"/>
                                        </p:tgtEl>
                                        <p:attrNameLst>
                                          <p:attrName>style.visibility</p:attrName>
                                        </p:attrNameLst>
                                      </p:cBhvr>
                                      <p:to>
                                        <p:strVal val="visible"/>
                                      </p:to>
                                    </p:set>
                                  </p:childTnLst>
                                </p:cTn>
                              </p:par>
                              <p:par>
                                <p:cTn id="279" presetID="1" presetClass="entr" presetSubtype="0" fill="hold" nodeType="withEffect">
                                  <p:stCondLst>
                                    <p:cond delay="0"/>
                                  </p:stCondLst>
                                  <p:childTnLst>
                                    <p:set>
                                      <p:cBhvr>
                                        <p:cTn id="280" dur="1" fill="hold">
                                          <p:stCondLst>
                                            <p:cond delay="0"/>
                                          </p:stCondLst>
                                        </p:cTn>
                                        <p:tgtEl>
                                          <p:spTgt spid="145"/>
                                        </p:tgtEl>
                                        <p:attrNameLst>
                                          <p:attrName>style.visibility</p:attrName>
                                        </p:attrNameLst>
                                      </p:cBhvr>
                                      <p:to>
                                        <p:strVal val="visible"/>
                                      </p:to>
                                    </p:set>
                                  </p:childTnLst>
                                </p:cTn>
                              </p:par>
                              <p:par>
                                <p:cTn id="281" presetID="1" presetClass="entr" presetSubtype="0" fill="hold" nodeType="withEffect">
                                  <p:stCondLst>
                                    <p:cond delay="0"/>
                                  </p:stCondLst>
                                  <p:childTnLst>
                                    <p:set>
                                      <p:cBhvr>
                                        <p:cTn id="282" dur="1" fill="hold">
                                          <p:stCondLst>
                                            <p:cond delay="0"/>
                                          </p:stCondLst>
                                        </p:cTn>
                                        <p:tgtEl>
                                          <p:spTgt spid="146"/>
                                        </p:tgtEl>
                                        <p:attrNameLst>
                                          <p:attrName>style.visibility</p:attrName>
                                        </p:attrNameLst>
                                      </p:cBhvr>
                                      <p:to>
                                        <p:strVal val="visible"/>
                                      </p:to>
                                    </p:set>
                                  </p:childTnLst>
                                </p:cTn>
                              </p:par>
                              <p:par>
                                <p:cTn id="283" presetID="1" presetClass="entr" presetSubtype="0" fill="hold" nodeType="withEffect">
                                  <p:stCondLst>
                                    <p:cond delay="0"/>
                                  </p:stCondLst>
                                  <p:childTnLst>
                                    <p:set>
                                      <p:cBhvr>
                                        <p:cTn id="284" dur="1" fill="hold">
                                          <p:stCondLst>
                                            <p:cond delay="0"/>
                                          </p:stCondLst>
                                        </p:cTn>
                                        <p:tgtEl>
                                          <p:spTgt spid="147"/>
                                        </p:tgtEl>
                                        <p:attrNameLst>
                                          <p:attrName>style.visibility</p:attrName>
                                        </p:attrNameLst>
                                      </p:cBhvr>
                                      <p:to>
                                        <p:strVal val="visible"/>
                                      </p:to>
                                    </p:set>
                                  </p:childTnLst>
                                </p:cTn>
                              </p:par>
                              <p:par>
                                <p:cTn id="285" presetID="1" presetClass="entr" presetSubtype="0" fill="hold" nodeType="withEffect">
                                  <p:stCondLst>
                                    <p:cond delay="0"/>
                                  </p:stCondLst>
                                  <p:childTnLst>
                                    <p:set>
                                      <p:cBhvr>
                                        <p:cTn id="286" dur="1" fill="hold">
                                          <p:stCondLst>
                                            <p:cond delay="0"/>
                                          </p:stCondLst>
                                        </p:cTn>
                                        <p:tgtEl>
                                          <p:spTgt spid="148"/>
                                        </p:tgtEl>
                                        <p:attrNameLst>
                                          <p:attrName>style.visibility</p:attrName>
                                        </p:attrNameLst>
                                      </p:cBhvr>
                                      <p:to>
                                        <p:strVal val="visible"/>
                                      </p:to>
                                    </p:set>
                                  </p:childTnLst>
                                </p:cTn>
                              </p:par>
                              <p:par>
                                <p:cTn id="287" presetID="1" presetClass="entr" presetSubtype="0" fill="hold" nodeType="withEffect">
                                  <p:stCondLst>
                                    <p:cond delay="0"/>
                                  </p:stCondLst>
                                  <p:childTnLst>
                                    <p:set>
                                      <p:cBhvr>
                                        <p:cTn id="288" dur="1" fill="hold">
                                          <p:stCondLst>
                                            <p:cond delay="0"/>
                                          </p:stCondLst>
                                        </p:cTn>
                                        <p:tgtEl>
                                          <p:spTgt spid="149"/>
                                        </p:tgtEl>
                                        <p:attrNameLst>
                                          <p:attrName>style.visibility</p:attrName>
                                        </p:attrNameLst>
                                      </p:cBhvr>
                                      <p:to>
                                        <p:strVal val="visible"/>
                                      </p:to>
                                    </p:set>
                                  </p:childTnLst>
                                </p:cTn>
                              </p:par>
                              <p:par>
                                <p:cTn id="289" presetID="1" presetClass="entr" presetSubtype="0" fill="hold" nodeType="withEffect">
                                  <p:stCondLst>
                                    <p:cond delay="0"/>
                                  </p:stCondLst>
                                  <p:childTnLst>
                                    <p:set>
                                      <p:cBhvr>
                                        <p:cTn id="290" dur="1" fill="hold">
                                          <p:stCondLst>
                                            <p:cond delay="0"/>
                                          </p:stCondLst>
                                        </p:cTn>
                                        <p:tgtEl>
                                          <p:spTgt spid="150"/>
                                        </p:tgtEl>
                                        <p:attrNameLst>
                                          <p:attrName>style.visibility</p:attrName>
                                        </p:attrNameLst>
                                      </p:cBhvr>
                                      <p:to>
                                        <p:strVal val="visible"/>
                                      </p:to>
                                    </p:set>
                                  </p:childTnLst>
                                </p:cTn>
                              </p:par>
                              <p:par>
                                <p:cTn id="291" presetID="1" presetClass="entr" presetSubtype="0" fill="hold" nodeType="withEffect">
                                  <p:stCondLst>
                                    <p:cond delay="0"/>
                                  </p:stCondLst>
                                  <p:childTnLst>
                                    <p:set>
                                      <p:cBhvr>
                                        <p:cTn id="292" dur="1" fill="hold">
                                          <p:stCondLst>
                                            <p:cond delay="0"/>
                                          </p:stCondLst>
                                        </p:cTn>
                                        <p:tgtEl>
                                          <p:spTgt spid="151"/>
                                        </p:tgtEl>
                                        <p:attrNameLst>
                                          <p:attrName>style.visibility</p:attrName>
                                        </p:attrNameLst>
                                      </p:cBhvr>
                                      <p:to>
                                        <p:strVal val="visible"/>
                                      </p:to>
                                    </p:set>
                                  </p:childTnLst>
                                </p:cTn>
                              </p:par>
                              <p:par>
                                <p:cTn id="293" presetID="1" presetClass="entr" presetSubtype="0" fill="hold" nodeType="withEffect">
                                  <p:stCondLst>
                                    <p:cond delay="0"/>
                                  </p:stCondLst>
                                  <p:childTnLst>
                                    <p:set>
                                      <p:cBhvr>
                                        <p:cTn id="294" dur="1" fill="hold">
                                          <p:stCondLst>
                                            <p:cond delay="0"/>
                                          </p:stCondLst>
                                        </p:cTn>
                                        <p:tgtEl>
                                          <p:spTgt spid="152"/>
                                        </p:tgtEl>
                                        <p:attrNameLst>
                                          <p:attrName>style.visibility</p:attrName>
                                        </p:attrNameLst>
                                      </p:cBhvr>
                                      <p:to>
                                        <p:strVal val="visible"/>
                                      </p:to>
                                    </p:set>
                                  </p:childTnLst>
                                </p:cTn>
                              </p:par>
                              <p:par>
                                <p:cTn id="295" presetID="1" presetClass="entr" presetSubtype="0" fill="hold" nodeType="withEffect">
                                  <p:stCondLst>
                                    <p:cond delay="0"/>
                                  </p:stCondLst>
                                  <p:childTnLst>
                                    <p:set>
                                      <p:cBhvr>
                                        <p:cTn id="296" dur="1" fill="hold">
                                          <p:stCondLst>
                                            <p:cond delay="0"/>
                                          </p:stCondLst>
                                        </p:cTn>
                                        <p:tgtEl>
                                          <p:spTgt spid="153"/>
                                        </p:tgtEl>
                                        <p:attrNameLst>
                                          <p:attrName>style.visibility</p:attrName>
                                        </p:attrNameLst>
                                      </p:cBhvr>
                                      <p:to>
                                        <p:strVal val="visible"/>
                                      </p:to>
                                    </p:set>
                                  </p:childTnLst>
                                </p:cTn>
                              </p:par>
                              <p:par>
                                <p:cTn id="297" presetID="1" presetClass="entr" presetSubtype="0" fill="hold" nodeType="withEffect">
                                  <p:stCondLst>
                                    <p:cond delay="0"/>
                                  </p:stCondLst>
                                  <p:childTnLst>
                                    <p:set>
                                      <p:cBhvr>
                                        <p:cTn id="298" dur="1" fill="hold">
                                          <p:stCondLst>
                                            <p:cond delay="0"/>
                                          </p:stCondLst>
                                        </p:cTn>
                                        <p:tgtEl>
                                          <p:spTgt spid="154"/>
                                        </p:tgtEl>
                                        <p:attrNameLst>
                                          <p:attrName>style.visibility</p:attrName>
                                        </p:attrNameLst>
                                      </p:cBhvr>
                                      <p:to>
                                        <p:strVal val="visible"/>
                                      </p:to>
                                    </p:set>
                                  </p:childTnLst>
                                </p:cTn>
                              </p:par>
                              <p:par>
                                <p:cTn id="299" presetID="1" presetClass="entr" presetSubtype="0" fill="hold" nodeType="withEffect">
                                  <p:stCondLst>
                                    <p:cond delay="0"/>
                                  </p:stCondLst>
                                  <p:childTnLst>
                                    <p:set>
                                      <p:cBhvr>
                                        <p:cTn id="300" dur="1" fill="hold">
                                          <p:stCondLst>
                                            <p:cond delay="0"/>
                                          </p:stCondLst>
                                        </p:cTn>
                                        <p:tgtEl>
                                          <p:spTgt spid="155"/>
                                        </p:tgtEl>
                                        <p:attrNameLst>
                                          <p:attrName>style.visibility</p:attrName>
                                        </p:attrNameLst>
                                      </p:cBhvr>
                                      <p:to>
                                        <p:strVal val="visible"/>
                                      </p:to>
                                    </p:set>
                                  </p:childTnLst>
                                </p:cTn>
                              </p:par>
                              <p:par>
                                <p:cTn id="301" presetID="1" presetClass="entr" presetSubtype="0" fill="hold" nodeType="withEffect">
                                  <p:stCondLst>
                                    <p:cond delay="0"/>
                                  </p:stCondLst>
                                  <p:childTnLst>
                                    <p:set>
                                      <p:cBhvr>
                                        <p:cTn id="302" dur="1" fill="hold">
                                          <p:stCondLst>
                                            <p:cond delay="0"/>
                                          </p:stCondLst>
                                        </p:cTn>
                                        <p:tgtEl>
                                          <p:spTgt spid="156"/>
                                        </p:tgtEl>
                                        <p:attrNameLst>
                                          <p:attrName>style.visibility</p:attrName>
                                        </p:attrNameLst>
                                      </p:cBhvr>
                                      <p:to>
                                        <p:strVal val="visible"/>
                                      </p:to>
                                    </p:set>
                                  </p:childTnLst>
                                </p:cTn>
                              </p:par>
                              <p:par>
                                <p:cTn id="303" presetID="1" presetClass="entr" presetSubtype="0" fill="hold" nodeType="withEffect">
                                  <p:stCondLst>
                                    <p:cond delay="0"/>
                                  </p:stCondLst>
                                  <p:childTnLst>
                                    <p:set>
                                      <p:cBhvr>
                                        <p:cTn id="304" dur="1" fill="hold">
                                          <p:stCondLst>
                                            <p:cond delay="0"/>
                                          </p:stCondLst>
                                        </p:cTn>
                                        <p:tgtEl>
                                          <p:spTgt spid="157"/>
                                        </p:tgtEl>
                                        <p:attrNameLst>
                                          <p:attrName>style.visibility</p:attrName>
                                        </p:attrNameLst>
                                      </p:cBhvr>
                                      <p:to>
                                        <p:strVal val="visible"/>
                                      </p:to>
                                    </p:set>
                                  </p:childTnLst>
                                </p:cTn>
                              </p:par>
                              <p:par>
                                <p:cTn id="305" presetID="1" presetClass="entr" presetSubtype="0" fill="hold" nodeType="withEffect">
                                  <p:stCondLst>
                                    <p:cond delay="0"/>
                                  </p:stCondLst>
                                  <p:childTnLst>
                                    <p:set>
                                      <p:cBhvr>
                                        <p:cTn id="306" dur="1" fill="hold">
                                          <p:stCondLst>
                                            <p:cond delay="0"/>
                                          </p:stCondLst>
                                        </p:cTn>
                                        <p:tgtEl>
                                          <p:spTgt spid="158"/>
                                        </p:tgtEl>
                                        <p:attrNameLst>
                                          <p:attrName>style.visibility</p:attrName>
                                        </p:attrNameLst>
                                      </p:cBhvr>
                                      <p:to>
                                        <p:strVal val="visible"/>
                                      </p:to>
                                    </p:set>
                                  </p:childTnLst>
                                </p:cTn>
                              </p:par>
                              <p:par>
                                <p:cTn id="307" presetID="1" presetClass="entr" presetSubtype="0" fill="hold" nodeType="withEffect">
                                  <p:stCondLst>
                                    <p:cond delay="0"/>
                                  </p:stCondLst>
                                  <p:childTnLst>
                                    <p:set>
                                      <p:cBhvr>
                                        <p:cTn id="308" dur="1" fill="hold">
                                          <p:stCondLst>
                                            <p:cond delay="0"/>
                                          </p:stCondLst>
                                        </p:cTn>
                                        <p:tgtEl>
                                          <p:spTgt spid="159"/>
                                        </p:tgtEl>
                                        <p:attrNameLst>
                                          <p:attrName>style.visibility</p:attrName>
                                        </p:attrNameLst>
                                      </p:cBhvr>
                                      <p:to>
                                        <p:strVal val="visible"/>
                                      </p:to>
                                    </p:set>
                                  </p:childTnLst>
                                </p:cTn>
                              </p:par>
                              <p:par>
                                <p:cTn id="309" presetID="1" presetClass="entr" presetSubtype="0" fill="hold" nodeType="withEffect">
                                  <p:stCondLst>
                                    <p:cond delay="0"/>
                                  </p:stCondLst>
                                  <p:childTnLst>
                                    <p:set>
                                      <p:cBhvr>
                                        <p:cTn id="310" dur="1" fill="hold">
                                          <p:stCondLst>
                                            <p:cond delay="0"/>
                                          </p:stCondLst>
                                        </p:cTn>
                                        <p:tgtEl>
                                          <p:spTgt spid="160"/>
                                        </p:tgtEl>
                                        <p:attrNameLst>
                                          <p:attrName>style.visibility</p:attrName>
                                        </p:attrNameLst>
                                      </p:cBhvr>
                                      <p:to>
                                        <p:strVal val="visible"/>
                                      </p:to>
                                    </p:set>
                                  </p:childTnLst>
                                </p:cTn>
                              </p:par>
                              <p:par>
                                <p:cTn id="311" presetID="1" presetClass="entr" presetSubtype="0" fill="hold" nodeType="withEffect">
                                  <p:stCondLst>
                                    <p:cond delay="0"/>
                                  </p:stCondLst>
                                  <p:childTnLst>
                                    <p:set>
                                      <p:cBhvr>
                                        <p:cTn id="312" dur="1" fill="hold">
                                          <p:stCondLst>
                                            <p:cond delay="0"/>
                                          </p:stCondLst>
                                        </p:cTn>
                                        <p:tgtEl>
                                          <p:spTgt spid="161"/>
                                        </p:tgtEl>
                                        <p:attrNameLst>
                                          <p:attrName>style.visibility</p:attrName>
                                        </p:attrNameLst>
                                      </p:cBhvr>
                                      <p:to>
                                        <p:strVal val="visible"/>
                                      </p:to>
                                    </p:set>
                                  </p:childTnLst>
                                </p:cTn>
                              </p:par>
                              <p:par>
                                <p:cTn id="313" presetID="1" presetClass="entr" presetSubtype="0" fill="hold" nodeType="withEffect">
                                  <p:stCondLst>
                                    <p:cond delay="0"/>
                                  </p:stCondLst>
                                  <p:childTnLst>
                                    <p:set>
                                      <p:cBhvr>
                                        <p:cTn id="314" dur="1" fill="hold">
                                          <p:stCondLst>
                                            <p:cond delay="0"/>
                                          </p:stCondLst>
                                        </p:cTn>
                                        <p:tgtEl>
                                          <p:spTgt spid="162"/>
                                        </p:tgtEl>
                                        <p:attrNameLst>
                                          <p:attrName>style.visibility</p:attrName>
                                        </p:attrNameLst>
                                      </p:cBhvr>
                                      <p:to>
                                        <p:strVal val="visible"/>
                                      </p:to>
                                    </p:set>
                                  </p:childTnLst>
                                </p:cTn>
                              </p:par>
                              <p:par>
                                <p:cTn id="315" presetID="1" presetClass="entr" presetSubtype="0" fill="hold" nodeType="withEffect">
                                  <p:stCondLst>
                                    <p:cond delay="0"/>
                                  </p:stCondLst>
                                  <p:childTnLst>
                                    <p:set>
                                      <p:cBhvr>
                                        <p:cTn id="316" dur="1" fill="hold">
                                          <p:stCondLst>
                                            <p:cond delay="0"/>
                                          </p:stCondLst>
                                        </p:cTn>
                                        <p:tgtEl>
                                          <p:spTgt spid="163"/>
                                        </p:tgtEl>
                                        <p:attrNameLst>
                                          <p:attrName>style.visibility</p:attrName>
                                        </p:attrNameLst>
                                      </p:cBhvr>
                                      <p:to>
                                        <p:strVal val="visible"/>
                                      </p:to>
                                    </p:set>
                                  </p:childTnLst>
                                </p:cTn>
                              </p:par>
                              <p:par>
                                <p:cTn id="317" presetID="1" presetClass="entr" presetSubtype="0" fill="hold" nodeType="withEffect">
                                  <p:stCondLst>
                                    <p:cond delay="0"/>
                                  </p:stCondLst>
                                  <p:childTnLst>
                                    <p:set>
                                      <p:cBhvr>
                                        <p:cTn id="318" dur="1" fill="hold">
                                          <p:stCondLst>
                                            <p:cond delay="0"/>
                                          </p:stCondLst>
                                        </p:cTn>
                                        <p:tgtEl>
                                          <p:spTgt spid="164"/>
                                        </p:tgtEl>
                                        <p:attrNameLst>
                                          <p:attrName>style.visibility</p:attrName>
                                        </p:attrNameLst>
                                      </p:cBhvr>
                                      <p:to>
                                        <p:strVal val="visible"/>
                                      </p:to>
                                    </p:set>
                                  </p:childTnLst>
                                </p:cTn>
                              </p:par>
                              <p:par>
                                <p:cTn id="319" presetID="1" presetClass="entr" presetSubtype="0" fill="hold" nodeType="withEffect">
                                  <p:stCondLst>
                                    <p:cond delay="0"/>
                                  </p:stCondLst>
                                  <p:childTnLst>
                                    <p:set>
                                      <p:cBhvr>
                                        <p:cTn id="320" dur="1" fill="hold">
                                          <p:stCondLst>
                                            <p:cond delay="0"/>
                                          </p:stCondLst>
                                        </p:cTn>
                                        <p:tgtEl>
                                          <p:spTgt spid="165"/>
                                        </p:tgtEl>
                                        <p:attrNameLst>
                                          <p:attrName>style.visibility</p:attrName>
                                        </p:attrNameLst>
                                      </p:cBhvr>
                                      <p:to>
                                        <p:strVal val="visible"/>
                                      </p:to>
                                    </p:set>
                                  </p:childTnLst>
                                </p:cTn>
                              </p:par>
                              <p:par>
                                <p:cTn id="321" presetID="1" presetClass="entr" presetSubtype="0" fill="hold" nodeType="withEffect">
                                  <p:stCondLst>
                                    <p:cond delay="0"/>
                                  </p:stCondLst>
                                  <p:childTnLst>
                                    <p:set>
                                      <p:cBhvr>
                                        <p:cTn id="322" dur="1" fill="hold">
                                          <p:stCondLst>
                                            <p:cond delay="0"/>
                                          </p:stCondLst>
                                        </p:cTn>
                                        <p:tgtEl>
                                          <p:spTgt spid="166"/>
                                        </p:tgtEl>
                                        <p:attrNameLst>
                                          <p:attrName>style.visibility</p:attrName>
                                        </p:attrNameLst>
                                      </p:cBhvr>
                                      <p:to>
                                        <p:strVal val="visible"/>
                                      </p:to>
                                    </p:set>
                                  </p:childTnLst>
                                </p:cTn>
                              </p:par>
                              <p:par>
                                <p:cTn id="323" presetID="1" presetClass="entr" presetSubtype="0" fill="hold" nodeType="withEffect">
                                  <p:stCondLst>
                                    <p:cond delay="0"/>
                                  </p:stCondLst>
                                  <p:childTnLst>
                                    <p:set>
                                      <p:cBhvr>
                                        <p:cTn id="324" dur="1" fill="hold">
                                          <p:stCondLst>
                                            <p:cond delay="0"/>
                                          </p:stCondLst>
                                        </p:cTn>
                                        <p:tgtEl>
                                          <p:spTgt spid="167"/>
                                        </p:tgtEl>
                                        <p:attrNameLst>
                                          <p:attrName>style.visibility</p:attrName>
                                        </p:attrNameLst>
                                      </p:cBhvr>
                                      <p:to>
                                        <p:strVal val="visible"/>
                                      </p:to>
                                    </p:set>
                                  </p:childTnLst>
                                </p:cTn>
                              </p:par>
                              <p:par>
                                <p:cTn id="325" presetID="1" presetClass="entr" presetSubtype="0" fill="hold" nodeType="withEffect">
                                  <p:stCondLst>
                                    <p:cond delay="0"/>
                                  </p:stCondLst>
                                  <p:childTnLst>
                                    <p:set>
                                      <p:cBhvr>
                                        <p:cTn id="326" dur="1" fill="hold">
                                          <p:stCondLst>
                                            <p:cond delay="0"/>
                                          </p:stCondLst>
                                        </p:cTn>
                                        <p:tgtEl>
                                          <p:spTgt spid="168"/>
                                        </p:tgtEl>
                                        <p:attrNameLst>
                                          <p:attrName>style.visibility</p:attrName>
                                        </p:attrNameLst>
                                      </p:cBhvr>
                                      <p:to>
                                        <p:strVal val="visible"/>
                                      </p:to>
                                    </p:set>
                                  </p:childTnLst>
                                </p:cTn>
                              </p:par>
                              <p:par>
                                <p:cTn id="327" presetID="1" presetClass="entr" presetSubtype="0" fill="hold" nodeType="withEffect">
                                  <p:stCondLst>
                                    <p:cond delay="0"/>
                                  </p:stCondLst>
                                  <p:childTnLst>
                                    <p:set>
                                      <p:cBhvr>
                                        <p:cTn id="328" dur="1" fill="hold">
                                          <p:stCondLst>
                                            <p:cond delay="0"/>
                                          </p:stCondLst>
                                        </p:cTn>
                                        <p:tgtEl>
                                          <p:spTgt spid="169"/>
                                        </p:tgtEl>
                                        <p:attrNameLst>
                                          <p:attrName>style.visibility</p:attrName>
                                        </p:attrNameLst>
                                      </p:cBhvr>
                                      <p:to>
                                        <p:strVal val="visible"/>
                                      </p:to>
                                    </p:set>
                                  </p:childTnLst>
                                </p:cTn>
                              </p:par>
                              <p:par>
                                <p:cTn id="329" presetID="1" presetClass="entr" presetSubtype="0" fill="hold" nodeType="withEffect">
                                  <p:stCondLst>
                                    <p:cond delay="0"/>
                                  </p:stCondLst>
                                  <p:childTnLst>
                                    <p:set>
                                      <p:cBhvr>
                                        <p:cTn id="330" dur="1" fill="hold">
                                          <p:stCondLst>
                                            <p:cond delay="0"/>
                                          </p:stCondLst>
                                        </p:cTn>
                                        <p:tgtEl>
                                          <p:spTgt spid="170"/>
                                        </p:tgtEl>
                                        <p:attrNameLst>
                                          <p:attrName>style.visibility</p:attrName>
                                        </p:attrNameLst>
                                      </p:cBhvr>
                                      <p:to>
                                        <p:strVal val="visible"/>
                                      </p:to>
                                    </p:set>
                                  </p:childTnLst>
                                </p:cTn>
                              </p:par>
                              <p:par>
                                <p:cTn id="331" presetID="1" presetClass="entr" presetSubtype="0" fill="hold" nodeType="withEffect">
                                  <p:stCondLst>
                                    <p:cond delay="0"/>
                                  </p:stCondLst>
                                  <p:childTnLst>
                                    <p:set>
                                      <p:cBhvr>
                                        <p:cTn id="332" dur="1" fill="hold">
                                          <p:stCondLst>
                                            <p:cond delay="0"/>
                                          </p:stCondLst>
                                        </p:cTn>
                                        <p:tgtEl>
                                          <p:spTgt spid="171"/>
                                        </p:tgtEl>
                                        <p:attrNameLst>
                                          <p:attrName>style.visibility</p:attrName>
                                        </p:attrNameLst>
                                      </p:cBhvr>
                                      <p:to>
                                        <p:strVal val="visible"/>
                                      </p:to>
                                    </p:set>
                                  </p:childTnLst>
                                </p:cTn>
                              </p:par>
                              <p:par>
                                <p:cTn id="333" presetID="1" presetClass="entr" presetSubtype="0" fill="hold" nodeType="withEffect">
                                  <p:stCondLst>
                                    <p:cond delay="0"/>
                                  </p:stCondLst>
                                  <p:childTnLst>
                                    <p:set>
                                      <p:cBhvr>
                                        <p:cTn id="334" dur="1" fill="hold">
                                          <p:stCondLst>
                                            <p:cond delay="0"/>
                                          </p:stCondLst>
                                        </p:cTn>
                                        <p:tgtEl>
                                          <p:spTgt spid="172"/>
                                        </p:tgtEl>
                                        <p:attrNameLst>
                                          <p:attrName>style.visibility</p:attrName>
                                        </p:attrNameLst>
                                      </p:cBhvr>
                                      <p:to>
                                        <p:strVal val="visible"/>
                                      </p:to>
                                    </p:set>
                                  </p:childTnLst>
                                </p:cTn>
                              </p:par>
                              <p:par>
                                <p:cTn id="335" presetID="1" presetClass="entr" presetSubtype="0" fill="hold" nodeType="withEffect">
                                  <p:stCondLst>
                                    <p:cond delay="0"/>
                                  </p:stCondLst>
                                  <p:childTnLst>
                                    <p:set>
                                      <p:cBhvr>
                                        <p:cTn id="336" dur="1" fill="hold">
                                          <p:stCondLst>
                                            <p:cond delay="0"/>
                                          </p:stCondLst>
                                        </p:cTn>
                                        <p:tgtEl>
                                          <p:spTgt spid="173"/>
                                        </p:tgtEl>
                                        <p:attrNameLst>
                                          <p:attrName>style.visibility</p:attrName>
                                        </p:attrNameLst>
                                      </p:cBhvr>
                                      <p:to>
                                        <p:strVal val="visible"/>
                                      </p:to>
                                    </p:set>
                                  </p:childTnLst>
                                </p:cTn>
                              </p:par>
                              <p:par>
                                <p:cTn id="337" presetID="1" presetClass="entr" presetSubtype="0" fill="hold" nodeType="withEffect">
                                  <p:stCondLst>
                                    <p:cond delay="0"/>
                                  </p:stCondLst>
                                  <p:childTnLst>
                                    <p:set>
                                      <p:cBhvr>
                                        <p:cTn id="338" dur="1" fill="hold">
                                          <p:stCondLst>
                                            <p:cond delay="0"/>
                                          </p:stCondLst>
                                        </p:cTn>
                                        <p:tgtEl>
                                          <p:spTgt spid="174"/>
                                        </p:tgtEl>
                                        <p:attrNameLst>
                                          <p:attrName>style.visibility</p:attrName>
                                        </p:attrNameLst>
                                      </p:cBhvr>
                                      <p:to>
                                        <p:strVal val="visible"/>
                                      </p:to>
                                    </p:set>
                                  </p:childTnLst>
                                </p:cTn>
                              </p:par>
                              <p:par>
                                <p:cTn id="339" presetID="1" presetClass="entr" presetSubtype="0" fill="hold" nodeType="withEffect">
                                  <p:stCondLst>
                                    <p:cond delay="0"/>
                                  </p:stCondLst>
                                  <p:childTnLst>
                                    <p:set>
                                      <p:cBhvr>
                                        <p:cTn id="340" dur="1" fill="hold">
                                          <p:stCondLst>
                                            <p:cond delay="0"/>
                                          </p:stCondLst>
                                        </p:cTn>
                                        <p:tgtEl>
                                          <p:spTgt spid="175"/>
                                        </p:tgtEl>
                                        <p:attrNameLst>
                                          <p:attrName>style.visibility</p:attrName>
                                        </p:attrNameLst>
                                      </p:cBhvr>
                                      <p:to>
                                        <p:strVal val="visible"/>
                                      </p:to>
                                    </p:set>
                                  </p:childTnLst>
                                </p:cTn>
                              </p:par>
                              <p:par>
                                <p:cTn id="341" presetID="1" presetClass="entr" presetSubtype="0" fill="hold" nodeType="withEffect">
                                  <p:stCondLst>
                                    <p:cond delay="0"/>
                                  </p:stCondLst>
                                  <p:childTnLst>
                                    <p:set>
                                      <p:cBhvr>
                                        <p:cTn id="342" dur="1" fill="hold">
                                          <p:stCondLst>
                                            <p:cond delay="0"/>
                                          </p:stCondLst>
                                        </p:cTn>
                                        <p:tgtEl>
                                          <p:spTgt spid="176"/>
                                        </p:tgtEl>
                                        <p:attrNameLst>
                                          <p:attrName>style.visibility</p:attrName>
                                        </p:attrNameLst>
                                      </p:cBhvr>
                                      <p:to>
                                        <p:strVal val="visible"/>
                                      </p:to>
                                    </p:set>
                                  </p:childTnLst>
                                </p:cTn>
                              </p:par>
                              <p:par>
                                <p:cTn id="343" presetID="1" presetClass="entr" presetSubtype="0" fill="hold" nodeType="withEffect">
                                  <p:stCondLst>
                                    <p:cond delay="0"/>
                                  </p:stCondLst>
                                  <p:childTnLst>
                                    <p:set>
                                      <p:cBhvr>
                                        <p:cTn id="344" dur="1" fill="hold">
                                          <p:stCondLst>
                                            <p:cond delay="0"/>
                                          </p:stCondLst>
                                        </p:cTn>
                                        <p:tgtEl>
                                          <p:spTgt spid="177"/>
                                        </p:tgtEl>
                                        <p:attrNameLst>
                                          <p:attrName>style.visibility</p:attrName>
                                        </p:attrNameLst>
                                      </p:cBhvr>
                                      <p:to>
                                        <p:strVal val="visible"/>
                                      </p:to>
                                    </p:set>
                                  </p:childTnLst>
                                </p:cTn>
                              </p:par>
                              <p:par>
                                <p:cTn id="345" presetID="1" presetClass="entr" presetSubtype="0" fill="hold" nodeType="withEffect">
                                  <p:stCondLst>
                                    <p:cond delay="0"/>
                                  </p:stCondLst>
                                  <p:childTnLst>
                                    <p:set>
                                      <p:cBhvr>
                                        <p:cTn id="346" dur="1" fill="hold">
                                          <p:stCondLst>
                                            <p:cond delay="0"/>
                                          </p:stCondLst>
                                        </p:cTn>
                                        <p:tgtEl>
                                          <p:spTgt spid="178"/>
                                        </p:tgtEl>
                                        <p:attrNameLst>
                                          <p:attrName>style.visibility</p:attrName>
                                        </p:attrNameLst>
                                      </p:cBhvr>
                                      <p:to>
                                        <p:strVal val="visible"/>
                                      </p:to>
                                    </p:set>
                                  </p:childTnLst>
                                </p:cTn>
                              </p:par>
                              <p:par>
                                <p:cTn id="347" presetID="1" presetClass="entr" presetSubtype="0" fill="hold" nodeType="withEffect">
                                  <p:stCondLst>
                                    <p:cond delay="0"/>
                                  </p:stCondLst>
                                  <p:childTnLst>
                                    <p:set>
                                      <p:cBhvr>
                                        <p:cTn id="348" dur="1" fill="hold">
                                          <p:stCondLst>
                                            <p:cond delay="0"/>
                                          </p:stCondLst>
                                        </p:cTn>
                                        <p:tgtEl>
                                          <p:spTgt spid="179"/>
                                        </p:tgtEl>
                                        <p:attrNameLst>
                                          <p:attrName>style.visibility</p:attrName>
                                        </p:attrNameLst>
                                      </p:cBhvr>
                                      <p:to>
                                        <p:strVal val="visible"/>
                                      </p:to>
                                    </p:set>
                                  </p:childTnLst>
                                </p:cTn>
                              </p:par>
                              <p:par>
                                <p:cTn id="349" presetID="1" presetClass="entr" presetSubtype="0" fill="hold" nodeType="withEffect">
                                  <p:stCondLst>
                                    <p:cond delay="0"/>
                                  </p:stCondLst>
                                  <p:childTnLst>
                                    <p:set>
                                      <p:cBhvr>
                                        <p:cTn id="350" dur="1" fill="hold">
                                          <p:stCondLst>
                                            <p:cond delay="0"/>
                                          </p:stCondLst>
                                        </p:cTn>
                                        <p:tgtEl>
                                          <p:spTgt spid="180"/>
                                        </p:tgtEl>
                                        <p:attrNameLst>
                                          <p:attrName>style.visibility</p:attrName>
                                        </p:attrNameLst>
                                      </p:cBhvr>
                                      <p:to>
                                        <p:strVal val="visible"/>
                                      </p:to>
                                    </p:set>
                                  </p:childTnLst>
                                </p:cTn>
                              </p:par>
                              <p:par>
                                <p:cTn id="351" presetID="1" presetClass="entr" presetSubtype="0" fill="hold" nodeType="withEffect">
                                  <p:stCondLst>
                                    <p:cond delay="0"/>
                                  </p:stCondLst>
                                  <p:childTnLst>
                                    <p:set>
                                      <p:cBhvr>
                                        <p:cTn id="352" dur="1" fill="hold">
                                          <p:stCondLst>
                                            <p:cond delay="0"/>
                                          </p:stCondLst>
                                        </p:cTn>
                                        <p:tgtEl>
                                          <p:spTgt spid="181"/>
                                        </p:tgtEl>
                                        <p:attrNameLst>
                                          <p:attrName>style.visibility</p:attrName>
                                        </p:attrNameLst>
                                      </p:cBhvr>
                                      <p:to>
                                        <p:strVal val="visible"/>
                                      </p:to>
                                    </p:set>
                                  </p:childTnLst>
                                </p:cTn>
                              </p:par>
                              <p:par>
                                <p:cTn id="353" presetID="1" presetClass="entr" presetSubtype="0" fill="hold" nodeType="withEffect">
                                  <p:stCondLst>
                                    <p:cond delay="0"/>
                                  </p:stCondLst>
                                  <p:childTnLst>
                                    <p:set>
                                      <p:cBhvr>
                                        <p:cTn id="354" dur="1" fill="hold">
                                          <p:stCondLst>
                                            <p:cond delay="0"/>
                                          </p:stCondLst>
                                        </p:cTn>
                                        <p:tgtEl>
                                          <p:spTgt spid="182"/>
                                        </p:tgtEl>
                                        <p:attrNameLst>
                                          <p:attrName>style.visibility</p:attrName>
                                        </p:attrNameLst>
                                      </p:cBhvr>
                                      <p:to>
                                        <p:strVal val="visible"/>
                                      </p:to>
                                    </p:set>
                                  </p:childTnLst>
                                </p:cTn>
                              </p:par>
                              <p:par>
                                <p:cTn id="355" presetID="1" presetClass="entr" presetSubtype="0" fill="hold" nodeType="withEffect">
                                  <p:stCondLst>
                                    <p:cond delay="0"/>
                                  </p:stCondLst>
                                  <p:childTnLst>
                                    <p:set>
                                      <p:cBhvr>
                                        <p:cTn id="356" dur="1" fill="hold">
                                          <p:stCondLst>
                                            <p:cond delay="0"/>
                                          </p:stCondLst>
                                        </p:cTn>
                                        <p:tgtEl>
                                          <p:spTgt spid="183"/>
                                        </p:tgtEl>
                                        <p:attrNameLst>
                                          <p:attrName>style.visibility</p:attrName>
                                        </p:attrNameLst>
                                      </p:cBhvr>
                                      <p:to>
                                        <p:strVal val="visible"/>
                                      </p:to>
                                    </p:set>
                                  </p:childTnLst>
                                </p:cTn>
                              </p:par>
                              <p:par>
                                <p:cTn id="357" presetID="1" presetClass="entr" presetSubtype="0" fill="hold" nodeType="withEffect">
                                  <p:stCondLst>
                                    <p:cond delay="0"/>
                                  </p:stCondLst>
                                  <p:childTnLst>
                                    <p:set>
                                      <p:cBhvr>
                                        <p:cTn id="358" dur="1" fill="hold">
                                          <p:stCondLst>
                                            <p:cond delay="0"/>
                                          </p:stCondLst>
                                        </p:cTn>
                                        <p:tgtEl>
                                          <p:spTgt spid="184"/>
                                        </p:tgtEl>
                                        <p:attrNameLst>
                                          <p:attrName>style.visibility</p:attrName>
                                        </p:attrNameLst>
                                      </p:cBhvr>
                                      <p:to>
                                        <p:strVal val="visible"/>
                                      </p:to>
                                    </p:set>
                                  </p:childTnLst>
                                </p:cTn>
                              </p:par>
                              <p:par>
                                <p:cTn id="359" presetID="1" presetClass="entr" presetSubtype="0" fill="hold" nodeType="withEffect">
                                  <p:stCondLst>
                                    <p:cond delay="0"/>
                                  </p:stCondLst>
                                  <p:childTnLst>
                                    <p:set>
                                      <p:cBhvr>
                                        <p:cTn id="360" dur="1" fill="hold">
                                          <p:stCondLst>
                                            <p:cond delay="0"/>
                                          </p:stCondLst>
                                        </p:cTn>
                                        <p:tgtEl>
                                          <p:spTgt spid="185"/>
                                        </p:tgtEl>
                                        <p:attrNameLst>
                                          <p:attrName>style.visibility</p:attrName>
                                        </p:attrNameLst>
                                      </p:cBhvr>
                                      <p:to>
                                        <p:strVal val="visible"/>
                                      </p:to>
                                    </p:set>
                                  </p:childTnLst>
                                </p:cTn>
                              </p:par>
                              <p:par>
                                <p:cTn id="361" presetID="1" presetClass="entr" presetSubtype="0" fill="hold" nodeType="withEffect">
                                  <p:stCondLst>
                                    <p:cond delay="0"/>
                                  </p:stCondLst>
                                  <p:childTnLst>
                                    <p:set>
                                      <p:cBhvr>
                                        <p:cTn id="362" dur="1" fill="hold">
                                          <p:stCondLst>
                                            <p:cond delay="0"/>
                                          </p:stCondLst>
                                        </p:cTn>
                                        <p:tgtEl>
                                          <p:spTgt spid="186"/>
                                        </p:tgtEl>
                                        <p:attrNameLst>
                                          <p:attrName>style.visibility</p:attrName>
                                        </p:attrNameLst>
                                      </p:cBhvr>
                                      <p:to>
                                        <p:strVal val="visible"/>
                                      </p:to>
                                    </p:set>
                                  </p:childTnLst>
                                </p:cTn>
                              </p:par>
                              <p:par>
                                <p:cTn id="363" presetID="1" presetClass="entr" presetSubtype="0" fill="hold" nodeType="withEffect">
                                  <p:stCondLst>
                                    <p:cond delay="0"/>
                                  </p:stCondLst>
                                  <p:childTnLst>
                                    <p:set>
                                      <p:cBhvr>
                                        <p:cTn id="364" dur="1" fill="hold">
                                          <p:stCondLst>
                                            <p:cond delay="0"/>
                                          </p:stCondLst>
                                        </p:cTn>
                                        <p:tgtEl>
                                          <p:spTgt spid="187"/>
                                        </p:tgtEl>
                                        <p:attrNameLst>
                                          <p:attrName>style.visibility</p:attrName>
                                        </p:attrNameLst>
                                      </p:cBhvr>
                                      <p:to>
                                        <p:strVal val="visible"/>
                                      </p:to>
                                    </p:set>
                                  </p:childTnLst>
                                </p:cTn>
                              </p:par>
                              <p:par>
                                <p:cTn id="365" presetID="1" presetClass="entr" presetSubtype="0" fill="hold" nodeType="withEffect">
                                  <p:stCondLst>
                                    <p:cond delay="0"/>
                                  </p:stCondLst>
                                  <p:childTnLst>
                                    <p:set>
                                      <p:cBhvr>
                                        <p:cTn id="366" dur="1" fill="hold">
                                          <p:stCondLst>
                                            <p:cond delay="0"/>
                                          </p:stCondLst>
                                        </p:cTn>
                                        <p:tgtEl>
                                          <p:spTgt spid="188"/>
                                        </p:tgtEl>
                                        <p:attrNameLst>
                                          <p:attrName>style.visibility</p:attrName>
                                        </p:attrNameLst>
                                      </p:cBhvr>
                                      <p:to>
                                        <p:strVal val="visible"/>
                                      </p:to>
                                    </p:set>
                                  </p:childTnLst>
                                </p:cTn>
                              </p:par>
                              <p:par>
                                <p:cTn id="367" presetID="1" presetClass="entr" presetSubtype="0" fill="hold" nodeType="withEffect">
                                  <p:stCondLst>
                                    <p:cond delay="0"/>
                                  </p:stCondLst>
                                  <p:childTnLst>
                                    <p:set>
                                      <p:cBhvr>
                                        <p:cTn id="368" dur="1" fill="hold">
                                          <p:stCondLst>
                                            <p:cond delay="0"/>
                                          </p:stCondLst>
                                        </p:cTn>
                                        <p:tgtEl>
                                          <p:spTgt spid="189"/>
                                        </p:tgtEl>
                                        <p:attrNameLst>
                                          <p:attrName>style.visibility</p:attrName>
                                        </p:attrNameLst>
                                      </p:cBhvr>
                                      <p:to>
                                        <p:strVal val="visible"/>
                                      </p:to>
                                    </p:set>
                                  </p:childTnLst>
                                </p:cTn>
                              </p:par>
                              <p:par>
                                <p:cTn id="369" presetID="1" presetClass="entr" presetSubtype="0" fill="hold" nodeType="withEffect">
                                  <p:stCondLst>
                                    <p:cond delay="0"/>
                                  </p:stCondLst>
                                  <p:childTnLst>
                                    <p:set>
                                      <p:cBhvr>
                                        <p:cTn id="370" dur="1" fill="hold">
                                          <p:stCondLst>
                                            <p:cond delay="0"/>
                                          </p:stCondLst>
                                        </p:cTn>
                                        <p:tgtEl>
                                          <p:spTgt spid="190"/>
                                        </p:tgtEl>
                                        <p:attrNameLst>
                                          <p:attrName>style.visibility</p:attrName>
                                        </p:attrNameLst>
                                      </p:cBhvr>
                                      <p:to>
                                        <p:strVal val="visible"/>
                                      </p:to>
                                    </p:set>
                                  </p:childTnLst>
                                </p:cTn>
                              </p:par>
                              <p:par>
                                <p:cTn id="371" presetID="1" presetClass="entr" presetSubtype="0" fill="hold" nodeType="withEffect">
                                  <p:stCondLst>
                                    <p:cond delay="0"/>
                                  </p:stCondLst>
                                  <p:childTnLst>
                                    <p:set>
                                      <p:cBhvr>
                                        <p:cTn id="372" dur="1" fill="hold">
                                          <p:stCondLst>
                                            <p:cond delay="0"/>
                                          </p:stCondLst>
                                        </p:cTn>
                                        <p:tgtEl>
                                          <p:spTgt spid="191"/>
                                        </p:tgtEl>
                                        <p:attrNameLst>
                                          <p:attrName>style.visibility</p:attrName>
                                        </p:attrNameLst>
                                      </p:cBhvr>
                                      <p:to>
                                        <p:strVal val="visible"/>
                                      </p:to>
                                    </p:set>
                                  </p:childTnLst>
                                </p:cTn>
                              </p:par>
                              <p:par>
                                <p:cTn id="373" presetID="1" presetClass="entr" presetSubtype="0" fill="hold" nodeType="withEffect">
                                  <p:stCondLst>
                                    <p:cond delay="0"/>
                                  </p:stCondLst>
                                  <p:childTnLst>
                                    <p:set>
                                      <p:cBhvr>
                                        <p:cTn id="374" dur="1" fill="hold">
                                          <p:stCondLst>
                                            <p:cond delay="0"/>
                                          </p:stCondLst>
                                        </p:cTn>
                                        <p:tgtEl>
                                          <p:spTgt spid="192"/>
                                        </p:tgtEl>
                                        <p:attrNameLst>
                                          <p:attrName>style.visibility</p:attrName>
                                        </p:attrNameLst>
                                      </p:cBhvr>
                                      <p:to>
                                        <p:strVal val="visible"/>
                                      </p:to>
                                    </p:set>
                                  </p:childTnLst>
                                </p:cTn>
                              </p:par>
                              <p:par>
                                <p:cTn id="375" presetID="1" presetClass="entr" presetSubtype="0" fill="hold" nodeType="withEffect">
                                  <p:stCondLst>
                                    <p:cond delay="0"/>
                                  </p:stCondLst>
                                  <p:childTnLst>
                                    <p:set>
                                      <p:cBhvr>
                                        <p:cTn id="376" dur="1" fill="hold">
                                          <p:stCondLst>
                                            <p:cond delay="0"/>
                                          </p:stCondLst>
                                        </p:cTn>
                                        <p:tgtEl>
                                          <p:spTgt spid="193"/>
                                        </p:tgtEl>
                                        <p:attrNameLst>
                                          <p:attrName>style.visibility</p:attrName>
                                        </p:attrNameLst>
                                      </p:cBhvr>
                                      <p:to>
                                        <p:strVal val="visible"/>
                                      </p:to>
                                    </p:set>
                                  </p:childTnLst>
                                </p:cTn>
                              </p:par>
                              <p:par>
                                <p:cTn id="377" presetID="1" presetClass="entr" presetSubtype="0" fill="hold" nodeType="withEffect">
                                  <p:stCondLst>
                                    <p:cond delay="0"/>
                                  </p:stCondLst>
                                  <p:childTnLst>
                                    <p:set>
                                      <p:cBhvr>
                                        <p:cTn id="378" dur="1" fill="hold">
                                          <p:stCondLst>
                                            <p:cond delay="0"/>
                                          </p:stCondLst>
                                        </p:cTn>
                                        <p:tgtEl>
                                          <p:spTgt spid="194"/>
                                        </p:tgtEl>
                                        <p:attrNameLst>
                                          <p:attrName>style.visibility</p:attrName>
                                        </p:attrNameLst>
                                      </p:cBhvr>
                                      <p:to>
                                        <p:strVal val="visible"/>
                                      </p:to>
                                    </p:set>
                                  </p:childTnLst>
                                </p:cTn>
                              </p:par>
                              <p:par>
                                <p:cTn id="379" presetID="1" presetClass="entr" presetSubtype="0" fill="hold" nodeType="withEffect">
                                  <p:stCondLst>
                                    <p:cond delay="0"/>
                                  </p:stCondLst>
                                  <p:childTnLst>
                                    <p:set>
                                      <p:cBhvr>
                                        <p:cTn id="380" dur="1" fill="hold">
                                          <p:stCondLst>
                                            <p:cond delay="0"/>
                                          </p:stCondLst>
                                        </p:cTn>
                                        <p:tgtEl>
                                          <p:spTgt spid="195"/>
                                        </p:tgtEl>
                                        <p:attrNameLst>
                                          <p:attrName>style.visibility</p:attrName>
                                        </p:attrNameLst>
                                      </p:cBhvr>
                                      <p:to>
                                        <p:strVal val="visible"/>
                                      </p:to>
                                    </p:set>
                                  </p:childTnLst>
                                </p:cTn>
                              </p:par>
                              <p:par>
                                <p:cTn id="381" presetID="1" presetClass="entr" presetSubtype="0" fill="hold" nodeType="withEffect">
                                  <p:stCondLst>
                                    <p:cond delay="0"/>
                                  </p:stCondLst>
                                  <p:childTnLst>
                                    <p:set>
                                      <p:cBhvr>
                                        <p:cTn id="382" dur="1" fill="hold">
                                          <p:stCondLst>
                                            <p:cond delay="0"/>
                                          </p:stCondLst>
                                        </p:cTn>
                                        <p:tgtEl>
                                          <p:spTgt spid="196"/>
                                        </p:tgtEl>
                                        <p:attrNameLst>
                                          <p:attrName>style.visibility</p:attrName>
                                        </p:attrNameLst>
                                      </p:cBhvr>
                                      <p:to>
                                        <p:strVal val="visible"/>
                                      </p:to>
                                    </p:set>
                                  </p:childTnLst>
                                </p:cTn>
                              </p:par>
                              <p:par>
                                <p:cTn id="383" presetID="1" presetClass="entr" presetSubtype="0" fill="hold" nodeType="withEffect">
                                  <p:stCondLst>
                                    <p:cond delay="0"/>
                                  </p:stCondLst>
                                  <p:childTnLst>
                                    <p:set>
                                      <p:cBhvr>
                                        <p:cTn id="384" dur="1" fill="hold">
                                          <p:stCondLst>
                                            <p:cond delay="0"/>
                                          </p:stCondLst>
                                        </p:cTn>
                                        <p:tgtEl>
                                          <p:spTgt spid="197"/>
                                        </p:tgtEl>
                                        <p:attrNameLst>
                                          <p:attrName>style.visibility</p:attrName>
                                        </p:attrNameLst>
                                      </p:cBhvr>
                                      <p:to>
                                        <p:strVal val="visible"/>
                                      </p:to>
                                    </p:set>
                                  </p:childTnLst>
                                </p:cTn>
                              </p:par>
                              <p:par>
                                <p:cTn id="385" presetID="1" presetClass="entr" presetSubtype="0" fill="hold" nodeType="withEffect">
                                  <p:stCondLst>
                                    <p:cond delay="0"/>
                                  </p:stCondLst>
                                  <p:childTnLst>
                                    <p:set>
                                      <p:cBhvr>
                                        <p:cTn id="386" dur="1" fill="hold">
                                          <p:stCondLst>
                                            <p:cond delay="0"/>
                                          </p:stCondLst>
                                        </p:cTn>
                                        <p:tgtEl>
                                          <p:spTgt spid="198"/>
                                        </p:tgtEl>
                                        <p:attrNameLst>
                                          <p:attrName>style.visibility</p:attrName>
                                        </p:attrNameLst>
                                      </p:cBhvr>
                                      <p:to>
                                        <p:strVal val="visible"/>
                                      </p:to>
                                    </p:set>
                                  </p:childTnLst>
                                </p:cTn>
                              </p:par>
                              <p:par>
                                <p:cTn id="387" presetID="1" presetClass="entr" presetSubtype="0" fill="hold" nodeType="withEffect">
                                  <p:stCondLst>
                                    <p:cond delay="0"/>
                                  </p:stCondLst>
                                  <p:childTnLst>
                                    <p:set>
                                      <p:cBhvr>
                                        <p:cTn id="388" dur="1" fill="hold">
                                          <p:stCondLst>
                                            <p:cond delay="0"/>
                                          </p:stCondLst>
                                        </p:cTn>
                                        <p:tgtEl>
                                          <p:spTgt spid="199"/>
                                        </p:tgtEl>
                                        <p:attrNameLst>
                                          <p:attrName>style.visibility</p:attrName>
                                        </p:attrNameLst>
                                      </p:cBhvr>
                                      <p:to>
                                        <p:strVal val="visible"/>
                                      </p:to>
                                    </p:set>
                                  </p:childTnLst>
                                </p:cTn>
                              </p:par>
                              <p:par>
                                <p:cTn id="389" presetID="1" presetClass="entr" presetSubtype="0" fill="hold" nodeType="withEffect">
                                  <p:stCondLst>
                                    <p:cond delay="0"/>
                                  </p:stCondLst>
                                  <p:childTnLst>
                                    <p:set>
                                      <p:cBhvr>
                                        <p:cTn id="390" dur="1" fill="hold">
                                          <p:stCondLst>
                                            <p:cond delay="0"/>
                                          </p:stCondLst>
                                        </p:cTn>
                                        <p:tgtEl>
                                          <p:spTgt spid="200"/>
                                        </p:tgtEl>
                                        <p:attrNameLst>
                                          <p:attrName>style.visibility</p:attrName>
                                        </p:attrNameLst>
                                      </p:cBhvr>
                                      <p:to>
                                        <p:strVal val="visible"/>
                                      </p:to>
                                    </p:set>
                                  </p:childTnLst>
                                </p:cTn>
                              </p:par>
                              <p:par>
                                <p:cTn id="391" presetID="1" presetClass="entr" presetSubtype="0" fill="hold" nodeType="withEffect">
                                  <p:stCondLst>
                                    <p:cond delay="0"/>
                                  </p:stCondLst>
                                  <p:childTnLst>
                                    <p:set>
                                      <p:cBhvr>
                                        <p:cTn id="392" dur="1" fill="hold">
                                          <p:stCondLst>
                                            <p:cond delay="0"/>
                                          </p:stCondLst>
                                        </p:cTn>
                                        <p:tgtEl>
                                          <p:spTgt spid="201"/>
                                        </p:tgtEl>
                                        <p:attrNameLst>
                                          <p:attrName>style.visibility</p:attrName>
                                        </p:attrNameLst>
                                      </p:cBhvr>
                                      <p:to>
                                        <p:strVal val="visible"/>
                                      </p:to>
                                    </p:set>
                                  </p:childTnLst>
                                </p:cTn>
                              </p:par>
                              <p:par>
                                <p:cTn id="393" presetID="1" presetClass="entr" presetSubtype="0" fill="hold" nodeType="withEffect">
                                  <p:stCondLst>
                                    <p:cond delay="0"/>
                                  </p:stCondLst>
                                  <p:childTnLst>
                                    <p:set>
                                      <p:cBhvr>
                                        <p:cTn id="394" dur="1" fill="hold">
                                          <p:stCondLst>
                                            <p:cond delay="0"/>
                                          </p:stCondLst>
                                        </p:cTn>
                                        <p:tgtEl>
                                          <p:spTgt spid="202"/>
                                        </p:tgtEl>
                                        <p:attrNameLst>
                                          <p:attrName>style.visibility</p:attrName>
                                        </p:attrNameLst>
                                      </p:cBhvr>
                                      <p:to>
                                        <p:strVal val="visible"/>
                                      </p:to>
                                    </p:set>
                                  </p:childTnLst>
                                </p:cTn>
                              </p:par>
                              <p:par>
                                <p:cTn id="395" presetID="1" presetClass="entr" presetSubtype="0" fill="hold" nodeType="withEffect">
                                  <p:stCondLst>
                                    <p:cond delay="0"/>
                                  </p:stCondLst>
                                  <p:childTnLst>
                                    <p:set>
                                      <p:cBhvr>
                                        <p:cTn id="396" dur="1" fill="hold">
                                          <p:stCondLst>
                                            <p:cond delay="0"/>
                                          </p:stCondLst>
                                        </p:cTn>
                                        <p:tgtEl>
                                          <p:spTgt spid="203"/>
                                        </p:tgtEl>
                                        <p:attrNameLst>
                                          <p:attrName>style.visibility</p:attrName>
                                        </p:attrNameLst>
                                      </p:cBhvr>
                                      <p:to>
                                        <p:strVal val="visible"/>
                                      </p:to>
                                    </p:set>
                                  </p:childTnLst>
                                </p:cTn>
                              </p:par>
                              <p:par>
                                <p:cTn id="397" presetID="1" presetClass="entr" presetSubtype="0" fill="hold" nodeType="withEffect">
                                  <p:stCondLst>
                                    <p:cond delay="0"/>
                                  </p:stCondLst>
                                  <p:childTnLst>
                                    <p:set>
                                      <p:cBhvr>
                                        <p:cTn id="398" dur="1" fill="hold">
                                          <p:stCondLst>
                                            <p:cond delay="0"/>
                                          </p:stCondLst>
                                        </p:cTn>
                                        <p:tgtEl>
                                          <p:spTgt spid="204"/>
                                        </p:tgtEl>
                                        <p:attrNameLst>
                                          <p:attrName>style.visibility</p:attrName>
                                        </p:attrNameLst>
                                      </p:cBhvr>
                                      <p:to>
                                        <p:strVal val="visible"/>
                                      </p:to>
                                    </p:set>
                                  </p:childTnLst>
                                </p:cTn>
                              </p:par>
                              <p:par>
                                <p:cTn id="399" presetID="1" presetClass="entr" presetSubtype="0" fill="hold" nodeType="withEffect">
                                  <p:stCondLst>
                                    <p:cond delay="0"/>
                                  </p:stCondLst>
                                  <p:childTnLst>
                                    <p:set>
                                      <p:cBhvr>
                                        <p:cTn id="400" dur="1" fill="hold">
                                          <p:stCondLst>
                                            <p:cond delay="0"/>
                                          </p:stCondLst>
                                        </p:cTn>
                                        <p:tgtEl>
                                          <p:spTgt spid="205"/>
                                        </p:tgtEl>
                                        <p:attrNameLst>
                                          <p:attrName>style.visibility</p:attrName>
                                        </p:attrNameLst>
                                      </p:cBhvr>
                                      <p:to>
                                        <p:strVal val="visible"/>
                                      </p:to>
                                    </p:set>
                                  </p:childTnLst>
                                </p:cTn>
                              </p:par>
                              <p:par>
                                <p:cTn id="401" presetID="1" presetClass="entr" presetSubtype="0" fill="hold" nodeType="withEffect">
                                  <p:stCondLst>
                                    <p:cond delay="0"/>
                                  </p:stCondLst>
                                  <p:childTnLst>
                                    <p:set>
                                      <p:cBhvr>
                                        <p:cTn id="402" dur="1" fill="hold">
                                          <p:stCondLst>
                                            <p:cond delay="0"/>
                                          </p:stCondLst>
                                        </p:cTn>
                                        <p:tgtEl>
                                          <p:spTgt spid="206"/>
                                        </p:tgtEl>
                                        <p:attrNameLst>
                                          <p:attrName>style.visibility</p:attrName>
                                        </p:attrNameLst>
                                      </p:cBhvr>
                                      <p:to>
                                        <p:strVal val="visible"/>
                                      </p:to>
                                    </p:set>
                                  </p:childTnLst>
                                </p:cTn>
                              </p:par>
                              <p:par>
                                <p:cTn id="403" presetID="1" presetClass="entr" presetSubtype="0" fill="hold" nodeType="withEffect">
                                  <p:stCondLst>
                                    <p:cond delay="0"/>
                                  </p:stCondLst>
                                  <p:childTnLst>
                                    <p:set>
                                      <p:cBhvr>
                                        <p:cTn id="404" dur="1" fill="hold">
                                          <p:stCondLst>
                                            <p:cond delay="0"/>
                                          </p:stCondLst>
                                        </p:cTn>
                                        <p:tgtEl>
                                          <p:spTgt spid="207"/>
                                        </p:tgtEl>
                                        <p:attrNameLst>
                                          <p:attrName>style.visibility</p:attrName>
                                        </p:attrNameLst>
                                      </p:cBhvr>
                                      <p:to>
                                        <p:strVal val="visible"/>
                                      </p:to>
                                    </p:set>
                                  </p:childTnLst>
                                </p:cTn>
                              </p:par>
                              <p:par>
                                <p:cTn id="405" presetID="1" presetClass="entr" presetSubtype="0" fill="hold" nodeType="withEffect">
                                  <p:stCondLst>
                                    <p:cond delay="0"/>
                                  </p:stCondLst>
                                  <p:childTnLst>
                                    <p:set>
                                      <p:cBhvr>
                                        <p:cTn id="406" dur="1" fill="hold">
                                          <p:stCondLst>
                                            <p:cond delay="0"/>
                                          </p:stCondLst>
                                        </p:cTn>
                                        <p:tgtEl>
                                          <p:spTgt spid="208"/>
                                        </p:tgtEl>
                                        <p:attrNameLst>
                                          <p:attrName>style.visibility</p:attrName>
                                        </p:attrNameLst>
                                      </p:cBhvr>
                                      <p:to>
                                        <p:strVal val="visible"/>
                                      </p:to>
                                    </p:set>
                                  </p:childTnLst>
                                </p:cTn>
                              </p:par>
                              <p:par>
                                <p:cTn id="407" presetID="1" presetClass="entr" presetSubtype="0" fill="hold" nodeType="withEffect">
                                  <p:stCondLst>
                                    <p:cond delay="0"/>
                                  </p:stCondLst>
                                  <p:childTnLst>
                                    <p:set>
                                      <p:cBhvr>
                                        <p:cTn id="408" dur="1" fill="hold">
                                          <p:stCondLst>
                                            <p:cond delay="0"/>
                                          </p:stCondLst>
                                        </p:cTn>
                                        <p:tgtEl>
                                          <p:spTgt spid="209"/>
                                        </p:tgtEl>
                                        <p:attrNameLst>
                                          <p:attrName>style.visibility</p:attrName>
                                        </p:attrNameLst>
                                      </p:cBhvr>
                                      <p:to>
                                        <p:strVal val="visible"/>
                                      </p:to>
                                    </p:set>
                                  </p:childTnLst>
                                </p:cTn>
                              </p:par>
                              <p:par>
                                <p:cTn id="409" presetID="1" presetClass="entr" presetSubtype="0" fill="hold" nodeType="withEffect">
                                  <p:stCondLst>
                                    <p:cond delay="0"/>
                                  </p:stCondLst>
                                  <p:childTnLst>
                                    <p:set>
                                      <p:cBhvr>
                                        <p:cTn id="410" dur="1" fill="hold">
                                          <p:stCondLst>
                                            <p:cond delay="0"/>
                                          </p:stCondLst>
                                        </p:cTn>
                                        <p:tgtEl>
                                          <p:spTgt spid="210"/>
                                        </p:tgtEl>
                                        <p:attrNameLst>
                                          <p:attrName>style.visibility</p:attrName>
                                        </p:attrNameLst>
                                      </p:cBhvr>
                                      <p:to>
                                        <p:strVal val="visible"/>
                                      </p:to>
                                    </p:set>
                                  </p:childTnLst>
                                </p:cTn>
                              </p:par>
                              <p:par>
                                <p:cTn id="411" presetID="1" presetClass="entr" presetSubtype="0" fill="hold" nodeType="withEffect">
                                  <p:stCondLst>
                                    <p:cond delay="0"/>
                                  </p:stCondLst>
                                  <p:childTnLst>
                                    <p:set>
                                      <p:cBhvr>
                                        <p:cTn id="412" dur="1" fill="hold">
                                          <p:stCondLst>
                                            <p:cond delay="0"/>
                                          </p:stCondLst>
                                        </p:cTn>
                                        <p:tgtEl>
                                          <p:spTgt spid="211"/>
                                        </p:tgtEl>
                                        <p:attrNameLst>
                                          <p:attrName>style.visibility</p:attrName>
                                        </p:attrNameLst>
                                      </p:cBhvr>
                                      <p:to>
                                        <p:strVal val="visible"/>
                                      </p:to>
                                    </p:set>
                                  </p:childTnLst>
                                </p:cTn>
                              </p:par>
                              <p:par>
                                <p:cTn id="413" presetID="1" presetClass="entr" presetSubtype="0" fill="hold" nodeType="withEffect">
                                  <p:stCondLst>
                                    <p:cond delay="0"/>
                                  </p:stCondLst>
                                  <p:childTnLst>
                                    <p:set>
                                      <p:cBhvr>
                                        <p:cTn id="414" dur="1" fill="hold">
                                          <p:stCondLst>
                                            <p:cond delay="0"/>
                                          </p:stCondLst>
                                        </p:cTn>
                                        <p:tgtEl>
                                          <p:spTgt spid="212"/>
                                        </p:tgtEl>
                                        <p:attrNameLst>
                                          <p:attrName>style.visibility</p:attrName>
                                        </p:attrNameLst>
                                      </p:cBhvr>
                                      <p:to>
                                        <p:strVal val="visible"/>
                                      </p:to>
                                    </p:set>
                                  </p:childTnLst>
                                </p:cTn>
                              </p:par>
                              <p:par>
                                <p:cTn id="415" presetID="1" presetClass="entr" presetSubtype="0" fill="hold" nodeType="withEffect">
                                  <p:stCondLst>
                                    <p:cond delay="0"/>
                                  </p:stCondLst>
                                  <p:childTnLst>
                                    <p:set>
                                      <p:cBhvr>
                                        <p:cTn id="416" dur="1" fill="hold">
                                          <p:stCondLst>
                                            <p:cond delay="0"/>
                                          </p:stCondLst>
                                        </p:cTn>
                                        <p:tgtEl>
                                          <p:spTgt spid="213"/>
                                        </p:tgtEl>
                                        <p:attrNameLst>
                                          <p:attrName>style.visibility</p:attrName>
                                        </p:attrNameLst>
                                      </p:cBhvr>
                                      <p:to>
                                        <p:strVal val="visible"/>
                                      </p:to>
                                    </p:set>
                                  </p:childTnLst>
                                </p:cTn>
                              </p:par>
                              <p:par>
                                <p:cTn id="417" presetID="1" presetClass="entr" presetSubtype="0" fill="hold" nodeType="withEffect">
                                  <p:stCondLst>
                                    <p:cond delay="0"/>
                                  </p:stCondLst>
                                  <p:childTnLst>
                                    <p:set>
                                      <p:cBhvr>
                                        <p:cTn id="418" dur="1" fill="hold">
                                          <p:stCondLst>
                                            <p:cond delay="0"/>
                                          </p:stCondLst>
                                        </p:cTn>
                                        <p:tgtEl>
                                          <p:spTgt spid="214"/>
                                        </p:tgtEl>
                                        <p:attrNameLst>
                                          <p:attrName>style.visibility</p:attrName>
                                        </p:attrNameLst>
                                      </p:cBhvr>
                                      <p:to>
                                        <p:strVal val="visible"/>
                                      </p:to>
                                    </p:set>
                                  </p:childTnLst>
                                </p:cTn>
                              </p:par>
                              <p:par>
                                <p:cTn id="419" presetID="1" presetClass="entr" presetSubtype="0" fill="hold" nodeType="withEffect">
                                  <p:stCondLst>
                                    <p:cond delay="0"/>
                                  </p:stCondLst>
                                  <p:childTnLst>
                                    <p:set>
                                      <p:cBhvr>
                                        <p:cTn id="420" dur="1" fill="hold">
                                          <p:stCondLst>
                                            <p:cond delay="0"/>
                                          </p:stCondLst>
                                        </p:cTn>
                                        <p:tgtEl>
                                          <p:spTgt spid="215"/>
                                        </p:tgtEl>
                                        <p:attrNameLst>
                                          <p:attrName>style.visibility</p:attrName>
                                        </p:attrNameLst>
                                      </p:cBhvr>
                                      <p:to>
                                        <p:strVal val="visible"/>
                                      </p:to>
                                    </p:set>
                                  </p:childTnLst>
                                </p:cTn>
                              </p:par>
                              <p:par>
                                <p:cTn id="421" presetID="1" presetClass="entr" presetSubtype="0" fill="hold" nodeType="withEffect">
                                  <p:stCondLst>
                                    <p:cond delay="0"/>
                                  </p:stCondLst>
                                  <p:childTnLst>
                                    <p:set>
                                      <p:cBhvr>
                                        <p:cTn id="422" dur="1" fill="hold">
                                          <p:stCondLst>
                                            <p:cond delay="0"/>
                                          </p:stCondLst>
                                        </p:cTn>
                                        <p:tgtEl>
                                          <p:spTgt spid="216"/>
                                        </p:tgtEl>
                                        <p:attrNameLst>
                                          <p:attrName>style.visibility</p:attrName>
                                        </p:attrNameLst>
                                      </p:cBhvr>
                                      <p:to>
                                        <p:strVal val="visible"/>
                                      </p:to>
                                    </p:set>
                                  </p:childTnLst>
                                </p:cTn>
                              </p:par>
                              <p:par>
                                <p:cTn id="423" presetID="1" presetClass="entr" presetSubtype="0" fill="hold" nodeType="withEffect">
                                  <p:stCondLst>
                                    <p:cond delay="0"/>
                                  </p:stCondLst>
                                  <p:childTnLst>
                                    <p:set>
                                      <p:cBhvr>
                                        <p:cTn id="424" dur="1" fill="hold">
                                          <p:stCondLst>
                                            <p:cond delay="0"/>
                                          </p:stCondLst>
                                        </p:cTn>
                                        <p:tgtEl>
                                          <p:spTgt spid="217"/>
                                        </p:tgtEl>
                                        <p:attrNameLst>
                                          <p:attrName>style.visibility</p:attrName>
                                        </p:attrNameLst>
                                      </p:cBhvr>
                                      <p:to>
                                        <p:strVal val="visible"/>
                                      </p:to>
                                    </p:set>
                                  </p:childTnLst>
                                </p:cTn>
                              </p:par>
                              <p:par>
                                <p:cTn id="425" presetID="1" presetClass="entr" presetSubtype="0" fill="hold" nodeType="withEffect">
                                  <p:stCondLst>
                                    <p:cond delay="0"/>
                                  </p:stCondLst>
                                  <p:childTnLst>
                                    <p:set>
                                      <p:cBhvr>
                                        <p:cTn id="426" dur="1" fill="hold">
                                          <p:stCondLst>
                                            <p:cond delay="0"/>
                                          </p:stCondLst>
                                        </p:cTn>
                                        <p:tgtEl>
                                          <p:spTgt spid="218"/>
                                        </p:tgtEl>
                                        <p:attrNameLst>
                                          <p:attrName>style.visibility</p:attrName>
                                        </p:attrNameLst>
                                      </p:cBhvr>
                                      <p:to>
                                        <p:strVal val="visible"/>
                                      </p:to>
                                    </p:set>
                                  </p:childTnLst>
                                </p:cTn>
                              </p:par>
                              <p:par>
                                <p:cTn id="427" presetID="1" presetClass="entr" presetSubtype="0" fill="hold" nodeType="withEffect">
                                  <p:stCondLst>
                                    <p:cond delay="0"/>
                                  </p:stCondLst>
                                  <p:childTnLst>
                                    <p:set>
                                      <p:cBhvr>
                                        <p:cTn id="428" dur="1" fill="hold">
                                          <p:stCondLst>
                                            <p:cond delay="0"/>
                                          </p:stCondLst>
                                        </p:cTn>
                                        <p:tgtEl>
                                          <p:spTgt spid="219"/>
                                        </p:tgtEl>
                                        <p:attrNameLst>
                                          <p:attrName>style.visibility</p:attrName>
                                        </p:attrNameLst>
                                      </p:cBhvr>
                                      <p:to>
                                        <p:strVal val="visible"/>
                                      </p:to>
                                    </p:set>
                                  </p:childTnLst>
                                </p:cTn>
                              </p:par>
                              <p:par>
                                <p:cTn id="429" presetID="1" presetClass="entr" presetSubtype="0" fill="hold" nodeType="withEffect">
                                  <p:stCondLst>
                                    <p:cond delay="0"/>
                                  </p:stCondLst>
                                  <p:childTnLst>
                                    <p:set>
                                      <p:cBhvr>
                                        <p:cTn id="430" dur="1" fill="hold">
                                          <p:stCondLst>
                                            <p:cond delay="0"/>
                                          </p:stCondLst>
                                        </p:cTn>
                                        <p:tgtEl>
                                          <p:spTgt spid="220"/>
                                        </p:tgtEl>
                                        <p:attrNameLst>
                                          <p:attrName>style.visibility</p:attrName>
                                        </p:attrNameLst>
                                      </p:cBhvr>
                                      <p:to>
                                        <p:strVal val="visible"/>
                                      </p:to>
                                    </p:set>
                                  </p:childTnLst>
                                </p:cTn>
                              </p:par>
                              <p:par>
                                <p:cTn id="431" presetID="1" presetClass="entr" presetSubtype="0" fill="hold" nodeType="withEffect">
                                  <p:stCondLst>
                                    <p:cond delay="0"/>
                                  </p:stCondLst>
                                  <p:childTnLst>
                                    <p:set>
                                      <p:cBhvr>
                                        <p:cTn id="432" dur="1" fill="hold">
                                          <p:stCondLst>
                                            <p:cond delay="0"/>
                                          </p:stCondLst>
                                        </p:cTn>
                                        <p:tgtEl>
                                          <p:spTgt spid="221"/>
                                        </p:tgtEl>
                                        <p:attrNameLst>
                                          <p:attrName>style.visibility</p:attrName>
                                        </p:attrNameLst>
                                      </p:cBhvr>
                                      <p:to>
                                        <p:strVal val="visible"/>
                                      </p:to>
                                    </p:set>
                                  </p:childTnLst>
                                </p:cTn>
                              </p:par>
                              <p:par>
                                <p:cTn id="433" presetID="1" presetClass="entr" presetSubtype="0" fill="hold" nodeType="withEffect">
                                  <p:stCondLst>
                                    <p:cond delay="0"/>
                                  </p:stCondLst>
                                  <p:childTnLst>
                                    <p:set>
                                      <p:cBhvr>
                                        <p:cTn id="434" dur="1" fill="hold">
                                          <p:stCondLst>
                                            <p:cond delay="0"/>
                                          </p:stCondLst>
                                        </p:cTn>
                                        <p:tgtEl>
                                          <p:spTgt spid="222"/>
                                        </p:tgtEl>
                                        <p:attrNameLst>
                                          <p:attrName>style.visibility</p:attrName>
                                        </p:attrNameLst>
                                      </p:cBhvr>
                                      <p:to>
                                        <p:strVal val="visible"/>
                                      </p:to>
                                    </p:set>
                                  </p:childTnLst>
                                </p:cTn>
                              </p:par>
                              <p:par>
                                <p:cTn id="435" presetID="1" presetClass="entr" presetSubtype="0" fill="hold" nodeType="withEffect">
                                  <p:stCondLst>
                                    <p:cond delay="0"/>
                                  </p:stCondLst>
                                  <p:childTnLst>
                                    <p:set>
                                      <p:cBhvr>
                                        <p:cTn id="436" dur="1" fill="hold">
                                          <p:stCondLst>
                                            <p:cond delay="0"/>
                                          </p:stCondLst>
                                        </p:cTn>
                                        <p:tgtEl>
                                          <p:spTgt spid="223"/>
                                        </p:tgtEl>
                                        <p:attrNameLst>
                                          <p:attrName>style.visibility</p:attrName>
                                        </p:attrNameLst>
                                      </p:cBhvr>
                                      <p:to>
                                        <p:strVal val="visible"/>
                                      </p:to>
                                    </p:set>
                                  </p:childTnLst>
                                </p:cTn>
                              </p:par>
                              <p:par>
                                <p:cTn id="437" presetID="1" presetClass="entr" presetSubtype="0" fill="hold" nodeType="withEffect">
                                  <p:stCondLst>
                                    <p:cond delay="0"/>
                                  </p:stCondLst>
                                  <p:childTnLst>
                                    <p:set>
                                      <p:cBhvr>
                                        <p:cTn id="438" dur="1" fill="hold">
                                          <p:stCondLst>
                                            <p:cond delay="0"/>
                                          </p:stCondLst>
                                        </p:cTn>
                                        <p:tgtEl>
                                          <p:spTgt spid="224"/>
                                        </p:tgtEl>
                                        <p:attrNameLst>
                                          <p:attrName>style.visibility</p:attrName>
                                        </p:attrNameLst>
                                      </p:cBhvr>
                                      <p:to>
                                        <p:strVal val="visible"/>
                                      </p:to>
                                    </p:set>
                                  </p:childTnLst>
                                </p:cTn>
                              </p:par>
                              <p:par>
                                <p:cTn id="439" presetID="1" presetClass="entr" presetSubtype="0" fill="hold" nodeType="withEffect">
                                  <p:stCondLst>
                                    <p:cond delay="0"/>
                                  </p:stCondLst>
                                  <p:childTnLst>
                                    <p:set>
                                      <p:cBhvr>
                                        <p:cTn id="440" dur="1" fill="hold">
                                          <p:stCondLst>
                                            <p:cond delay="0"/>
                                          </p:stCondLst>
                                        </p:cTn>
                                        <p:tgtEl>
                                          <p:spTgt spid="225"/>
                                        </p:tgtEl>
                                        <p:attrNameLst>
                                          <p:attrName>style.visibility</p:attrName>
                                        </p:attrNameLst>
                                      </p:cBhvr>
                                      <p:to>
                                        <p:strVal val="visible"/>
                                      </p:to>
                                    </p:set>
                                  </p:childTnLst>
                                </p:cTn>
                              </p:par>
                              <p:par>
                                <p:cTn id="441" presetID="1" presetClass="entr" presetSubtype="0" fill="hold" nodeType="withEffect">
                                  <p:stCondLst>
                                    <p:cond delay="0"/>
                                  </p:stCondLst>
                                  <p:childTnLst>
                                    <p:set>
                                      <p:cBhvr>
                                        <p:cTn id="442" dur="1" fill="hold">
                                          <p:stCondLst>
                                            <p:cond delay="0"/>
                                          </p:stCondLst>
                                        </p:cTn>
                                        <p:tgtEl>
                                          <p:spTgt spid="226"/>
                                        </p:tgtEl>
                                        <p:attrNameLst>
                                          <p:attrName>style.visibility</p:attrName>
                                        </p:attrNameLst>
                                      </p:cBhvr>
                                      <p:to>
                                        <p:strVal val="visible"/>
                                      </p:to>
                                    </p:set>
                                  </p:childTnLst>
                                </p:cTn>
                              </p:par>
                              <p:par>
                                <p:cTn id="443" presetID="1" presetClass="entr" presetSubtype="0" fill="hold" nodeType="withEffect">
                                  <p:stCondLst>
                                    <p:cond delay="0"/>
                                  </p:stCondLst>
                                  <p:childTnLst>
                                    <p:set>
                                      <p:cBhvr>
                                        <p:cTn id="444" dur="1" fill="hold">
                                          <p:stCondLst>
                                            <p:cond delay="0"/>
                                          </p:stCondLst>
                                        </p:cTn>
                                        <p:tgtEl>
                                          <p:spTgt spid="227"/>
                                        </p:tgtEl>
                                        <p:attrNameLst>
                                          <p:attrName>style.visibility</p:attrName>
                                        </p:attrNameLst>
                                      </p:cBhvr>
                                      <p:to>
                                        <p:strVal val="visible"/>
                                      </p:to>
                                    </p:set>
                                  </p:childTnLst>
                                </p:cTn>
                              </p:par>
                              <p:par>
                                <p:cTn id="445" presetID="1" presetClass="entr" presetSubtype="0" fill="hold" nodeType="withEffect">
                                  <p:stCondLst>
                                    <p:cond delay="0"/>
                                  </p:stCondLst>
                                  <p:childTnLst>
                                    <p:set>
                                      <p:cBhvr>
                                        <p:cTn id="446" dur="1" fill="hold">
                                          <p:stCondLst>
                                            <p:cond delay="0"/>
                                          </p:stCondLst>
                                        </p:cTn>
                                        <p:tgtEl>
                                          <p:spTgt spid="228"/>
                                        </p:tgtEl>
                                        <p:attrNameLst>
                                          <p:attrName>style.visibility</p:attrName>
                                        </p:attrNameLst>
                                      </p:cBhvr>
                                      <p:to>
                                        <p:strVal val="visible"/>
                                      </p:to>
                                    </p:set>
                                  </p:childTnLst>
                                </p:cTn>
                              </p:par>
                              <p:par>
                                <p:cTn id="447" presetID="1" presetClass="entr" presetSubtype="0" fill="hold" nodeType="withEffect">
                                  <p:stCondLst>
                                    <p:cond delay="0"/>
                                  </p:stCondLst>
                                  <p:childTnLst>
                                    <p:set>
                                      <p:cBhvr>
                                        <p:cTn id="448" dur="1" fill="hold">
                                          <p:stCondLst>
                                            <p:cond delay="0"/>
                                          </p:stCondLst>
                                        </p:cTn>
                                        <p:tgtEl>
                                          <p:spTgt spid="229"/>
                                        </p:tgtEl>
                                        <p:attrNameLst>
                                          <p:attrName>style.visibility</p:attrName>
                                        </p:attrNameLst>
                                      </p:cBhvr>
                                      <p:to>
                                        <p:strVal val="visible"/>
                                      </p:to>
                                    </p:set>
                                  </p:childTnLst>
                                </p:cTn>
                              </p:par>
                              <p:par>
                                <p:cTn id="449" presetID="1" presetClass="entr" presetSubtype="0" fill="hold" nodeType="withEffect">
                                  <p:stCondLst>
                                    <p:cond delay="0"/>
                                  </p:stCondLst>
                                  <p:childTnLst>
                                    <p:set>
                                      <p:cBhvr>
                                        <p:cTn id="450" dur="1" fill="hold">
                                          <p:stCondLst>
                                            <p:cond delay="0"/>
                                          </p:stCondLst>
                                        </p:cTn>
                                        <p:tgtEl>
                                          <p:spTgt spid="230"/>
                                        </p:tgtEl>
                                        <p:attrNameLst>
                                          <p:attrName>style.visibility</p:attrName>
                                        </p:attrNameLst>
                                      </p:cBhvr>
                                      <p:to>
                                        <p:strVal val="visible"/>
                                      </p:to>
                                    </p:set>
                                  </p:childTnLst>
                                </p:cTn>
                              </p:par>
                              <p:par>
                                <p:cTn id="451" presetID="1" presetClass="entr" presetSubtype="0" fill="hold" nodeType="withEffect">
                                  <p:stCondLst>
                                    <p:cond delay="0"/>
                                  </p:stCondLst>
                                  <p:childTnLst>
                                    <p:set>
                                      <p:cBhvr>
                                        <p:cTn id="452" dur="1" fill="hold">
                                          <p:stCondLst>
                                            <p:cond delay="0"/>
                                          </p:stCondLst>
                                        </p:cTn>
                                        <p:tgtEl>
                                          <p:spTgt spid="231"/>
                                        </p:tgtEl>
                                        <p:attrNameLst>
                                          <p:attrName>style.visibility</p:attrName>
                                        </p:attrNameLst>
                                      </p:cBhvr>
                                      <p:to>
                                        <p:strVal val="visible"/>
                                      </p:to>
                                    </p:set>
                                  </p:childTnLst>
                                </p:cTn>
                              </p:par>
                              <p:par>
                                <p:cTn id="453" presetID="1" presetClass="entr" presetSubtype="0" fill="hold" nodeType="withEffect">
                                  <p:stCondLst>
                                    <p:cond delay="0"/>
                                  </p:stCondLst>
                                  <p:childTnLst>
                                    <p:set>
                                      <p:cBhvr>
                                        <p:cTn id="454" dur="1" fill="hold">
                                          <p:stCondLst>
                                            <p:cond delay="0"/>
                                          </p:stCondLst>
                                        </p:cTn>
                                        <p:tgtEl>
                                          <p:spTgt spid="232"/>
                                        </p:tgtEl>
                                        <p:attrNameLst>
                                          <p:attrName>style.visibility</p:attrName>
                                        </p:attrNameLst>
                                      </p:cBhvr>
                                      <p:to>
                                        <p:strVal val="visible"/>
                                      </p:to>
                                    </p:set>
                                  </p:childTnLst>
                                </p:cTn>
                              </p:par>
                              <p:par>
                                <p:cTn id="455" presetID="1" presetClass="entr" presetSubtype="0" fill="hold" nodeType="withEffect">
                                  <p:stCondLst>
                                    <p:cond delay="0"/>
                                  </p:stCondLst>
                                  <p:childTnLst>
                                    <p:set>
                                      <p:cBhvr>
                                        <p:cTn id="456" dur="1" fill="hold">
                                          <p:stCondLst>
                                            <p:cond delay="0"/>
                                          </p:stCondLst>
                                        </p:cTn>
                                        <p:tgtEl>
                                          <p:spTgt spid="233"/>
                                        </p:tgtEl>
                                        <p:attrNameLst>
                                          <p:attrName>style.visibility</p:attrName>
                                        </p:attrNameLst>
                                      </p:cBhvr>
                                      <p:to>
                                        <p:strVal val="visible"/>
                                      </p:to>
                                    </p:set>
                                  </p:childTnLst>
                                </p:cTn>
                              </p:par>
                              <p:par>
                                <p:cTn id="457" presetID="1" presetClass="entr" presetSubtype="0" fill="hold" nodeType="withEffect">
                                  <p:stCondLst>
                                    <p:cond delay="0"/>
                                  </p:stCondLst>
                                  <p:childTnLst>
                                    <p:set>
                                      <p:cBhvr>
                                        <p:cTn id="458" dur="1" fill="hold">
                                          <p:stCondLst>
                                            <p:cond delay="0"/>
                                          </p:stCondLst>
                                        </p:cTn>
                                        <p:tgtEl>
                                          <p:spTgt spid="234"/>
                                        </p:tgtEl>
                                        <p:attrNameLst>
                                          <p:attrName>style.visibility</p:attrName>
                                        </p:attrNameLst>
                                      </p:cBhvr>
                                      <p:to>
                                        <p:strVal val="visible"/>
                                      </p:to>
                                    </p:set>
                                  </p:childTnLst>
                                </p:cTn>
                              </p:par>
                              <p:par>
                                <p:cTn id="459" presetID="1" presetClass="entr" presetSubtype="0" fill="hold" nodeType="withEffect">
                                  <p:stCondLst>
                                    <p:cond delay="0"/>
                                  </p:stCondLst>
                                  <p:childTnLst>
                                    <p:set>
                                      <p:cBhvr>
                                        <p:cTn id="460" dur="1" fill="hold">
                                          <p:stCondLst>
                                            <p:cond delay="0"/>
                                          </p:stCondLst>
                                        </p:cTn>
                                        <p:tgtEl>
                                          <p:spTgt spid="235"/>
                                        </p:tgtEl>
                                        <p:attrNameLst>
                                          <p:attrName>style.visibility</p:attrName>
                                        </p:attrNameLst>
                                      </p:cBhvr>
                                      <p:to>
                                        <p:strVal val="visible"/>
                                      </p:to>
                                    </p:set>
                                  </p:childTnLst>
                                </p:cTn>
                              </p:par>
                              <p:par>
                                <p:cTn id="461" presetID="1" presetClass="entr" presetSubtype="0" fill="hold" nodeType="withEffect">
                                  <p:stCondLst>
                                    <p:cond delay="0"/>
                                  </p:stCondLst>
                                  <p:childTnLst>
                                    <p:set>
                                      <p:cBhvr>
                                        <p:cTn id="462" dur="1" fill="hold">
                                          <p:stCondLst>
                                            <p:cond delay="0"/>
                                          </p:stCondLst>
                                        </p:cTn>
                                        <p:tgtEl>
                                          <p:spTgt spid="236"/>
                                        </p:tgtEl>
                                        <p:attrNameLst>
                                          <p:attrName>style.visibility</p:attrName>
                                        </p:attrNameLst>
                                      </p:cBhvr>
                                      <p:to>
                                        <p:strVal val="visible"/>
                                      </p:to>
                                    </p:set>
                                  </p:childTnLst>
                                </p:cTn>
                              </p:par>
                              <p:par>
                                <p:cTn id="463" presetID="1" presetClass="entr" presetSubtype="0" fill="hold" nodeType="withEffect">
                                  <p:stCondLst>
                                    <p:cond delay="0"/>
                                  </p:stCondLst>
                                  <p:childTnLst>
                                    <p:set>
                                      <p:cBhvr>
                                        <p:cTn id="464" dur="1" fill="hold">
                                          <p:stCondLst>
                                            <p:cond delay="0"/>
                                          </p:stCondLst>
                                        </p:cTn>
                                        <p:tgtEl>
                                          <p:spTgt spid="237"/>
                                        </p:tgtEl>
                                        <p:attrNameLst>
                                          <p:attrName>style.visibility</p:attrName>
                                        </p:attrNameLst>
                                      </p:cBhvr>
                                      <p:to>
                                        <p:strVal val="visible"/>
                                      </p:to>
                                    </p:set>
                                  </p:childTnLst>
                                </p:cTn>
                              </p:par>
                              <p:par>
                                <p:cTn id="465" presetID="1" presetClass="entr" presetSubtype="0" fill="hold" nodeType="withEffect">
                                  <p:stCondLst>
                                    <p:cond delay="0"/>
                                  </p:stCondLst>
                                  <p:childTnLst>
                                    <p:set>
                                      <p:cBhvr>
                                        <p:cTn id="466" dur="1" fill="hold">
                                          <p:stCondLst>
                                            <p:cond delay="0"/>
                                          </p:stCondLst>
                                        </p:cTn>
                                        <p:tgtEl>
                                          <p:spTgt spid="238"/>
                                        </p:tgtEl>
                                        <p:attrNameLst>
                                          <p:attrName>style.visibility</p:attrName>
                                        </p:attrNameLst>
                                      </p:cBhvr>
                                      <p:to>
                                        <p:strVal val="visible"/>
                                      </p:to>
                                    </p:set>
                                  </p:childTnLst>
                                </p:cTn>
                              </p:par>
                              <p:par>
                                <p:cTn id="467" presetID="1" presetClass="entr" presetSubtype="0" fill="hold" nodeType="withEffect">
                                  <p:stCondLst>
                                    <p:cond delay="0"/>
                                  </p:stCondLst>
                                  <p:childTnLst>
                                    <p:set>
                                      <p:cBhvr>
                                        <p:cTn id="468" dur="1" fill="hold">
                                          <p:stCondLst>
                                            <p:cond delay="0"/>
                                          </p:stCondLst>
                                        </p:cTn>
                                        <p:tgtEl>
                                          <p:spTgt spid="239"/>
                                        </p:tgtEl>
                                        <p:attrNameLst>
                                          <p:attrName>style.visibility</p:attrName>
                                        </p:attrNameLst>
                                      </p:cBhvr>
                                      <p:to>
                                        <p:strVal val="visible"/>
                                      </p:to>
                                    </p:set>
                                  </p:childTnLst>
                                </p:cTn>
                              </p:par>
                              <p:par>
                                <p:cTn id="469" presetID="1" presetClass="entr" presetSubtype="0" fill="hold" nodeType="withEffect">
                                  <p:stCondLst>
                                    <p:cond delay="0"/>
                                  </p:stCondLst>
                                  <p:childTnLst>
                                    <p:set>
                                      <p:cBhvr>
                                        <p:cTn id="470" dur="1" fill="hold">
                                          <p:stCondLst>
                                            <p:cond delay="0"/>
                                          </p:stCondLst>
                                        </p:cTn>
                                        <p:tgtEl>
                                          <p:spTgt spid="240"/>
                                        </p:tgtEl>
                                        <p:attrNameLst>
                                          <p:attrName>style.visibility</p:attrName>
                                        </p:attrNameLst>
                                      </p:cBhvr>
                                      <p:to>
                                        <p:strVal val="visible"/>
                                      </p:to>
                                    </p:set>
                                  </p:childTnLst>
                                </p:cTn>
                              </p:par>
                              <p:par>
                                <p:cTn id="471" presetID="1" presetClass="entr" presetSubtype="0" fill="hold" nodeType="withEffect">
                                  <p:stCondLst>
                                    <p:cond delay="0"/>
                                  </p:stCondLst>
                                  <p:childTnLst>
                                    <p:set>
                                      <p:cBhvr>
                                        <p:cTn id="472" dur="1" fill="hold">
                                          <p:stCondLst>
                                            <p:cond delay="0"/>
                                          </p:stCondLst>
                                        </p:cTn>
                                        <p:tgtEl>
                                          <p:spTgt spid="241"/>
                                        </p:tgtEl>
                                        <p:attrNameLst>
                                          <p:attrName>style.visibility</p:attrName>
                                        </p:attrNameLst>
                                      </p:cBhvr>
                                      <p:to>
                                        <p:strVal val="visible"/>
                                      </p:to>
                                    </p:set>
                                  </p:childTnLst>
                                </p:cTn>
                              </p:par>
                              <p:par>
                                <p:cTn id="473" presetID="1" presetClass="entr" presetSubtype="0" fill="hold" nodeType="withEffect">
                                  <p:stCondLst>
                                    <p:cond delay="0"/>
                                  </p:stCondLst>
                                  <p:childTnLst>
                                    <p:set>
                                      <p:cBhvr>
                                        <p:cTn id="474" dur="1" fill="hold">
                                          <p:stCondLst>
                                            <p:cond delay="0"/>
                                          </p:stCondLst>
                                        </p:cTn>
                                        <p:tgtEl>
                                          <p:spTgt spid="242"/>
                                        </p:tgtEl>
                                        <p:attrNameLst>
                                          <p:attrName>style.visibility</p:attrName>
                                        </p:attrNameLst>
                                      </p:cBhvr>
                                      <p:to>
                                        <p:strVal val="visible"/>
                                      </p:to>
                                    </p:set>
                                  </p:childTnLst>
                                </p:cTn>
                              </p:par>
                              <p:par>
                                <p:cTn id="475" presetID="1" presetClass="entr" presetSubtype="0" fill="hold" nodeType="withEffect">
                                  <p:stCondLst>
                                    <p:cond delay="0"/>
                                  </p:stCondLst>
                                  <p:childTnLst>
                                    <p:set>
                                      <p:cBhvr>
                                        <p:cTn id="476" dur="1" fill="hold">
                                          <p:stCondLst>
                                            <p:cond delay="0"/>
                                          </p:stCondLst>
                                        </p:cTn>
                                        <p:tgtEl>
                                          <p:spTgt spid="243"/>
                                        </p:tgtEl>
                                        <p:attrNameLst>
                                          <p:attrName>style.visibility</p:attrName>
                                        </p:attrNameLst>
                                      </p:cBhvr>
                                      <p:to>
                                        <p:strVal val="visible"/>
                                      </p:to>
                                    </p:set>
                                  </p:childTnLst>
                                </p:cTn>
                              </p:par>
                              <p:par>
                                <p:cTn id="477" presetID="1" presetClass="entr" presetSubtype="0" fill="hold" nodeType="withEffect">
                                  <p:stCondLst>
                                    <p:cond delay="0"/>
                                  </p:stCondLst>
                                  <p:childTnLst>
                                    <p:set>
                                      <p:cBhvr>
                                        <p:cTn id="478" dur="1" fill="hold">
                                          <p:stCondLst>
                                            <p:cond delay="0"/>
                                          </p:stCondLst>
                                        </p:cTn>
                                        <p:tgtEl>
                                          <p:spTgt spid="244"/>
                                        </p:tgtEl>
                                        <p:attrNameLst>
                                          <p:attrName>style.visibility</p:attrName>
                                        </p:attrNameLst>
                                      </p:cBhvr>
                                      <p:to>
                                        <p:strVal val="visible"/>
                                      </p:to>
                                    </p:set>
                                  </p:childTnLst>
                                </p:cTn>
                              </p:par>
                              <p:par>
                                <p:cTn id="479" presetID="1" presetClass="entr" presetSubtype="0" fill="hold" nodeType="withEffect">
                                  <p:stCondLst>
                                    <p:cond delay="0"/>
                                  </p:stCondLst>
                                  <p:childTnLst>
                                    <p:set>
                                      <p:cBhvr>
                                        <p:cTn id="480" dur="1" fill="hold">
                                          <p:stCondLst>
                                            <p:cond delay="0"/>
                                          </p:stCondLst>
                                        </p:cTn>
                                        <p:tgtEl>
                                          <p:spTgt spid="245"/>
                                        </p:tgtEl>
                                        <p:attrNameLst>
                                          <p:attrName>style.visibility</p:attrName>
                                        </p:attrNameLst>
                                      </p:cBhvr>
                                      <p:to>
                                        <p:strVal val="visible"/>
                                      </p:to>
                                    </p:set>
                                  </p:childTnLst>
                                </p:cTn>
                              </p:par>
                              <p:par>
                                <p:cTn id="481" presetID="1" presetClass="entr" presetSubtype="0" fill="hold" nodeType="withEffect">
                                  <p:stCondLst>
                                    <p:cond delay="0"/>
                                  </p:stCondLst>
                                  <p:childTnLst>
                                    <p:set>
                                      <p:cBhvr>
                                        <p:cTn id="482" dur="1" fill="hold">
                                          <p:stCondLst>
                                            <p:cond delay="0"/>
                                          </p:stCondLst>
                                        </p:cTn>
                                        <p:tgtEl>
                                          <p:spTgt spid="246"/>
                                        </p:tgtEl>
                                        <p:attrNameLst>
                                          <p:attrName>style.visibility</p:attrName>
                                        </p:attrNameLst>
                                      </p:cBhvr>
                                      <p:to>
                                        <p:strVal val="visible"/>
                                      </p:to>
                                    </p:set>
                                  </p:childTnLst>
                                </p:cTn>
                              </p:par>
                              <p:par>
                                <p:cTn id="483" presetID="1" presetClass="entr" presetSubtype="0" fill="hold" nodeType="withEffect">
                                  <p:stCondLst>
                                    <p:cond delay="0"/>
                                  </p:stCondLst>
                                  <p:childTnLst>
                                    <p:set>
                                      <p:cBhvr>
                                        <p:cTn id="484" dur="1" fill="hold">
                                          <p:stCondLst>
                                            <p:cond delay="0"/>
                                          </p:stCondLst>
                                        </p:cTn>
                                        <p:tgtEl>
                                          <p:spTgt spid="247"/>
                                        </p:tgtEl>
                                        <p:attrNameLst>
                                          <p:attrName>style.visibility</p:attrName>
                                        </p:attrNameLst>
                                      </p:cBhvr>
                                      <p:to>
                                        <p:strVal val="visible"/>
                                      </p:to>
                                    </p:set>
                                  </p:childTnLst>
                                </p:cTn>
                              </p:par>
                              <p:par>
                                <p:cTn id="485" presetID="1" presetClass="entr" presetSubtype="0" fill="hold" nodeType="withEffect">
                                  <p:stCondLst>
                                    <p:cond delay="0"/>
                                  </p:stCondLst>
                                  <p:childTnLst>
                                    <p:set>
                                      <p:cBhvr>
                                        <p:cTn id="486" dur="1" fill="hold">
                                          <p:stCondLst>
                                            <p:cond delay="0"/>
                                          </p:stCondLst>
                                        </p:cTn>
                                        <p:tgtEl>
                                          <p:spTgt spid="248"/>
                                        </p:tgtEl>
                                        <p:attrNameLst>
                                          <p:attrName>style.visibility</p:attrName>
                                        </p:attrNameLst>
                                      </p:cBhvr>
                                      <p:to>
                                        <p:strVal val="visible"/>
                                      </p:to>
                                    </p:set>
                                  </p:childTnLst>
                                </p:cTn>
                              </p:par>
                              <p:par>
                                <p:cTn id="487" presetID="1" presetClass="entr" presetSubtype="0" fill="hold" nodeType="withEffect">
                                  <p:stCondLst>
                                    <p:cond delay="0"/>
                                  </p:stCondLst>
                                  <p:childTnLst>
                                    <p:set>
                                      <p:cBhvr>
                                        <p:cTn id="488" dur="1" fill="hold">
                                          <p:stCondLst>
                                            <p:cond delay="0"/>
                                          </p:stCondLst>
                                        </p:cTn>
                                        <p:tgtEl>
                                          <p:spTgt spid="249"/>
                                        </p:tgtEl>
                                        <p:attrNameLst>
                                          <p:attrName>style.visibility</p:attrName>
                                        </p:attrNameLst>
                                      </p:cBhvr>
                                      <p:to>
                                        <p:strVal val="visible"/>
                                      </p:to>
                                    </p:set>
                                  </p:childTnLst>
                                </p:cTn>
                              </p:par>
                              <p:par>
                                <p:cTn id="489" presetID="1" presetClass="entr" presetSubtype="0" fill="hold" nodeType="withEffect">
                                  <p:stCondLst>
                                    <p:cond delay="0"/>
                                  </p:stCondLst>
                                  <p:childTnLst>
                                    <p:set>
                                      <p:cBhvr>
                                        <p:cTn id="490" dur="1" fill="hold">
                                          <p:stCondLst>
                                            <p:cond delay="0"/>
                                          </p:stCondLst>
                                        </p:cTn>
                                        <p:tgtEl>
                                          <p:spTgt spid="250"/>
                                        </p:tgtEl>
                                        <p:attrNameLst>
                                          <p:attrName>style.visibility</p:attrName>
                                        </p:attrNameLst>
                                      </p:cBhvr>
                                      <p:to>
                                        <p:strVal val="visible"/>
                                      </p:to>
                                    </p:set>
                                  </p:childTnLst>
                                </p:cTn>
                              </p:par>
                              <p:par>
                                <p:cTn id="491" presetID="1" presetClass="entr" presetSubtype="0" fill="hold" nodeType="withEffect">
                                  <p:stCondLst>
                                    <p:cond delay="0"/>
                                  </p:stCondLst>
                                  <p:childTnLst>
                                    <p:set>
                                      <p:cBhvr>
                                        <p:cTn id="492" dur="1" fill="hold">
                                          <p:stCondLst>
                                            <p:cond delay="0"/>
                                          </p:stCondLst>
                                        </p:cTn>
                                        <p:tgtEl>
                                          <p:spTgt spid="251"/>
                                        </p:tgtEl>
                                        <p:attrNameLst>
                                          <p:attrName>style.visibility</p:attrName>
                                        </p:attrNameLst>
                                      </p:cBhvr>
                                      <p:to>
                                        <p:strVal val="visible"/>
                                      </p:to>
                                    </p:set>
                                  </p:childTnLst>
                                </p:cTn>
                              </p:par>
                              <p:par>
                                <p:cTn id="493" presetID="1" presetClass="entr" presetSubtype="0" fill="hold" nodeType="withEffect">
                                  <p:stCondLst>
                                    <p:cond delay="0"/>
                                  </p:stCondLst>
                                  <p:childTnLst>
                                    <p:set>
                                      <p:cBhvr>
                                        <p:cTn id="494" dur="1" fill="hold">
                                          <p:stCondLst>
                                            <p:cond delay="0"/>
                                          </p:stCondLst>
                                        </p:cTn>
                                        <p:tgtEl>
                                          <p:spTgt spid="252"/>
                                        </p:tgtEl>
                                        <p:attrNameLst>
                                          <p:attrName>style.visibility</p:attrName>
                                        </p:attrNameLst>
                                      </p:cBhvr>
                                      <p:to>
                                        <p:strVal val="visible"/>
                                      </p:to>
                                    </p:set>
                                  </p:childTnLst>
                                </p:cTn>
                              </p:par>
                              <p:par>
                                <p:cTn id="495" presetID="1" presetClass="entr" presetSubtype="0" fill="hold" nodeType="withEffect">
                                  <p:stCondLst>
                                    <p:cond delay="0"/>
                                  </p:stCondLst>
                                  <p:childTnLst>
                                    <p:set>
                                      <p:cBhvr>
                                        <p:cTn id="496" dur="1" fill="hold">
                                          <p:stCondLst>
                                            <p:cond delay="0"/>
                                          </p:stCondLst>
                                        </p:cTn>
                                        <p:tgtEl>
                                          <p:spTgt spid="253"/>
                                        </p:tgtEl>
                                        <p:attrNameLst>
                                          <p:attrName>style.visibility</p:attrName>
                                        </p:attrNameLst>
                                      </p:cBhvr>
                                      <p:to>
                                        <p:strVal val="visible"/>
                                      </p:to>
                                    </p:set>
                                  </p:childTnLst>
                                </p:cTn>
                              </p:par>
                              <p:par>
                                <p:cTn id="497" presetID="1" presetClass="entr" presetSubtype="0" fill="hold" nodeType="withEffect">
                                  <p:stCondLst>
                                    <p:cond delay="0"/>
                                  </p:stCondLst>
                                  <p:childTnLst>
                                    <p:set>
                                      <p:cBhvr>
                                        <p:cTn id="498" dur="1" fill="hold">
                                          <p:stCondLst>
                                            <p:cond delay="0"/>
                                          </p:stCondLst>
                                        </p:cTn>
                                        <p:tgtEl>
                                          <p:spTgt spid="254"/>
                                        </p:tgtEl>
                                        <p:attrNameLst>
                                          <p:attrName>style.visibility</p:attrName>
                                        </p:attrNameLst>
                                      </p:cBhvr>
                                      <p:to>
                                        <p:strVal val="visible"/>
                                      </p:to>
                                    </p:set>
                                  </p:childTnLst>
                                </p:cTn>
                              </p:par>
                              <p:par>
                                <p:cTn id="499" presetID="1" presetClass="entr" presetSubtype="0" fill="hold" nodeType="withEffect">
                                  <p:stCondLst>
                                    <p:cond delay="0"/>
                                  </p:stCondLst>
                                  <p:childTnLst>
                                    <p:set>
                                      <p:cBhvr>
                                        <p:cTn id="500" dur="1" fill="hold">
                                          <p:stCondLst>
                                            <p:cond delay="0"/>
                                          </p:stCondLst>
                                        </p:cTn>
                                        <p:tgtEl>
                                          <p:spTgt spid="255"/>
                                        </p:tgtEl>
                                        <p:attrNameLst>
                                          <p:attrName>style.visibility</p:attrName>
                                        </p:attrNameLst>
                                      </p:cBhvr>
                                      <p:to>
                                        <p:strVal val="visible"/>
                                      </p:to>
                                    </p:set>
                                  </p:childTnLst>
                                </p:cTn>
                              </p:par>
                              <p:par>
                                <p:cTn id="501" presetID="1" presetClass="entr" presetSubtype="0" fill="hold" nodeType="withEffect">
                                  <p:stCondLst>
                                    <p:cond delay="0"/>
                                  </p:stCondLst>
                                  <p:childTnLst>
                                    <p:set>
                                      <p:cBhvr>
                                        <p:cTn id="502" dur="1" fill="hold">
                                          <p:stCondLst>
                                            <p:cond delay="0"/>
                                          </p:stCondLst>
                                        </p:cTn>
                                        <p:tgtEl>
                                          <p:spTgt spid="256"/>
                                        </p:tgtEl>
                                        <p:attrNameLst>
                                          <p:attrName>style.visibility</p:attrName>
                                        </p:attrNameLst>
                                      </p:cBhvr>
                                      <p:to>
                                        <p:strVal val="visible"/>
                                      </p:to>
                                    </p:set>
                                  </p:childTnLst>
                                </p:cTn>
                              </p:par>
                              <p:par>
                                <p:cTn id="503" presetID="1" presetClass="entr" presetSubtype="0" fill="hold" nodeType="withEffect">
                                  <p:stCondLst>
                                    <p:cond delay="0"/>
                                  </p:stCondLst>
                                  <p:childTnLst>
                                    <p:set>
                                      <p:cBhvr>
                                        <p:cTn id="504" dur="1" fill="hold">
                                          <p:stCondLst>
                                            <p:cond delay="0"/>
                                          </p:stCondLst>
                                        </p:cTn>
                                        <p:tgtEl>
                                          <p:spTgt spid="257"/>
                                        </p:tgtEl>
                                        <p:attrNameLst>
                                          <p:attrName>style.visibility</p:attrName>
                                        </p:attrNameLst>
                                      </p:cBhvr>
                                      <p:to>
                                        <p:strVal val="visible"/>
                                      </p:to>
                                    </p:set>
                                  </p:childTnLst>
                                </p:cTn>
                              </p:par>
                              <p:par>
                                <p:cTn id="505" presetID="1" presetClass="entr" presetSubtype="0" fill="hold" nodeType="withEffect">
                                  <p:stCondLst>
                                    <p:cond delay="0"/>
                                  </p:stCondLst>
                                  <p:childTnLst>
                                    <p:set>
                                      <p:cBhvr>
                                        <p:cTn id="506" dur="1" fill="hold">
                                          <p:stCondLst>
                                            <p:cond delay="0"/>
                                          </p:stCondLst>
                                        </p:cTn>
                                        <p:tgtEl>
                                          <p:spTgt spid="258"/>
                                        </p:tgtEl>
                                        <p:attrNameLst>
                                          <p:attrName>style.visibility</p:attrName>
                                        </p:attrNameLst>
                                      </p:cBhvr>
                                      <p:to>
                                        <p:strVal val="visible"/>
                                      </p:to>
                                    </p:set>
                                  </p:childTnLst>
                                </p:cTn>
                              </p:par>
                              <p:par>
                                <p:cTn id="507" presetID="1" presetClass="entr" presetSubtype="0" fill="hold" nodeType="withEffect">
                                  <p:stCondLst>
                                    <p:cond delay="0"/>
                                  </p:stCondLst>
                                  <p:childTnLst>
                                    <p:set>
                                      <p:cBhvr>
                                        <p:cTn id="508" dur="1" fill="hold">
                                          <p:stCondLst>
                                            <p:cond delay="0"/>
                                          </p:stCondLst>
                                        </p:cTn>
                                        <p:tgtEl>
                                          <p:spTgt spid="259"/>
                                        </p:tgtEl>
                                        <p:attrNameLst>
                                          <p:attrName>style.visibility</p:attrName>
                                        </p:attrNameLst>
                                      </p:cBhvr>
                                      <p:to>
                                        <p:strVal val="visible"/>
                                      </p:to>
                                    </p:set>
                                  </p:childTnLst>
                                </p:cTn>
                              </p:par>
                              <p:par>
                                <p:cTn id="509" presetID="1" presetClass="entr" presetSubtype="0" fill="hold" nodeType="withEffect">
                                  <p:stCondLst>
                                    <p:cond delay="0"/>
                                  </p:stCondLst>
                                  <p:childTnLst>
                                    <p:set>
                                      <p:cBhvr>
                                        <p:cTn id="510" dur="1" fill="hold">
                                          <p:stCondLst>
                                            <p:cond delay="0"/>
                                          </p:stCondLst>
                                        </p:cTn>
                                        <p:tgtEl>
                                          <p:spTgt spid="260"/>
                                        </p:tgtEl>
                                        <p:attrNameLst>
                                          <p:attrName>style.visibility</p:attrName>
                                        </p:attrNameLst>
                                      </p:cBhvr>
                                      <p:to>
                                        <p:strVal val="visible"/>
                                      </p:to>
                                    </p:set>
                                  </p:childTnLst>
                                </p:cTn>
                              </p:par>
                              <p:par>
                                <p:cTn id="511" presetID="1" presetClass="entr" presetSubtype="0" fill="hold" nodeType="withEffect">
                                  <p:stCondLst>
                                    <p:cond delay="0"/>
                                  </p:stCondLst>
                                  <p:childTnLst>
                                    <p:set>
                                      <p:cBhvr>
                                        <p:cTn id="512" dur="1" fill="hold">
                                          <p:stCondLst>
                                            <p:cond delay="0"/>
                                          </p:stCondLst>
                                        </p:cTn>
                                        <p:tgtEl>
                                          <p:spTgt spid="261"/>
                                        </p:tgtEl>
                                        <p:attrNameLst>
                                          <p:attrName>style.visibility</p:attrName>
                                        </p:attrNameLst>
                                      </p:cBhvr>
                                      <p:to>
                                        <p:strVal val="visible"/>
                                      </p:to>
                                    </p:set>
                                  </p:childTnLst>
                                </p:cTn>
                              </p:par>
                              <p:par>
                                <p:cTn id="513" presetID="1" presetClass="entr" presetSubtype="0" fill="hold" nodeType="withEffect">
                                  <p:stCondLst>
                                    <p:cond delay="0"/>
                                  </p:stCondLst>
                                  <p:childTnLst>
                                    <p:set>
                                      <p:cBhvr>
                                        <p:cTn id="514" dur="1" fill="hold">
                                          <p:stCondLst>
                                            <p:cond delay="0"/>
                                          </p:stCondLst>
                                        </p:cTn>
                                        <p:tgtEl>
                                          <p:spTgt spid="262"/>
                                        </p:tgtEl>
                                        <p:attrNameLst>
                                          <p:attrName>style.visibility</p:attrName>
                                        </p:attrNameLst>
                                      </p:cBhvr>
                                      <p:to>
                                        <p:strVal val="visible"/>
                                      </p:to>
                                    </p:set>
                                  </p:childTnLst>
                                </p:cTn>
                              </p:par>
                              <p:par>
                                <p:cTn id="515" presetID="1" presetClass="entr" presetSubtype="0" fill="hold" nodeType="withEffect">
                                  <p:stCondLst>
                                    <p:cond delay="0"/>
                                  </p:stCondLst>
                                  <p:childTnLst>
                                    <p:set>
                                      <p:cBhvr>
                                        <p:cTn id="516" dur="1" fill="hold">
                                          <p:stCondLst>
                                            <p:cond delay="0"/>
                                          </p:stCondLst>
                                        </p:cTn>
                                        <p:tgtEl>
                                          <p:spTgt spid="263"/>
                                        </p:tgtEl>
                                        <p:attrNameLst>
                                          <p:attrName>style.visibility</p:attrName>
                                        </p:attrNameLst>
                                      </p:cBhvr>
                                      <p:to>
                                        <p:strVal val="visible"/>
                                      </p:to>
                                    </p:set>
                                  </p:childTnLst>
                                </p:cTn>
                              </p:par>
                              <p:par>
                                <p:cTn id="517" presetID="1" presetClass="entr" presetSubtype="0" fill="hold" nodeType="withEffect">
                                  <p:stCondLst>
                                    <p:cond delay="0"/>
                                  </p:stCondLst>
                                  <p:childTnLst>
                                    <p:set>
                                      <p:cBhvr>
                                        <p:cTn id="518" dur="1" fill="hold">
                                          <p:stCondLst>
                                            <p:cond delay="0"/>
                                          </p:stCondLst>
                                        </p:cTn>
                                        <p:tgtEl>
                                          <p:spTgt spid="264"/>
                                        </p:tgtEl>
                                        <p:attrNameLst>
                                          <p:attrName>style.visibility</p:attrName>
                                        </p:attrNameLst>
                                      </p:cBhvr>
                                      <p:to>
                                        <p:strVal val="visible"/>
                                      </p:to>
                                    </p:set>
                                  </p:childTnLst>
                                </p:cTn>
                              </p:par>
                              <p:par>
                                <p:cTn id="519" presetID="1" presetClass="entr" presetSubtype="0" fill="hold" nodeType="withEffect">
                                  <p:stCondLst>
                                    <p:cond delay="0"/>
                                  </p:stCondLst>
                                  <p:childTnLst>
                                    <p:set>
                                      <p:cBhvr>
                                        <p:cTn id="520" dur="1" fill="hold">
                                          <p:stCondLst>
                                            <p:cond delay="0"/>
                                          </p:stCondLst>
                                        </p:cTn>
                                        <p:tgtEl>
                                          <p:spTgt spid="265"/>
                                        </p:tgtEl>
                                        <p:attrNameLst>
                                          <p:attrName>style.visibility</p:attrName>
                                        </p:attrNameLst>
                                      </p:cBhvr>
                                      <p:to>
                                        <p:strVal val="visible"/>
                                      </p:to>
                                    </p:set>
                                  </p:childTnLst>
                                </p:cTn>
                              </p:par>
                              <p:par>
                                <p:cTn id="521" presetID="1" presetClass="entr" presetSubtype="0" fill="hold" nodeType="withEffect">
                                  <p:stCondLst>
                                    <p:cond delay="0"/>
                                  </p:stCondLst>
                                  <p:childTnLst>
                                    <p:set>
                                      <p:cBhvr>
                                        <p:cTn id="522" dur="1" fill="hold">
                                          <p:stCondLst>
                                            <p:cond delay="0"/>
                                          </p:stCondLst>
                                        </p:cTn>
                                        <p:tgtEl>
                                          <p:spTgt spid="266"/>
                                        </p:tgtEl>
                                        <p:attrNameLst>
                                          <p:attrName>style.visibility</p:attrName>
                                        </p:attrNameLst>
                                      </p:cBhvr>
                                      <p:to>
                                        <p:strVal val="visible"/>
                                      </p:to>
                                    </p:set>
                                  </p:childTnLst>
                                </p:cTn>
                              </p:par>
                              <p:par>
                                <p:cTn id="523" presetID="1" presetClass="entr" presetSubtype="0" fill="hold" nodeType="withEffect">
                                  <p:stCondLst>
                                    <p:cond delay="0"/>
                                  </p:stCondLst>
                                  <p:childTnLst>
                                    <p:set>
                                      <p:cBhvr>
                                        <p:cTn id="524" dur="1" fill="hold">
                                          <p:stCondLst>
                                            <p:cond delay="0"/>
                                          </p:stCondLst>
                                        </p:cTn>
                                        <p:tgtEl>
                                          <p:spTgt spid="267"/>
                                        </p:tgtEl>
                                        <p:attrNameLst>
                                          <p:attrName>style.visibility</p:attrName>
                                        </p:attrNameLst>
                                      </p:cBhvr>
                                      <p:to>
                                        <p:strVal val="visible"/>
                                      </p:to>
                                    </p:set>
                                  </p:childTnLst>
                                </p:cTn>
                              </p:par>
                              <p:par>
                                <p:cTn id="525" presetID="1" presetClass="entr" presetSubtype="0" fill="hold" nodeType="withEffect">
                                  <p:stCondLst>
                                    <p:cond delay="0"/>
                                  </p:stCondLst>
                                  <p:childTnLst>
                                    <p:set>
                                      <p:cBhvr>
                                        <p:cTn id="526" dur="1" fill="hold">
                                          <p:stCondLst>
                                            <p:cond delay="0"/>
                                          </p:stCondLst>
                                        </p:cTn>
                                        <p:tgtEl>
                                          <p:spTgt spid="268"/>
                                        </p:tgtEl>
                                        <p:attrNameLst>
                                          <p:attrName>style.visibility</p:attrName>
                                        </p:attrNameLst>
                                      </p:cBhvr>
                                      <p:to>
                                        <p:strVal val="visible"/>
                                      </p:to>
                                    </p:set>
                                  </p:childTnLst>
                                </p:cTn>
                              </p:par>
                              <p:par>
                                <p:cTn id="527" presetID="1" presetClass="entr" presetSubtype="0" fill="hold" nodeType="withEffect">
                                  <p:stCondLst>
                                    <p:cond delay="0"/>
                                  </p:stCondLst>
                                  <p:childTnLst>
                                    <p:set>
                                      <p:cBhvr>
                                        <p:cTn id="528" dur="1" fill="hold">
                                          <p:stCondLst>
                                            <p:cond delay="0"/>
                                          </p:stCondLst>
                                        </p:cTn>
                                        <p:tgtEl>
                                          <p:spTgt spid="269"/>
                                        </p:tgtEl>
                                        <p:attrNameLst>
                                          <p:attrName>style.visibility</p:attrName>
                                        </p:attrNameLst>
                                      </p:cBhvr>
                                      <p:to>
                                        <p:strVal val="visible"/>
                                      </p:to>
                                    </p:set>
                                  </p:childTnLst>
                                </p:cTn>
                              </p:par>
                              <p:par>
                                <p:cTn id="529" presetID="1" presetClass="entr" presetSubtype="0" fill="hold" nodeType="withEffect">
                                  <p:stCondLst>
                                    <p:cond delay="0"/>
                                  </p:stCondLst>
                                  <p:childTnLst>
                                    <p:set>
                                      <p:cBhvr>
                                        <p:cTn id="530" dur="1" fill="hold">
                                          <p:stCondLst>
                                            <p:cond delay="0"/>
                                          </p:stCondLst>
                                        </p:cTn>
                                        <p:tgtEl>
                                          <p:spTgt spid="270"/>
                                        </p:tgtEl>
                                        <p:attrNameLst>
                                          <p:attrName>style.visibility</p:attrName>
                                        </p:attrNameLst>
                                      </p:cBhvr>
                                      <p:to>
                                        <p:strVal val="visible"/>
                                      </p:to>
                                    </p:set>
                                  </p:childTnLst>
                                </p:cTn>
                              </p:par>
                              <p:par>
                                <p:cTn id="531" presetID="1" presetClass="entr" presetSubtype="0" fill="hold" nodeType="withEffect">
                                  <p:stCondLst>
                                    <p:cond delay="0"/>
                                  </p:stCondLst>
                                  <p:childTnLst>
                                    <p:set>
                                      <p:cBhvr>
                                        <p:cTn id="532" dur="1" fill="hold">
                                          <p:stCondLst>
                                            <p:cond delay="0"/>
                                          </p:stCondLst>
                                        </p:cTn>
                                        <p:tgtEl>
                                          <p:spTgt spid="271"/>
                                        </p:tgtEl>
                                        <p:attrNameLst>
                                          <p:attrName>style.visibility</p:attrName>
                                        </p:attrNameLst>
                                      </p:cBhvr>
                                      <p:to>
                                        <p:strVal val="visible"/>
                                      </p:to>
                                    </p:set>
                                  </p:childTnLst>
                                </p:cTn>
                              </p:par>
                              <p:par>
                                <p:cTn id="533" presetID="1" presetClass="entr" presetSubtype="0" fill="hold" nodeType="withEffect">
                                  <p:stCondLst>
                                    <p:cond delay="0"/>
                                  </p:stCondLst>
                                  <p:childTnLst>
                                    <p:set>
                                      <p:cBhvr>
                                        <p:cTn id="534" dur="1" fill="hold">
                                          <p:stCondLst>
                                            <p:cond delay="0"/>
                                          </p:stCondLst>
                                        </p:cTn>
                                        <p:tgtEl>
                                          <p:spTgt spid="272"/>
                                        </p:tgtEl>
                                        <p:attrNameLst>
                                          <p:attrName>style.visibility</p:attrName>
                                        </p:attrNameLst>
                                      </p:cBhvr>
                                      <p:to>
                                        <p:strVal val="visible"/>
                                      </p:to>
                                    </p:set>
                                  </p:childTnLst>
                                </p:cTn>
                              </p:par>
                              <p:par>
                                <p:cTn id="535" presetID="1" presetClass="entr" presetSubtype="0" fill="hold" nodeType="withEffect">
                                  <p:stCondLst>
                                    <p:cond delay="0"/>
                                  </p:stCondLst>
                                  <p:childTnLst>
                                    <p:set>
                                      <p:cBhvr>
                                        <p:cTn id="536" dur="1" fill="hold">
                                          <p:stCondLst>
                                            <p:cond delay="0"/>
                                          </p:stCondLst>
                                        </p:cTn>
                                        <p:tgtEl>
                                          <p:spTgt spid="273"/>
                                        </p:tgtEl>
                                        <p:attrNameLst>
                                          <p:attrName>style.visibility</p:attrName>
                                        </p:attrNameLst>
                                      </p:cBhvr>
                                      <p:to>
                                        <p:strVal val="visible"/>
                                      </p:to>
                                    </p:set>
                                  </p:childTnLst>
                                </p:cTn>
                              </p:par>
                              <p:par>
                                <p:cTn id="537" presetID="1" presetClass="entr" presetSubtype="0" fill="hold" nodeType="withEffect">
                                  <p:stCondLst>
                                    <p:cond delay="0"/>
                                  </p:stCondLst>
                                  <p:childTnLst>
                                    <p:set>
                                      <p:cBhvr>
                                        <p:cTn id="538" dur="1" fill="hold">
                                          <p:stCondLst>
                                            <p:cond delay="0"/>
                                          </p:stCondLst>
                                        </p:cTn>
                                        <p:tgtEl>
                                          <p:spTgt spid="274"/>
                                        </p:tgtEl>
                                        <p:attrNameLst>
                                          <p:attrName>style.visibility</p:attrName>
                                        </p:attrNameLst>
                                      </p:cBhvr>
                                      <p:to>
                                        <p:strVal val="visible"/>
                                      </p:to>
                                    </p:set>
                                  </p:childTnLst>
                                </p:cTn>
                              </p:par>
                              <p:par>
                                <p:cTn id="539" presetID="1" presetClass="entr" presetSubtype="0" fill="hold" nodeType="withEffect">
                                  <p:stCondLst>
                                    <p:cond delay="0"/>
                                  </p:stCondLst>
                                  <p:childTnLst>
                                    <p:set>
                                      <p:cBhvr>
                                        <p:cTn id="540" dur="1" fill="hold">
                                          <p:stCondLst>
                                            <p:cond delay="0"/>
                                          </p:stCondLst>
                                        </p:cTn>
                                        <p:tgtEl>
                                          <p:spTgt spid="275"/>
                                        </p:tgtEl>
                                        <p:attrNameLst>
                                          <p:attrName>style.visibility</p:attrName>
                                        </p:attrNameLst>
                                      </p:cBhvr>
                                      <p:to>
                                        <p:strVal val="visible"/>
                                      </p:to>
                                    </p:set>
                                  </p:childTnLst>
                                </p:cTn>
                              </p:par>
                              <p:par>
                                <p:cTn id="541" presetID="1" presetClass="entr" presetSubtype="0" fill="hold" nodeType="withEffect">
                                  <p:stCondLst>
                                    <p:cond delay="0"/>
                                  </p:stCondLst>
                                  <p:childTnLst>
                                    <p:set>
                                      <p:cBhvr>
                                        <p:cTn id="542" dur="1" fill="hold">
                                          <p:stCondLst>
                                            <p:cond delay="0"/>
                                          </p:stCondLst>
                                        </p:cTn>
                                        <p:tgtEl>
                                          <p:spTgt spid="276"/>
                                        </p:tgtEl>
                                        <p:attrNameLst>
                                          <p:attrName>style.visibility</p:attrName>
                                        </p:attrNameLst>
                                      </p:cBhvr>
                                      <p:to>
                                        <p:strVal val="visible"/>
                                      </p:to>
                                    </p:set>
                                  </p:childTnLst>
                                </p:cTn>
                              </p:par>
                              <p:par>
                                <p:cTn id="543" presetID="1" presetClass="entr" presetSubtype="0" fill="hold" nodeType="withEffect">
                                  <p:stCondLst>
                                    <p:cond delay="0"/>
                                  </p:stCondLst>
                                  <p:childTnLst>
                                    <p:set>
                                      <p:cBhvr>
                                        <p:cTn id="544" dur="1" fill="hold">
                                          <p:stCondLst>
                                            <p:cond delay="0"/>
                                          </p:stCondLst>
                                        </p:cTn>
                                        <p:tgtEl>
                                          <p:spTgt spid="277"/>
                                        </p:tgtEl>
                                        <p:attrNameLst>
                                          <p:attrName>style.visibility</p:attrName>
                                        </p:attrNameLst>
                                      </p:cBhvr>
                                      <p:to>
                                        <p:strVal val="visible"/>
                                      </p:to>
                                    </p:set>
                                  </p:childTnLst>
                                </p:cTn>
                              </p:par>
                              <p:par>
                                <p:cTn id="545" presetID="1" presetClass="entr" presetSubtype="0" fill="hold" nodeType="withEffect">
                                  <p:stCondLst>
                                    <p:cond delay="0"/>
                                  </p:stCondLst>
                                  <p:childTnLst>
                                    <p:set>
                                      <p:cBhvr>
                                        <p:cTn id="546" dur="1" fill="hold">
                                          <p:stCondLst>
                                            <p:cond delay="0"/>
                                          </p:stCondLst>
                                        </p:cTn>
                                        <p:tgtEl>
                                          <p:spTgt spid="278"/>
                                        </p:tgtEl>
                                        <p:attrNameLst>
                                          <p:attrName>style.visibility</p:attrName>
                                        </p:attrNameLst>
                                      </p:cBhvr>
                                      <p:to>
                                        <p:strVal val="visible"/>
                                      </p:to>
                                    </p:set>
                                  </p:childTnLst>
                                </p:cTn>
                              </p:par>
                              <p:par>
                                <p:cTn id="547" presetID="1" presetClass="entr" presetSubtype="0" fill="hold" nodeType="withEffect">
                                  <p:stCondLst>
                                    <p:cond delay="0"/>
                                  </p:stCondLst>
                                  <p:childTnLst>
                                    <p:set>
                                      <p:cBhvr>
                                        <p:cTn id="548" dur="1" fill="hold">
                                          <p:stCondLst>
                                            <p:cond delay="0"/>
                                          </p:stCondLst>
                                        </p:cTn>
                                        <p:tgtEl>
                                          <p:spTgt spid="279"/>
                                        </p:tgtEl>
                                        <p:attrNameLst>
                                          <p:attrName>style.visibility</p:attrName>
                                        </p:attrNameLst>
                                      </p:cBhvr>
                                      <p:to>
                                        <p:strVal val="visible"/>
                                      </p:to>
                                    </p:set>
                                  </p:childTnLst>
                                </p:cTn>
                              </p:par>
                              <p:par>
                                <p:cTn id="549" presetID="1" presetClass="entr" presetSubtype="0" fill="hold" nodeType="withEffect">
                                  <p:stCondLst>
                                    <p:cond delay="0"/>
                                  </p:stCondLst>
                                  <p:childTnLst>
                                    <p:set>
                                      <p:cBhvr>
                                        <p:cTn id="550" dur="1" fill="hold">
                                          <p:stCondLst>
                                            <p:cond delay="0"/>
                                          </p:stCondLst>
                                        </p:cTn>
                                        <p:tgtEl>
                                          <p:spTgt spid="280"/>
                                        </p:tgtEl>
                                        <p:attrNameLst>
                                          <p:attrName>style.visibility</p:attrName>
                                        </p:attrNameLst>
                                      </p:cBhvr>
                                      <p:to>
                                        <p:strVal val="visible"/>
                                      </p:to>
                                    </p:set>
                                  </p:childTnLst>
                                </p:cTn>
                              </p:par>
                              <p:par>
                                <p:cTn id="551" presetID="1" presetClass="entr" presetSubtype="0" fill="hold" nodeType="withEffect">
                                  <p:stCondLst>
                                    <p:cond delay="0"/>
                                  </p:stCondLst>
                                  <p:childTnLst>
                                    <p:set>
                                      <p:cBhvr>
                                        <p:cTn id="552" dur="1" fill="hold">
                                          <p:stCondLst>
                                            <p:cond delay="0"/>
                                          </p:stCondLst>
                                        </p:cTn>
                                        <p:tgtEl>
                                          <p:spTgt spid="281"/>
                                        </p:tgtEl>
                                        <p:attrNameLst>
                                          <p:attrName>style.visibility</p:attrName>
                                        </p:attrNameLst>
                                      </p:cBhvr>
                                      <p:to>
                                        <p:strVal val="visible"/>
                                      </p:to>
                                    </p:set>
                                  </p:childTnLst>
                                </p:cTn>
                              </p:par>
                              <p:par>
                                <p:cTn id="553" presetID="1" presetClass="entr" presetSubtype="0" fill="hold" nodeType="withEffect">
                                  <p:stCondLst>
                                    <p:cond delay="0"/>
                                  </p:stCondLst>
                                  <p:childTnLst>
                                    <p:set>
                                      <p:cBhvr>
                                        <p:cTn id="554" dur="1" fill="hold">
                                          <p:stCondLst>
                                            <p:cond delay="0"/>
                                          </p:stCondLst>
                                        </p:cTn>
                                        <p:tgtEl>
                                          <p:spTgt spid="282"/>
                                        </p:tgtEl>
                                        <p:attrNameLst>
                                          <p:attrName>style.visibility</p:attrName>
                                        </p:attrNameLst>
                                      </p:cBhvr>
                                      <p:to>
                                        <p:strVal val="visible"/>
                                      </p:to>
                                    </p:set>
                                  </p:childTnLst>
                                </p:cTn>
                              </p:par>
                              <p:par>
                                <p:cTn id="555" presetID="1" presetClass="entr" presetSubtype="0" fill="hold" nodeType="withEffect">
                                  <p:stCondLst>
                                    <p:cond delay="0"/>
                                  </p:stCondLst>
                                  <p:childTnLst>
                                    <p:set>
                                      <p:cBhvr>
                                        <p:cTn id="556" dur="1" fill="hold">
                                          <p:stCondLst>
                                            <p:cond delay="0"/>
                                          </p:stCondLst>
                                        </p:cTn>
                                        <p:tgtEl>
                                          <p:spTgt spid="283"/>
                                        </p:tgtEl>
                                        <p:attrNameLst>
                                          <p:attrName>style.visibility</p:attrName>
                                        </p:attrNameLst>
                                      </p:cBhvr>
                                      <p:to>
                                        <p:strVal val="visible"/>
                                      </p:to>
                                    </p:set>
                                  </p:childTnLst>
                                </p:cTn>
                              </p:par>
                              <p:par>
                                <p:cTn id="557" presetID="1" presetClass="entr" presetSubtype="0" fill="hold" nodeType="withEffect">
                                  <p:stCondLst>
                                    <p:cond delay="0"/>
                                  </p:stCondLst>
                                  <p:childTnLst>
                                    <p:set>
                                      <p:cBhvr>
                                        <p:cTn id="558" dur="1" fill="hold">
                                          <p:stCondLst>
                                            <p:cond delay="0"/>
                                          </p:stCondLst>
                                        </p:cTn>
                                        <p:tgtEl>
                                          <p:spTgt spid="284"/>
                                        </p:tgtEl>
                                        <p:attrNameLst>
                                          <p:attrName>style.visibility</p:attrName>
                                        </p:attrNameLst>
                                      </p:cBhvr>
                                      <p:to>
                                        <p:strVal val="visible"/>
                                      </p:to>
                                    </p:set>
                                  </p:childTnLst>
                                </p:cTn>
                              </p:par>
                              <p:par>
                                <p:cTn id="559" presetID="1" presetClass="entr" presetSubtype="0" fill="hold" nodeType="withEffect">
                                  <p:stCondLst>
                                    <p:cond delay="0"/>
                                  </p:stCondLst>
                                  <p:childTnLst>
                                    <p:set>
                                      <p:cBhvr>
                                        <p:cTn id="560" dur="1" fill="hold">
                                          <p:stCondLst>
                                            <p:cond delay="0"/>
                                          </p:stCondLst>
                                        </p:cTn>
                                        <p:tgtEl>
                                          <p:spTgt spid="285"/>
                                        </p:tgtEl>
                                        <p:attrNameLst>
                                          <p:attrName>style.visibility</p:attrName>
                                        </p:attrNameLst>
                                      </p:cBhvr>
                                      <p:to>
                                        <p:strVal val="visible"/>
                                      </p:to>
                                    </p:set>
                                  </p:childTnLst>
                                </p:cTn>
                              </p:par>
                              <p:par>
                                <p:cTn id="561" presetID="1" presetClass="entr" presetSubtype="0" fill="hold" nodeType="withEffect">
                                  <p:stCondLst>
                                    <p:cond delay="0"/>
                                  </p:stCondLst>
                                  <p:childTnLst>
                                    <p:set>
                                      <p:cBhvr>
                                        <p:cTn id="562" dur="1" fill="hold">
                                          <p:stCondLst>
                                            <p:cond delay="0"/>
                                          </p:stCondLst>
                                        </p:cTn>
                                        <p:tgtEl>
                                          <p:spTgt spid="286"/>
                                        </p:tgtEl>
                                        <p:attrNameLst>
                                          <p:attrName>style.visibility</p:attrName>
                                        </p:attrNameLst>
                                      </p:cBhvr>
                                      <p:to>
                                        <p:strVal val="visible"/>
                                      </p:to>
                                    </p:set>
                                  </p:childTnLst>
                                </p:cTn>
                              </p:par>
                              <p:par>
                                <p:cTn id="563" presetID="1" presetClass="entr" presetSubtype="0" fill="hold" nodeType="withEffect">
                                  <p:stCondLst>
                                    <p:cond delay="0"/>
                                  </p:stCondLst>
                                  <p:childTnLst>
                                    <p:set>
                                      <p:cBhvr>
                                        <p:cTn id="564" dur="1" fill="hold">
                                          <p:stCondLst>
                                            <p:cond delay="0"/>
                                          </p:stCondLst>
                                        </p:cTn>
                                        <p:tgtEl>
                                          <p:spTgt spid="287"/>
                                        </p:tgtEl>
                                        <p:attrNameLst>
                                          <p:attrName>style.visibility</p:attrName>
                                        </p:attrNameLst>
                                      </p:cBhvr>
                                      <p:to>
                                        <p:strVal val="visible"/>
                                      </p:to>
                                    </p:set>
                                  </p:childTnLst>
                                </p:cTn>
                              </p:par>
                              <p:par>
                                <p:cTn id="565" presetID="1" presetClass="entr" presetSubtype="0" fill="hold" nodeType="withEffect">
                                  <p:stCondLst>
                                    <p:cond delay="0"/>
                                  </p:stCondLst>
                                  <p:childTnLst>
                                    <p:set>
                                      <p:cBhvr>
                                        <p:cTn id="566" dur="1" fill="hold">
                                          <p:stCondLst>
                                            <p:cond delay="0"/>
                                          </p:stCondLst>
                                        </p:cTn>
                                        <p:tgtEl>
                                          <p:spTgt spid="288"/>
                                        </p:tgtEl>
                                        <p:attrNameLst>
                                          <p:attrName>style.visibility</p:attrName>
                                        </p:attrNameLst>
                                      </p:cBhvr>
                                      <p:to>
                                        <p:strVal val="visible"/>
                                      </p:to>
                                    </p:set>
                                  </p:childTnLst>
                                </p:cTn>
                              </p:par>
                              <p:par>
                                <p:cTn id="567" presetID="1" presetClass="entr" presetSubtype="0" fill="hold" nodeType="withEffect">
                                  <p:stCondLst>
                                    <p:cond delay="0"/>
                                  </p:stCondLst>
                                  <p:childTnLst>
                                    <p:set>
                                      <p:cBhvr>
                                        <p:cTn id="568" dur="1" fill="hold">
                                          <p:stCondLst>
                                            <p:cond delay="0"/>
                                          </p:stCondLst>
                                        </p:cTn>
                                        <p:tgtEl>
                                          <p:spTgt spid="289"/>
                                        </p:tgtEl>
                                        <p:attrNameLst>
                                          <p:attrName>style.visibility</p:attrName>
                                        </p:attrNameLst>
                                      </p:cBhvr>
                                      <p:to>
                                        <p:strVal val="visible"/>
                                      </p:to>
                                    </p:set>
                                  </p:childTnLst>
                                </p:cTn>
                              </p:par>
                              <p:par>
                                <p:cTn id="569" presetID="1" presetClass="entr" presetSubtype="0" fill="hold" nodeType="withEffect">
                                  <p:stCondLst>
                                    <p:cond delay="0"/>
                                  </p:stCondLst>
                                  <p:childTnLst>
                                    <p:set>
                                      <p:cBhvr>
                                        <p:cTn id="570" dur="1" fill="hold">
                                          <p:stCondLst>
                                            <p:cond delay="0"/>
                                          </p:stCondLst>
                                        </p:cTn>
                                        <p:tgtEl>
                                          <p:spTgt spid="290"/>
                                        </p:tgtEl>
                                        <p:attrNameLst>
                                          <p:attrName>style.visibility</p:attrName>
                                        </p:attrNameLst>
                                      </p:cBhvr>
                                      <p:to>
                                        <p:strVal val="visible"/>
                                      </p:to>
                                    </p:set>
                                  </p:childTnLst>
                                </p:cTn>
                              </p:par>
                              <p:par>
                                <p:cTn id="571" presetID="1" presetClass="entr" presetSubtype="0" fill="hold" nodeType="withEffect">
                                  <p:stCondLst>
                                    <p:cond delay="0"/>
                                  </p:stCondLst>
                                  <p:childTnLst>
                                    <p:set>
                                      <p:cBhvr>
                                        <p:cTn id="572" dur="1" fill="hold">
                                          <p:stCondLst>
                                            <p:cond delay="0"/>
                                          </p:stCondLst>
                                        </p:cTn>
                                        <p:tgtEl>
                                          <p:spTgt spid="291"/>
                                        </p:tgtEl>
                                        <p:attrNameLst>
                                          <p:attrName>style.visibility</p:attrName>
                                        </p:attrNameLst>
                                      </p:cBhvr>
                                      <p:to>
                                        <p:strVal val="visible"/>
                                      </p:to>
                                    </p:set>
                                  </p:childTnLst>
                                </p:cTn>
                              </p:par>
                              <p:par>
                                <p:cTn id="573" presetID="1" presetClass="entr" presetSubtype="0" fill="hold" nodeType="withEffect">
                                  <p:stCondLst>
                                    <p:cond delay="0"/>
                                  </p:stCondLst>
                                  <p:childTnLst>
                                    <p:set>
                                      <p:cBhvr>
                                        <p:cTn id="574" dur="1" fill="hold">
                                          <p:stCondLst>
                                            <p:cond delay="0"/>
                                          </p:stCondLst>
                                        </p:cTn>
                                        <p:tgtEl>
                                          <p:spTgt spid="292"/>
                                        </p:tgtEl>
                                        <p:attrNameLst>
                                          <p:attrName>style.visibility</p:attrName>
                                        </p:attrNameLst>
                                      </p:cBhvr>
                                      <p:to>
                                        <p:strVal val="visible"/>
                                      </p:to>
                                    </p:set>
                                  </p:childTnLst>
                                </p:cTn>
                              </p:par>
                              <p:par>
                                <p:cTn id="575" presetID="1" presetClass="entr" presetSubtype="0" fill="hold" nodeType="withEffect">
                                  <p:stCondLst>
                                    <p:cond delay="0"/>
                                  </p:stCondLst>
                                  <p:childTnLst>
                                    <p:set>
                                      <p:cBhvr>
                                        <p:cTn id="576" dur="1" fill="hold">
                                          <p:stCondLst>
                                            <p:cond delay="0"/>
                                          </p:stCondLst>
                                        </p:cTn>
                                        <p:tgtEl>
                                          <p:spTgt spid="293"/>
                                        </p:tgtEl>
                                        <p:attrNameLst>
                                          <p:attrName>style.visibility</p:attrName>
                                        </p:attrNameLst>
                                      </p:cBhvr>
                                      <p:to>
                                        <p:strVal val="visible"/>
                                      </p:to>
                                    </p:set>
                                  </p:childTnLst>
                                </p:cTn>
                              </p:par>
                              <p:par>
                                <p:cTn id="577" presetID="1" presetClass="entr" presetSubtype="0" fill="hold" nodeType="withEffect">
                                  <p:stCondLst>
                                    <p:cond delay="0"/>
                                  </p:stCondLst>
                                  <p:childTnLst>
                                    <p:set>
                                      <p:cBhvr>
                                        <p:cTn id="578" dur="1" fill="hold">
                                          <p:stCondLst>
                                            <p:cond delay="0"/>
                                          </p:stCondLst>
                                        </p:cTn>
                                        <p:tgtEl>
                                          <p:spTgt spid="294"/>
                                        </p:tgtEl>
                                        <p:attrNameLst>
                                          <p:attrName>style.visibility</p:attrName>
                                        </p:attrNameLst>
                                      </p:cBhvr>
                                      <p:to>
                                        <p:strVal val="visible"/>
                                      </p:to>
                                    </p:set>
                                  </p:childTnLst>
                                </p:cTn>
                              </p:par>
                              <p:par>
                                <p:cTn id="579" presetID="1" presetClass="entr" presetSubtype="0" fill="hold" nodeType="withEffect">
                                  <p:stCondLst>
                                    <p:cond delay="0"/>
                                  </p:stCondLst>
                                  <p:childTnLst>
                                    <p:set>
                                      <p:cBhvr>
                                        <p:cTn id="580" dur="1" fill="hold">
                                          <p:stCondLst>
                                            <p:cond delay="0"/>
                                          </p:stCondLst>
                                        </p:cTn>
                                        <p:tgtEl>
                                          <p:spTgt spid="295"/>
                                        </p:tgtEl>
                                        <p:attrNameLst>
                                          <p:attrName>style.visibility</p:attrName>
                                        </p:attrNameLst>
                                      </p:cBhvr>
                                      <p:to>
                                        <p:strVal val="visible"/>
                                      </p:to>
                                    </p:set>
                                  </p:childTnLst>
                                </p:cTn>
                              </p:par>
                              <p:par>
                                <p:cTn id="581" presetID="1" presetClass="entr" presetSubtype="0" fill="hold" nodeType="withEffect">
                                  <p:stCondLst>
                                    <p:cond delay="0"/>
                                  </p:stCondLst>
                                  <p:childTnLst>
                                    <p:set>
                                      <p:cBhvr>
                                        <p:cTn id="582" dur="1" fill="hold">
                                          <p:stCondLst>
                                            <p:cond delay="0"/>
                                          </p:stCondLst>
                                        </p:cTn>
                                        <p:tgtEl>
                                          <p:spTgt spid="296"/>
                                        </p:tgtEl>
                                        <p:attrNameLst>
                                          <p:attrName>style.visibility</p:attrName>
                                        </p:attrNameLst>
                                      </p:cBhvr>
                                      <p:to>
                                        <p:strVal val="visible"/>
                                      </p:to>
                                    </p:set>
                                  </p:childTnLst>
                                </p:cTn>
                              </p:par>
                              <p:par>
                                <p:cTn id="583" presetID="1" presetClass="entr" presetSubtype="0" fill="hold" nodeType="withEffect">
                                  <p:stCondLst>
                                    <p:cond delay="0"/>
                                  </p:stCondLst>
                                  <p:childTnLst>
                                    <p:set>
                                      <p:cBhvr>
                                        <p:cTn id="584" dur="1" fill="hold">
                                          <p:stCondLst>
                                            <p:cond delay="0"/>
                                          </p:stCondLst>
                                        </p:cTn>
                                        <p:tgtEl>
                                          <p:spTgt spid="297"/>
                                        </p:tgtEl>
                                        <p:attrNameLst>
                                          <p:attrName>style.visibility</p:attrName>
                                        </p:attrNameLst>
                                      </p:cBhvr>
                                      <p:to>
                                        <p:strVal val="visible"/>
                                      </p:to>
                                    </p:set>
                                  </p:childTnLst>
                                </p:cTn>
                              </p:par>
                              <p:par>
                                <p:cTn id="585" presetID="1" presetClass="entr" presetSubtype="0" fill="hold" nodeType="withEffect">
                                  <p:stCondLst>
                                    <p:cond delay="0"/>
                                  </p:stCondLst>
                                  <p:childTnLst>
                                    <p:set>
                                      <p:cBhvr>
                                        <p:cTn id="586" dur="1" fill="hold">
                                          <p:stCondLst>
                                            <p:cond delay="0"/>
                                          </p:stCondLst>
                                        </p:cTn>
                                        <p:tgtEl>
                                          <p:spTgt spid="298"/>
                                        </p:tgtEl>
                                        <p:attrNameLst>
                                          <p:attrName>style.visibility</p:attrName>
                                        </p:attrNameLst>
                                      </p:cBhvr>
                                      <p:to>
                                        <p:strVal val="visible"/>
                                      </p:to>
                                    </p:set>
                                  </p:childTnLst>
                                </p:cTn>
                              </p:par>
                              <p:par>
                                <p:cTn id="587" presetID="1" presetClass="entr" presetSubtype="0" fill="hold" nodeType="withEffect">
                                  <p:stCondLst>
                                    <p:cond delay="0"/>
                                  </p:stCondLst>
                                  <p:childTnLst>
                                    <p:set>
                                      <p:cBhvr>
                                        <p:cTn id="588" dur="1" fill="hold">
                                          <p:stCondLst>
                                            <p:cond delay="0"/>
                                          </p:stCondLst>
                                        </p:cTn>
                                        <p:tgtEl>
                                          <p:spTgt spid="299"/>
                                        </p:tgtEl>
                                        <p:attrNameLst>
                                          <p:attrName>style.visibility</p:attrName>
                                        </p:attrNameLst>
                                      </p:cBhvr>
                                      <p:to>
                                        <p:strVal val="visible"/>
                                      </p:to>
                                    </p:set>
                                  </p:childTnLst>
                                </p:cTn>
                              </p:par>
                              <p:par>
                                <p:cTn id="589" presetID="1" presetClass="entr" presetSubtype="0" fill="hold" nodeType="withEffect">
                                  <p:stCondLst>
                                    <p:cond delay="0"/>
                                  </p:stCondLst>
                                  <p:childTnLst>
                                    <p:set>
                                      <p:cBhvr>
                                        <p:cTn id="590" dur="1" fill="hold">
                                          <p:stCondLst>
                                            <p:cond delay="0"/>
                                          </p:stCondLst>
                                        </p:cTn>
                                        <p:tgtEl>
                                          <p:spTgt spid="300"/>
                                        </p:tgtEl>
                                        <p:attrNameLst>
                                          <p:attrName>style.visibility</p:attrName>
                                        </p:attrNameLst>
                                      </p:cBhvr>
                                      <p:to>
                                        <p:strVal val="visible"/>
                                      </p:to>
                                    </p:set>
                                  </p:childTnLst>
                                </p:cTn>
                              </p:par>
                              <p:par>
                                <p:cTn id="591" presetID="1" presetClass="entr" presetSubtype="0" fill="hold" nodeType="withEffect">
                                  <p:stCondLst>
                                    <p:cond delay="0"/>
                                  </p:stCondLst>
                                  <p:childTnLst>
                                    <p:set>
                                      <p:cBhvr>
                                        <p:cTn id="592" dur="1" fill="hold">
                                          <p:stCondLst>
                                            <p:cond delay="0"/>
                                          </p:stCondLst>
                                        </p:cTn>
                                        <p:tgtEl>
                                          <p:spTgt spid="301"/>
                                        </p:tgtEl>
                                        <p:attrNameLst>
                                          <p:attrName>style.visibility</p:attrName>
                                        </p:attrNameLst>
                                      </p:cBhvr>
                                      <p:to>
                                        <p:strVal val="visible"/>
                                      </p:to>
                                    </p:set>
                                  </p:childTnLst>
                                </p:cTn>
                              </p:par>
                              <p:par>
                                <p:cTn id="593" presetID="1" presetClass="entr" presetSubtype="0" fill="hold" nodeType="withEffect">
                                  <p:stCondLst>
                                    <p:cond delay="0"/>
                                  </p:stCondLst>
                                  <p:childTnLst>
                                    <p:set>
                                      <p:cBhvr>
                                        <p:cTn id="594" dur="1" fill="hold">
                                          <p:stCondLst>
                                            <p:cond delay="0"/>
                                          </p:stCondLst>
                                        </p:cTn>
                                        <p:tgtEl>
                                          <p:spTgt spid="302"/>
                                        </p:tgtEl>
                                        <p:attrNameLst>
                                          <p:attrName>style.visibility</p:attrName>
                                        </p:attrNameLst>
                                      </p:cBhvr>
                                      <p:to>
                                        <p:strVal val="visible"/>
                                      </p:to>
                                    </p:set>
                                  </p:childTnLst>
                                </p:cTn>
                              </p:par>
                              <p:par>
                                <p:cTn id="595" presetID="1" presetClass="entr" presetSubtype="0" fill="hold" nodeType="withEffect">
                                  <p:stCondLst>
                                    <p:cond delay="0"/>
                                  </p:stCondLst>
                                  <p:childTnLst>
                                    <p:set>
                                      <p:cBhvr>
                                        <p:cTn id="596" dur="1" fill="hold">
                                          <p:stCondLst>
                                            <p:cond delay="0"/>
                                          </p:stCondLst>
                                        </p:cTn>
                                        <p:tgtEl>
                                          <p:spTgt spid="303"/>
                                        </p:tgtEl>
                                        <p:attrNameLst>
                                          <p:attrName>style.visibility</p:attrName>
                                        </p:attrNameLst>
                                      </p:cBhvr>
                                      <p:to>
                                        <p:strVal val="visible"/>
                                      </p:to>
                                    </p:set>
                                  </p:childTnLst>
                                </p:cTn>
                              </p:par>
                              <p:par>
                                <p:cTn id="597" presetID="1" presetClass="entr" presetSubtype="0" fill="hold" nodeType="withEffect">
                                  <p:stCondLst>
                                    <p:cond delay="0"/>
                                  </p:stCondLst>
                                  <p:childTnLst>
                                    <p:set>
                                      <p:cBhvr>
                                        <p:cTn id="598" dur="1" fill="hold">
                                          <p:stCondLst>
                                            <p:cond delay="0"/>
                                          </p:stCondLst>
                                        </p:cTn>
                                        <p:tgtEl>
                                          <p:spTgt spid="304"/>
                                        </p:tgtEl>
                                        <p:attrNameLst>
                                          <p:attrName>style.visibility</p:attrName>
                                        </p:attrNameLst>
                                      </p:cBhvr>
                                      <p:to>
                                        <p:strVal val="visible"/>
                                      </p:to>
                                    </p:set>
                                  </p:childTnLst>
                                </p:cTn>
                              </p:par>
                              <p:par>
                                <p:cTn id="599" presetID="1" presetClass="entr" presetSubtype="0" fill="hold" nodeType="withEffect">
                                  <p:stCondLst>
                                    <p:cond delay="0"/>
                                  </p:stCondLst>
                                  <p:childTnLst>
                                    <p:set>
                                      <p:cBhvr>
                                        <p:cTn id="600" dur="1" fill="hold">
                                          <p:stCondLst>
                                            <p:cond delay="0"/>
                                          </p:stCondLst>
                                        </p:cTn>
                                        <p:tgtEl>
                                          <p:spTgt spid="305"/>
                                        </p:tgtEl>
                                        <p:attrNameLst>
                                          <p:attrName>style.visibility</p:attrName>
                                        </p:attrNameLst>
                                      </p:cBhvr>
                                      <p:to>
                                        <p:strVal val="visible"/>
                                      </p:to>
                                    </p:set>
                                  </p:childTnLst>
                                </p:cTn>
                              </p:par>
                              <p:par>
                                <p:cTn id="601" presetID="1" presetClass="entr" presetSubtype="0" fill="hold" nodeType="withEffect">
                                  <p:stCondLst>
                                    <p:cond delay="0"/>
                                  </p:stCondLst>
                                  <p:childTnLst>
                                    <p:set>
                                      <p:cBhvr>
                                        <p:cTn id="602" dur="1" fill="hold">
                                          <p:stCondLst>
                                            <p:cond delay="0"/>
                                          </p:stCondLst>
                                        </p:cTn>
                                        <p:tgtEl>
                                          <p:spTgt spid="306"/>
                                        </p:tgtEl>
                                        <p:attrNameLst>
                                          <p:attrName>style.visibility</p:attrName>
                                        </p:attrNameLst>
                                      </p:cBhvr>
                                      <p:to>
                                        <p:strVal val="visible"/>
                                      </p:to>
                                    </p:set>
                                  </p:childTnLst>
                                </p:cTn>
                              </p:par>
                              <p:par>
                                <p:cTn id="603" presetID="1" presetClass="entr" presetSubtype="0" fill="hold" nodeType="withEffect">
                                  <p:stCondLst>
                                    <p:cond delay="0"/>
                                  </p:stCondLst>
                                  <p:childTnLst>
                                    <p:set>
                                      <p:cBhvr>
                                        <p:cTn id="604" dur="1" fill="hold">
                                          <p:stCondLst>
                                            <p:cond delay="0"/>
                                          </p:stCondLst>
                                        </p:cTn>
                                        <p:tgtEl>
                                          <p:spTgt spid="307"/>
                                        </p:tgtEl>
                                        <p:attrNameLst>
                                          <p:attrName>style.visibility</p:attrName>
                                        </p:attrNameLst>
                                      </p:cBhvr>
                                      <p:to>
                                        <p:strVal val="visible"/>
                                      </p:to>
                                    </p:set>
                                  </p:childTnLst>
                                </p:cTn>
                              </p:par>
                              <p:par>
                                <p:cTn id="605" presetID="1" presetClass="entr" presetSubtype="0" fill="hold" nodeType="withEffect">
                                  <p:stCondLst>
                                    <p:cond delay="0"/>
                                  </p:stCondLst>
                                  <p:childTnLst>
                                    <p:set>
                                      <p:cBhvr>
                                        <p:cTn id="606" dur="1" fill="hold">
                                          <p:stCondLst>
                                            <p:cond delay="0"/>
                                          </p:stCondLst>
                                        </p:cTn>
                                        <p:tgtEl>
                                          <p:spTgt spid="308"/>
                                        </p:tgtEl>
                                        <p:attrNameLst>
                                          <p:attrName>style.visibility</p:attrName>
                                        </p:attrNameLst>
                                      </p:cBhvr>
                                      <p:to>
                                        <p:strVal val="visible"/>
                                      </p:to>
                                    </p:set>
                                  </p:childTnLst>
                                </p:cTn>
                              </p:par>
                              <p:par>
                                <p:cTn id="607" presetID="1" presetClass="entr" presetSubtype="0" fill="hold" nodeType="withEffect">
                                  <p:stCondLst>
                                    <p:cond delay="0"/>
                                  </p:stCondLst>
                                  <p:childTnLst>
                                    <p:set>
                                      <p:cBhvr>
                                        <p:cTn id="608" dur="1" fill="hold">
                                          <p:stCondLst>
                                            <p:cond delay="0"/>
                                          </p:stCondLst>
                                        </p:cTn>
                                        <p:tgtEl>
                                          <p:spTgt spid="309"/>
                                        </p:tgtEl>
                                        <p:attrNameLst>
                                          <p:attrName>style.visibility</p:attrName>
                                        </p:attrNameLst>
                                      </p:cBhvr>
                                      <p:to>
                                        <p:strVal val="visible"/>
                                      </p:to>
                                    </p:set>
                                  </p:childTnLst>
                                </p:cTn>
                              </p:par>
                              <p:par>
                                <p:cTn id="609" presetID="1" presetClass="entr" presetSubtype="0" fill="hold" nodeType="withEffect">
                                  <p:stCondLst>
                                    <p:cond delay="0"/>
                                  </p:stCondLst>
                                  <p:childTnLst>
                                    <p:set>
                                      <p:cBhvr>
                                        <p:cTn id="610" dur="1" fill="hold">
                                          <p:stCondLst>
                                            <p:cond delay="0"/>
                                          </p:stCondLst>
                                        </p:cTn>
                                        <p:tgtEl>
                                          <p:spTgt spid="310"/>
                                        </p:tgtEl>
                                        <p:attrNameLst>
                                          <p:attrName>style.visibility</p:attrName>
                                        </p:attrNameLst>
                                      </p:cBhvr>
                                      <p:to>
                                        <p:strVal val="visible"/>
                                      </p:to>
                                    </p:set>
                                  </p:childTnLst>
                                </p:cTn>
                              </p:par>
                              <p:par>
                                <p:cTn id="611" presetID="1" presetClass="entr" presetSubtype="0" fill="hold" nodeType="withEffect">
                                  <p:stCondLst>
                                    <p:cond delay="0"/>
                                  </p:stCondLst>
                                  <p:childTnLst>
                                    <p:set>
                                      <p:cBhvr>
                                        <p:cTn id="612" dur="1" fill="hold">
                                          <p:stCondLst>
                                            <p:cond delay="0"/>
                                          </p:stCondLst>
                                        </p:cTn>
                                        <p:tgtEl>
                                          <p:spTgt spid="311"/>
                                        </p:tgtEl>
                                        <p:attrNameLst>
                                          <p:attrName>style.visibility</p:attrName>
                                        </p:attrNameLst>
                                      </p:cBhvr>
                                      <p:to>
                                        <p:strVal val="visible"/>
                                      </p:to>
                                    </p:set>
                                  </p:childTnLst>
                                </p:cTn>
                              </p:par>
                              <p:par>
                                <p:cTn id="613" presetID="1" presetClass="entr" presetSubtype="0" fill="hold" nodeType="withEffect">
                                  <p:stCondLst>
                                    <p:cond delay="0"/>
                                  </p:stCondLst>
                                  <p:childTnLst>
                                    <p:set>
                                      <p:cBhvr>
                                        <p:cTn id="614" dur="1" fill="hold">
                                          <p:stCondLst>
                                            <p:cond delay="0"/>
                                          </p:stCondLst>
                                        </p:cTn>
                                        <p:tgtEl>
                                          <p:spTgt spid="312"/>
                                        </p:tgtEl>
                                        <p:attrNameLst>
                                          <p:attrName>style.visibility</p:attrName>
                                        </p:attrNameLst>
                                      </p:cBhvr>
                                      <p:to>
                                        <p:strVal val="visible"/>
                                      </p:to>
                                    </p:set>
                                  </p:childTnLst>
                                </p:cTn>
                              </p:par>
                              <p:par>
                                <p:cTn id="615" presetID="1" presetClass="entr" presetSubtype="0" fill="hold" nodeType="withEffect">
                                  <p:stCondLst>
                                    <p:cond delay="0"/>
                                  </p:stCondLst>
                                  <p:childTnLst>
                                    <p:set>
                                      <p:cBhvr>
                                        <p:cTn id="616" dur="1" fill="hold">
                                          <p:stCondLst>
                                            <p:cond delay="0"/>
                                          </p:stCondLst>
                                        </p:cTn>
                                        <p:tgtEl>
                                          <p:spTgt spid="313"/>
                                        </p:tgtEl>
                                        <p:attrNameLst>
                                          <p:attrName>style.visibility</p:attrName>
                                        </p:attrNameLst>
                                      </p:cBhvr>
                                      <p:to>
                                        <p:strVal val="visible"/>
                                      </p:to>
                                    </p:set>
                                  </p:childTnLst>
                                </p:cTn>
                              </p:par>
                              <p:par>
                                <p:cTn id="617" presetID="1" presetClass="entr" presetSubtype="0" fill="hold" nodeType="withEffect">
                                  <p:stCondLst>
                                    <p:cond delay="0"/>
                                  </p:stCondLst>
                                  <p:childTnLst>
                                    <p:set>
                                      <p:cBhvr>
                                        <p:cTn id="618" dur="1" fill="hold">
                                          <p:stCondLst>
                                            <p:cond delay="0"/>
                                          </p:stCondLst>
                                        </p:cTn>
                                        <p:tgtEl>
                                          <p:spTgt spid="314"/>
                                        </p:tgtEl>
                                        <p:attrNameLst>
                                          <p:attrName>style.visibility</p:attrName>
                                        </p:attrNameLst>
                                      </p:cBhvr>
                                      <p:to>
                                        <p:strVal val="visible"/>
                                      </p:to>
                                    </p:set>
                                  </p:childTnLst>
                                </p:cTn>
                              </p:par>
                              <p:par>
                                <p:cTn id="619" presetID="1" presetClass="entr" presetSubtype="0" fill="hold" nodeType="withEffect">
                                  <p:stCondLst>
                                    <p:cond delay="0"/>
                                  </p:stCondLst>
                                  <p:childTnLst>
                                    <p:set>
                                      <p:cBhvr>
                                        <p:cTn id="620" dur="1" fill="hold">
                                          <p:stCondLst>
                                            <p:cond delay="0"/>
                                          </p:stCondLst>
                                        </p:cTn>
                                        <p:tgtEl>
                                          <p:spTgt spid="315"/>
                                        </p:tgtEl>
                                        <p:attrNameLst>
                                          <p:attrName>style.visibility</p:attrName>
                                        </p:attrNameLst>
                                      </p:cBhvr>
                                      <p:to>
                                        <p:strVal val="visible"/>
                                      </p:to>
                                    </p:set>
                                  </p:childTnLst>
                                </p:cTn>
                              </p:par>
                              <p:par>
                                <p:cTn id="621" presetID="1" presetClass="entr" presetSubtype="0" fill="hold" nodeType="withEffect">
                                  <p:stCondLst>
                                    <p:cond delay="0"/>
                                  </p:stCondLst>
                                  <p:childTnLst>
                                    <p:set>
                                      <p:cBhvr>
                                        <p:cTn id="622" dur="1" fill="hold">
                                          <p:stCondLst>
                                            <p:cond delay="0"/>
                                          </p:stCondLst>
                                        </p:cTn>
                                        <p:tgtEl>
                                          <p:spTgt spid="316"/>
                                        </p:tgtEl>
                                        <p:attrNameLst>
                                          <p:attrName>style.visibility</p:attrName>
                                        </p:attrNameLst>
                                      </p:cBhvr>
                                      <p:to>
                                        <p:strVal val="visible"/>
                                      </p:to>
                                    </p:set>
                                  </p:childTnLst>
                                </p:cTn>
                              </p:par>
                              <p:par>
                                <p:cTn id="623" presetID="1" presetClass="entr" presetSubtype="0" fill="hold" nodeType="withEffect">
                                  <p:stCondLst>
                                    <p:cond delay="0"/>
                                  </p:stCondLst>
                                  <p:childTnLst>
                                    <p:set>
                                      <p:cBhvr>
                                        <p:cTn id="624" dur="1" fill="hold">
                                          <p:stCondLst>
                                            <p:cond delay="0"/>
                                          </p:stCondLst>
                                        </p:cTn>
                                        <p:tgtEl>
                                          <p:spTgt spid="317"/>
                                        </p:tgtEl>
                                        <p:attrNameLst>
                                          <p:attrName>style.visibility</p:attrName>
                                        </p:attrNameLst>
                                      </p:cBhvr>
                                      <p:to>
                                        <p:strVal val="visible"/>
                                      </p:to>
                                    </p:set>
                                  </p:childTnLst>
                                </p:cTn>
                              </p:par>
                              <p:par>
                                <p:cTn id="625" presetID="1" presetClass="entr" presetSubtype="0" fill="hold" nodeType="withEffect">
                                  <p:stCondLst>
                                    <p:cond delay="0"/>
                                  </p:stCondLst>
                                  <p:childTnLst>
                                    <p:set>
                                      <p:cBhvr>
                                        <p:cTn id="626" dur="1" fill="hold">
                                          <p:stCondLst>
                                            <p:cond delay="0"/>
                                          </p:stCondLst>
                                        </p:cTn>
                                        <p:tgtEl>
                                          <p:spTgt spid="318"/>
                                        </p:tgtEl>
                                        <p:attrNameLst>
                                          <p:attrName>style.visibility</p:attrName>
                                        </p:attrNameLst>
                                      </p:cBhvr>
                                      <p:to>
                                        <p:strVal val="visible"/>
                                      </p:to>
                                    </p:set>
                                  </p:childTnLst>
                                </p:cTn>
                              </p:par>
                              <p:par>
                                <p:cTn id="627" presetID="1" presetClass="entr" presetSubtype="0" fill="hold" nodeType="withEffect">
                                  <p:stCondLst>
                                    <p:cond delay="0"/>
                                  </p:stCondLst>
                                  <p:childTnLst>
                                    <p:set>
                                      <p:cBhvr>
                                        <p:cTn id="628" dur="1" fill="hold">
                                          <p:stCondLst>
                                            <p:cond delay="0"/>
                                          </p:stCondLst>
                                        </p:cTn>
                                        <p:tgtEl>
                                          <p:spTgt spid="319"/>
                                        </p:tgtEl>
                                        <p:attrNameLst>
                                          <p:attrName>style.visibility</p:attrName>
                                        </p:attrNameLst>
                                      </p:cBhvr>
                                      <p:to>
                                        <p:strVal val="visible"/>
                                      </p:to>
                                    </p:set>
                                  </p:childTnLst>
                                </p:cTn>
                              </p:par>
                              <p:par>
                                <p:cTn id="629" presetID="1" presetClass="entr" presetSubtype="0" fill="hold" nodeType="withEffect">
                                  <p:stCondLst>
                                    <p:cond delay="0"/>
                                  </p:stCondLst>
                                  <p:childTnLst>
                                    <p:set>
                                      <p:cBhvr>
                                        <p:cTn id="630" dur="1" fill="hold">
                                          <p:stCondLst>
                                            <p:cond delay="0"/>
                                          </p:stCondLst>
                                        </p:cTn>
                                        <p:tgtEl>
                                          <p:spTgt spid="320"/>
                                        </p:tgtEl>
                                        <p:attrNameLst>
                                          <p:attrName>style.visibility</p:attrName>
                                        </p:attrNameLst>
                                      </p:cBhvr>
                                      <p:to>
                                        <p:strVal val="visible"/>
                                      </p:to>
                                    </p:set>
                                  </p:childTnLst>
                                </p:cTn>
                              </p:par>
                              <p:par>
                                <p:cTn id="631" presetID="1" presetClass="entr" presetSubtype="0" fill="hold" nodeType="withEffect">
                                  <p:stCondLst>
                                    <p:cond delay="0"/>
                                  </p:stCondLst>
                                  <p:childTnLst>
                                    <p:set>
                                      <p:cBhvr>
                                        <p:cTn id="632" dur="1" fill="hold">
                                          <p:stCondLst>
                                            <p:cond delay="0"/>
                                          </p:stCondLst>
                                        </p:cTn>
                                        <p:tgtEl>
                                          <p:spTgt spid="321"/>
                                        </p:tgtEl>
                                        <p:attrNameLst>
                                          <p:attrName>style.visibility</p:attrName>
                                        </p:attrNameLst>
                                      </p:cBhvr>
                                      <p:to>
                                        <p:strVal val="visible"/>
                                      </p:to>
                                    </p:set>
                                  </p:childTnLst>
                                </p:cTn>
                              </p:par>
                              <p:par>
                                <p:cTn id="633" presetID="1" presetClass="entr" presetSubtype="0" fill="hold" nodeType="withEffect">
                                  <p:stCondLst>
                                    <p:cond delay="0"/>
                                  </p:stCondLst>
                                  <p:childTnLst>
                                    <p:set>
                                      <p:cBhvr>
                                        <p:cTn id="634" dur="1" fill="hold">
                                          <p:stCondLst>
                                            <p:cond delay="0"/>
                                          </p:stCondLst>
                                        </p:cTn>
                                        <p:tgtEl>
                                          <p:spTgt spid="322"/>
                                        </p:tgtEl>
                                        <p:attrNameLst>
                                          <p:attrName>style.visibility</p:attrName>
                                        </p:attrNameLst>
                                      </p:cBhvr>
                                      <p:to>
                                        <p:strVal val="visible"/>
                                      </p:to>
                                    </p:set>
                                  </p:childTnLst>
                                </p:cTn>
                              </p:par>
                              <p:par>
                                <p:cTn id="635" presetID="1" presetClass="entr" presetSubtype="0" fill="hold" nodeType="withEffect">
                                  <p:stCondLst>
                                    <p:cond delay="0"/>
                                  </p:stCondLst>
                                  <p:childTnLst>
                                    <p:set>
                                      <p:cBhvr>
                                        <p:cTn id="636" dur="1" fill="hold">
                                          <p:stCondLst>
                                            <p:cond delay="0"/>
                                          </p:stCondLst>
                                        </p:cTn>
                                        <p:tgtEl>
                                          <p:spTgt spid="323"/>
                                        </p:tgtEl>
                                        <p:attrNameLst>
                                          <p:attrName>style.visibility</p:attrName>
                                        </p:attrNameLst>
                                      </p:cBhvr>
                                      <p:to>
                                        <p:strVal val="visible"/>
                                      </p:to>
                                    </p:set>
                                  </p:childTnLst>
                                </p:cTn>
                              </p:par>
                              <p:par>
                                <p:cTn id="637" presetID="1" presetClass="entr" presetSubtype="0" fill="hold" nodeType="withEffect">
                                  <p:stCondLst>
                                    <p:cond delay="0"/>
                                  </p:stCondLst>
                                  <p:childTnLst>
                                    <p:set>
                                      <p:cBhvr>
                                        <p:cTn id="638" dur="1" fill="hold">
                                          <p:stCondLst>
                                            <p:cond delay="0"/>
                                          </p:stCondLst>
                                        </p:cTn>
                                        <p:tgtEl>
                                          <p:spTgt spid="324"/>
                                        </p:tgtEl>
                                        <p:attrNameLst>
                                          <p:attrName>style.visibility</p:attrName>
                                        </p:attrNameLst>
                                      </p:cBhvr>
                                      <p:to>
                                        <p:strVal val="visible"/>
                                      </p:to>
                                    </p:set>
                                  </p:childTnLst>
                                </p:cTn>
                              </p:par>
                              <p:par>
                                <p:cTn id="639" presetID="1" presetClass="entr" presetSubtype="0" fill="hold" nodeType="withEffect">
                                  <p:stCondLst>
                                    <p:cond delay="0"/>
                                  </p:stCondLst>
                                  <p:childTnLst>
                                    <p:set>
                                      <p:cBhvr>
                                        <p:cTn id="640" dur="1" fill="hold">
                                          <p:stCondLst>
                                            <p:cond delay="0"/>
                                          </p:stCondLst>
                                        </p:cTn>
                                        <p:tgtEl>
                                          <p:spTgt spid="325"/>
                                        </p:tgtEl>
                                        <p:attrNameLst>
                                          <p:attrName>style.visibility</p:attrName>
                                        </p:attrNameLst>
                                      </p:cBhvr>
                                      <p:to>
                                        <p:strVal val="visible"/>
                                      </p:to>
                                    </p:set>
                                  </p:childTnLst>
                                </p:cTn>
                              </p:par>
                              <p:par>
                                <p:cTn id="641" presetID="1" presetClass="entr" presetSubtype="0" fill="hold" nodeType="withEffect">
                                  <p:stCondLst>
                                    <p:cond delay="0"/>
                                  </p:stCondLst>
                                  <p:childTnLst>
                                    <p:set>
                                      <p:cBhvr>
                                        <p:cTn id="642" dur="1" fill="hold">
                                          <p:stCondLst>
                                            <p:cond delay="0"/>
                                          </p:stCondLst>
                                        </p:cTn>
                                        <p:tgtEl>
                                          <p:spTgt spid="326"/>
                                        </p:tgtEl>
                                        <p:attrNameLst>
                                          <p:attrName>style.visibility</p:attrName>
                                        </p:attrNameLst>
                                      </p:cBhvr>
                                      <p:to>
                                        <p:strVal val="visible"/>
                                      </p:to>
                                    </p:set>
                                  </p:childTnLst>
                                </p:cTn>
                              </p:par>
                              <p:par>
                                <p:cTn id="643" presetID="1" presetClass="entr" presetSubtype="0" fill="hold" nodeType="withEffect">
                                  <p:stCondLst>
                                    <p:cond delay="0"/>
                                  </p:stCondLst>
                                  <p:childTnLst>
                                    <p:set>
                                      <p:cBhvr>
                                        <p:cTn id="644" dur="1" fill="hold">
                                          <p:stCondLst>
                                            <p:cond delay="0"/>
                                          </p:stCondLst>
                                        </p:cTn>
                                        <p:tgtEl>
                                          <p:spTgt spid="327"/>
                                        </p:tgtEl>
                                        <p:attrNameLst>
                                          <p:attrName>style.visibility</p:attrName>
                                        </p:attrNameLst>
                                      </p:cBhvr>
                                      <p:to>
                                        <p:strVal val="visible"/>
                                      </p:to>
                                    </p:set>
                                  </p:childTnLst>
                                </p:cTn>
                              </p:par>
                              <p:par>
                                <p:cTn id="645" presetID="1" presetClass="entr" presetSubtype="0" fill="hold" nodeType="withEffect">
                                  <p:stCondLst>
                                    <p:cond delay="0"/>
                                  </p:stCondLst>
                                  <p:childTnLst>
                                    <p:set>
                                      <p:cBhvr>
                                        <p:cTn id="646" dur="1" fill="hold">
                                          <p:stCondLst>
                                            <p:cond delay="0"/>
                                          </p:stCondLst>
                                        </p:cTn>
                                        <p:tgtEl>
                                          <p:spTgt spid="328"/>
                                        </p:tgtEl>
                                        <p:attrNameLst>
                                          <p:attrName>style.visibility</p:attrName>
                                        </p:attrNameLst>
                                      </p:cBhvr>
                                      <p:to>
                                        <p:strVal val="visible"/>
                                      </p:to>
                                    </p:set>
                                  </p:childTnLst>
                                </p:cTn>
                              </p:par>
                              <p:par>
                                <p:cTn id="647" presetID="1" presetClass="entr" presetSubtype="0" fill="hold" nodeType="withEffect">
                                  <p:stCondLst>
                                    <p:cond delay="0"/>
                                  </p:stCondLst>
                                  <p:childTnLst>
                                    <p:set>
                                      <p:cBhvr>
                                        <p:cTn id="648" dur="1" fill="hold">
                                          <p:stCondLst>
                                            <p:cond delay="0"/>
                                          </p:stCondLst>
                                        </p:cTn>
                                        <p:tgtEl>
                                          <p:spTgt spid="329"/>
                                        </p:tgtEl>
                                        <p:attrNameLst>
                                          <p:attrName>style.visibility</p:attrName>
                                        </p:attrNameLst>
                                      </p:cBhvr>
                                      <p:to>
                                        <p:strVal val="visible"/>
                                      </p:to>
                                    </p:set>
                                  </p:childTnLst>
                                </p:cTn>
                              </p:par>
                              <p:par>
                                <p:cTn id="649" presetID="1" presetClass="entr" presetSubtype="0" fill="hold" nodeType="withEffect">
                                  <p:stCondLst>
                                    <p:cond delay="0"/>
                                  </p:stCondLst>
                                  <p:childTnLst>
                                    <p:set>
                                      <p:cBhvr>
                                        <p:cTn id="650" dur="1" fill="hold">
                                          <p:stCondLst>
                                            <p:cond delay="0"/>
                                          </p:stCondLst>
                                        </p:cTn>
                                        <p:tgtEl>
                                          <p:spTgt spid="330"/>
                                        </p:tgtEl>
                                        <p:attrNameLst>
                                          <p:attrName>style.visibility</p:attrName>
                                        </p:attrNameLst>
                                      </p:cBhvr>
                                      <p:to>
                                        <p:strVal val="visible"/>
                                      </p:to>
                                    </p:set>
                                  </p:childTnLst>
                                </p:cTn>
                              </p:par>
                              <p:par>
                                <p:cTn id="651" presetID="1" presetClass="entr" presetSubtype="0" fill="hold" nodeType="withEffect">
                                  <p:stCondLst>
                                    <p:cond delay="0"/>
                                  </p:stCondLst>
                                  <p:childTnLst>
                                    <p:set>
                                      <p:cBhvr>
                                        <p:cTn id="652" dur="1" fill="hold">
                                          <p:stCondLst>
                                            <p:cond delay="0"/>
                                          </p:stCondLst>
                                        </p:cTn>
                                        <p:tgtEl>
                                          <p:spTgt spid="331"/>
                                        </p:tgtEl>
                                        <p:attrNameLst>
                                          <p:attrName>style.visibility</p:attrName>
                                        </p:attrNameLst>
                                      </p:cBhvr>
                                      <p:to>
                                        <p:strVal val="visible"/>
                                      </p:to>
                                    </p:set>
                                  </p:childTnLst>
                                </p:cTn>
                              </p:par>
                              <p:par>
                                <p:cTn id="653" presetID="1" presetClass="entr" presetSubtype="0" fill="hold" nodeType="withEffect">
                                  <p:stCondLst>
                                    <p:cond delay="0"/>
                                  </p:stCondLst>
                                  <p:childTnLst>
                                    <p:set>
                                      <p:cBhvr>
                                        <p:cTn id="654" dur="1" fill="hold">
                                          <p:stCondLst>
                                            <p:cond delay="0"/>
                                          </p:stCondLst>
                                        </p:cTn>
                                        <p:tgtEl>
                                          <p:spTgt spid="332"/>
                                        </p:tgtEl>
                                        <p:attrNameLst>
                                          <p:attrName>style.visibility</p:attrName>
                                        </p:attrNameLst>
                                      </p:cBhvr>
                                      <p:to>
                                        <p:strVal val="visible"/>
                                      </p:to>
                                    </p:set>
                                  </p:childTnLst>
                                </p:cTn>
                              </p:par>
                              <p:par>
                                <p:cTn id="655" presetID="1" presetClass="entr" presetSubtype="0" fill="hold" nodeType="withEffect">
                                  <p:stCondLst>
                                    <p:cond delay="0"/>
                                  </p:stCondLst>
                                  <p:childTnLst>
                                    <p:set>
                                      <p:cBhvr>
                                        <p:cTn id="656" dur="1" fill="hold">
                                          <p:stCondLst>
                                            <p:cond delay="0"/>
                                          </p:stCondLst>
                                        </p:cTn>
                                        <p:tgtEl>
                                          <p:spTgt spid="333"/>
                                        </p:tgtEl>
                                        <p:attrNameLst>
                                          <p:attrName>style.visibility</p:attrName>
                                        </p:attrNameLst>
                                      </p:cBhvr>
                                      <p:to>
                                        <p:strVal val="visible"/>
                                      </p:to>
                                    </p:set>
                                  </p:childTnLst>
                                </p:cTn>
                              </p:par>
                              <p:par>
                                <p:cTn id="657" presetID="1" presetClass="entr" presetSubtype="0" fill="hold" nodeType="withEffect">
                                  <p:stCondLst>
                                    <p:cond delay="0"/>
                                  </p:stCondLst>
                                  <p:childTnLst>
                                    <p:set>
                                      <p:cBhvr>
                                        <p:cTn id="658" dur="1" fill="hold">
                                          <p:stCondLst>
                                            <p:cond delay="0"/>
                                          </p:stCondLst>
                                        </p:cTn>
                                        <p:tgtEl>
                                          <p:spTgt spid="334"/>
                                        </p:tgtEl>
                                        <p:attrNameLst>
                                          <p:attrName>style.visibility</p:attrName>
                                        </p:attrNameLst>
                                      </p:cBhvr>
                                      <p:to>
                                        <p:strVal val="visible"/>
                                      </p:to>
                                    </p:set>
                                  </p:childTnLst>
                                </p:cTn>
                              </p:par>
                              <p:par>
                                <p:cTn id="659" presetID="1" presetClass="entr" presetSubtype="0" fill="hold" nodeType="withEffect">
                                  <p:stCondLst>
                                    <p:cond delay="0"/>
                                  </p:stCondLst>
                                  <p:childTnLst>
                                    <p:set>
                                      <p:cBhvr>
                                        <p:cTn id="660" dur="1" fill="hold">
                                          <p:stCondLst>
                                            <p:cond delay="0"/>
                                          </p:stCondLst>
                                        </p:cTn>
                                        <p:tgtEl>
                                          <p:spTgt spid="335"/>
                                        </p:tgtEl>
                                        <p:attrNameLst>
                                          <p:attrName>style.visibility</p:attrName>
                                        </p:attrNameLst>
                                      </p:cBhvr>
                                      <p:to>
                                        <p:strVal val="visible"/>
                                      </p:to>
                                    </p:set>
                                  </p:childTnLst>
                                </p:cTn>
                              </p:par>
                              <p:par>
                                <p:cTn id="661" presetID="1" presetClass="entr" presetSubtype="0" fill="hold" nodeType="withEffect">
                                  <p:stCondLst>
                                    <p:cond delay="0"/>
                                  </p:stCondLst>
                                  <p:childTnLst>
                                    <p:set>
                                      <p:cBhvr>
                                        <p:cTn id="662" dur="1" fill="hold">
                                          <p:stCondLst>
                                            <p:cond delay="0"/>
                                          </p:stCondLst>
                                        </p:cTn>
                                        <p:tgtEl>
                                          <p:spTgt spid="336"/>
                                        </p:tgtEl>
                                        <p:attrNameLst>
                                          <p:attrName>style.visibility</p:attrName>
                                        </p:attrNameLst>
                                      </p:cBhvr>
                                      <p:to>
                                        <p:strVal val="visible"/>
                                      </p:to>
                                    </p:set>
                                  </p:childTnLst>
                                </p:cTn>
                              </p:par>
                              <p:par>
                                <p:cTn id="663" presetID="1" presetClass="entr" presetSubtype="0" fill="hold" nodeType="withEffect">
                                  <p:stCondLst>
                                    <p:cond delay="0"/>
                                  </p:stCondLst>
                                  <p:childTnLst>
                                    <p:set>
                                      <p:cBhvr>
                                        <p:cTn id="664" dur="1" fill="hold">
                                          <p:stCondLst>
                                            <p:cond delay="0"/>
                                          </p:stCondLst>
                                        </p:cTn>
                                        <p:tgtEl>
                                          <p:spTgt spid="337"/>
                                        </p:tgtEl>
                                        <p:attrNameLst>
                                          <p:attrName>style.visibility</p:attrName>
                                        </p:attrNameLst>
                                      </p:cBhvr>
                                      <p:to>
                                        <p:strVal val="visible"/>
                                      </p:to>
                                    </p:set>
                                  </p:childTnLst>
                                </p:cTn>
                              </p:par>
                              <p:par>
                                <p:cTn id="665" presetID="1" presetClass="entr" presetSubtype="0" fill="hold" nodeType="withEffect">
                                  <p:stCondLst>
                                    <p:cond delay="0"/>
                                  </p:stCondLst>
                                  <p:childTnLst>
                                    <p:set>
                                      <p:cBhvr>
                                        <p:cTn id="666" dur="1" fill="hold">
                                          <p:stCondLst>
                                            <p:cond delay="0"/>
                                          </p:stCondLst>
                                        </p:cTn>
                                        <p:tgtEl>
                                          <p:spTgt spid="338"/>
                                        </p:tgtEl>
                                        <p:attrNameLst>
                                          <p:attrName>style.visibility</p:attrName>
                                        </p:attrNameLst>
                                      </p:cBhvr>
                                      <p:to>
                                        <p:strVal val="visible"/>
                                      </p:to>
                                    </p:set>
                                  </p:childTnLst>
                                </p:cTn>
                              </p:par>
                              <p:par>
                                <p:cTn id="667" presetID="1" presetClass="entr" presetSubtype="0" fill="hold" nodeType="withEffect">
                                  <p:stCondLst>
                                    <p:cond delay="0"/>
                                  </p:stCondLst>
                                  <p:childTnLst>
                                    <p:set>
                                      <p:cBhvr>
                                        <p:cTn id="668" dur="1" fill="hold">
                                          <p:stCondLst>
                                            <p:cond delay="0"/>
                                          </p:stCondLst>
                                        </p:cTn>
                                        <p:tgtEl>
                                          <p:spTgt spid="339"/>
                                        </p:tgtEl>
                                        <p:attrNameLst>
                                          <p:attrName>style.visibility</p:attrName>
                                        </p:attrNameLst>
                                      </p:cBhvr>
                                      <p:to>
                                        <p:strVal val="visible"/>
                                      </p:to>
                                    </p:set>
                                  </p:childTnLst>
                                </p:cTn>
                              </p:par>
                              <p:par>
                                <p:cTn id="669" presetID="1" presetClass="entr" presetSubtype="0" fill="hold" nodeType="withEffect">
                                  <p:stCondLst>
                                    <p:cond delay="0"/>
                                  </p:stCondLst>
                                  <p:childTnLst>
                                    <p:set>
                                      <p:cBhvr>
                                        <p:cTn id="670" dur="1" fill="hold">
                                          <p:stCondLst>
                                            <p:cond delay="0"/>
                                          </p:stCondLst>
                                        </p:cTn>
                                        <p:tgtEl>
                                          <p:spTgt spid="340"/>
                                        </p:tgtEl>
                                        <p:attrNameLst>
                                          <p:attrName>style.visibility</p:attrName>
                                        </p:attrNameLst>
                                      </p:cBhvr>
                                      <p:to>
                                        <p:strVal val="visible"/>
                                      </p:to>
                                    </p:set>
                                  </p:childTnLst>
                                </p:cTn>
                              </p:par>
                              <p:par>
                                <p:cTn id="671" presetID="1" presetClass="entr" presetSubtype="0" fill="hold" nodeType="withEffect">
                                  <p:stCondLst>
                                    <p:cond delay="0"/>
                                  </p:stCondLst>
                                  <p:childTnLst>
                                    <p:set>
                                      <p:cBhvr>
                                        <p:cTn id="672" dur="1" fill="hold">
                                          <p:stCondLst>
                                            <p:cond delay="0"/>
                                          </p:stCondLst>
                                        </p:cTn>
                                        <p:tgtEl>
                                          <p:spTgt spid="341"/>
                                        </p:tgtEl>
                                        <p:attrNameLst>
                                          <p:attrName>style.visibility</p:attrName>
                                        </p:attrNameLst>
                                      </p:cBhvr>
                                      <p:to>
                                        <p:strVal val="visible"/>
                                      </p:to>
                                    </p:set>
                                  </p:childTnLst>
                                </p:cTn>
                              </p:par>
                              <p:par>
                                <p:cTn id="673" presetID="1" presetClass="entr" presetSubtype="0" fill="hold" nodeType="withEffect">
                                  <p:stCondLst>
                                    <p:cond delay="0"/>
                                  </p:stCondLst>
                                  <p:childTnLst>
                                    <p:set>
                                      <p:cBhvr>
                                        <p:cTn id="674" dur="1" fill="hold">
                                          <p:stCondLst>
                                            <p:cond delay="0"/>
                                          </p:stCondLst>
                                        </p:cTn>
                                        <p:tgtEl>
                                          <p:spTgt spid="342"/>
                                        </p:tgtEl>
                                        <p:attrNameLst>
                                          <p:attrName>style.visibility</p:attrName>
                                        </p:attrNameLst>
                                      </p:cBhvr>
                                      <p:to>
                                        <p:strVal val="visible"/>
                                      </p:to>
                                    </p:set>
                                  </p:childTnLst>
                                </p:cTn>
                              </p:par>
                              <p:par>
                                <p:cTn id="675" presetID="1" presetClass="entr" presetSubtype="0" fill="hold" nodeType="withEffect">
                                  <p:stCondLst>
                                    <p:cond delay="0"/>
                                  </p:stCondLst>
                                  <p:childTnLst>
                                    <p:set>
                                      <p:cBhvr>
                                        <p:cTn id="676" dur="1" fill="hold">
                                          <p:stCondLst>
                                            <p:cond delay="0"/>
                                          </p:stCondLst>
                                        </p:cTn>
                                        <p:tgtEl>
                                          <p:spTgt spid="343"/>
                                        </p:tgtEl>
                                        <p:attrNameLst>
                                          <p:attrName>style.visibility</p:attrName>
                                        </p:attrNameLst>
                                      </p:cBhvr>
                                      <p:to>
                                        <p:strVal val="visible"/>
                                      </p:to>
                                    </p:set>
                                  </p:childTnLst>
                                </p:cTn>
                              </p:par>
                              <p:par>
                                <p:cTn id="677" presetID="1" presetClass="entr" presetSubtype="0" fill="hold" nodeType="withEffect">
                                  <p:stCondLst>
                                    <p:cond delay="0"/>
                                  </p:stCondLst>
                                  <p:childTnLst>
                                    <p:set>
                                      <p:cBhvr>
                                        <p:cTn id="678" dur="1" fill="hold">
                                          <p:stCondLst>
                                            <p:cond delay="0"/>
                                          </p:stCondLst>
                                        </p:cTn>
                                        <p:tgtEl>
                                          <p:spTgt spid="344"/>
                                        </p:tgtEl>
                                        <p:attrNameLst>
                                          <p:attrName>style.visibility</p:attrName>
                                        </p:attrNameLst>
                                      </p:cBhvr>
                                      <p:to>
                                        <p:strVal val="visible"/>
                                      </p:to>
                                    </p:set>
                                  </p:childTnLst>
                                </p:cTn>
                              </p:par>
                              <p:par>
                                <p:cTn id="679" presetID="1" presetClass="entr" presetSubtype="0" fill="hold" nodeType="withEffect">
                                  <p:stCondLst>
                                    <p:cond delay="0"/>
                                  </p:stCondLst>
                                  <p:childTnLst>
                                    <p:set>
                                      <p:cBhvr>
                                        <p:cTn id="680" dur="1" fill="hold">
                                          <p:stCondLst>
                                            <p:cond delay="0"/>
                                          </p:stCondLst>
                                        </p:cTn>
                                        <p:tgtEl>
                                          <p:spTgt spid="345"/>
                                        </p:tgtEl>
                                        <p:attrNameLst>
                                          <p:attrName>style.visibility</p:attrName>
                                        </p:attrNameLst>
                                      </p:cBhvr>
                                      <p:to>
                                        <p:strVal val="visible"/>
                                      </p:to>
                                    </p:set>
                                  </p:childTnLst>
                                </p:cTn>
                              </p:par>
                              <p:par>
                                <p:cTn id="681" presetID="1" presetClass="entr" presetSubtype="0" fill="hold" nodeType="withEffect">
                                  <p:stCondLst>
                                    <p:cond delay="0"/>
                                  </p:stCondLst>
                                  <p:childTnLst>
                                    <p:set>
                                      <p:cBhvr>
                                        <p:cTn id="682" dur="1" fill="hold">
                                          <p:stCondLst>
                                            <p:cond delay="0"/>
                                          </p:stCondLst>
                                        </p:cTn>
                                        <p:tgtEl>
                                          <p:spTgt spid="346"/>
                                        </p:tgtEl>
                                        <p:attrNameLst>
                                          <p:attrName>style.visibility</p:attrName>
                                        </p:attrNameLst>
                                      </p:cBhvr>
                                      <p:to>
                                        <p:strVal val="visible"/>
                                      </p:to>
                                    </p:set>
                                  </p:childTnLst>
                                </p:cTn>
                              </p:par>
                              <p:par>
                                <p:cTn id="683" presetID="1" presetClass="entr" presetSubtype="0" fill="hold" nodeType="withEffect">
                                  <p:stCondLst>
                                    <p:cond delay="0"/>
                                  </p:stCondLst>
                                  <p:childTnLst>
                                    <p:set>
                                      <p:cBhvr>
                                        <p:cTn id="684" dur="1" fill="hold">
                                          <p:stCondLst>
                                            <p:cond delay="0"/>
                                          </p:stCondLst>
                                        </p:cTn>
                                        <p:tgtEl>
                                          <p:spTgt spid="347"/>
                                        </p:tgtEl>
                                        <p:attrNameLst>
                                          <p:attrName>style.visibility</p:attrName>
                                        </p:attrNameLst>
                                      </p:cBhvr>
                                      <p:to>
                                        <p:strVal val="visible"/>
                                      </p:to>
                                    </p:set>
                                  </p:childTnLst>
                                </p:cTn>
                              </p:par>
                              <p:par>
                                <p:cTn id="685" presetID="1" presetClass="entr" presetSubtype="0" fill="hold" nodeType="withEffect">
                                  <p:stCondLst>
                                    <p:cond delay="0"/>
                                  </p:stCondLst>
                                  <p:childTnLst>
                                    <p:set>
                                      <p:cBhvr>
                                        <p:cTn id="686" dur="1" fill="hold">
                                          <p:stCondLst>
                                            <p:cond delay="0"/>
                                          </p:stCondLst>
                                        </p:cTn>
                                        <p:tgtEl>
                                          <p:spTgt spid="348"/>
                                        </p:tgtEl>
                                        <p:attrNameLst>
                                          <p:attrName>style.visibility</p:attrName>
                                        </p:attrNameLst>
                                      </p:cBhvr>
                                      <p:to>
                                        <p:strVal val="visible"/>
                                      </p:to>
                                    </p:set>
                                  </p:childTnLst>
                                </p:cTn>
                              </p:par>
                              <p:par>
                                <p:cTn id="687" presetID="1" presetClass="entr" presetSubtype="0" fill="hold" nodeType="withEffect">
                                  <p:stCondLst>
                                    <p:cond delay="0"/>
                                  </p:stCondLst>
                                  <p:childTnLst>
                                    <p:set>
                                      <p:cBhvr>
                                        <p:cTn id="688" dur="1" fill="hold">
                                          <p:stCondLst>
                                            <p:cond delay="0"/>
                                          </p:stCondLst>
                                        </p:cTn>
                                        <p:tgtEl>
                                          <p:spTgt spid="349"/>
                                        </p:tgtEl>
                                        <p:attrNameLst>
                                          <p:attrName>style.visibility</p:attrName>
                                        </p:attrNameLst>
                                      </p:cBhvr>
                                      <p:to>
                                        <p:strVal val="visible"/>
                                      </p:to>
                                    </p:set>
                                  </p:childTnLst>
                                </p:cTn>
                              </p:par>
                              <p:par>
                                <p:cTn id="689" presetID="1" presetClass="entr" presetSubtype="0" fill="hold" nodeType="withEffect">
                                  <p:stCondLst>
                                    <p:cond delay="0"/>
                                  </p:stCondLst>
                                  <p:childTnLst>
                                    <p:set>
                                      <p:cBhvr>
                                        <p:cTn id="690" dur="1" fill="hold">
                                          <p:stCondLst>
                                            <p:cond delay="0"/>
                                          </p:stCondLst>
                                        </p:cTn>
                                        <p:tgtEl>
                                          <p:spTgt spid="350"/>
                                        </p:tgtEl>
                                        <p:attrNameLst>
                                          <p:attrName>style.visibility</p:attrName>
                                        </p:attrNameLst>
                                      </p:cBhvr>
                                      <p:to>
                                        <p:strVal val="visible"/>
                                      </p:to>
                                    </p:set>
                                  </p:childTnLst>
                                </p:cTn>
                              </p:par>
                              <p:par>
                                <p:cTn id="691" presetID="1" presetClass="entr" presetSubtype="0" fill="hold" nodeType="withEffect">
                                  <p:stCondLst>
                                    <p:cond delay="0"/>
                                  </p:stCondLst>
                                  <p:childTnLst>
                                    <p:set>
                                      <p:cBhvr>
                                        <p:cTn id="692" dur="1" fill="hold">
                                          <p:stCondLst>
                                            <p:cond delay="0"/>
                                          </p:stCondLst>
                                        </p:cTn>
                                        <p:tgtEl>
                                          <p:spTgt spid="351"/>
                                        </p:tgtEl>
                                        <p:attrNameLst>
                                          <p:attrName>style.visibility</p:attrName>
                                        </p:attrNameLst>
                                      </p:cBhvr>
                                      <p:to>
                                        <p:strVal val="visible"/>
                                      </p:to>
                                    </p:set>
                                  </p:childTnLst>
                                </p:cTn>
                              </p:par>
                              <p:par>
                                <p:cTn id="693" presetID="1" presetClass="entr" presetSubtype="0" fill="hold" nodeType="withEffect">
                                  <p:stCondLst>
                                    <p:cond delay="0"/>
                                  </p:stCondLst>
                                  <p:childTnLst>
                                    <p:set>
                                      <p:cBhvr>
                                        <p:cTn id="694" dur="1" fill="hold">
                                          <p:stCondLst>
                                            <p:cond delay="0"/>
                                          </p:stCondLst>
                                        </p:cTn>
                                        <p:tgtEl>
                                          <p:spTgt spid="352"/>
                                        </p:tgtEl>
                                        <p:attrNameLst>
                                          <p:attrName>style.visibility</p:attrName>
                                        </p:attrNameLst>
                                      </p:cBhvr>
                                      <p:to>
                                        <p:strVal val="visible"/>
                                      </p:to>
                                    </p:set>
                                  </p:childTnLst>
                                </p:cTn>
                              </p:par>
                              <p:par>
                                <p:cTn id="695" presetID="1" presetClass="entr" presetSubtype="0" fill="hold" nodeType="withEffect">
                                  <p:stCondLst>
                                    <p:cond delay="0"/>
                                  </p:stCondLst>
                                  <p:childTnLst>
                                    <p:set>
                                      <p:cBhvr>
                                        <p:cTn id="696" dur="1" fill="hold">
                                          <p:stCondLst>
                                            <p:cond delay="0"/>
                                          </p:stCondLst>
                                        </p:cTn>
                                        <p:tgtEl>
                                          <p:spTgt spid="353"/>
                                        </p:tgtEl>
                                        <p:attrNameLst>
                                          <p:attrName>style.visibility</p:attrName>
                                        </p:attrNameLst>
                                      </p:cBhvr>
                                      <p:to>
                                        <p:strVal val="visible"/>
                                      </p:to>
                                    </p:set>
                                  </p:childTnLst>
                                </p:cTn>
                              </p:par>
                              <p:par>
                                <p:cTn id="697" presetID="1" presetClass="entr" presetSubtype="0" fill="hold" nodeType="withEffect">
                                  <p:stCondLst>
                                    <p:cond delay="0"/>
                                  </p:stCondLst>
                                  <p:childTnLst>
                                    <p:set>
                                      <p:cBhvr>
                                        <p:cTn id="698" dur="1" fill="hold">
                                          <p:stCondLst>
                                            <p:cond delay="0"/>
                                          </p:stCondLst>
                                        </p:cTn>
                                        <p:tgtEl>
                                          <p:spTgt spid="354"/>
                                        </p:tgtEl>
                                        <p:attrNameLst>
                                          <p:attrName>style.visibility</p:attrName>
                                        </p:attrNameLst>
                                      </p:cBhvr>
                                      <p:to>
                                        <p:strVal val="visible"/>
                                      </p:to>
                                    </p:set>
                                  </p:childTnLst>
                                </p:cTn>
                              </p:par>
                              <p:par>
                                <p:cTn id="699" presetID="1" presetClass="entr" presetSubtype="0" fill="hold" nodeType="withEffect">
                                  <p:stCondLst>
                                    <p:cond delay="0"/>
                                  </p:stCondLst>
                                  <p:childTnLst>
                                    <p:set>
                                      <p:cBhvr>
                                        <p:cTn id="700" dur="1" fill="hold">
                                          <p:stCondLst>
                                            <p:cond delay="0"/>
                                          </p:stCondLst>
                                        </p:cTn>
                                        <p:tgtEl>
                                          <p:spTgt spid="355"/>
                                        </p:tgtEl>
                                        <p:attrNameLst>
                                          <p:attrName>style.visibility</p:attrName>
                                        </p:attrNameLst>
                                      </p:cBhvr>
                                      <p:to>
                                        <p:strVal val="visible"/>
                                      </p:to>
                                    </p:set>
                                  </p:childTnLst>
                                </p:cTn>
                              </p:par>
                              <p:par>
                                <p:cTn id="701" presetID="1" presetClass="entr" presetSubtype="0" fill="hold" nodeType="withEffect">
                                  <p:stCondLst>
                                    <p:cond delay="0"/>
                                  </p:stCondLst>
                                  <p:childTnLst>
                                    <p:set>
                                      <p:cBhvr>
                                        <p:cTn id="702" dur="1" fill="hold">
                                          <p:stCondLst>
                                            <p:cond delay="0"/>
                                          </p:stCondLst>
                                        </p:cTn>
                                        <p:tgtEl>
                                          <p:spTgt spid="356"/>
                                        </p:tgtEl>
                                        <p:attrNameLst>
                                          <p:attrName>style.visibility</p:attrName>
                                        </p:attrNameLst>
                                      </p:cBhvr>
                                      <p:to>
                                        <p:strVal val="visible"/>
                                      </p:to>
                                    </p:set>
                                  </p:childTnLst>
                                </p:cTn>
                              </p:par>
                              <p:par>
                                <p:cTn id="703" presetID="1" presetClass="entr" presetSubtype="0" fill="hold" nodeType="withEffect">
                                  <p:stCondLst>
                                    <p:cond delay="0"/>
                                  </p:stCondLst>
                                  <p:childTnLst>
                                    <p:set>
                                      <p:cBhvr>
                                        <p:cTn id="704" dur="1" fill="hold">
                                          <p:stCondLst>
                                            <p:cond delay="0"/>
                                          </p:stCondLst>
                                        </p:cTn>
                                        <p:tgtEl>
                                          <p:spTgt spid="357"/>
                                        </p:tgtEl>
                                        <p:attrNameLst>
                                          <p:attrName>style.visibility</p:attrName>
                                        </p:attrNameLst>
                                      </p:cBhvr>
                                      <p:to>
                                        <p:strVal val="visible"/>
                                      </p:to>
                                    </p:set>
                                  </p:childTnLst>
                                </p:cTn>
                              </p:par>
                              <p:par>
                                <p:cTn id="705" presetID="1" presetClass="entr" presetSubtype="0" fill="hold" nodeType="withEffect">
                                  <p:stCondLst>
                                    <p:cond delay="0"/>
                                  </p:stCondLst>
                                  <p:childTnLst>
                                    <p:set>
                                      <p:cBhvr>
                                        <p:cTn id="706" dur="1" fill="hold">
                                          <p:stCondLst>
                                            <p:cond delay="0"/>
                                          </p:stCondLst>
                                        </p:cTn>
                                        <p:tgtEl>
                                          <p:spTgt spid="358"/>
                                        </p:tgtEl>
                                        <p:attrNameLst>
                                          <p:attrName>style.visibility</p:attrName>
                                        </p:attrNameLst>
                                      </p:cBhvr>
                                      <p:to>
                                        <p:strVal val="visible"/>
                                      </p:to>
                                    </p:set>
                                  </p:childTnLst>
                                </p:cTn>
                              </p:par>
                              <p:par>
                                <p:cTn id="707" presetID="1" presetClass="entr" presetSubtype="0" fill="hold" nodeType="withEffect">
                                  <p:stCondLst>
                                    <p:cond delay="0"/>
                                  </p:stCondLst>
                                  <p:childTnLst>
                                    <p:set>
                                      <p:cBhvr>
                                        <p:cTn id="708" dur="1" fill="hold">
                                          <p:stCondLst>
                                            <p:cond delay="0"/>
                                          </p:stCondLst>
                                        </p:cTn>
                                        <p:tgtEl>
                                          <p:spTgt spid="359"/>
                                        </p:tgtEl>
                                        <p:attrNameLst>
                                          <p:attrName>style.visibility</p:attrName>
                                        </p:attrNameLst>
                                      </p:cBhvr>
                                      <p:to>
                                        <p:strVal val="visible"/>
                                      </p:to>
                                    </p:set>
                                  </p:childTnLst>
                                </p:cTn>
                              </p:par>
                              <p:par>
                                <p:cTn id="709" presetID="1" presetClass="entr" presetSubtype="0" fill="hold" nodeType="withEffect">
                                  <p:stCondLst>
                                    <p:cond delay="0"/>
                                  </p:stCondLst>
                                  <p:childTnLst>
                                    <p:set>
                                      <p:cBhvr>
                                        <p:cTn id="710" dur="1" fill="hold">
                                          <p:stCondLst>
                                            <p:cond delay="0"/>
                                          </p:stCondLst>
                                        </p:cTn>
                                        <p:tgtEl>
                                          <p:spTgt spid="360"/>
                                        </p:tgtEl>
                                        <p:attrNameLst>
                                          <p:attrName>style.visibility</p:attrName>
                                        </p:attrNameLst>
                                      </p:cBhvr>
                                      <p:to>
                                        <p:strVal val="visible"/>
                                      </p:to>
                                    </p:set>
                                  </p:childTnLst>
                                </p:cTn>
                              </p:par>
                              <p:par>
                                <p:cTn id="711" presetID="1" presetClass="entr" presetSubtype="0" fill="hold" nodeType="withEffect">
                                  <p:stCondLst>
                                    <p:cond delay="0"/>
                                  </p:stCondLst>
                                  <p:childTnLst>
                                    <p:set>
                                      <p:cBhvr>
                                        <p:cTn id="712" dur="1" fill="hold">
                                          <p:stCondLst>
                                            <p:cond delay="0"/>
                                          </p:stCondLst>
                                        </p:cTn>
                                        <p:tgtEl>
                                          <p:spTgt spid="361"/>
                                        </p:tgtEl>
                                        <p:attrNameLst>
                                          <p:attrName>style.visibility</p:attrName>
                                        </p:attrNameLst>
                                      </p:cBhvr>
                                      <p:to>
                                        <p:strVal val="visible"/>
                                      </p:to>
                                    </p:set>
                                  </p:childTnLst>
                                </p:cTn>
                              </p:par>
                              <p:par>
                                <p:cTn id="713" presetID="1" presetClass="entr" presetSubtype="0" fill="hold" nodeType="withEffect">
                                  <p:stCondLst>
                                    <p:cond delay="0"/>
                                  </p:stCondLst>
                                  <p:childTnLst>
                                    <p:set>
                                      <p:cBhvr>
                                        <p:cTn id="714" dur="1" fill="hold">
                                          <p:stCondLst>
                                            <p:cond delay="0"/>
                                          </p:stCondLst>
                                        </p:cTn>
                                        <p:tgtEl>
                                          <p:spTgt spid="362"/>
                                        </p:tgtEl>
                                        <p:attrNameLst>
                                          <p:attrName>style.visibility</p:attrName>
                                        </p:attrNameLst>
                                      </p:cBhvr>
                                      <p:to>
                                        <p:strVal val="visible"/>
                                      </p:to>
                                    </p:set>
                                  </p:childTnLst>
                                </p:cTn>
                              </p:par>
                              <p:par>
                                <p:cTn id="715" presetID="1" presetClass="entr" presetSubtype="0" fill="hold" nodeType="withEffect">
                                  <p:stCondLst>
                                    <p:cond delay="0"/>
                                  </p:stCondLst>
                                  <p:childTnLst>
                                    <p:set>
                                      <p:cBhvr>
                                        <p:cTn id="716" dur="1" fill="hold">
                                          <p:stCondLst>
                                            <p:cond delay="0"/>
                                          </p:stCondLst>
                                        </p:cTn>
                                        <p:tgtEl>
                                          <p:spTgt spid="363"/>
                                        </p:tgtEl>
                                        <p:attrNameLst>
                                          <p:attrName>style.visibility</p:attrName>
                                        </p:attrNameLst>
                                      </p:cBhvr>
                                      <p:to>
                                        <p:strVal val="visible"/>
                                      </p:to>
                                    </p:set>
                                  </p:childTnLst>
                                </p:cTn>
                              </p:par>
                              <p:par>
                                <p:cTn id="717" presetID="1" presetClass="entr" presetSubtype="0" fill="hold" nodeType="withEffect">
                                  <p:stCondLst>
                                    <p:cond delay="0"/>
                                  </p:stCondLst>
                                  <p:childTnLst>
                                    <p:set>
                                      <p:cBhvr>
                                        <p:cTn id="718" dur="1" fill="hold">
                                          <p:stCondLst>
                                            <p:cond delay="0"/>
                                          </p:stCondLst>
                                        </p:cTn>
                                        <p:tgtEl>
                                          <p:spTgt spid="364"/>
                                        </p:tgtEl>
                                        <p:attrNameLst>
                                          <p:attrName>style.visibility</p:attrName>
                                        </p:attrNameLst>
                                      </p:cBhvr>
                                      <p:to>
                                        <p:strVal val="visible"/>
                                      </p:to>
                                    </p:set>
                                  </p:childTnLst>
                                </p:cTn>
                              </p:par>
                              <p:par>
                                <p:cTn id="719" presetID="1" presetClass="entr" presetSubtype="0" fill="hold" nodeType="withEffect">
                                  <p:stCondLst>
                                    <p:cond delay="0"/>
                                  </p:stCondLst>
                                  <p:childTnLst>
                                    <p:set>
                                      <p:cBhvr>
                                        <p:cTn id="720" dur="1" fill="hold">
                                          <p:stCondLst>
                                            <p:cond delay="0"/>
                                          </p:stCondLst>
                                        </p:cTn>
                                        <p:tgtEl>
                                          <p:spTgt spid="365"/>
                                        </p:tgtEl>
                                        <p:attrNameLst>
                                          <p:attrName>style.visibility</p:attrName>
                                        </p:attrNameLst>
                                      </p:cBhvr>
                                      <p:to>
                                        <p:strVal val="visible"/>
                                      </p:to>
                                    </p:set>
                                  </p:childTnLst>
                                </p:cTn>
                              </p:par>
                              <p:par>
                                <p:cTn id="721" presetID="1" presetClass="entr" presetSubtype="0" fill="hold" nodeType="withEffect">
                                  <p:stCondLst>
                                    <p:cond delay="0"/>
                                  </p:stCondLst>
                                  <p:childTnLst>
                                    <p:set>
                                      <p:cBhvr>
                                        <p:cTn id="722" dur="1" fill="hold">
                                          <p:stCondLst>
                                            <p:cond delay="0"/>
                                          </p:stCondLst>
                                        </p:cTn>
                                        <p:tgtEl>
                                          <p:spTgt spid="366"/>
                                        </p:tgtEl>
                                        <p:attrNameLst>
                                          <p:attrName>style.visibility</p:attrName>
                                        </p:attrNameLst>
                                      </p:cBhvr>
                                      <p:to>
                                        <p:strVal val="visible"/>
                                      </p:to>
                                    </p:set>
                                  </p:childTnLst>
                                </p:cTn>
                              </p:par>
                              <p:par>
                                <p:cTn id="723" presetID="1" presetClass="entr" presetSubtype="0" fill="hold" nodeType="withEffect">
                                  <p:stCondLst>
                                    <p:cond delay="0"/>
                                  </p:stCondLst>
                                  <p:childTnLst>
                                    <p:set>
                                      <p:cBhvr>
                                        <p:cTn id="724" dur="1" fill="hold">
                                          <p:stCondLst>
                                            <p:cond delay="0"/>
                                          </p:stCondLst>
                                        </p:cTn>
                                        <p:tgtEl>
                                          <p:spTgt spid="367"/>
                                        </p:tgtEl>
                                        <p:attrNameLst>
                                          <p:attrName>style.visibility</p:attrName>
                                        </p:attrNameLst>
                                      </p:cBhvr>
                                      <p:to>
                                        <p:strVal val="visible"/>
                                      </p:to>
                                    </p:set>
                                  </p:childTnLst>
                                </p:cTn>
                              </p:par>
                              <p:par>
                                <p:cTn id="725" presetID="1" presetClass="entr" presetSubtype="0" fill="hold" nodeType="withEffect">
                                  <p:stCondLst>
                                    <p:cond delay="0"/>
                                  </p:stCondLst>
                                  <p:childTnLst>
                                    <p:set>
                                      <p:cBhvr>
                                        <p:cTn id="726" dur="1" fill="hold">
                                          <p:stCondLst>
                                            <p:cond delay="0"/>
                                          </p:stCondLst>
                                        </p:cTn>
                                        <p:tgtEl>
                                          <p:spTgt spid="368"/>
                                        </p:tgtEl>
                                        <p:attrNameLst>
                                          <p:attrName>style.visibility</p:attrName>
                                        </p:attrNameLst>
                                      </p:cBhvr>
                                      <p:to>
                                        <p:strVal val="visible"/>
                                      </p:to>
                                    </p:set>
                                  </p:childTnLst>
                                </p:cTn>
                              </p:par>
                              <p:par>
                                <p:cTn id="727" presetID="1" presetClass="entr" presetSubtype="0" fill="hold" nodeType="withEffect">
                                  <p:stCondLst>
                                    <p:cond delay="0"/>
                                  </p:stCondLst>
                                  <p:childTnLst>
                                    <p:set>
                                      <p:cBhvr>
                                        <p:cTn id="728" dur="1" fill="hold">
                                          <p:stCondLst>
                                            <p:cond delay="0"/>
                                          </p:stCondLst>
                                        </p:cTn>
                                        <p:tgtEl>
                                          <p:spTgt spid="369"/>
                                        </p:tgtEl>
                                        <p:attrNameLst>
                                          <p:attrName>style.visibility</p:attrName>
                                        </p:attrNameLst>
                                      </p:cBhvr>
                                      <p:to>
                                        <p:strVal val="visible"/>
                                      </p:to>
                                    </p:set>
                                  </p:childTnLst>
                                </p:cTn>
                              </p:par>
                              <p:par>
                                <p:cTn id="729" presetID="1" presetClass="entr" presetSubtype="0" fill="hold" nodeType="withEffect">
                                  <p:stCondLst>
                                    <p:cond delay="0"/>
                                  </p:stCondLst>
                                  <p:childTnLst>
                                    <p:set>
                                      <p:cBhvr>
                                        <p:cTn id="730" dur="1" fill="hold">
                                          <p:stCondLst>
                                            <p:cond delay="0"/>
                                          </p:stCondLst>
                                        </p:cTn>
                                        <p:tgtEl>
                                          <p:spTgt spid="370"/>
                                        </p:tgtEl>
                                        <p:attrNameLst>
                                          <p:attrName>style.visibility</p:attrName>
                                        </p:attrNameLst>
                                      </p:cBhvr>
                                      <p:to>
                                        <p:strVal val="visible"/>
                                      </p:to>
                                    </p:set>
                                  </p:childTnLst>
                                </p:cTn>
                              </p:par>
                              <p:par>
                                <p:cTn id="731" presetID="1" presetClass="entr" presetSubtype="0" fill="hold" nodeType="withEffect">
                                  <p:stCondLst>
                                    <p:cond delay="0"/>
                                  </p:stCondLst>
                                  <p:childTnLst>
                                    <p:set>
                                      <p:cBhvr>
                                        <p:cTn id="732" dur="1" fill="hold">
                                          <p:stCondLst>
                                            <p:cond delay="0"/>
                                          </p:stCondLst>
                                        </p:cTn>
                                        <p:tgtEl>
                                          <p:spTgt spid="371"/>
                                        </p:tgtEl>
                                        <p:attrNameLst>
                                          <p:attrName>style.visibility</p:attrName>
                                        </p:attrNameLst>
                                      </p:cBhvr>
                                      <p:to>
                                        <p:strVal val="visible"/>
                                      </p:to>
                                    </p:set>
                                  </p:childTnLst>
                                </p:cTn>
                              </p:par>
                              <p:par>
                                <p:cTn id="733" presetID="1" presetClass="entr" presetSubtype="0" fill="hold" nodeType="withEffect">
                                  <p:stCondLst>
                                    <p:cond delay="0"/>
                                  </p:stCondLst>
                                  <p:childTnLst>
                                    <p:set>
                                      <p:cBhvr>
                                        <p:cTn id="734" dur="1" fill="hold">
                                          <p:stCondLst>
                                            <p:cond delay="0"/>
                                          </p:stCondLst>
                                        </p:cTn>
                                        <p:tgtEl>
                                          <p:spTgt spid="372"/>
                                        </p:tgtEl>
                                        <p:attrNameLst>
                                          <p:attrName>style.visibility</p:attrName>
                                        </p:attrNameLst>
                                      </p:cBhvr>
                                      <p:to>
                                        <p:strVal val="visible"/>
                                      </p:to>
                                    </p:set>
                                  </p:childTnLst>
                                </p:cTn>
                              </p:par>
                              <p:par>
                                <p:cTn id="735" presetID="1" presetClass="entr" presetSubtype="0" fill="hold" nodeType="withEffect">
                                  <p:stCondLst>
                                    <p:cond delay="0"/>
                                  </p:stCondLst>
                                  <p:childTnLst>
                                    <p:set>
                                      <p:cBhvr>
                                        <p:cTn id="736" dur="1" fill="hold">
                                          <p:stCondLst>
                                            <p:cond delay="0"/>
                                          </p:stCondLst>
                                        </p:cTn>
                                        <p:tgtEl>
                                          <p:spTgt spid="373"/>
                                        </p:tgtEl>
                                        <p:attrNameLst>
                                          <p:attrName>style.visibility</p:attrName>
                                        </p:attrNameLst>
                                      </p:cBhvr>
                                      <p:to>
                                        <p:strVal val="visible"/>
                                      </p:to>
                                    </p:set>
                                  </p:childTnLst>
                                </p:cTn>
                              </p:par>
                              <p:par>
                                <p:cTn id="737" presetID="1" presetClass="entr" presetSubtype="0" fill="hold" nodeType="withEffect">
                                  <p:stCondLst>
                                    <p:cond delay="0"/>
                                  </p:stCondLst>
                                  <p:childTnLst>
                                    <p:set>
                                      <p:cBhvr>
                                        <p:cTn id="738" dur="1" fill="hold">
                                          <p:stCondLst>
                                            <p:cond delay="0"/>
                                          </p:stCondLst>
                                        </p:cTn>
                                        <p:tgtEl>
                                          <p:spTgt spid="374"/>
                                        </p:tgtEl>
                                        <p:attrNameLst>
                                          <p:attrName>style.visibility</p:attrName>
                                        </p:attrNameLst>
                                      </p:cBhvr>
                                      <p:to>
                                        <p:strVal val="visible"/>
                                      </p:to>
                                    </p:set>
                                  </p:childTnLst>
                                </p:cTn>
                              </p:par>
                              <p:par>
                                <p:cTn id="739" presetID="1" presetClass="entr" presetSubtype="0" fill="hold" nodeType="withEffect">
                                  <p:stCondLst>
                                    <p:cond delay="0"/>
                                  </p:stCondLst>
                                  <p:childTnLst>
                                    <p:set>
                                      <p:cBhvr>
                                        <p:cTn id="740" dur="1" fill="hold">
                                          <p:stCondLst>
                                            <p:cond delay="0"/>
                                          </p:stCondLst>
                                        </p:cTn>
                                        <p:tgtEl>
                                          <p:spTgt spid="375"/>
                                        </p:tgtEl>
                                        <p:attrNameLst>
                                          <p:attrName>style.visibility</p:attrName>
                                        </p:attrNameLst>
                                      </p:cBhvr>
                                      <p:to>
                                        <p:strVal val="visible"/>
                                      </p:to>
                                    </p:set>
                                  </p:childTnLst>
                                </p:cTn>
                              </p:par>
                              <p:par>
                                <p:cTn id="741" presetID="1" presetClass="entr" presetSubtype="0" fill="hold" nodeType="withEffect">
                                  <p:stCondLst>
                                    <p:cond delay="0"/>
                                  </p:stCondLst>
                                  <p:childTnLst>
                                    <p:set>
                                      <p:cBhvr>
                                        <p:cTn id="742" dur="1" fill="hold">
                                          <p:stCondLst>
                                            <p:cond delay="0"/>
                                          </p:stCondLst>
                                        </p:cTn>
                                        <p:tgtEl>
                                          <p:spTgt spid="376"/>
                                        </p:tgtEl>
                                        <p:attrNameLst>
                                          <p:attrName>style.visibility</p:attrName>
                                        </p:attrNameLst>
                                      </p:cBhvr>
                                      <p:to>
                                        <p:strVal val="visible"/>
                                      </p:to>
                                    </p:set>
                                  </p:childTnLst>
                                </p:cTn>
                              </p:par>
                              <p:par>
                                <p:cTn id="743" presetID="1" presetClass="entr" presetSubtype="0" fill="hold" nodeType="withEffect">
                                  <p:stCondLst>
                                    <p:cond delay="0"/>
                                  </p:stCondLst>
                                  <p:childTnLst>
                                    <p:set>
                                      <p:cBhvr>
                                        <p:cTn id="744" dur="1" fill="hold">
                                          <p:stCondLst>
                                            <p:cond delay="0"/>
                                          </p:stCondLst>
                                        </p:cTn>
                                        <p:tgtEl>
                                          <p:spTgt spid="377"/>
                                        </p:tgtEl>
                                        <p:attrNameLst>
                                          <p:attrName>style.visibility</p:attrName>
                                        </p:attrNameLst>
                                      </p:cBhvr>
                                      <p:to>
                                        <p:strVal val="visible"/>
                                      </p:to>
                                    </p:set>
                                  </p:childTnLst>
                                </p:cTn>
                              </p:par>
                              <p:par>
                                <p:cTn id="745" presetID="1" presetClass="entr" presetSubtype="0" fill="hold" nodeType="withEffect">
                                  <p:stCondLst>
                                    <p:cond delay="0"/>
                                  </p:stCondLst>
                                  <p:childTnLst>
                                    <p:set>
                                      <p:cBhvr>
                                        <p:cTn id="746" dur="1" fill="hold">
                                          <p:stCondLst>
                                            <p:cond delay="0"/>
                                          </p:stCondLst>
                                        </p:cTn>
                                        <p:tgtEl>
                                          <p:spTgt spid="378"/>
                                        </p:tgtEl>
                                        <p:attrNameLst>
                                          <p:attrName>style.visibility</p:attrName>
                                        </p:attrNameLst>
                                      </p:cBhvr>
                                      <p:to>
                                        <p:strVal val="visible"/>
                                      </p:to>
                                    </p:set>
                                  </p:childTnLst>
                                </p:cTn>
                              </p:par>
                              <p:par>
                                <p:cTn id="747" presetID="1" presetClass="entr" presetSubtype="0" fill="hold" nodeType="withEffect">
                                  <p:stCondLst>
                                    <p:cond delay="0"/>
                                  </p:stCondLst>
                                  <p:childTnLst>
                                    <p:set>
                                      <p:cBhvr>
                                        <p:cTn id="748" dur="1" fill="hold">
                                          <p:stCondLst>
                                            <p:cond delay="0"/>
                                          </p:stCondLst>
                                        </p:cTn>
                                        <p:tgtEl>
                                          <p:spTgt spid="379"/>
                                        </p:tgtEl>
                                        <p:attrNameLst>
                                          <p:attrName>style.visibility</p:attrName>
                                        </p:attrNameLst>
                                      </p:cBhvr>
                                      <p:to>
                                        <p:strVal val="visible"/>
                                      </p:to>
                                    </p:set>
                                  </p:childTnLst>
                                </p:cTn>
                              </p:par>
                              <p:par>
                                <p:cTn id="749" presetID="1" presetClass="entr" presetSubtype="0" fill="hold" nodeType="withEffect">
                                  <p:stCondLst>
                                    <p:cond delay="0"/>
                                  </p:stCondLst>
                                  <p:childTnLst>
                                    <p:set>
                                      <p:cBhvr>
                                        <p:cTn id="750" dur="1" fill="hold">
                                          <p:stCondLst>
                                            <p:cond delay="0"/>
                                          </p:stCondLst>
                                        </p:cTn>
                                        <p:tgtEl>
                                          <p:spTgt spid="380"/>
                                        </p:tgtEl>
                                        <p:attrNameLst>
                                          <p:attrName>style.visibility</p:attrName>
                                        </p:attrNameLst>
                                      </p:cBhvr>
                                      <p:to>
                                        <p:strVal val="visible"/>
                                      </p:to>
                                    </p:set>
                                  </p:childTnLst>
                                </p:cTn>
                              </p:par>
                              <p:par>
                                <p:cTn id="751" presetID="1" presetClass="entr" presetSubtype="0" fill="hold" nodeType="withEffect">
                                  <p:stCondLst>
                                    <p:cond delay="0"/>
                                  </p:stCondLst>
                                  <p:childTnLst>
                                    <p:set>
                                      <p:cBhvr>
                                        <p:cTn id="752" dur="1" fill="hold">
                                          <p:stCondLst>
                                            <p:cond delay="0"/>
                                          </p:stCondLst>
                                        </p:cTn>
                                        <p:tgtEl>
                                          <p:spTgt spid="381"/>
                                        </p:tgtEl>
                                        <p:attrNameLst>
                                          <p:attrName>style.visibility</p:attrName>
                                        </p:attrNameLst>
                                      </p:cBhvr>
                                      <p:to>
                                        <p:strVal val="visible"/>
                                      </p:to>
                                    </p:set>
                                  </p:childTnLst>
                                </p:cTn>
                              </p:par>
                              <p:par>
                                <p:cTn id="753" presetID="1" presetClass="entr" presetSubtype="0" fill="hold" nodeType="withEffect">
                                  <p:stCondLst>
                                    <p:cond delay="0"/>
                                  </p:stCondLst>
                                  <p:childTnLst>
                                    <p:set>
                                      <p:cBhvr>
                                        <p:cTn id="754" dur="1" fill="hold">
                                          <p:stCondLst>
                                            <p:cond delay="0"/>
                                          </p:stCondLst>
                                        </p:cTn>
                                        <p:tgtEl>
                                          <p:spTgt spid="382"/>
                                        </p:tgtEl>
                                        <p:attrNameLst>
                                          <p:attrName>style.visibility</p:attrName>
                                        </p:attrNameLst>
                                      </p:cBhvr>
                                      <p:to>
                                        <p:strVal val="visible"/>
                                      </p:to>
                                    </p:set>
                                  </p:childTnLst>
                                </p:cTn>
                              </p:par>
                              <p:par>
                                <p:cTn id="755" presetID="1" presetClass="entr" presetSubtype="0" fill="hold" nodeType="withEffect">
                                  <p:stCondLst>
                                    <p:cond delay="0"/>
                                  </p:stCondLst>
                                  <p:childTnLst>
                                    <p:set>
                                      <p:cBhvr>
                                        <p:cTn id="756" dur="1" fill="hold">
                                          <p:stCondLst>
                                            <p:cond delay="0"/>
                                          </p:stCondLst>
                                        </p:cTn>
                                        <p:tgtEl>
                                          <p:spTgt spid="383"/>
                                        </p:tgtEl>
                                        <p:attrNameLst>
                                          <p:attrName>style.visibility</p:attrName>
                                        </p:attrNameLst>
                                      </p:cBhvr>
                                      <p:to>
                                        <p:strVal val="visible"/>
                                      </p:to>
                                    </p:set>
                                  </p:childTnLst>
                                </p:cTn>
                              </p:par>
                              <p:par>
                                <p:cTn id="757" presetID="1" presetClass="entr" presetSubtype="0" fill="hold" nodeType="withEffect">
                                  <p:stCondLst>
                                    <p:cond delay="0"/>
                                  </p:stCondLst>
                                  <p:childTnLst>
                                    <p:set>
                                      <p:cBhvr>
                                        <p:cTn id="758" dur="1" fill="hold">
                                          <p:stCondLst>
                                            <p:cond delay="0"/>
                                          </p:stCondLst>
                                        </p:cTn>
                                        <p:tgtEl>
                                          <p:spTgt spid="384"/>
                                        </p:tgtEl>
                                        <p:attrNameLst>
                                          <p:attrName>style.visibility</p:attrName>
                                        </p:attrNameLst>
                                      </p:cBhvr>
                                      <p:to>
                                        <p:strVal val="visible"/>
                                      </p:to>
                                    </p:set>
                                  </p:childTnLst>
                                </p:cTn>
                              </p:par>
                              <p:par>
                                <p:cTn id="759" presetID="1" presetClass="entr" presetSubtype="0" fill="hold" nodeType="withEffect">
                                  <p:stCondLst>
                                    <p:cond delay="0"/>
                                  </p:stCondLst>
                                  <p:childTnLst>
                                    <p:set>
                                      <p:cBhvr>
                                        <p:cTn id="760" dur="1" fill="hold">
                                          <p:stCondLst>
                                            <p:cond delay="0"/>
                                          </p:stCondLst>
                                        </p:cTn>
                                        <p:tgtEl>
                                          <p:spTgt spid="385"/>
                                        </p:tgtEl>
                                        <p:attrNameLst>
                                          <p:attrName>style.visibility</p:attrName>
                                        </p:attrNameLst>
                                      </p:cBhvr>
                                      <p:to>
                                        <p:strVal val="visible"/>
                                      </p:to>
                                    </p:set>
                                  </p:childTnLst>
                                </p:cTn>
                              </p:par>
                              <p:par>
                                <p:cTn id="761" presetID="1" presetClass="entr" presetSubtype="0" fill="hold" nodeType="withEffect">
                                  <p:stCondLst>
                                    <p:cond delay="0"/>
                                  </p:stCondLst>
                                  <p:childTnLst>
                                    <p:set>
                                      <p:cBhvr>
                                        <p:cTn id="762" dur="1" fill="hold">
                                          <p:stCondLst>
                                            <p:cond delay="0"/>
                                          </p:stCondLst>
                                        </p:cTn>
                                        <p:tgtEl>
                                          <p:spTgt spid="386"/>
                                        </p:tgtEl>
                                        <p:attrNameLst>
                                          <p:attrName>style.visibility</p:attrName>
                                        </p:attrNameLst>
                                      </p:cBhvr>
                                      <p:to>
                                        <p:strVal val="visible"/>
                                      </p:to>
                                    </p:set>
                                  </p:childTnLst>
                                </p:cTn>
                              </p:par>
                              <p:par>
                                <p:cTn id="763" presetID="1" presetClass="entr" presetSubtype="0" fill="hold" nodeType="withEffect">
                                  <p:stCondLst>
                                    <p:cond delay="0"/>
                                  </p:stCondLst>
                                  <p:childTnLst>
                                    <p:set>
                                      <p:cBhvr>
                                        <p:cTn id="764" dur="1" fill="hold">
                                          <p:stCondLst>
                                            <p:cond delay="0"/>
                                          </p:stCondLst>
                                        </p:cTn>
                                        <p:tgtEl>
                                          <p:spTgt spid="387"/>
                                        </p:tgtEl>
                                        <p:attrNameLst>
                                          <p:attrName>style.visibility</p:attrName>
                                        </p:attrNameLst>
                                      </p:cBhvr>
                                      <p:to>
                                        <p:strVal val="visible"/>
                                      </p:to>
                                    </p:set>
                                  </p:childTnLst>
                                </p:cTn>
                              </p:par>
                              <p:par>
                                <p:cTn id="765" presetID="1" presetClass="entr" presetSubtype="0" fill="hold" nodeType="withEffect">
                                  <p:stCondLst>
                                    <p:cond delay="0"/>
                                  </p:stCondLst>
                                  <p:childTnLst>
                                    <p:set>
                                      <p:cBhvr>
                                        <p:cTn id="766" dur="1" fill="hold">
                                          <p:stCondLst>
                                            <p:cond delay="0"/>
                                          </p:stCondLst>
                                        </p:cTn>
                                        <p:tgtEl>
                                          <p:spTgt spid="388"/>
                                        </p:tgtEl>
                                        <p:attrNameLst>
                                          <p:attrName>style.visibility</p:attrName>
                                        </p:attrNameLst>
                                      </p:cBhvr>
                                      <p:to>
                                        <p:strVal val="visible"/>
                                      </p:to>
                                    </p:set>
                                  </p:childTnLst>
                                </p:cTn>
                              </p:par>
                              <p:par>
                                <p:cTn id="767" presetID="1" presetClass="entr" presetSubtype="0" fill="hold" nodeType="withEffect">
                                  <p:stCondLst>
                                    <p:cond delay="0"/>
                                  </p:stCondLst>
                                  <p:childTnLst>
                                    <p:set>
                                      <p:cBhvr>
                                        <p:cTn id="768" dur="1" fill="hold">
                                          <p:stCondLst>
                                            <p:cond delay="0"/>
                                          </p:stCondLst>
                                        </p:cTn>
                                        <p:tgtEl>
                                          <p:spTgt spid="389"/>
                                        </p:tgtEl>
                                        <p:attrNameLst>
                                          <p:attrName>style.visibility</p:attrName>
                                        </p:attrNameLst>
                                      </p:cBhvr>
                                      <p:to>
                                        <p:strVal val="visible"/>
                                      </p:to>
                                    </p:set>
                                  </p:childTnLst>
                                </p:cTn>
                              </p:par>
                              <p:par>
                                <p:cTn id="769" presetID="1" presetClass="entr" presetSubtype="0" fill="hold" nodeType="withEffect">
                                  <p:stCondLst>
                                    <p:cond delay="0"/>
                                  </p:stCondLst>
                                  <p:childTnLst>
                                    <p:set>
                                      <p:cBhvr>
                                        <p:cTn id="770" dur="1" fill="hold">
                                          <p:stCondLst>
                                            <p:cond delay="0"/>
                                          </p:stCondLst>
                                        </p:cTn>
                                        <p:tgtEl>
                                          <p:spTgt spid="390"/>
                                        </p:tgtEl>
                                        <p:attrNameLst>
                                          <p:attrName>style.visibility</p:attrName>
                                        </p:attrNameLst>
                                      </p:cBhvr>
                                      <p:to>
                                        <p:strVal val="visible"/>
                                      </p:to>
                                    </p:set>
                                  </p:childTnLst>
                                </p:cTn>
                              </p:par>
                              <p:par>
                                <p:cTn id="771" presetID="1" presetClass="entr" presetSubtype="0" fill="hold" nodeType="withEffect">
                                  <p:stCondLst>
                                    <p:cond delay="0"/>
                                  </p:stCondLst>
                                  <p:childTnLst>
                                    <p:set>
                                      <p:cBhvr>
                                        <p:cTn id="772" dur="1" fill="hold">
                                          <p:stCondLst>
                                            <p:cond delay="0"/>
                                          </p:stCondLst>
                                        </p:cTn>
                                        <p:tgtEl>
                                          <p:spTgt spid="391"/>
                                        </p:tgtEl>
                                        <p:attrNameLst>
                                          <p:attrName>style.visibility</p:attrName>
                                        </p:attrNameLst>
                                      </p:cBhvr>
                                      <p:to>
                                        <p:strVal val="visible"/>
                                      </p:to>
                                    </p:set>
                                  </p:childTnLst>
                                </p:cTn>
                              </p:par>
                              <p:par>
                                <p:cTn id="773" presetID="1" presetClass="entr" presetSubtype="0" fill="hold" nodeType="withEffect">
                                  <p:stCondLst>
                                    <p:cond delay="0"/>
                                  </p:stCondLst>
                                  <p:childTnLst>
                                    <p:set>
                                      <p:cBhvr>
                                        <p:cTn id="774" dur="1" fill="hold">
                                          <p:stCondLst>
                                            <p:cond delay="0"/>
                                          </p:stCondLst>
                                        </p:cTn>
                                        <p:tgtEl>
                                          <p:spTgt spid="392"/>
                                        </p:tgtEl>
                                        <p:attrNameLst>
                                          <p:attrName>style.visibility</p:attrName>
                                        </p:attrNameLst>
                                      </p:cBhvr>
                                      <p:to>
                                        <p:strVal val="visible"/>
                                      </p:to>
                                    </p:set>
                                  </p:childTnLst>
                                </p:cTn>
                              </p:par>
                              <p:par>
                                <p:cTn id="775" presetID="1" presetClass="entr" presetSubtype="0" fill="hold" nodeType="withEffect">
                                  <p:stCondLst>
                                    <p:cond delay="0"/>
                                  </p:stCondLst>
                                  <p:childTnLst>
                                    <p:set>
                                      <p:cBhvr>
                                        <p:cTn id="776" dur="1" fill="hold">
                                          <p:stCondLst>
                                            <p:cond delay="0"/>
                                          </p:stCondLst>
                                        </p:cTn>
                                        <p:tgtEl>
                                          <p:spTgt spid="393"/>
                                        </p:tgtEl>
                                        <p:attrNameLst>
                                          <p:attrName>style.visibility</p:attrName>
                                        </p:attrNameLst>
                                      </p:cBhvr>
                                      <p:to>
                                        <p:strVal val="visible"/>
                                      </p:to>
                                    </p:set>
                                  </p:childTnLst>
                                </p:cTn>
                              </p:par>
                              <p:par>
                                <p:cTn id="777" presetID="1" presetClass="entr" presetSubtype="0" fill="hold" nodeType="withEffect">
                                  <p:stCondLst>
                                    <p:cond delay="0"/>
                                  </p:stCondLst>
                                  <p:childTnLst>
                                    <p:set>
                                      <p:cBhvr>
                                        <p:cTn id="778" dur="1" fill="hold">
                                          <p:stCondLst>
                                            <p:cond delay="0"/>
                                          </p:stCondLst>
                                        </p:cTn>
                                        <p:tgtEl>
                                          <p:spTgt spid="394"/>
                                        </p:tgtEl>
                                        <p:attrNameLst>
                                          <p:attrName>style.visibility</p:attrName>
                                        </p:attrNameLst>
                                      </p:cBhvr>
                                      <p:to>
                                        <p:strVal val="visible"/>
                                      </p:to>
                                    </p:set>
                                  </p:childTnLst>
                                </p:cTn>
                              </p:par>
                              <p:par>
                                <p:cTn id="779" presetID="1" presetClass="entr" presetSubtype="0" fill="hold" nodeType="withEffect">
                                  <p:stCondLst>
                                    <p:cond delay="0"/>
                                  </p:stCondLst>
                                  <p:childTnLst>
                                    <p:set>
                                      <p:cBhvr>
                                        <p:cTn id="780" dur="1" fill="hold">
                                          <p:stCondLst>
                                            <p:cond delay="0"/>
                                          </p:stCondLst>
                                        </p:cTn>
                                        <p:tgtEl>
                                          <p:spTgt spid="395"/>
                                        </p:tgtEl>
                                        <p:attrNameLst>
                                          <p:attrName>style.visibility</p:attrName>
                                        </p:attrNameLst>
                                      </p:cBhvr>
                                      <p:to>
                                        <p:strVal val="visible"/>
                                      </p:to>
                                    </p:set>
                                  </p:childTnLst>
                                </p:cTn>
                              </p:par>
                              <p:par>
                                <p:cTn id="781" presetID="1" presetClass="entr" presetSubtype="0" fill="hold" nodeType="withEffect">
                                  <p:stCondLst>
                                    <p:cond delay="0"/>
                                  </p:stCondLst>
                                  <p:childTnLst>
                                    <p:set>
                                      <p:cBhvr>
                                        <p:cTn id="782" dur="1" fill="hold">
                                          <p:stCondLst>
                                            <p:cond delay="0"/>
                                          </p:stCondLst>
                                        </p:cTn>
                                        <p:tgtEl>
                                          <p:spTgt spid="396"/>
                                        </p:tgtEl>
                                        <p:attrNameLst>
                                          <p:attrName>style.visibility</p:attrName>
                                        </p:attrNameLst>
                                      </p:cBhvr>
                                      <p:to>
                                        <p:strVal val="visible"/>
                                      </p:to>
                                    </p:set>
                                  </p:childTnLst>
                                </p:cTn>
                              </p:par>
                              <p:par>
                                <p:cTn id="783" presetID="1" presetClass="entr" presetSubtype="0" fill="hold" nodeType="withEffect">
                                  <p:stCondLst>
                                    <p:cond delay="0"/>
                                  </p:stCondLst>
                                  <p:childTnLst>
                                    <p:set>
                                      <p:cBhvr>
                                        <p:cTn id="784" dur="1" fill="hold">
                                          <p:stCondLst>
                                            <p:cond delay="0"/>
                                          </p:stCondLst>
                                        </p:cTn>
                                        <p:tgtEl>
                                          <p:spTgt spid="397"/>
                                        </p:tgtEl>
                                        <p:attrNameLst>
                                          <p:attrName>style.visibility</p:attrName>
                                        </p:attrNameLst>
                                      </p:cBhvr>
                                      <p:to>
                                        <p:strVal val="visible"/>
                                      </p:to>
                                    </p:set>
                                  </p:childTnLst>
                                </p:cTn>
                              </p:par>
                              <p:par>
                                <p:cTn id="785" presetID="1" presetClass="entr" presetSubtype="0" fill="hold" nodeType="withEffect">
                                  <p:stCondLst>
                                    <p:cond delay="0"/>
                                  </p:stCondLst>
                                  <p:childTnLst>
                                    <p:set>
                                      <p:cBhvr>
                                        <p:cTn id="786" dur="1" fill="hold">
                                          <p:stCondLst>
                                            <p:cond delay="0"/>
                                          </p:stCondLst>
                                        </p:cTn>
                                        <p:tgtEl>
                                          <p:spTgt spid="398"/>
                                        </p:tgtEl>
                                        <p:attrNameLst>
                                          <p:attrName>style.visibility</p:attrName>
                                        </p:attrNameLst>
                                      </p:cBhvr>
                                      <p:to>
                                        <p:strVal val="visible"/>
                                      </p:to>
                                    </p:set>
                                  </p:childTnLst>
                                </p:cTn>
                              </p:par>
                              <p:par>
                                <p:cTn id="787" presetID="1" presetClass="entr" presetSubtype="0" fill="hold" nodeType="withEffect">
                                  <p:stCondLst>
                                    <p:cond delay="0"/>
                                  </p:stCondLst>
                                  <p:childTnLst>
                                    <p:set>
                                      <p:cBhvr>
                                        <p:cTn id="788" dur="1" fill="hold">
                                          <p:stCondLst>
                                            <p:cond delay="0"/>
                                          </p:stCondLst>
                                        </p:cTn>
                                        <p:tgtEl>
                                          <p:spTgt spid="399"/>
                                        </p:tgtEl>
                                        <p:attrNameLst>
                                          <p:attrName>style.visibility</p:attrName>
                                        </p:attrNameLst>
                                      </p:cBhvr>
                                      <p:to>
                                        <p:strVal val="visible"/>
                                      </p:to>
                                    </p:set>
                                  </p:childTnLst>
                                </p:cTn>
                              </p:par>
                              <p:par>
                                <p:cTn id="789" presetID="1" presetClass="entr" presetSubtype="0" fill="hold" nodeType="withEffect">
                                  <p:stCondLst>
                                    <p:cond delay="0"/>
                                  </p:stCondLst>
                                  <p:childTnLst>
                                    <p:set>
                                      <p:cBhvr>
                                        <p:cTn id="790" dur="1" fill="hold">
                                          <p:stCondLst>
                                            <p:cond delay="0"/>
                                          </p:stCondLst>
                                        </p:cTn>
                                        <p:tgtEl>
                                          <p:spTgt spid="400"/>
                                        </p:tgtEl>
                                        <p:attrNameLst>
                                          <p:attrName>style.visibility</p:attrName>
                                        </p:attrNameLst>
                                      </p:cBhvr>
                                      <p:to>
                                        <p:strVal val="visible"/>
                                      </p:to>
                                    </p:set>
                                  </p:childTnLst>
                                </p:cTn>
                              </p:par>
                              <p:par>
                                <p:cTn id="791" presetID="1" presetClass="entr" presetSubtype="0" fill="hold" nodeType="withEffect">
                                  <p:stCondLst>
                                    <p:cond delay="0"/>
                                  </p:stCondLst>
                                  <p:childTnLst>
                                    <p:set>
                                      <p:cBhvr>
                                        <p:cTn id="792" dur="1" fill="hold">
                                          <p:stCondLst>
                                            <p:cond delay="0"/>
                                          </p:stCondLst>
                                        </p:cTn>
                                        <p:tgtEl>
                                          <p:spTgt spid="401"/>
                                        </p:tgtEl>
                                        <p:attrNameLst>
                                          <p:attrName>style.visibility</p:attrName>
                                        </p:attrNameLst>
                                      </p:cBhvr>
                                      <p:to>
                                        <p:strVal val="visible"/>
                                      </p:to>
                                    </p:set>
                                  </p:childTnLst>
                                </p:cTn>
                              </p:par>
                              <p:par>
                                <p:cTn id="793" presetID="1" presetClass="entr" presetSubtype="0" fill="hold" nodeType="withEffect">
                                  <p:stCondLst>
                                    <p:cond delay="0"/>
                                  </p:stCondLst>
                                  <p:childTnLst>
                                    <p:set>
                                      <p:cBhvr>
                                        <p:cTn id="794" dur="1" fill="hold">
                                          <p:stCondLst>
                                            <p:cond delay="0"/>
                                          </p:stCondLst>
                                        </p:cTn>
                                        <p:tgtEl>
                                          <p:spTgt spid="402"/>
                                        </p:tgtEl>
                                        <p:attrNameLst>
                                          <p:attrName>style.visibility</p:attrName>
                                        </p:attrNameLst>
                                      </p:cBhvr>
                                      <p:to>
                                        <p:strVal val="visible"/>
                                      </p:to>
                                    </p:set>
                                  </p:childTnLst>
                                </p:cTn>
                              </p:par>
                              <p:par>
                                <p:cTn id="795" presetID="1" presetClass="entr" presetSubtype="0" fill="hold" nodeType="withEffect">
                                  <p:stCondLst>
                                    <p:cond delay="0"/>
                                  </p:stCondLst>
                                  <p:childTnLst>
                                    <p:set>
                                      <p:cBhvr>
                                        <p:cTn id="796" dur="1" fill="hold">
                                          <p:stCondLst>
                                            <p:cond delay="0"/>
                                          </p:stCondLst>
                                        </p:cTn>
                                        <p:tgtEl>
                                          <p:spTgt spid="403"/>
                                        </p:tgtEl>
                                        <p:attrNameLst>
                                          <p:attrName>style.visibility</p:attrName>
                                        </p:attrNameLst>
                                      </p:cBhvr>
                                      <p:to>
                                        <p:strVal val="visible"/>
                                      </p:to>
                                    </p:set>
                                  </p:childTnLst>
                                </p:cTn>
                              </p:par>
                              <p:par>
                                <p:cTn id="797" presetID="1" presetClass="entr" presetSubtype="0" fill="hold" nodeType="withEffect">
                                  <p:stCondLst>
                                    <p:cond delay="0"/>
                                  </p:stCondLst>
                                  <p:childTnLst>
                                    <p:set>
                                      <p:cBhvr>
                                        <p:cTn id="798" dur="1" fill="hold">
                                          <p:stCondLst>
                                            <p:cond delay="0"/>
                                          </p:stCondLst>
                                        </p:cTn>
                                        <p:tgtEl>
                                          <p:spTgt spid="404"/>
                                        </p:tgtEl>
                                        <p:attrNameLst>
                                          <p:attrName>style.visibility</p:attrName>
                                        </p:attrNameLst>
                                      </p:cBhvr>
                                      <p:to>
                                        <p:strVal val="visible"/>
                                      </p:to>
                                    </p:set>
                                  </p:childTnLst>
                                </p:cTn>
                              </p:par>
                              <p:par>
                                <p:cTn id="799" presetID="1" presetClass="entr" presetSubtype="0" fill="hold" nodeType="withEffect">
                                  <p:stCondLst>
                                    <p:cond delay="0"/>
                                  </p:stCondLst>
                                  <p:childTnLst>
                                    <p:set>
                                      <p:cBhvr>
                                        <p:cTn id="800" dur="1" fill="hold">
                                          <p:stCondLst>
                                            <p:cond delay="0"/>
                                          </p:stCondLst>
                                        </p:cTn>
                                        <p:tgtEl>
                                          <p:spTgt spid="405"/>
                                        </p:tgtEl>
                                        <p:attrNameLst>
                                          <p:attrName>style.visibility</p:attrName>
                                        </p:attrNameLst>
                                      </p:cBhvr>
                                      <p:to>
                                        <p:strVal val="visible"/>
                                      </p:to>
                                    </p:set>
                                  </p:childTnLst>
                                </p:cTn>
                              </p:par>
                              <p:par>
                                <p:cTn id="801" presetID="1" presetClass="entr" presetSubtype="0" fill="hold" nodeType="withEffect">
                                  <p:stCondLst>
                                    <p:cond delay="0"/>
                                  </p:stCondLst>
                                  <p:childTnLst>
                                    <p:set>
                                      <p:cBhvr>
                                        <p:cTn id="802" dur="1" fill="hold">
                                          <p:stCondLst>
                                            <p:cond delay="0"/>
                                          </p:stCondLst>
                                        </p:cTn>
                                        <p:tgtEl>
                                          <p:spTgt spid="406"/>
                                        </p:tgtEl>
                                        <p:attrNameLst>
                                          <p:attrName>style.visibility</p:attrName>
                                        </p:attrNameLst>
                                      </p:cBhvr>
                                      <p:to>
                                        <p:strVal val="visible"/>
                                      </p:to>
                                    </p:set>
                                  </p:childTnLst>
                                </p:cTn>
                              </p:par>
                              <p:par>
                                <p:cTn id="803" presetID="1" presetClass="entr" presetSubtype="0" fill="hold" nodeType="withEffect">
                                  <p:stCondLst>
                                    <p:cond delay="0"/>
                                  </p:stCondLst>
                                  <p:childTnLst>
                                    <p:set>
                                      <p:cBhvr>
                                        <p:cTn id="804" dur="1" fill="hold">
                                          <p:stCondLst>
                                            <p:cond delay="0"/>
                                          </p:stCondLst>
                                        </p:cTn>
                                        <p:tgtEl>
                                          <p:spTgt spid="407"/>
                                        </p:tgtEl>
                                        <p:attrNameLst>
                                          <p:attrName>style.visibility</p:attrName>
                                        </p:attrNameLst>
                                      </p:cBhvr>
                                      <p:to>
                                        <p:strVal val="visible"/>
                                      </p:to>
                                    </p:set>
                                  </p:childTnLst>
                                </p:cTn>
                              </p:par>
                              <p:par>
                                <p:cTn id="805" presetID="1" presetClass="entr" presetSubtype="0" fill="hold" grpId="0" nodeType="withEffect">
                                  <p:stCondLst>
                                    <p:cond delay="0"/>
                                  </p:stCondLst>
                                  <p:childTnLst>
                                    <p:set>
                                      <p:cBhvr>
                                        <p:cTn id="806" dur="1" fill="hold">
                                          <p:stCondLst>
                                            <p:cond delay="0"/>
                                          </p:stCondLst>
                                        </p:cTn>
                                        <p:tgtEl>
                                          <p:spTgt spid="408"/>
                                        </p:tgtEl>
                                        <p:attrNameLst>
                                          <p:attrName>style.visibility</p:attrName>
                                        </p:attrNameLst>
                                      </p:cBhvr>
                                      <p:to>
                                        <p:strVal val="visible"/>
                                      </p:to>
                                    </p:set>
                                  </p:childTnLst>
                                </p:cTn>
                              </p:par>
                            </p:childTnLst>
                          </p:cTn>
                        </p:par>
                      </p:childTnLst>
                    </p:cTn>
                  </p:par>
                  <p:par>
                    <p:cTn id="807" fill="hold">
                      <p:stCondLst>
                        <p:cond delay="indefinite"/>
                      </p:stCondLst>
                      <p:childTnLst>
                        <p:par>
                          <p:cTn id="808" fill="hold">
                            <p:stCondLst>
                              <p:cond delay="0"/>
                            </p:stCondLst>
                            <p:childTnLst>
                              <p:par>
                                <p:cTn id="809" presetID="1" presetClass="entr" presetSubtype="0" fill="hold" nodeType="clickEffect">
                                  <p:stCondLst>
                                    <p:cond delay="0"/>
                                  </p:stCondLst>
                                  <p:childTnLst>
                                    <p:set>
                                      <p:cBhvr>
                                        <p:cTn id="810" dur="1" fill="hold">
                                          <p:stCondLst>
                                            <p:cond delay="0"/>
                                          </p:stCondLst>
                                        </p:cTn>
                                        <p:tgtEl>
                                          <p:spTgt spid="410"/>
                                        </p:tgtEl>
                                        <p:attrNameLst>
                                          <p:attrName>style.visibility</p:attrName>
                                        </p:attrNameLst>
                                      </p:cBhvr>
                                      <p:to>
                                        <p:strVal val="visible"/>
                                      </p:to>
                                    </p:set>
                                  </p:childTnLst>
                                </p:cTn>
                              </p:par>
                              <p:par>
                                <p:cTn id="811" presetID="1" presetClass="entr" presetSubtype="0" fill="hold" nodeType="withEffect">
                                  <p:stCondLst>
                                    <p:cond delay="0"/>
                                  </p:stCondLst>
                                  <p:childTnLst>
                                    <p:set>
                                      <p:cBhvr>
                                        <p:cTn id="812" dur="1" fill="hold">
                                          <p:stCondLst>
                                            <p:cond delay="0"/>
                                          </p:stCondLst>
                                        </p:cTn>
                                        <p:tgtEl>
                                          <p:spTgt spid="411"/>
                                        </p:tgtEl>
                                        <p:attrNameLst>
                                          <p:attrName>style.visibility</p:attrName>
                                        </p:attrNameLst>
                                      </p:cBhvr>
                                      <p:to>
                                        <p:strVal val="visible"/>
                                      </p:to>
                                    </p:set>
                                  </p:childTnLst>
                                </p:cTn>
                              </p:par>
                              <p:par>
                                <p:cTn id="813" presetID="1" presetClass="entr" presetSubtype="0" fill="hold" nodeType="withEffect">
                                  <p:stCondLst>
                                    <p:cond delay="0"/>
                                  </p:stCondLst>
                                  <p:childTnLst>
                                    <p:set>
                                      <p:cBhvr>
                                        <p:cTn id="814" dur="1" fill="hold">
                                          <p:stCondLst>
                                            <p:cond delay="0"/>
                                          </p:stCondLst>
                                        </p:cTn>
                                        <p:tgtEl>
                                          <p:spTgt spid="412"/>
                                        </p:tgtEl>
                                        <p:attrNameLst>
                                          <p:attrName>style.visibility</p:attrName>
                                        </p:attrNameLst>
                                      </p:cBhvr>
                                      <p:to>
                                        <p:strVal val="visible"/>
                                      </p:to>
                                    </p:set>
                                  </p:childTnLst>
                                </p:cTn>
                              </p:par>
                              <p:par>
                                <p:cTn id="815" presetID="1" presetClass="entr" presetSubtype="0" fill="hold" nodeType="withEffect">
                                  <p:stCondLst>
                                    <p:cond delay="0"/>
                                  </p:stCondLst>
                                  <p:childTnLst>
                                    <p:set>
                                      <p:cBhvr>
                                        <p:cTn id="816" dur="1" fill="hold">
                                          <p:stCondLst>
                                            <p:cond delay="0"/>
                                          </p:stCondLst>
                                        </p:cTn>
                                        <p:tgtEl>
                                          <p:spTgt spid="413"/>
                                        </p:tgtEl>
                                        <p:attrNameLst>
                                          <p:attrName>style.visibility</p:attrName>
                                        </p:attrNameLst>
                                      </p:cBhvr>
                                      <p:to>
                                        <p:strVal val="visible"/>
                                      </p:to>
                                    </p:set>
                                  </p:childTnLst>
                                </p:cTn>
                              </p:par>
                              <p:par>
                                <p:cTn id="817" presetID="1" presetClass="entr" presetSubtype="0" fill="hold" nodeType="withEffect">
                                  <p:stCondLst>
                                    <p:cond delay="0"/>
                                  </p:stCondLst>
                                  <p:childTnLst>
                                    <p:set>
                                      <p:cBhvr>
                                        <p:cTn id="818" dur="1" fill="hold">
                                          <p:stCondLst>
                                            <p:cond delay="0"/>
                                          </p:stCondLst>
                                        </p:cTn>
                                        <p:tgtEl>
                                          <p:spTgt spid="414"/>
                                        </p:tgtEl>
                                        <p:attrNameLst>
                                          <p:attrName>style.visibility</p:attrName>
                                        </p:attrNameLst>
                                      </p:cBhvr>
                                      <p:to>
                                        <p:strVal val="visible"/>
                                      </p:to>
                                    </p:set>
                                  </p:childTnLst>
                                </p:cTn>
                              </p:par>
                              <p:par>
                                <p:cTn id="819" presetID="1" presetClass="entr" presetSubtype="0" fill="hold" nodeType="withEffect">
                                  <p:stCondLst>
                                    <p:cond delay="0"/>
                                  </p:stCondLst>
                                  <p:childTnLst>
                                    <p:set>
                                      <p:cBhvr>
                                        <p:cTn id="820" dur="1" fill="hold">
                                          <p:stCondLst>
                                            <p:cond delay="0"/>
                                          </p:stCondLst>
                                        </p:cTn>
                                        <p:tgtEl>
                                          <p:spTgt spid="415"/>
                                        </p:tgtEl>
                                        <p:attrNameLst>
                                          <p:attrName>style.visibility</p:attrName>
                                        </p:attrNameLst>
                                      </p:cBhvr>
                                      <p:to>
                                        <p:strVal val="visible"/>
                                      </p:to>
                                    </p:set>
                                  </p:childTnLst>
                                </p:cTn>
                              </p:par>
                              <p:par>
                                <p:cTn id="821" presetID="1" presetClass="entr" presetSubtype="0" fill="hold" nodeType="withEffect">
                                  <p:stCondLst>
                                    <p:cond delay="0"/>
                                  </p:stCondLst>
                                  <p:childTnLst>
                                    <p:set>
                                      <p:cBhvr>
                                        <p:cTn id="822" dur="1" fill="hold">
                                          <p:stCondLst>
                                            <p:cond delay="0"/>
                                          </p:stCondLst>
                                        </p:cTn>
                                        <p:tgtEl>
                                          <p:spTgt spid="416"/>
                                        </p:tgtEl>
                                        <p:attrNameLst>
                                          <p:attrName>style.visibility</p:attrName>
                                        </p:attrNameLst>
                                      </p:cBhvr>
                                      <p:to>
                                        <p:strVal val="visible"/>
                                      </p:to>
                                    </p:set>
                                  </p:childTnLst>
                                </p:cTn>
                              </p:par>
                              <p:par>
                                <p:cTn id="823" presetID="1" presetClass="entr" presetSubtype="0" fill="hold" nodeType="withEffect">
                                  <p:stCondLst>
                                    <p:cond delay="0"/>
                                  </p:stCondLst>
                                  <p:childTnLst>
                                    <p:set>
                                      <p:cBhvr>
                                        <p:cTn id="824" dur="1" fill="hold">
                                          <p:stCondLst>
                                            <p:cond delay="0"/>
                                          </p:stCondLst>
                                        </p:cTn>
                                        <p:tgtEl>
                                          <p:spTgt spid="417"/>
                                        </p:tgtEl>
                                        <p:attrNameLst>
                                          <p:attrName>style.visibility</p:attrName>
                                        </p:attrNameLst>
                                      </p:cBhvr>
                                      <p:to>
                                        <p:strVal val="visible"/>
                                      </p:to>
                                    </p:set>
                                  </p:childTnLst>
                                </p:cTn>
                              </p:par>
                              <p:par>
                                <p:cTn id="825" presetID="1" presetClass="entr" presetSubtype="0" fill="hold" nodeType="withEffect">
                                  <p:stCondLst>
                                    <p:cond delay="0"/>
                                  </p:stCondLst>
                                  <p:childTnLst>
                                    <p:set>
                                      <p:cBhvr>
                                        <p:cTn id="826" dur="1" fill="hold">
                                          <p:stCondLst>
                                            <p:cond delay="0"/>
                                          </p:stCondLst>
                                        </p:cTn>
                                        <p:tgtEl>
                                          <p:spTgt spid="418"/>
                                        </p:tgtEl>
                                        <p:attrNameLst>
                                          <p:attrName>style.visibility</p:attrName>
                                        </p:attrNameLst>
                                      </p:cBhvr>
                                      <p:to>
                                        <p:strVal val="visible"/>
                                      </p:to>
                                    </p:set>
                                  </p:childTnLst>
                                </p:cTn>
                              </p:par>
                              <p:par>
                                <p:cTn id="827" presetID="1" presetClass="entr" presetSubtype="0" fill="hold" nodeType="withEffect">
                                  <p:stCondLst>
                                    <p:cond delay="0"/>
                                  </p:stCondLst>
                                  <p:childTnLst>
                                    <p:set>
                                      <p:cBhvr>
                                        <p:cTn id="828" dur="1" fill="hold">
                                          <p:stCondLst>
                                            <p:cond delay="0"/>
                                          </p:stCondLst>
                                        </p:cTn>
                                        <p:tgtEl>
                                          <p:spTgt spid="419"/>
                                        </p:tgtEl>
                                        <p:attrNameLst>
                                          <p:attrName>style.visibility</p:attrName>
                                        </p:attrNameLst>
                                      </p:cBhvr>
                                      <p:to>
                                        <p:strVal val="visible"/>
                                      </p:to>
                                    </p:set>
                                  </p:childTnLst>
                                </p:cTn>
                              </p:par>
                              <p:par>
                                <p:cTn id="829" presetID="1" presetClass="entr" presetSubtype="0" fill="hold" nodeType="withEffect">
                                  <p:stCondLst>
                                    <p:cond delay="0"/>
                                  </p:stCondLst>
                                  <p:childTnLst>
                                    <p:set>
                                      <p:cBhvr>
                                        <p:cTn id="830" dur="1" fill="hold">
                                          <p:stCondLst>
                                            <p:cond delay="0"/>
                                          </p:stCondLst>
                                        </p:cTn>
                                        <p:tgtEl>
                                          <p:spTgt spid="420"/>
                                        </p:tgtEl>
                                        <p:attrNameLst>
                                          <p:attrName>style.visibility</p:attrName>
                                        </p:attrNameLst>
                                      </p:cBhvr>
                                      <p:to>
                                        <p:strVal val="visible"/>
                                      </p:to>
                                    </p:set>
                                  </p:childTnLst>
                                </p:cTn>
                              </p:par>
                              <p:par>
                                <p:cTn id="831" presetID="1" presetClass="entr" presetSubtype="0" fill="hold" nodeType="withEffect">
                                  <p:stCondLst>
                                    <p:cond delay="0"/>
                                  </p:stCondLst>
                                  <p:childTnLst>
                                    <p:set>
                                      <p:cBhvr>
                                        <p:cTn id="832" dur="1" fill="hold">
                                          <p:stCondLst>
                                            <p:cond delay="0"/>
                                          </p:stCondLst>
                                        </p:cTn>
                                        <p:tgtEl>
                                          <p:spTgt spid="421"/>
                                        </p:tgtEl>
                                        <p:attrNameLst>
                                          <p:attrName>style.visibility</p:attrName>
                                        </p:attrNameLst>
                                      </p:cBhvr>
                                      <p:to>
                                        <p:strVal val="visible"/>
                                      </p:to>
                                    </p:set>
                                  </p:childTnLst>
                                </p:cTn>
                              </p:par>
                              <p:par>
                                <p:cTn id="833" presetID="1" presetClass="entr" presetSubtype="0" fill="hold" nodeType="withEffect">
                                  <p:stCondLst>
                                    <p:cond delay="0"/>
                                  </p:stCondLst>
                                  <p:childTnLst>
                                    <p:set>
                                      <p:cBhvr>
                                        <p:cTn id="834" dur="1" fill="hold">
                                          <p:stCondLst>
                                            <p:cond delay="0"/>
                                          </p:stCondLst>
                                        </p:cTn>
                                        <p:tgtEl>
                                          <p:spTgt spid="422"/>
                                        </p:tgtEl>
                                        <p:attrNameLst>
                                          <p:attrName>style.visibility</p:attrName>
                                        </p:attrNameLst>
                                      </p:cBhvr>
                                      <p:to>
                                        <p:strVal val="visible"/>
                                      </p:to>
                                    </p:set>
                                  </p:childTnLst>
                                </p:cTn>
                              </p:par>
                              <p:par>
                                <p:cTn id="835" presetID="1" presetClass="entr" presetSubtype="0" fill="hold" nodeType="withEffect">
                                  <p:stCondLst>
                                    <p:cond delay="0"/>
                                  </p:stCondLst>
                                  <p:childTnLst>
                                    <p:set>
                                      <p:cBhvr>
                                        <p:cTn id="836" dur="1" fill="hold">
                                          <p:stCondLst>
                                            <p:cond delay="0"/>
                                          </p:stCondLst>
                                        </p:cTn>
                                        <p:tgtEl>
                                          <p:spTgt spid="423"/>
                                        </p:tgtEl>
                                        <p:attrNameLst>
                                          <p:attrName>style.visibility</p:attrName>
                                        </p:attrNameLst>
                                      </p:cBhvr>
                                      <p:to>
                                        <p:strVal val="visible"/>
                                      </p:to>
                                    </p:set>
                                  </p:childTnLst>
                                </p:cTn>
                              </p:par>
                              <p:par>
                                <p:cTn id="837" presetID="1" presetClass="entr" presetSubtype="0" fill="hold" nodeType="withEffect">
                                  <p:stCondLst>
                                    <p:cond delay="0"/>
                                  </p:stCondLst>
                                  <p:childTnLst>
                                    <p:set>
                                      <p:cBhvr>
                                        <p:cTn id="838" dur="1" fill="hold">
                                          <p:stCondLst>
                                            <p:cond delay="0"/>
                                          </p:stCondLst>
                                        </p:cTn>
                                        <p:tgtEl>
                                          <p:spTgt spid="424"/>
                                        </p:tgtEl>
                                        <p:attrNameLst>
                                          <p:attrName>style.visibility</p:attrName>
                                        </p:attrNameLst>
                                      </p:cBhvr>
                                      <p:to>
                                        <p:strVal val="visible"/>
                                      </p:to>
                                    </p:set>
                                  </p:childTnLst>
                                </p:cTn>
                              </p:par>
                              <p:par>
                                <p:cTn id="839" presetID="1" presetClass="entr" presetSubtype="0" fill="hold" nodeType="withEffect">
                                  <p:stCondLst>
                                    <p:cond delay="0"/>
                                  </p:stCondLst>
                                  <p:childTnLst>
                                    <p:set>
                                      <p:cBhvr>
                                        <p:cTn id="840" dur="1" fill="hold">
                                          <p:stCondLst>
                                            <p:cond delay="0"/>
                                          </p:stCondLst>
                                        </p:cTn>
                                        <p:tgtEl>
                                          <p:spTgt spid="425"/>
                                        </p:tgtEl>
                                        <p:attrNameLst>
                                          <p:attrName>style.visibility</p:attrName>
                                        </p:attrNameLst>
                                      </p:cBhvr>
                                      <p:to>
                                        <p:strVal val="visible"/>
                                      </p:to>
                                    </p:set>
                                  </p:childTnLst>
                                </p:cTn>
                              </p:par>
                              <p:par>
                                <p:cTn id="841" presetID="1" presetClass="entr" presetSubtype="0" fill="hold" nodeType="withEffect">
                                  <p:stCondLst>
                                    <p:cond delay="0"/>
                                  </p:stCondLst>
                                  <p:childTnLst>
                                    <p:set>
                                      <p:cBhvr>
                                        <p:cTn id="842" dur="1" fill="hold">
                                          <p:stCondLst>
                                            <p:cond delay="0"/>
                                          </p:stCondLst>
                                        </p:cTn>
                                        <p:tgtEl>
                                          <p:spTgt spid="426"/>
                                        </p:tgtEl>
                                        <p:attrNameLst>
                                          <p:attrName>style.visibility</p:attrName>
                                        </p:attrNameLst>
                                      </p:cBhvr>
                                      <p:to>
                                        <p:strVal val="visible"/>
                                      </p:to>
                                    </p:set>
                                  </p:childTnLst>
                                </p:cTn>
                              </p:par>
                              <p:par>
                                <p:cTn id="843" presetID="1" presetClass="entr" presetSubtype="0" fill="hold" nodeType="withEffect">
                                  <p:stCondLst>
                                    <p:cond delay="0"/>
                                  </p:stCondLst>
                                  <p:childTnLst>
                                    <p:set>
                                      <p:cBhvr>
                                        <p:cTn id="844" dur="1" fill="hold">
                                          <p:stCondLst>
                                            <p:cond delay="0"/>
                                          </p:stCondLst>
                                        </p:cTn>
                                        <p:tgtEl>
                                          <p:spTgt spid="427"/>
                                        </p:tgtEl>
                                        <p:attrNameLst>
                                          <p:attrName>style.visibility</p:attrName>
                                        </p:attrNameLst>
                                      </p:cBhvr>
                                      <p:to>
                                        <p:strVal val="visible"/>
                                      </p:to>
                                    </p:set>
                                  </p:childTnLst>
                                </p:cTn>
                              </p:par>
                              <p:par>
                                <p:cTn id="845" presetID="1" presetClass="entr" presetSubtype="0" fill="hold" nodeType="withEffect">
                                  <p:stCondLst>
                                    <p:cond delay="0"/>
                                  </p:stCondLst>
                                  <p:childTnLst>
                                    <p:set>
                                      <p:cBhvr>
                                        <p:cTn id="846" dur="1" fill="hold">
                                          <p:stCondLst>
                                            <p:cond delay="0"/>
                                          </p:stCondLst>
                                        </p:cTn>
                                        <p:tgtEl>
                                          <p:spTgt spid="428"/>
                                        </p:tgtEl>
                                        <p:attrNameLst>
                                          <p:attrName>style.visibility</p:attrName>
                                        </p:attrNameLst>
                                      </p:cBhvr>
                                      <p:to>
                                        <p:strVal val="visible"/>
                                      </p:to>
                                    </p:set>
                                  </p:childTnLst>
                                </p:cTn>
                              </p:par>
                              <p:par>
                                <p:cTn id="847" presetID="1" presetClass="entr" presetSubtype="0" fill="hold" nodeType="withEffect">
                                  <p:stCondLst>
                                    <p:cond delay="0"/>
                                  </p:stCondLst>
                                  <p:childTnLst>
                                    <p:set>
                                      <p:cBhvr>
                                        <p:cTn id="848" dur="1" fill="hold">
                                          <p:stCondLst>
                                            <p:cond delay="0"/>
                                          </p:stCondLst>
                                        </p:cTn>
                                        <p:tgtEl>
                                          <p:spTgt spid="429"/>
                                        </p:tgtEl>
                                        <p:attrNameLst>
                                          <p:attrName>style.visibility</p:attrName>
                                        </p:attrNameLst>
                                      </p:cBhvr>
                                      <p:to>
                                        <p:strVal val="visible"/>
                                      </p:to>
                                    </p:set>
                                  </p:childTnLst>
                                </p:cTn>
                              </p:par>
                              <p:par>
                                <p:cTn id="849" presetID="1" presetClass="entr" presetSubtype="0" fill="hold" nodeType="withEffect">
                                  <p:stCondLst>
                                    <p:cond delay="0"/>
                                  </p:stCondLst>
                                  <p:childTnLst>
                                    <p:set>
                                      <p:cBhvr>
                                        <p:cTn id="850" dur="1" fill="hold">
                                          <p:stCondLst>
                                            <p:cond delay="0"/>
                                          </p:stCondLst>
                                        </p:cTn>
                                        <p:tgtEl>
                                          <p:spTgt spid="430"/>
                                        </p:tgtEl>
                                        <p:attrNameLst>
                                          <p:attrName>style.visibility</p:attrName>
                                        </p:attrNameLst>
                                      </p:cBhvr>
                                      <p:to>
                                        <p:strVal val="visible"/>
                                      </p:to>
                                    </p:set>
                                  </p:childTnLst>
                                </p:cTn>
                              </p:par>
                              <p:par>
                                <p:cTn id="851" presetID="1" presetClass="entr" presetSubtype="0" fill="hold" nodeType="withEffect">
                                  <p:stCondLst>
                                    <p:cond delay="0"/>
                                  </p:stCondLst>
                                  <p:childTnLst>
                                    <p:set>
                                      <p:cBhvr>
                                        <p:cTn id="852" dur="1" fill="hold">
                                          <p:stCondLst>
                                            <p:cond delay="0"/>
                                          </p:stCondLst>
                                        </p:cTn>
                                        <p:tgtEl>
                                          <p:spTgt spid="431"/>
                                        </p:tgtEl>
                                        <p:attrNameLst>
                                          <p:attrName>style.visibility</p:attrName>
                                        </p:attrNameLst>
                                      </p:cBhvr>
                                      <p:to>
                                        <p:strVal val="visible"/>
                                      </p:to>
                                    </p:set>
                                  </p:childTnLst>
                                </p:cTn>
                              </p:par>
                              <p:par>
                                <p:cTn id="853" presetID="1" presetClass="entr" presetSubtype="0" fill="hold" nodeType="withEffect">
                                  <p:stCondLst>
                                    <p:cond delay="0"/>
                                  </p:stCondLst>
                                  <p:childTnLst>
                                    <p:set>
                                      <p:cBhvr>
                                        <p:cTn id="854" dur="1" fill="hold">
                                          <p:stCondLst>
                                            <p:cond delay="0"/>
                                          </p:stCondLst>
                                        </p:cTn>
                                        <p:tgtEl>
                                          <p:spTgt spid="432"/>
                                        </p:tgtEl>
                                        <p:attrNameLst>
                                          <p:attrName>style.visibility</p:attrName>
                                        </p:attrNameLst>
                                      </p:cBhvr>
                                      <p:to>
                                        <p:strVal val="visible"/>
                                      </p:to>
                                    </p:set>
                                  </p:childTnLst>
                                </p:cTn>
                              </p:par>
                              <p:par>
                                <p:cTn id="855" presetID="1" presetClass="entr" presetSubtype="0" fill="hold" nodeType="withEffect">
                                  <p:stCondLst>
                                    <p:cond delay="0"/>
                                  </p:stCondLst>
                                  <p:childTnLst>
                                    <p:set>
                                      <p:cBhvr>
                                        <p:cTn id="856" dur="1" fill="hold">
                                          <p:stCondLst>
                                            <p:cond delay="0"/>
                                          </p:stCondLst>
                                        </p:cTn>
                                        <p:tgtEl>
                                          <p:spTgt spid="433"/>
                                        </p:tgtEl>
                                        <p:attrNameLst>
                                          <p:attrName>style.visibility</p:attrName>
                                        </p:attrNameLst>
                                      </p:cBhvr>
                                      <p:to>
                                        <p:strVal val="visible"/>
                                      </p:to>
                                    </p:set>
                                  </p:childTnLst>
                                </p:cTn>
                              </p:par>
                              <p:par>
                                <p:cTn id="857" presetID="1" presetClass="entr" presetSubtype="0" fill="hold" nodeType="withEffect">
                                  <p:stCondLst>
                                    <p:cond delay="0"/>
                                  </p:stCondLst>
                                  <p:childTnLst>
                                    <p:set>
                                      <p:cBhvr>
                                        <p:cTn id="858" dur="1" fill="hold">
                                          <p:stCondLst>
                                            <p:cond delay="0"/>
                                          </p:stCondLst>
                                        </p:cTn>
                                        <p:tgtEl>
                                          <p:spTgt spid="434"/>
                                        </p:tgtEl>
                                        <p:attrNameLst>
                                          <p:attrName>style.visibility</p:attrName>
                                        </p:attrNameLst>
                                      </p:cBhvr>
                                      <p:to>
                                        <p:strVal val="visible"/>
                                      </p:to>
                                    </p:set>
                                  </p:childTnLst>
                                </p:cTn>
                              </p:par>
                              <p:par>
                                <p:cTn id="859" presetID="1" presetClass="entr" presetSubtype="0" fill="hold" nodeType="withEffect">
                                  <p:stCondLst>
                                    <p:cond delay="0"/>
                                  </p:stCondLst>
                                  <p:childTnLst>
                                    <p:set>
                                      <p:cBhvr>
                                        <p:cTn id="860" dur="1" fill="hold">
                                          <p:stCondLst>
                                            <p:cond delay="0"/>
                                          </p:stCondLst>
                                        </p:cTn>
                                        <p:tgtEl>
                                          <p:spTgt spid="435"/>
                                        </p:tgtEl>
                                        <p:attrNameLst>
                                          <p:attrName>style.visibility</p:attrName>
                                        </p:attrNameLst>
                                      </p:cBhvr>
                                      <p:to>
                                        <p:strVal val="visible"/>
                                      </p:to>
                                    </p:set>
                                  </p:childTnLst>
                                </p:cTn>
                              </p:par>
                              <p:par>
                                <p:cTn id="861" presetID="1" presetClass="entr" presetSubtype="0" fill="hold" nodeType="withEffect">
                                  <p:stCondLst>
                                    <p:cond delay="0"/>
                                  </p:stCondLst>
                                  <p:childTnLst>
                                    <p:set>
                                      <p:cBhvr>
                                        <p:cTn id="862" dur="1" fill="hold">
                                          <p:stCondLst>
                                            <p:cond delay="0"/>
                                          </p:stCondLst>
                                        </p:cTn>
                                        <p:tgtEl>
                                          <p:spTgt spid="436"/>
                                        </p:tgtEl>
                                        <p:attrNameLst>
                                          <p:attrName>style.visibility</p:attrName>
                                        </p:attrNameLst>
                                      </p:cBhvr>
                                      <p:to>
                                        <p:strVal val="visible"/>
                                      </p:to>
                                    </p:set>
                                  </p:childTnLst>
                                </p:cTn>
                              </p:par>
                              <p:par>
                                <p:cTn id="863" presetID="1" presetClass="entr" presetSubtype="0" fill="hold" nodeType="withEffect">
                                  <p:stCondLst>
                                    <p:cond delay="0"/>
                                  </p:stCondLst>
                                  <p:childTnLst>
                                    <p:set>
                                      <p:cBhvr>
                                        <p:cTn id="864" dur="1" fill="hold">
                                          <p:stCondLst>
                                            <p:cond delay="0"/>
                                          </p:stCondLst>
                                        </p:cTn>
                                        <p:tgtEl>
                                          <p:spTgt spid="437"/>
                                        </p:tgtEl>
                                        <p:attrNameLst>
                                          <p:attrName>style.visibility</p:attrName>
                                        </p:attrNameLst>
                                      </p:cBhvr>
                                      <p:to>
                                        <p:strVal val="visible"/>
                                      </p:to>
                                    </p:set>
                                  </p:childTnLst>
                                </p:cTn>
                              </p:par>
                              <p:par>
                                <p:cTn id="865" presetID="1" presetClass="entr" presetSubtype="0" fill="hold" nodeType="withEffect">
                                  <p:stCondLst>
                                    <p:cond delay="0"/>
                                  </p:stCondLst>
                                  <p:childTnLst>
                                    <p:set>
                                      <p:cBhvr>
                                        <p:cTn id="866" dur="1" fill="hold">
                                          <p:stCondLst>
                                            <p:cond delay="0"/>
                                          </p:stCondLst>
                                        </p:cTn>
                                        <p:tgtEl>
                                          <p:spTgt spid="438"/>
                                        </p:tgtEl>
                                        <p:attrNameLst>
                                          <p:attrName>style.visibility</p:attrName>
                                        </p:attrNameLst>
                                      </p:cBhvr>
                                      <p:to>
                                        <p:strVal val="visible"/>
                                      </p:to>
                                    </p:set>
                                  </p:childTnLst>
                                </p:cTn>
                              </p:par>
                              <p:par>
                                <p:cTn id="867" presetID="1" presetClass="entr" presetSubtype="0" fill="hold" nodeType="withEffect">
                                  <p:stCondLst>
                                    <p:cond delay="0"/>
                                  </p:stCondLst>
                                  <p:childTnLst>
                                    <p:set>
                                      <p:cBhvr>
                                        <p:cTn id="868" dur="1" fill="hold">
                                          <p:stCondLst>
                                            <p:cond delay="0"/>
                                          </p:stCondLst>
                                        </p:cTn>
                                        <p:tgtEl>
                                          <p:spTgt spid="439"/>
                                        </p:tgtEl>
                                        <p:attrNameLst>
                                          <p:attrName>style.visibility</p:attrName>
                                        </p:attrNameLst>
                                      </p:cBhvr>
                                      <p:to>
                                        <p:strVal val="visible"/>
                                      </p:to>
                                    </p:set>
                                  </p:childTnLst>
                                </p:cTn>
                              </p:par>
                              <p:par>
                                <p:cTn id="869" presetID="1" presetClass="entr" presetSubtype="0" fill="hold" nodeType="withEffect">
                                  <p:stCondLst>
                                    <p:cond delay="0"/>
                                  </p:stCondLst>
                                  <p:childTnLst>
                                    <p:set>
                                      <p:cBhvr>
                                        <p:cTn id="870" dur="1" fill="hold">
                                          <p:stCondLst>
                                            <p:cond delay="0"/>
                                          </p:stCondLst>
                                        </p:cTn>
                                        <p:tgtEl>
                                          <p:spTgt spid="440"/>
                                        </p:tgtEl>
                                        <p:attrNameLst>
                                          <p:attrName>style.visibility</p:attrName>
                                        </p:attrNameLst>
                                      </p:cBhvr>
                                      <p:to>
                                        <p:strVal val="visible"/>
                                      </p:to>
                                    </p:set>
                                  </p:childTnLst>
                                </p:cTn>
                              </p:par>
                              <p:par>
                                <p:cTn id="871" presetID="1" presetClass="entr" presetSubtype="0" fill="hold" nodeType="withEffect">
                                  <p:stCondLst>
                                    <p:cond delay="0"/>
                                  </p:stCondLst>
                                  <p:childTnLst>
                                    <p:set>
                                      <p:cBhvr>
                                        <p:cTn id="872" dur="1" fill="hold">
                                          <p:stCondLst>
                                            <p:cond delay="0"/>
                                          </p:stCondLst>
                                        </p:cTn>
                                        <p:tgtEl>
                                          <p:spTgt spid="441"/>
                                        </p:tgtEl>
                                        <p:attrNameLst>
                                          <p:attrName>style.visibility</p:attrName>
                                        </p:attrNameLst>
                                      </p:cBhvr>
                                      <p:to>
                                        <p:strVal val="visible"/>
                                      </p:to>
                                    </p:set>
                                  </p:childTnLst>
                                </p:cTn>
                              </p:par>
                              <p:par>
                                <p:cTn id="873" presetID="1" presetClass="entr" presetSubtype="0" fill="hold" nodeType="withEffect">
                                  <p:stCondLst>
                                    <p:cond delay="0"/>
                                  </p:stCondLst>
                                  <p:childTnLst>
                                    <p:set>
                                      <p:cBhvr>
                                        <p:cTn id="874" dur="1" fill="hold">
                                          <p:stCondLst>
                                            <p:cond delay="0"/>
                                          </p:stCondLst>
                                        </p:cTn>
                                        <p:tgtEl>
                                          <p:spTgt spid="442"/>
                                        </p:tgtEl>
                                        <p:attrNameLst>
                                          <p:attrName>style.visibility</p:attrName>
                                        </p:attrNameLst>
                                      </p:cBhvr>
                                      <p:to>
                                        <p:strVal val="visible"/>
                                      </p:to>
                                    </p:set>
                                  </p:childTnLst>
                                </p:cTn>
                              </p:par>
                              <p:par>
                                <p:cTn id="875" presetID="1" presetClass="entr" presetSubtype="0" fill="hold" nodeType="withEffect">
                                  <p:stCondLst>
                                    <p:cond delay="0"/>
                                  </p:stCondLst>
                                  <p:childTnLst>
                                    <p:set>
                                      <p:cBhvr>
                                        <p:cTn id="876" dur="1" fill="hold">
                                          <p:stCondLst>
                                            <p:cond delay="0"/>
                                          </p:stCondLst>
                                        </p:cTn>
                                        <p:tgtEl>
                                          <p:spTgt spid="443"/>
                                        </p:tgtEl>
                                        <p:attrNameLst>
                                          <p:attrName>style.visibility</p:attrName>
                                        </p:attrNameLst>
                                      </p:cBhvr>
                                      <p:to>
                                        <p:strVal val="visible"/>
                                      </p:to>
                                    </p:set>
                                  </p:childTnLst>
                                </p:cTn>
                              </p:par>
                              <p:par>
                                <p:cTn id="877" presetID="1" presetClass="entr" presetSubtype="0" fill="hold" nodeType="withEffect">
                                  <p:stCondLst>
                                    <p:cond delay="0"/>
                                  </p:stCondLst>
                                  <p:childTnLst>
                                    <p:set>
                                      <p:cBhvr>
                                        <p:cTn id="878" dur="1" fill="hold">
                                          <p:stCondLst>
                                            <p:cond delay="0"/>
                                          </p:stCondLst>
                                        </p:cTn>
                                        <p:tgtEl>
                                          <p:spTgt spid="444"/>
                                        </p:tgtEl>
                                        <p:attrNameLst>
                                          <p:attrName>style.visibility</p:attrName>
                                        </p:attrNameLst>
                                      </p:cBhvr>
                                      <p:to>
                                        <p:strVal val="visible"/>
                                      </p:to>
                                    </p:set>
                                  </p:childTnLst>
                                </p:cTn>
                              </p:par>
                              <p:par>
                                <p:cTn id="879" presetID="1" presetClass="entr" presetSubtype="0" fill="hold" nodeType="withEffect">
                                  <p:stCondLst>
                                    <p:cond delay="0"/>
                                  </p:stCondLst>
                                  <p:childTnLst>
                                    <p:set>
                                      <p:cBhvr>
                                        <p:cTn id="880" dur="1" fill="hold">
                                          <p:stCondLst>
                                            <p:cond delay="0"/>
                                          </p:stCondLst>
                                        </p:cTn>
                                        <p:tgtEl>
                                          <p:spTgt spid="445"/>
                                        </p:tgtEl>
                                        <p:attrNameLst>
                                          <p:attrName>style.visibility</p:attrName>
                                        </p:attrNameLst>
                                      </p:cBhvr>
                                      <p:to>
                                        <p:strVal val="visible"/>
                                      </p:to>
                                    </p:set>
                                  </p:childTnLst>
                                </p:cTn>
                              </p:par>
                              <p:par>
                                <p:cTn id="881" presetID="1" presetClass="entr" presetSubtype="0" fill="hold" nodeType="withEffect">
                                  <p:stCondLst>
                                    <p:cond delay="0"/>
                                  </p:stCondLst>
                                  <p:childTnLst>
                                    <p:set>
                                      <p:cBhvr>
                                        <p:cTn id="882" dur="1" fill="hold">
                                          <p:stCondLst>
                                            <p:cond delay="0"/>
                                          </p:stCondLst>
                                        </p:cTn>
                                        <p:tgtEl>
                                          <p:spTgt spid="446"/>
                                        </p:tgtEl>
                                        <p:attrNameLst>
                                          <p:attrName>style.visibility</p:attrName>
                                        </p:attrNameLst>
                                      </p:cBhvr>
                                      <p:to>
                                        <p:strVal val="visible"/>
                                      </p:to>
                                    </p:set>
                                  </p:childTnLst>
                                </p:cTn>
                              </p:par>
                              <p:par>
                                <p:cTn id="883" presetID="1" presetClass="entr" presetSubtype="0" fill="hold" nodeType="withEffect">
                                  <p:stCondLst>
                                    <p:cond delay="0"/>
                                  </p:stCondLst>
                                  <p:childTnLst>
                                    <p:set>
                                      <p:cBhvr>
                                        <p:cTn id="884" dur="1" fill="hold">
                                          <p:stCondLst>
                                            <p:cond delay="0"/>
                                          </p:stCondLst>
                                        </p:cTn>
                                        <p:tgtEl>
                                          <p:spTgt spid="447"/>
                                        </p:tgtEl>
                                        <p:attrNameLst>
                                          <p:attrName>style.visibility</p:attrName>
                                        </p:attrNameLst>
                                      </p:cBhvr>
                                      <p:to>
                                        <p:strVal val="visible"/>
                                      </p:to>
                                    </p:set>
                                  </p:childTnLst>
                                </p:cTn>
                              </p:par>
                              <p:par>
                                <p:cTn id="885" presetID="1" presetClass="entr" presetSubtype="0" fill="hold" nodeType="withEffect">
                                  <p:stCondLst>
                                    <p:cond delay="0"/>
                                  </p:stCondLst>
                                  <p:childTnLst>
                                    <p:set>
                                      <p:cBhvr>
                                        <p:cTn id="886" dur="1" fill="hold">
                                          <p:stCondLst>
                                            <p:cond delay="0"/>
                                          </p:stCondLst>
                                        </p:cTn>
                                        <p:tgtEl>
                                          <p:spTgt spid="448"/>
                                        </p:tgtEl>
                                        <p:attrNameLst>
                                          <p:attrName>style.visibility</p:attrName>
                                        </p:attrNameLst>
                                      </p:cBhvr>
                                      <p:to>
                                        <p:strVal val="visible"/>
                                      </p:to>
                                    </p:set>
                                  </p:childTnLst>
                                </p:cTn>
                              </p:par>
                              <p:par>
                                <p:cTn id="887" presetID="1" presetClass="entr" presetSubtype="0" fill="hold" nodeType="withEffect">
                                  <p:stCondLst>
                                    <p:cond delay="0"/>
                                  </p:stCondLst>
                                  <p:childTnLst>
                                    <p:set>
                                      <p:cBhvr>
                                        <p:cTn id="888" dur="1" fill="hold">
                                          <p:stCondLst>
                                            <p:cond delay="0"/>
                                          </p:stCondLst>
                                        </p:cTn>
                                        <p:tgtEl>
                                          <p:spTgt spid="449"/>
                                        </p:tgtEl>
                                        <p:attrNameLst>
                                          <p:attrName>style.visibility</p:attrName>
                                        </p:attrNameLst>
                                      </p:cBhvr>
                                      <p:to>
                                        <p:strVal val="visible"/>
                                      </p:to>
                                    </p:set>
                                  </p:childTnLst>
                                </p:cTn>
                              </p:par>
                              <p:par>
                                <p:cTn id="889" presetID="1" presetClass="entr" presetSubtype="0" fill="hold" nodeType="withEffect">
                                  <p:stCondLst>
                                    <p:cond delay="0"/>
                                  </p:stCondLst>
                                  <p:childTnLst>
                                    <p:set>
                                      <p:cBhvr>
                                        <p:cTn id="890" dur="1" fill="hold">
                                          <p:stCondLst>
                                            <p:cond delay="0"/>
                                          </p:stCondLst>
                                        </p:cTn>
                                        <p:tgtEl>
                                          <p:spTgt spid="450"/>
                                        </p:tgtEl>
                                        <p:attrNameLst>
                                          <p:attrName>style.visibility</p:attrName>
                                        </p:attrNameLst>
                                      </p:cBhvr>
                                      <p:to>
                                        <p:strVal val="visible"/>
                                      </p:to>
                                    </p:set>
                                  </p:childTnLst>
                                </p:cTn>
                              </p:par>
                              <p:par>
                                <p:cTn id="891" presetID="1" presetClass="entr" presetSubtype="0" fill="hold" nodeType="withEffect">
                                  <p:stCondLst>
                                    <p:cond delay="0"/>
                                  </p:stCondLst>
                                  <p:childTnLst>
                                    <p:set>
                                      <p:cBhvr>
                                        <p:cTn id="892" dur="1" fill="hold">
                                          <p:stCondLst>
                                            <p:cond delay="0"/>
                                          </p:stCondLst>
                                        </p:cTn>
                                        <p:tgtEl>
                                          <p:spTgt spid="451"/>
                                        </p:tgtEl>
                                        <p:attrNameLst>
                                          <p:attrName>style.visibility</p:attrName>
                                        </p:attrNameLst>
                                      </p:cBhvr>
                                      <p:to>
                                        <p:strVal val="visible"/>
                                      </p:to>
                                    </p:set>
                                  </p:childTnLst>
                                </p:cTn>
                              </p:par>
                              <p:par>
                                <p:cTn id="893" presetID="1" presetClass="entr" presetSubtype="0" fill="hold" nodeType="withEffect">
                                  <p:stCondLst>
                                    <p:cond delay="0"/>
                                  </p:stCondLst>
                                  <p:childTnLst>
                                    <p:set>
                                      <p:cBhvr>
                                        <p:cTn id="894" dur="1" fill="hold">
                                          <p:stCondLst>
                                            <p:cond delay="0"/>
                                          </p:stCondLst>
                                        </p:cTn>
                                        <p:tgtEl>
                                          <p:spTgt spid="452"/>
                                        </p:tgtEl>
                                        <p:attrNameLst>
                                          <p:attrName>style.visibility</p:attrName>
                                        </p:attrNameLst>
                                      </p:cBhvr>
                                      <p:to>
                                        <p:strVal val="visible"/>
                                      </p:to>
                                    </p:set>
                                  </p:childTnLst>
                                </p:cTn>
                              </p:par>
                              <p:par>
                                <p:cTn id="895" presetID="1" presetClass="entr" presetSubtype="0" fill="hold" nodeType="withEffect">
                                  <p:stCondLst>
                                    <p:cond delay="0"/>
                                  </p:stCondLst>
                                  <p:childTnLst>
                                    <p:set>
                                      <p:cBhvr>
                                        <p:cTn id="896" dur="1" fill="hold">
                                          <p:stCondLst>
                                            <p:cond delay="0"/>
                                          </p:stCondLst>
                                        </p:cTn>
                                        <p:tgtEl>
                                          <p:spTgt spid="453"/>
                                        </p:tgtEl>
                                        <p:attrNameLst>
                                          <p:attrName>style.visibility</p:attrName>
                                        </p:attrNameLst>
                                      </p:cBhvr>
                                      <p:to>
                                        <p:strVal val="visible"/>
                                      </p:to>
                                    </p:set>
                                  </p:childTnLst>
                                </p:cTn>
                              </p:par>
                              <p:par>
                                <p:cTn id="897" presetID="1" presetClass="entr" presetSubtype="0" fill="hold" nodeType="withEffect">
                                  <p:stCondLst>
                                    <p:cond delay="0"/>
                                  </p:stCondLst>
                                  <p:childTnLst>
                                    <p:set>
                                      <p:cBhvr>
                                        <p:cTn id="898" dur="1" fill="hold">
                                          <p:stCondLst>
                                            <p:cond delay="0"/>
                                          </p:stCondLst>
                                        </p:cTn>
                                        <p:tgtEl>
                                          <p:spTgt spid="454"/>
                                        </p:tgtEl>
                                        <p:attrNameLst>
                                          <p:attrName>style.visibility</p:attrName>
                                        </p:attrNameLst>
                                      </p:cBhvr>
                                      <p:to>
                                        <p:strVal val="visible"/>
                                      </p:to>
                                    </p:set>
                                  </p:childTnLst>
                                </p:cTn>
                              </p:par>
                              <p:par>
                                <p:cTn id="899" presetID="1" presetClass="entr" presetSubtype="0" fill="hold" nodeType="withEffect">
                                  <p:stCondLst>
                                    <p:cond delay="0"/>
                                  </p:stCondLst>
                                  <p:childTnLst>
                                    <p:set>
                                      <p:cBhvr>
                                        <p:cTn id="900" dur="1" fill="hold">
                                          <p:stCondLst>
                                            <p:cond delay="0"/>
                                          </p:stCondLst>
                                        </p:cTn>
                                        <p:tgtEl>
                                          <p:spTgt spid="455"/>
                                        </p:tgtEl>
                                        <p:attrNameLst>
                                          <p:attrName>style.visibility</p:attrName>
                                        </p:attrNameLst>
                                      </p:cBhvr>
                                      <p:to>
                                        <p:strVal val="visible"/>
                                      </p:to>
                                    </p:set>
                                  </p:childTnLst>
                                </p:cTn>
                              </p:par>
                              <p:par>
                                <p:cTn id="901" presetID="1" presetClass="entr" presetSubtype="0" fill="hold" nodeType="withEffect">
                                  <p:stCondLst>
                                    <p:cond delay="0"/>
                                  </p:stCondLst>
                                  <p:childTnLst>
                                    <p:set>
                                      <p:cBhvr>
                                        <p:cTn id="902" dur="1" fill="hold">
                                          <p:stCondLst>
                                            <p:cond delay="0"/>
                                          </p:stCondLst>
                                        </p:cTn>
                                        <p:tgtEl>
                                          <p:spTgt spid="456"/>
                                        </p:tgtEl>
                                        <p:attrNameLst>
                                          <p:attrName>style.visibility</p:attrName>
                                        </p:attrNameLst>
                                      </p:cBhvr>
                                      <p:to>
                                        <p:strVal val="visible"/>
                                      </p:to>
                                    </p:set>
                                  </p:childTnLst>
                                </p:cTn>
                              </p:par>
                              <p:par>
                                <p:cTn id="903" presetID="1" presetClass="entr" presetSubtype="0" fill="hold" nodeType="withEffect">
                                  <p:stCondLst>
                                    <p:cond delay="0"/>
                                  </p:stCondLst>
                                  <p:childTnLst>
                                    <p:set>
                                      <p:cBhvr>
                                        <p:cTn id="904" dur="1" fill="hold">
                                          <p:stCondLst>
                                            <p:cond delay="0"/>
                                          </p:stCondLst>
                                        </p:cTn>
                                        <p:tgtEl>
                                          <p:spTgt spid="457"/>
                                        </p:tgtEl>
                                        <p:attrNameLst>
                                          <p:attrName>style.visibility</p:attrName>
                                        </p:attrNameLst>
                                      </p:cBhvr>
                                      <p:to>
                                        <p:strVal val="visible"/>
                                      </p:to>
                                    </p:set>
                                  </p:childTnLst>
                                </p:cTn>
                              </p:par>
                              <p:par>
                                <p:cTn id="905" presetID="1" presetClass="entr" presetSubtype="0" fill="hold" nodeType="withEffect">
                                  <p:stCondLst>
                                    <p:cond delay="0"/>
                                  </p:stCondLst>
                                  <p:childTnLst>
                                    <p:set>
                                      <p:cBhvr>
                                        <p:cTn id="906" dur="1" fill="hold">
                                          <p:stCondLst>
                                            <p:cond delay="0"/>
                                          </p:stCondLst>
                                        </p:cTn>
                                        <p:tgtEl>
                                          <p:spTgt spid="458"/>
                                        </p:tgtEl>
                                        <p:attrNameLst>
                                          <p:attrName>style.visibility</p:attrName>
                                        </p:attrNameLst>
                                      </p:cBhvr>
                                      <p:to>
                                        <p:strVal val="visible"/>
                                      </p:to>
                                    </p:set>
                                  </p:childTnLst>
                                </p:cTn>
                              </p:par>
                              <p:par>
                                <p:cTn id="907" presetID="1" presetClass="entr" presetSubtype="0" fill="hold" nodeType="withEffect">
                                  <p:stCondLst>
                                    <p:cond delay="0"/>
                                  </p:stCondLst>
                                  <p:childTnLst>
                                    <p:set>
                                      <p:cBhvr>
                                        <p:cTn id="908" dur="1" fill="hold">
                                          <p:stCondLst>
                                            <p:cond delay="0"/>
                                          </p:stCondLst>
                                        </p:cTn>
                                        <p:tgtEl>
                                          <p:spTgt spid="459"/>
                                        </p:tgtEl>
                                        <p:attrNameLst>
                                          <p:attrName>style.visibility</p:attrName>
                                        </p:attrNameLst>
                                      </p:cBhvr>
                                      <p:to>
                                        <p:strVal val="visible"/>
                                      </p:to>
                                    </p:set>
                                  </p:childTnLst>
                                </p:cTn>
                              </p:par>
                              <p:par>
                                <p:cTn id="909" presetID="1" presetClass="entr" presetSubtype="0" fill="hold" nodeType="withEffect">
                                  <p:stCondLst>
                                    <p:cond delay="0"/>
                                  </p:stCondLst>
                                  <p:childTnLst>
                                    <p:set>
                                      <p:cBhvr>
                                        <p:cTn id="910" dur="1" fill="hold">
                                          <p:stCondLst>
                                            <p:cond delay="0"/>
                                          </p:stCondLst>
                                        </p:cTn>
                                        <p:tgtEl>
                                          <p:spTgt spid="460"/>
                                        </p:tgtEl>
                                        <p:attrNameLst>
                                          <p:attrName>style.visibility</p:attrName>
                                        </p:attrNameLst>
                                      </p:cBhvr>
                                      <p:to>
                                        <p:strVal val="visible"/>
                                      </p:to>
                                    </p:set>
                                  </p:childTnLst>
                                </p:cTn>
                              </p:par>
                              <p:par>
                                <p:cTn id="911" presetID="1" presetClass="entr" presetSubtype="0" fill="hold" nodeType="withEffect">
                                  <p:stCondLst>
                                    <p:cond delay="0"/>
                                  </p:stCondLst>
                                  <p:childTnLst>
                                    <p:set>
                                      <p:cBhvr>
                                        <p:cTn id="912" dur="1" fill="hold">
                                          <p:stCondLst>
                                            <p:cond delay="0"/>
                                          </p:stCondLst>
                                        </p:cTn>
                                        <p:tgtEl>
                                          <p:spTgt spid="461"/>
                                        </p:tgtEl>
                                        <p:attrNameLst>
                                          <p:attrName>style.visibility</p:attrName>
                                        </p:attrNameLst>
                                      </p:cBhvr>
                                      <p:to>
                                        <p:strVal val="visible"/>
                                      </p:to>
                                    </p:set>
                                  </p:childTnLst>
                                </p:cTn>
                              </p:par>
                              <p:par>
                                <p:cTn id="913" presetID="1" presetClass="entr" presetSubtype="0" fill="hold" nodeType="withEffect">
                                  <p:stCondLst>
                                    <p:cond delay="0"/>
                                  </p:stCondLst>
                                  <p:childTnLst>
                                    <p:set>
                                      <p:cBhvr>
                                        <p:cTn id="914" dur="1" fill="hold">
                                          <p:stCondLst>
                                            <p:cond delay="0"/>
                                          </p:stCondLst>
                                        </p:cTn>
                                        <p:tgtEl>
                                          <p:spTgt spid="462"/>
                                        </p:tgtEl>
                                        <p:attrNameLst>
                                          <p:attrName>style.visibility</p:attrName>
                                        </p:attrNameLst>
                                      </p:cBhvr>
                                      <p:to>
                                        <p:strVal val="visible"/>
                                      </p:to>
                                    </p:set>
                                  </p:childTnLst>
                                </p:cTn>
                              </p:par>
                              <p:par>
                                <p:cTn id="915" presetID="1" presetClass="entr" presetSubtype="0" fill="hold" nodeType="withEffect">
                                  <p:stCondLst>
                                    <p:cond delay="0"/>
                                  </p:stCondLst>
                                  <p:childTnLst>
                                    <p:set>
                                      <p:cBhvr>
                                        <p:cTn id="916" dur="1" fill="hold">
                                          <p:stCondLst>
                                            <p:cond delay="0"/>
                                          </p:stCondLst>
                                        </p:cTn>
                                        <p:tgtEl>
                                          <p:spTgt spid="463"/>
                                        </p:tgtEl>
                                        <p:attrNameLst>
                                          <p:attrName>style.visibility</p:attrName>
                                        </p:attrNameLst>
                                      </p:cBhvr>
                                      <p:to>
                                        <p:strVal val="visible"/>
                                      </p:to>
                                    </p:set>
                                  </p:childTnLst>
                                </p:cTn>
                              </p:par>
                              <p:par>
                                <p:cTn id="917" presetID="1" presetClass="entr" presetSubtype="0" fill="hold" nodeType="withEffect">
                                  <p:stCondLst>
                                    <p:cond delay="0"/>
                                  </p:stCondLst>
                                  <p:childTnLst>
                                    <p:set>
                                      <p:cBhvr>
                                        <p:cTn id="918" dur="1" fill="hold">
                                          <p:stCondLst>
                                            <p:cond delay="0"/>
                                          </p:stCondLst>
                                        </p:cTn>
                                        <p:tgtEl>
                                          <p:spTgt spid="464"/>
                                        </p:tgtEl>
                                        <p:attrNameLst>
                                          <p:attrName>style.visibility</p:attrName>
                                        </p:attrNameLst>
                                      </p:cBhvr>
                                      <p:to>
                                        <p:strVal val="visible"/>
                                      </p:to>
                                    </p:set>
                                  </p:childTnLst>
                                </p:cTn>
                              </p:par>
                              <p:par>
                                <p:cTn id="919" presetID="1" presetClass="entr" presetSubtype="0" fill="hold" nodeType="withEffect">
                                  <p:stCondLst>
                                    <p:cond delay="0"/>
                                  </p:stCondLst>
                                  <p:childTnLst>
                                    <p:set>
                                      <p:cBhvr>
                                        <p:cTn id="920" dur="1" fill="hold">
                                          <p:stCondLst>
                                            <p:cond delay="0"/>
                                          </p:stCondLst>
                                        </p:cTn>
                                        <p:tgtEl>
                                          <p:spTgt spid="465"/>
                                        </p:tgtEl>
                                        <p:attrNameLst>
                                          <p:attrName>style.visibility</p:attrName>
                                        </p:attrNameLst>
                                      </p:cBhvr>
                                      <p:to>
                                        <p:strVal val="visible"/>
                                      </p:to>
                                    </p:set>
                                  </p:childTnLst>
                                </p:cTn>
                              </p:par>
                              <p:par>
                                <p:cTn id="921" presetID="1" presetClass="entr" presetSubtype="0" fill="hold" nodeType="withEffect">
                                  <p:stCondLst>
                                    <p:cond delay="0"/>
                                  </p:stCondLst>
                                  <p:childTnLst>
                                    <p:set>
                                      <p:cBhvr>
                                        <p:cTn id="922" dur="1" fill="hold">
                                          <p:stCondLst>
                                            <p:cond delay="0"/>
                                          </p:stCondLst>
                                        </p:cTn>
                                        <p:tgtEl>
                                          <p:spTgt spid="466"/>
                                        </p:tgtEl>
                                        <p:attrNameLst>
                                          <p:attrName>style.visibility</p:attrName>
                                        </p:attrNameLst>
                                      </p:cBhvr>
                                      <p:to>
                                        <p:strVal val="visible"/>
                                      </p:to>
                                    </p:set>
                                  </p:childTnLst>
                                </p:cTn>
                              </p:par>
                              <p:par>
                                <p:cTn id="923" presetID="1" presetClass="entr" presetSubtype="0" fill="hold" nodeType="withEffect">
                                  <p:stCondLst>
                                    <p:cond delay="0"/>
                                  </p:stCondLst>
                                  <p:childTnLst>
                                    <p:set>
                                      <p:cBhvr>
                                        <p:cTn id="924" dur="1" fill="hold">
                                          <p:stCondLst>
                                            <p:cond delay="0"/>
                                          </p:stCondLst>
                                        </p:cTn>
                                        <p:tgtEl>
                                          <p:spTgt spid="467"/>
                                        </p:tgtEl>
                                        <p:attrNameLst>
                                          <p:attrName>style.visibility</p:attrName>
                                        </p:attrNameLst>
                                      </p:cBhvr>
                                      <p:to>
                                        <p:strVal val="visible"/>
                                      </p:to>
                                    </p:set>
                                  </p:childTnLst>
                                </p:cTn>
                              </p:par>
                              <p:par>
                                <p:cTn id="925" presetID="1" presetClass="entr" presetSubtype="0" fill="hold" nodeType="withEffect">
                                  <p:stCondLst>
                                    <p:cond delay="0"/>
                                  </p:stCondLst>
                                  <p:childTnLst>
                                    <p:set>
                                      <p:cBhvr>
                                        <p:cTn id="926" dur="1" fill="hold">
                                          <p:stCondLst>
                                            <p:cond delay="0"/>
                                          </p:stCondLst>
                                        </p:cTn>
                                        <p:tgtEl>
                                          <p:spTgt spid="468"/>
                                        </p:tgtEl>
                                        <p:attrNameLst>
                                          <p:attrName>style.visibility</p:attrName>
                                        </p:attrNameLst>
                                      </p:cBhvr>
                                      <p:to>
                                        <p:strVal val="visible"/>
                                      </p:to>
                                    </p:set>
                                  </p:childTnLst>
                                </p:cTn>
                              </p:par>
                              <p:par>
                                <p:cTn id="927" presetID="1" presetClass="entr" presetSubtype="0" fill="hold" nodeType="withEffect">
                                  <p:stCondLst>
                                    <p:cond delay="0"/>
                                  </p:stCondLst>
                                  <p:childTnLst>
                                    <p:set>
                                      <p:cBhvr>
                                        <p:cTn id="928" dur="1" fill="hold">
                                          <p:stCondLst>
                                            <p:cond delay="0"/>
                                          </p:stCondLst>
                                        </p:cTn>
                                        <p:tgtEl>
                                          <p:spTgt spid="469"/>
                                        </p:tgtEl>
                                        <p:attrNameLst>
                                          <p:attrName>style.visibility</p:attrName>
                                        </p:attrNameLst>
                                      </p:cBhvr>
                                      <p:to>
                                        <p:strVal val="visible"/>
                                      </p:to>
                                    </p:set>
                                  </p:childTnLst>
                                </p:cTn>
                              </p:par>
                              <p:par>
                                <p:cTn id="929" presetID="1" presetClass="entr" presetSubtype="0" fill="hold" nodeType="withEffect">
                                  <p:stCondLst>
                                    <p:cond delay="0"/>
                                  </p:stCondLst>
                                  <p:childTnLst>
                                    <p:set>
                                      <p:cBhvr>
                                        <p:cTn id="930" dur="1" fill="hold">
                                          <p:stCondLst>
                                            <p:cond delay="0"/>
                                          </p:stCondLst>
                                        </p:cTn>
                                        <p:tgtEl>
                                          <p:spTgt spid="470"/>
                                        </p:tgtEl>
                                        <p:attrNameLst>
                                          <p:attrName>style.visibility</p:attrName>
                                        </p:attrNameLst>
                                      </p:cBhvr>
                                      <p:to>
                                        <p:strVal val="visible"/>
                                      </p:to>
                                    </p:set>
                                  </p:childTnLst>
                                </p:cTn>
                              </p:par>
                              <p:par>
                                <p:cTn id="931" presetID="1" presetClass="entr" presetSubtype="0" fill="hold" nodeType="withEffect">
                                  <p:stCondLst>
                                    <p:cond delay="0"/>
                                  </p:stCondLst>
                                  <p:childTnLst>
                                    <p:set>
                                      <p:cBhvr>
                                        <p:cTn id="932" dur="1" fill="hold">
                                          <p:stCondLst>
                                            <p:cond delay="0"/>
                                          </p:stCondLst>
                                        </p:cTn>
                                        <p:tgtEl>
                                          <p:spTgt spid="471"/>
                                        </p:tgtEl>
                                        <p:attrNameLst>
                                          <p:attrName>style.visibility</p:attrName>
                                        </p:attrNameLst>
                                      </p:cBhvr>
                                      <p:to>
                                        <p:strVal val="visible"/>
                                      </p:to>
                                    </p:set>
                                  </p:childTnLst>
                                </p:cTn>
                              </p:par>
                              <p:par>
                                <p:cTn id="933" presetID="1" presetClass="entr" presetSubtype="0" fill="hold" nodeType="withEffect">
                                  <p:stCondLst>
                                    <p:cond delay="0"/>
                                  </p:stCondLst>
                                  <p:childTnLst>
                                    <p:set>
                                      <p:cBhvr>
                                        <p:cTn id="934" dur="1" fill="hold">
                                          <p:stCondLst>
                                            <p:cond delay="0"/>
                                          </p:stCondLst>
                                        </p:cTn>
                                        <p:tgtEl>
                                          <p:spTgt spid="472"/>
                                        </p:tgtEl>
                                        <p:attrNameLst>
                                          <p:attrName>style.visibility</p:attrName>
                                        </p:attrNameLst>
                                      </p:cBhvr>
                                      <p:to>
                                        <p:strVal val="visible"/>
                                      </p:to>
                                    </p:set>
                                  </p:childTnLst>
                                </p:cTn>
                              </p:par>
                              <p:par>
                                <p:cTn id="935" presetID="1" presetClass="entr" presetSubtype="0" fill="hold" nodeType="withEffect">
                                  <p:stCondLst>
                                    <p:cond delay="0"/>
                                  </p:stCondLst>
                                  <p:childTnLst>
                                    <p:set>
                                      <p:cBhvr>
                                        <p:cTn id="936" dur="1" fill="hold">
                                          <p:stCondLst>
                                            <p:cond delay="0"/>
                                          </p:stCondLst>
                                        </p:cTn>
                                        <p:tgtEl>
                                          <p:spTgt spid="473"/>
                                        </p:tgtEl>
                                        <p:attrNameLst>
                                          <p:attrName>style.visibility</p:attrName>
                                        </p:attrNameLst>
                                      </p:cBhvr>
                                      <p:to>
                                        <p:strVal val="visible"/>
                                      </p:to>
                                    </p:set>
                                  </p:childTnLst>
                                </p:cTn>
                              </p:par>
                              <p:par>
                                <p:cTn id="937" presetID="1" presetClass="entr" presetSubtype="0" fill="hold" nodeType="withEffect">
                                  <p:stCondLst>
                                    <p:cond delay="0"/>
                                  </p:stCondLst>
                                  <p:childTnLst>
                                    <p:set>
                                      <p:cBhvr>
                                        <p:cTn id="938" dur="1" fill="hold">
                                          <p:stCondLst>
                                            <p:cond delay="0"/>
                                          </p:stCondLst>
                                        </p:cTn>
                                        <p:tgtEl>
                                          <p:spTgt spid="474"/>
                                        </p:tgtEl>
                                        <p:attrNameLst>
                                          <p:attrName>style.visibility</p:attrName>
                                        </p:attrNameLst>
                                      </p:cBhvr>
                                      <p:to>
                                        <p:strVal val="visible"/>
                                      </p:to>
                                    </p:set>
                                  </p:childTnLst>
                                </p:cTn>
                              </p:par>
                              <p:par>
                                <p:cTn id="939" presetID="1" presetClass="entr" presetSubtype="0" fill="hold" nodeType="withEffect">
                                  <p:stCondLst>
                                    <p:cond delay="0"/>
                                  </p:stCondLst>
                                  <p:childTnLst>
                                    <p:set>
                                      <p:cBhvr>
                                        <p:cTn id="940" dur="1" fill="hold">
                                          <p:stCondLst>
                                            <p:cond delay="0"/>
                                          </p:stCondLst>
                                        </p:cTn>
                                        <p:tgtEl>
                                          <p:spTgt spid="475"/>
                                        </p:tgtEl>
                                        <p:attrNameLst>
                                          <p:attrName>style.visibility</p:attrName>
                                        </p:attrNameLst>
                                      </p:cBhvr>
                                      <p:to>
                                        <p:strVal val="visible"/>
                                      </p:to>
                                    </p:set>
                                  </p:childTnLst>
                                </p:cTn>
                              </p:par>
                              <p:par>
                                <p:cTn id="941" presetID="1" presetClass="entr" presetSubtype="0" fill="hold" nodeType="withEffect">
                                  <p:stCondLst>
                                    <p:cond delay="0"/>
                                  </p:stCondLst>
                                  <p:childTnLst>
                                    <p:set>
                                      <p:cBhvr>
                                        <p:cTn id="942" dur="1" fill="hold">
                                          <p:stCondLst>
                                            <p:cond delay="0"/>
                                          </p:stCondLst>
                                        </p:cTn>
                                        <p:tgtEl>
                                          <p:spTgt spid="476"/>
                                        </p:tgtEl>
                                        <p:attrNameLst>
                                          <p:attrName>style.visibility</p:attrName>
                                        </p:attrNameLst>
                                      </p:cBhvr>
                                      <p:to>
                                        <p:strVal val="visible"/>
                                      </p:to>
                                    </p:set>
                                  </p:childTnLst>
                                </p:cTn>
                              </p:par>
                              <p:par>
                                <p:cTn id="943" presetID="1" presetClass="entr" presetSubtype="0" fill="hold" nodeType="withEffect">
                                  <p:stCondLst>
                                    <p:cond delay="0"/>
                                  </p:stCondLst>
                                  <p:childTnLst>
                                    <p:set>
                                      <p:cBhvr>
                                        <p:cTn id="944" dur="1" fill="hold">
                                          <p:stCondLst>
                                            <p:cond delay="0"/>
                                          </p:stCondLst>
                                        </p:cTn>
                                        <p:tgtEl>
                                          <p:spTgt spid="477"/>
                                        </p:tgtEl>
                                        <p:attrNameLst>
                                          <p:attrName>style.visibility</p:attrName>
                                        </p:attrNameLst>
                                      </p:cBhvr>
                                      <p:to>
                                        <p:strVal val="visible"/>
                                      </p:to>
                                    </p:set>
                                  </p:childTnLst>
                                </p:cTn>
                              </p:par>
                              <p:par>
                                <p:cTn id="945" presetID="1" presetClass="entr" presetSubtype="0" fill="hold" nodeType="withEffect">
                                  <p:stCondLst>
                                    <p:cond delay="0"/>
                                  </p:stCondLst>
                                  <p:childTnLst>
                                    <p:set>
                                      <p:cBhvr>
                                        <p:cTn id="946" dur="1" fill="hold">
                                          <p:stCondLst>
                                            <p:cond delay="0"/>
                                          </p:stCondLst>
                                        </p:cTn>
                                        <p:tgtEl>
                                          <p:spTgt spid="478"/>
                                        </p:tgtEl>
                                        <p:attrNameLst>
                                          <p:attrName>style.visibility</p:attrName>
                                        </p:attrNameLst>
                                      </p:cBhvr>
                                      <p:to>
                                        <p:strVal val="visible"/>
                                      </p:to>
                                    </p:set>
                                  </p:childTnLst>
                                </p:cTn>
                              </p:par>
                              <p:par>
                                <p:cTn id="947" presetID="1" presetClass="entr" presetSubtype="0" fill="hold" nodeType="withEffect">
                                  <p:stCondLst>
                                    <p:cond delay="0"/>
                                  </p:stCondLst>
                                  <p:childTnLst>
                                    <p:set>
                                      <p:cBhvr>
                                        <p:cTn id="948" dur="1" fill="hold">
                                          <p:stCondLst>
                                            <p:cond delay="0"/>
                                          </p:stCondLst>
                                        </p:cTn>
                                        <p:tgtEl>
                                          <p:spTgt spid="479"/>
                                        </p:tgtEl>
                                        <p:attrNameLst>
                                          <p:attrName>style.visibility</p:attrName>
                                        </p:attrNameLst>
                                      </p:cBhvr>
                                      <p:to>
                                        <p:strVal val="visible"/>
                                      </p:to>
                                    </p:set>
                                  </p:childTnLst>
                                </p:cTn>
                              </p:par>
                              <p:par>
                                <p:cTn id="949" presetID="1" presetClass="entr" presetSubtype="0" fill="hold" nodeType="withEffect">
                                  <p:stCondLst>
                                    <p:cond delay="0"/>
                                  </p:stCondLst>
                                  <p:childTnLst>
                                    <p:set>
                                      <p:cBhvr>
                                        <p:cTn id="950" dur="1" fill="hold">
                                          <p:stCondLst>
                                            <p:cond delay="0"/>
                                          </p:stCondLst>
                                        </p:cTn>
                                        <p:tgtEl>
                                          <p:spTgt spid="480"/>
                                        </p:tgtEl>
                                        <p:attrNameLst>
                                          <p:attrName>style.visibility</p:attrName>
                                        </p:attrNameLst>
                                      </p:cBhvr>
                                      <p:to>
                                        <p:strVal val="visible"/>
                                      </p:to>
                                    </p:set>
                                  </p:childTnLst>
                                </p:cTn>
                              </p:par>
                              <p:par>
                                <p:cTn id="951" presetID="1" presetClass="entr" presetSubtype="0" fill="hold" nodeType="withEffect">
                                  <p:stCondLst>
                                    <p:cond delay="0"/>
                                  </p:stCondLst>
                                  <p:childTnLst>
                                    <p:set>
                                      <p:cBhvr>
                                        <p:cTn id="952" dur="1" fill="hold">
                                          <p:stCondLst>
                                            <p:cond delay="0"/>
                                          </p:stCondLst>
                                        </p:cTn>
                                        <p:tgtEl>
                                          <p:spTgt spid="481"/>
                                        </p:tgtEl>
                                        <p:attrNameLst>
                                          <p:attrName>style.visibility</p:attrName>
                                        </p:attrNameLst>
                                      </p:cBhvr>
                                      <p:to>
                                        <p:strVal val="visible"/>
                                      </p:to>
                                    </p:set>
                                  </p:childTnLst>
                                </p:cTn>
                              </p:par>
                              <p:par>
                                <p:cTn id="953" presetID="1" presetClass="entr" presetSubtype="0" fill="hold" nodeType="withEffect">
                                  <p:stCondLst>
                                    <p:cond delay="0"/>
                                  </p:stCondLst>
                                  <p:childTnLst>
                                    <p:set>
                                      <p:cBhvr>
                                        <p:cTn id="954" dur="1" fill="hold">
                                          <p:stCondLst>
                                            <p:cond delay="0"/>
                                          </p:stCondLst>
                                        </p:cTn>
                                        <p:tgtEl>
                                          <p:spTgt spid="482"/>
                                        </p:tgtEl>
                                        <p:attrNameLst>
                                          <p:attrName>style.visibility</p:attrName>
                                        </p:attrNameLst>
                                      </p:cBhvr>
                                      <p:to>
                                        <p:strVal val="visible"/>
                                      </p:to>
                                    </p:set>
                                  </p:childTnLst>
                                </p:cTn>
                              </p:par>
                              <p:par>
                                <p:cTn id="955" presetID="1" presetClass="entr" presetSubtype="0" fill="hold" nodeType="withEffect">
                                  <p:stCondLst>
                                    <p:cond delay="0"/>
                                  </p:stCondLst>
                                  <p:childTnLst>
                                    <p:set>
                                      <p:cBhvr>
                                        <p:cTn id="956" dur="1" fill="hold">
                                          <p:stCondLst>
                                            <p:cond delay="0"/>
                                          </p:stCondLst>
                                        </p:cTn>
                                        <p:tgtEl>
                                          <p:spTgt spid="483"/>
                                        </p:tgtEl>
                                        <p:attrNameLst>
                                          <p:attrName>style.visibility</p:attrName>
                                        </p:attrNameLst>
                                      </p:cBhvr>
                                      <p:to>
                                        <p:strVal val="visible"/>
                                      </p:to>
                                    </p:set>
                                  </p:childTnLst>
                                </p:cTn>
                              </p:par>
                              <p:par>
                                <p:cTn id="957" presetID="1" presetClass="entr" presetSubtype="0" fill="hold" nodeType="withEffect">
                                  <p:stCondLst>
                                    <p:cond delay="0"/>
                                  </p:stCondLst>
                                  <p:childTnLst>
                                    <p:set>
                                      <p:cBhvr>
                                        <p:cTn id="958" dur="1" fill="hold">
                                          <p:stCondLst>
                                            <p:cond delay="0"/>
                                          </p:stCondLst>
                                        </p:cTn>
                                        <p:tgtEl>
                                          <p:spTgt spid="484"/>
                                        </p:tgtEl>
                                        <p:attrNameLst>
                                          <p:attrName>style.visibility</p:attrName>
                                        </p:attrNameLst>
                                      </p:cBhvr>
                                      <p:to>
                                        <p:strVal val="visible"/>
                                      </p:to>
                                    </p:set>
                                  </p:childTnLst>
                                </p:cTn>
                              </p:par>
                              <p:par>
                                <p:cTn id="959" presetID="1" presetClass="entr" presetSubtype="0" fill="hold" nodeType="withEffect">
                                  <p:stCondLst>
                                    <p:cond delay="0"/>
                                  </p:stCondLst>
                                  <p:childTnLst>
                                    <p:set>
                                      <p:cBhvr>
                                        <p:cTn id="960" dur="1" fill="hold">
                                          <p:stCondLst>
                                            <p:cond delay="0"/>
                                          </p:stCondLst>
                                        </p:cTn>
                                        <p:tgtEl>
                                          <p:spTgt spid="485"/>
                                        </p:tgtEl>
                                        <p:attrNameLst>
                                          <p:attrName>style.visibility</p:attrName>
                                        </p:attrNameLst>
                                      </p:cBhvr>
                                      <p:to>
                                        <p:strVal val="visible"/>
                                      </p:to>
                                    </p:set>
                                  </p:childTnLst>
                                </p:cTn>
                              </p:par>
                              <p:par>
                                <p:cTn id="961" presetID="1" presetClass="entr" presetSubtype="0" fill="hold" nodeType="withEffect">
                                  <p:stCondLst>
                                    <p:cond delay="0"/>
                                  </p:stCondLst>
                                  <p:childTnLst>
                                    <p:set>
                                      <p:cBhvr>
                                        <p:cTn id="962" dur="1" fill="hold">
                                          <p:stCondLst>
                                            <p:cond delay="0"/>
                                          </p:stCondLst>
                                        </p:cTn>
                                        <p:tgtEl>
                                          <p:spTgt spid="486"/>
                                        </p:tgtEl>
                                        <p:attrNameLst>
                                          <p:attrName>style.visibility</p:attrName>
                                        </p:attrNameLst>
                                      </p:cBhvr>
                                      <p:to>
                                        <p:strVal val="visible"/>
                                      </p:to>
                                    </p:set>
                                  </p:childTnLst>
                                </p:cTn>
                              </p:par>
                              <p:par>
                                <p:cTn id="963" presetID="1" presetClass="entr" presetSubtype="0" fill="hold" nodeType="withEffect">
                                  <p:stCondLst>
                                    <p:cond delay="0"/>
                                  </p:stCondLst>
                                  <p:childTnLst>
                                    <p:set>
                                      <p:cBhvr>
                                        <p:cTn id="964" dur="1" fill="hold">
                                          <p:stCondLst>
                                            <p:cond delay="0"/>
                                          </p:stCondLst>
                                        </p:cTn>
                                        <p:tgtEl>
                                          <p:spTgt spid="487"/>
                                        </p:tgtEl>
                                        <p:attrNameLst>
                                          <p:attrName>style.visibility</p:attrName>
                                        </p:attrNameLst>
                                      </p:cBhvr>
                                      <p:to>
                                        <p:strVal val="visible"/>
                                      </p:to>
                                    </p:set>
                                  </p:childTnLst>
                                </p:cTn>
                              </p:par>
                              <p:par>
                                <p:cTn id="965" presetID="1" presetClass="entr" presetSubtype="0" fill="hold" nodeType="withEffect">
                                  <p:stCondLst>
                                    <p:cond delay="0"/>
                                  </p:stCondLst>
                                  <p:childTnLst>
                                    <p:set>
                                      <p:cBhvr>
                                        <p:cTn id="966" dur="1" fill="hold">
                                          <p:stCondLst>
                                            <p:cond delay="0"/>
                                          </p:stCondLst>
                                        </p:cTn>
                                        <p:tgtEl>
                                          <p:spTgt spid="488"/>
                                        </p:tgtEl>
                                        <p:attrNameLst>
                                          <p:attrName>style.visibility</p:attrName>
                                        </p:attrNameLst>
                                      </p:cBhvr>
                                      <p:to>
                                        <p:strVal val="visible"/>
                                      </p:to>
                                    </p:set>
                                  </p:childTnLst>
                                </p:cTn>
                              </p:par>
                              <p:par>
                                <p:cTn id="967" presetID="1" presetClass="entr" presetSubtype="0" fill="hold" nodeType="withEffect">
                                  <p:stCondLst>
                                    <p:cond delay="0"/>
                                  </p:stCondLst>
                                  <p:childTnLst>
                                    <p:set>
                                      <p:cBhvr>
                                        <p:cTn id="968" dur="1" fill="hold">
                                          <p:stCondLst>
                                            <p:cond delay="0"/>
                                          </p:stCondLst>
                                        </p:cTn>
                                        <p:tgtEl>
                                          <p:spTgt spid="489"/>
                                        </p:tgtEl>
                                        <p:attrNameLst>
                                          <p:attrName>style.visibility</p:attrName>
                                        </p:attrNameLst>
                                      </p:cBhvr>
                                      <p:to>
                                        <p:strVal val="visible"/>
                                      </p:to>
                                    </p:set>
                                  </p:childTnLst>
                                </p:cTn>
                              </p:par>
                              <p:par>
                                <p:cTn id="969" presetID="1" presetClass="entr" presetSubtype="0" fill="hold" nodeType="withEffect">
                                  <p:stCondLst>
                                    <p:cond delay="0"/>
                                  </p:stCondLst>
                                  <p:childTnLst>
                                    <p:set>
                                      <p:cBhvr>
                                        <p:cTn id="970" dur="1" fill="hold">
                                          <p:stCondLst>
                                            <p:cond delay="0"/>
                                          </p:stCondLst>
                                        </p:cTn>
                                        <p:tgtEl>
                                          <p:spTgt spid="490"/>
                                        </p:tgtEl>
                                        <p:attrNameLst>
                                          <p:attrName>style.visibility</p:attrName>
                                        </p:attrNameLst>
                                      </p:cBhvr>
                                      <p:to>
                                        <p:strVal val="visible"/>
                                      </p:to>
                                    </p:set>
                                  </p:childTnLst>
                                </p:cTn>
                              </p:par>
                              <p:par>
                                <p:cTn id="971" presetID="1" presetClass="entr" presetSubtype="0" fill="hold" nodeType="withEffect">
                                  <p:stCondLst>
                                    <p:cond delay="0"/>
                                  </p:stCondLst>
                                  <p:childTnLst>
                                    <p:set>
                                      <p:cBhvr>
                                        <p:cTn id="972" dur="1" fill="hold">
                                          <p:stCondLst>
                                            <p:cond delay="0"/>
                                          </p:stCondLst>
                                        </p:cTn>
                                        <p:tgtEl>
                                          <p:spTgt spid="491"/>
                                        </p:tgtEl>
                                        <p:attrNameLst>
                                          <p:attrName>style.visibility</p:attrName>
                                        </p:attrNameLst>
                                      </p:cBhvr>
                                      <p:to>
                                        <p:strVal val="visible"/>
                                      </p:to>
                                    </p:set>
                                  </p:childTnLst>
                                </p:cTn>
                              </p:par>
                              <p:par>
                                <p:cTn id="973" presetID="1" presetClass="entr" presetSubtype="0" fill="hold" nodeType="withEffect">
                                  <p:stCondLst>
                                    <p:cond delay="0"/>
                                  </p:stCondLst>
                                  <p:childTnLst>
                                    <p:set>
                                      <p:cBhvr>
                                        <p:cTn id="974" dur="1" fill="hold">
                                          <p:stCondLst>
                                            <p:cond delay="0"/>
                                          </p:stCondLst>
                                        </p:cTn>
                                        <p:tgtEl>
                                          <p:spTgt spid="492"/>
                                        </p:tgtEl>
                                        <p:attrNameLst>
                                          <p:attrName>style.visibility</p:attrName>
                                        </p:attrNameLst>
                                      </p:cBhvr>
                                      <p:to>
                                        <p:strVal val="visible"/>
                                      </p:to>
                                    </p:set>
                                  </p:childTnLst>
                                </p:cTn>
                              </p:par>
                              <p:par>
                                <p:cTn id="975" presetID="1" presetClass="entr" presetSubtype="0" fill="hold" nodeType="withEffect">
                                  <p:stCondLst>
                                    <p:cond delay="0"/>
                                  </p:stCondLst>
                                  <p:childTnLst>
                                    <p:set>
                                      <p:cBhvr>
                                        <p:cTn id="976" dur="1" fill="hold">
                                          <p:stCondLst>
                                            <p:cond delay="0"/>
                                          </p:stCondLst>
                                        </p:cTn>
                                        <p:tgtEl>
                                          <p:spTgt spid="493"/>
                                        </p:tgtEl>
                                        <p:attrNameLst>
                                          <p:attrName>style.visibility</p:attrName>
                                        </p:attrNameLst>
                                      </p:cBhvr>
                                      <p:to>
                                        <p:strVal val="visible"/>
                                      </p:to>
                                    </p:set>
                                  </p:childTnLst>
                                </p:cTn>
                              </p:par>
                              <p:par>
                                <p:cTn id="977" presetID="1" presetClass="entr" presetSubtype="0" fill="hold" nodeType="withEffect">
                                  <p:stCondLst>
                                    <p:cond delay="0"/>
                                  </p:stCondLst>
                                  <p:childTnLst>
                                    <p:set>
                                      <p:cBhvr>
                                        <p:cTn id="978" dur="1" fill="hold">
                                          <p:stCondLst>
                                            <p:cond delay="0"/>
                                          </p:stCondLst>
                                        </p:cTn>
                                        <p:tgtEl>
                                          <p:spTgt spid="494"/>
                                        </p:tgtEl>
                                        <p:attrNameLst>
                                          <p:attrName>style.visibility</p:attrName>
                                        </p:attrNameLst>
                                      </p:cBhvr>
                                      <p:to>
                                        <p:strVal val="visible"/>
                                      </p:to>
                                    </p:set>
                                  </p:childTnLst>
                                </p:cTn>
                              </p:par>
                              <p:par>
                                <p:cTn id="979" presetID="1" presetClass="entr" presetSubtype="0" fill="hold" nodeType="withEffect">
                                  <p:stCondLst>
                                    <p:cond delay="0"/>
                                  </p:stCondLst>
                                  <p:childTnLst>
                                    <p:set>
                                      <p:cBhvr>
                                        <p:cTn id="980" dur="1" fill="hold">
                                          <p:stCondLst>
                                            <p:cond delay="0"/>
                                          </p:stCondLst>
                                        </p:cTn>
                                        <p:tgtEl>
                                          <p:spTgt spid="495"/>
                                        </p:tgtEl>
                                        <p:attrNameLst>
                                          <p:attrName>style.visibility</p:attrName>
                                        </p:attrNameLst>
                                      </p:cBhvr>
                                      <p:to>
                                        <p:strVal val="visible"/>
                                      </p:to>
                                    </p:set>
                                  </p:childTnLst>
                                </p:cTn>
                              </p:par>
                              <p:par>
                                <p:cTn id="981" presetID="1" presetClass="entr" presetSubtype="0" fill="hold" nodeType="withEffect">
                                  <p:stCondLst>
                                    <p:cond delay="0"/>
                                  </p:stCondLst>
                                  <p:childTnLst>
                                    <p:set>
                                      <p:cBhvr>
                                        <p:cTn id="982" dur="1" fill="hold">
                                          <p:stCondLst>
                                            <p:cond delay="0"/>
                                          </p:stCondLst>
                                        </p:cTn>
                                        <p:tgtEl>
                                          <p:spTgt spid="496"/>
                                        </p:tgtEl>
                                        <p:attrNameLst>
                                          <p:attrName>style.visibility</p:attrName>
                                        </p:attrNameLst>
                                      </p:cBhvr>
                                      <p:to>
                                        <p:strVal val="visible"/>
                                      </p:to>
                                    </p:set>
                                  </p:childTnLst>
                                </p:cTn>
                              </p:par>
                              <p:par>
                                <p:cTn id="983" presetID="1" presetClass="entr" presetSubtype="0" fill="hold" nodeType="withEffect">
                                  <p:stCondLst>
                                    <p:cond delay="0"/>
                                  </p:stCondLst>
                                  <p:childTnLst>
                                    <p:set>
                                      <p:cBhvr>
                                        <p:cTn id="984" dur="1" fill="hold">
                                          <p:stCondLst>
                                            <p:cond delay="0"/>
                                          </p:stCondLst>
                                        </p:cTn>
                                        <p:tgtEl>
                                          <p:spTgt spid="497"/>
                                        </p:tgtEl>
                                        <p:attrNameLst>
                                          <p:attrName>style.visibility</p:attrName>
                                        </p:attrNameLst>
                                      </p:cBhvr>
                                      <p:to>
                                        <p:strVal val="visible"/>
                                      </p:to>
                                    </p:set>
                                  </p:childTnLst>
                                </p:cTn>
                              </p:par>
                              <p:par>
                                <p:cTn id="985" presetID="1" presetClass="entr" presetSubtype="0" fill="hold" nodeType="withEffect">
                                  <p:stCondLst>
                                    <p:cond delay="0"/>
                                  </p:stCondLst>
                                  <p:childTnLst>
                                    <p:set>
                                      <p:cBhvr>
                                        <p:cTn id="986" dur="1" fill="hold">
                                          <p:stCondLst>
                                            <p:cond delay="0"/>
                                          </p:stCondLst>
                                        </p:cTn>
                                        <p:tgtEl>
                                          <p:spTgt spid="498"/>
                                        </p:tgtEl>
                                        <p:attrNameLst>
                                          <p:attrName>style.visibility</p:attrName>
                                        </p:attrNameLst>
                                      </p:cBhvr>
                                      <p:to>
                                        <p:strVal val="visible"/>
                                      </p:to>
                                    </p:set>
                                  </p:childTnLst>
                                </p:cTn>
                              </p:par>
                              <p:par>
                                <p:cTn id="987" presetID="1" presetClass="entr" presetSubtype="0" fill="hold" nodeType="withEffect">
                                  <p:stCondLst>
                                    <p:cond delay="0"/>
                                  </p:stCondLst>
                                  <p:childTnLst>
                                    <p:set>
                                      <p:cBhvr>
                                        <p:cTn id="988" dur="1" fill="hold">
                                          <p:stCondLst>
                                            <p:cond delay="0"/>
                                          </p:stCondLst>
                                        </p:cTn>
                                        <p:tgtEl>
                                          <p:spTgt spid="499"/>
                                        </p:tgtEl>
                                        <p:attrNameLst>
                                          <p:attrName>style.visibility</p:attrName>
                                        </p:attrNameLst>
                                      </p:cBhvr>
                                      <p:to>
                                        <p:strVal val="visible"/>
                                      </p:to>
                                    </p:set>
                                  </p:childTnLst>
                                </p:cTn>
                              </p:par>
                              <p:par>
                                <p:cTn id="989" presetID="1" presetClass="entr" presetSubtype="0" fill="hold" nodeType="withEffect">
                                  <p:stCondLst>
                                    <p:cond delay="0"/>
                                  </p:stCondLst>
                                  <p:childTnLst>
                                    <p:set>
                                      <p:cBhvr>
                                        <p:cTn id="990" dur="1" fill="hold">
                                          <p:stCondLst>
                                            <p:cond delay="0"/>
                                          </p:stCondLst>
                                        </p:cTn>
                                        <p:tgtEl>
                                          <p:spTgt spid="500"/>
                                        </p:tgtEl>
                                        <p:attrNameLst>
                                          <p:attrName>style.visibility</p:attrName>
                                        </p:attrNameLst>
                                      </p:cBhvr>
                                      <p:to>
                                        <p:strVal val="visible"/>
                                      </p:to>
                                    </p:set>
                                  </p:childTnLst>
                                </p:cTn>
                              </p:par>
                              <p:par>
                                <p:cTn id="991" presetID="1" presetClass="entr" presetSubtype="0" fill="hold" nodeType="withEffect">
                                  <p:stCondLst>
                                    <p:cond delay="0"/>
                                  </p:stCondLst>
                                  <p:childTnLst>
                                    <p:set>
                                      <p:cBhvr>
                                        <p:cTn id="992" dur="1" fill="hold">
                                          <p:stCondLst>
                                            <p:cond delay="0"/>
                                          </p:stCondLst>
                                        </p:cTn>
                                        <p:tgtEl>
                                          <p:spTgt spid="501"/>
                                        </p:tgtEl>
                                        <p:attrNameLst>
                                          <p:attrName>style.visibility</p:attrName>
                                        </p:attrNameLst>
                                      </p:cBhvr>
                                      <p:to>
                                        <p:strVal val="visible"/>
                                      </p:to>
                                    </p:set>
                                  </p:childTnLst>
                                </p:cTn>
                              </p:par>
                              <p:par>
                                <p:cTn id="993" presetID="1" presetClass="entr" presetSubtype="0" fill="hold" nodeType="withEffect">
                                  <p:stCondLst>
                                    <p:cond delay="0"/>
                                  </p:stCondLst>
                                  <p:childTnLst>
                                    <p:set>
                                      <p:cBhvr>
                                        <p:cTn id="994" dur="1" fill="hold">
                                          <p:stCondLst>
                                            <p:cond delay="0"/>
                                          </p:stCondLst>
                                        </p:cTn>
                                        <p:tgtEl>
                                          <p:spTgt spid="502"/>
                                        </p:tgtEl>
                                        <p:attrNameLst>
                                          <p:attrName>style.visibility</p:attrName>
                                        </p:attrNameLst>
                                      </p:cBhvr>
                                      <p:to>
                                        <p:strVal val="visible"/>
                                      </p:to>
                                    </p:set>
                                  </p:childTnLst>
                                </p:cTn>
                              </p:par>
                              <p:par>
                                <p:cTn id="995" presetID="1" presetClass="entr" presetSubtype="0" fill="hold" nodeType="withEffect">
                                  <p:stCondLst>
                                    <p:cond delay="0"/>
                                  </p:stCondLst>
                                  <p:childTnLst>
                                    <p:set>
                                      <p:cBhvr>
                                        <p:cTn id="996" dur="1" fill="hold">
                                          <p:stCondLst>
                                            <p:cond delay="0"/>
                                          </p:stCondLst>
                                        </p:cTn>
                                        <p:tgtEl>
                                          <p:spTgt spid="503"/>
                                        </p:tgtEl>
                                        <p:attrNameLst>
                                          <p:attrName>style.visibility</p:attrName>
                                        </p:attrNameLst>
                                      </p:cBhvr>
                                      <p:to>
                                        <p:strVal val="visible"/>
                                      </p:to>
                                    </p:set>
                                  </p:childTnLst>
                                </p:cTn>
                              </p:par>
                              <p:par>
                                <p:cTn id="997" presetID="1" presetClass="entr" presetSubtype="0" fill="hold" nodeType="withEffect">
                                  <p:stCondLst>
                                    <p:cond delay="0"/>
                                  </p:stCondLst>
                                  <p:childTnLst>
                                    <p:set>
                                      <p:cBhvr>
                                        <p:cTn id="998" dur="1" fill="hold">
                                          <p:stCondLst>
                                            <p:cond delay="0"/>
                                          </p:stCondLst>
                                        </p:cTn>
                                        <p:tgtEl>
                                          <p:spTgt spid="504"/>
                                        </p:tgtEl>
                                        <p:attrNameLst>
                                          <p:attrName>style.visibility</p:attrName>
                                        </p:attrNameLst>
                                      </p:cBhvr>
                                      <p:to>
                                        <p:strVal val="visible"/>
                                      </p:to>
                                    </p:set>
                                  </p:childTnLst>
                                </p:cTn>
                              </p:par>
                              <p:par>
                                <p:cTn id="999" presetID="1" presetClass="entr" presetSubtype="0" fill="hold" nodeType="withEffect">
                                  <p:stCondLst>
                                    <p:cond delay="0"/>
                                  </p:stCondLst>
                                  <p:childTnLst>
                                    <p:set>
                                      <p:cBhvr>
                                        <p:cTn id="1000" dur="1" fill="hold">
                                          <p:stCondLst>
                                            <p:cond delay="0"/>
                                          </p:stCondLst>
                                        </p:cTn>
                                        <p:tgtEl>
                                          <p:spTgt spid="505"/>
                                        </p:tgtEl>
                                        <p:attrNameLst>
                                          <p:attrName>style.visibility</p:attrName>
                                        </p:attrNameLst>
                                      </p:cBhvr>
                                      <p:to>
                                        <p:strVal val="visible"/>
                                      </p:to>
                                    </p:set>
                                  </p:childTnLst>
                                </p:cTn>
                              </p:par>
                              <p:par>
                                <p:cTn id="1001" presetID="1" presetClass="entr" presetSubtype="0" fill="hold" nodeType="withEffect">
                                  <p:stCondLst>
                                    <p:cond delay="0"/>
                                  </p:stCondLst>
                                  <p:childTnLst>
                                    <p:set>
                                      <p:cBhvr>
                                        <p:cTn id="1002" dur="1" fill="hold">
                                          <p:stCondLst>
                                            <p:cond delay="0"/>
                                          </p:stCondLst>
                                        </p:cTn>
                                        <p:tgtEl>
                                          <p:spTgt spid="506"/>
                                        </p:tgtEl>
                                        <p:attrNameLst>
                                          <p:attrName>style.visibility</p:attrName>
                                        </p:attrNameLst>
                                      </p:cBhvr>
                                      <p:to>
                                        <p:strVal val="visible"/>
                                      </p:to>
                                    </p:set>
                                  </p:childTnLst>
                                </p:cTn>
                              </p:par>
                              <p:par>
                                <p:cTn id="1003" presetID="1" presetClass="entr" presetSubtype="0" fill="hold" nodeType="withEffect">
                                  <p:stCondLst>
                                    <p:cond delay="0"/>
                                  </p:stCondLst>
                                  <p:childTnLst>
                                    <p:set>
                                      <p:cBhvr>
                                        <p:cTn id="1004" dur="1" fill="hold">
                                          <p:stCondLst>
                                            <p:cond delay="0"/>
                                          </p:stCondLst>
                                        </p:cTn>
                                        <p:tgtEl>
                                          <p:spTgt spid="507"/>
                                        </p:tgtEl>
                                        <p:attrNameLst>
                                          <p:attrName>style.visibility</p:attrName>
                                        </p:attrNameLst>
                                      </p:cBhvr>
                                      <p:to>
                                        <p:strVal val="visible"/>
                                      </p:to>
                                    </p:set>
                                  </p:childTnLst>
                                </p:cTn>
                              </p:par>
                              <p:par>
                                <p:cTn id="1005" presetID="1" presetClass="entr" presetSubtype="0" fill="hold" nodeType="withEffect">
                                  <p:stCondLst>
                                    <p:cond delay="0"/>
                                  </p:stCondLst>
                                  <p:childTnLst>
                                    <p:set>
                                      <p:cBhvr>
                                        <p:cTn id="1006" dur="1" fill="hold">
                                          <p:stCondLst>
                                            <p:cond delay="0"/>
                                          </p:stCondLst>
                                        </p:cTn>
                                        <p:tgtEl>
                                          <p:spTgt spid="508"/>
                                        </p:tgtEl>
                                        <p:attrNameLst>
                                          <p:attrName>style.visibility</p:attrName>
                                        </p:attrNameLst>
                                      </p:cBhvr>
                                      <p:to>
                                        <p:strVal val="visible"/>
                                      </p:to>
                                    </p:set>
                                  </p:childTnLst>
                                </p:cTn>
                              </p:par>
                              <p:par>
                                <p:cTn id="1007" presetID="1" presetClass="entr" presetSubtype="0" fill="hold" nodeType="withEffect">
                                  <p:stCondLst>
                                    <p:cond delay="0"/>
                                  </p:stCondLst>
                                  <p:childTnLst>
                                    <p:set>
                                      <p:cBhvr>
                                        <p:cTn id="1008" dur="1" fill="hold">
                                          <p:stCondLst>
                                            <p:cond delay="0"/>
                                          </p:stCondLst>
                                        </p:cTn>
                                        <p:tgtEl>
                                          <p:spTgt spid="509"/>
                                        </p:tgtEl>
                                        <p:attrNameLst>
                                          <p:attrName>style.visibility</p:attrName>
                                        </p:attrNameLst>
                                      </p:cBhvr>
                                      <p:to>
                                        <p:strVal val="visible"/>
                                      </p:to>
                                    </p:set>
                                  </p:childTnLst>
                                </p:cTn>
                              </p:par>
                              <p:par>
                                <p:cTn id="1009" presetID="1" presetClass="entr" presetSubtype="0" fill="hold" nodeType="withEffect">
                                  <p:stCondLst>
                                    <p:cond delay="0"/>
                                  </p:stCondLst>
                                  <p:childTnLst>
                                    <p:set>
                                      <p:cBhvr>
                                        <p:cTn id="1010" dur="1" fill="hold">
                                          <p:stCondLst>
                                            <p:cond delay="0"/>
                                          </p:stCondLst>
                                        </p:cTn>
                                        <p:tgtEl>
                                          <p:spTgt spid="510"/>
                                        </p:tgtEl>
                                        <p:attrNameLst>
                                          <p:attrName>style.visibility</p:attrName>
                                        </p:attrNameLst>
                                      </p:cBhvr>
                                      <p:to>
                                        <p:strVal val="visible"/>
                                      </p:to>
                                    </p:set>
                                  </p:childTnLst>
                                </p:cTn>
                              </p:par>
                              <p:par>
                                <p:cTn id="1011" presetID="1" presetClass="entr" presetSubtype="0" fill="hold" nodeType="withEffect">
                                  <p:stCondLst>
                                    <p:cond delay="0"/>
                                  </p:stCondLst>
                                  <p:childTnLst>
                                    <p:set>
                                      <p:cBhvr>
                                        <p:cTn id="1012" dur="1" fill="hold">
                                          <p:stCondLst>
                                            <p:cond delay="0"/>
                                          </p:stCondLst>
                                        </p:cTn>
                                        <p:tgtEl>
                                          <p:spTgt spid="511"/>
                                        </p:tgtEl>
                                        <p:attrNameLst>
                                          <p:attrName>style.visibility</p:attrName>
                                        </p:attrNameLst>
                                      </p:cBhvr>
                                      <p:to>
                                        <p:strVal val="visible"/>
                                      </p:to>
                                    </p:set>
                                  </p:childTnLst>
                                </p:cTn>
                              </p:par>
                              <p:par>
                                <p:cTn id="1013" presetID="1" presetClass="entr" presetSubtype="0" fill="hold" nodeType="withEffect">
                                  <p:stCondLst>
                                    <p:cond delay="0"/>
                                  </p:stCondLst>
                                  <p:childTnLst>
                                    <p:set>
                                      <p:cBhvr>
                                        <p:cTn id="1014" dur="1" fill="hold">
                                          <p:stCondLst>
                                            <p:cond delay="0"/>
                                          </p:stCondLst>
                                        </p:cTn>
                                        <p:tgtEl>
                                          <p:spTgt spid="512"/>
                                        </p:tgtEl>
                                        <p:attrNameLst>
                                          <p:attrName>style.visibility</p:attrName>
                                        </p:attrNameLst>
                                      </p:cBhvr>
                                      <p:to>
                                        <p:strVal val="visible"/>
                                      </p:to>
                                    </p:set>
                                  </p:childTnLst>
                                </p:cTn>
                              </p:par>
                              <p:par>
                                <p:cTn id="1015" presetID="1" presetClass="entr" presetSubtype="0" fill="hold" nodeType="withEffect">
                                  <p:stCondLst>
                                    <p:cond delay="0"/>
                                  </p:stCondLst>
                                  <p:childTnLst>
                                    <p:set>
                                      <p:cBhvr>
                                        <p:cTn id="1016" dur="1" fill="hold">
                                          <p:stCondLst>
                                            <p:cond delay="0"/>
                                          </p:stCondLst>
                                        </p:cTn>
                                        <p:tgtEl>
                                          <p:spTgt spid="513"/>
                                        </p:tgtEl>
                                        <p:attrNameLst>
                                          <p:attrName>style.visibility</p:attrName>
                                        </p:attrNameLst>
                                      </p:cBhvr>
                                      <p:to>
                                        <p:strVal val="visible"/>
                                      </p:to>
                                    </p:set>
                                  </p:childTnLst>
                                </p:cTn>
                              </p:par>
                              <p:par>
                                <p:cTn id="1017" presetID="1" presetClass="entr" presetSubtype="0" fill="hold" nodeType="withEffect">
                                  <p:stCondLst>
                                    <p:cond delay="0"/>
                                  </p:stCondLst>
                                  <p:childTnLst>
                                    <p:set>
                                      <p:cBhvr>
                                        <p:cTn id="1018" dur="1" fill="hold">
                                          <p:stCondLst>
                                            <p:cond delay="0"/>
                                          </p:stCondLst>
                                        </p:cTn>
                                        <p:tgtEl>
                                          <p:spTgt spid="514"/>
                                        </p:tgtEl>
                                        <p:attrNameLst>
                                          <p:attrName>style.visibility</p:attrName>
                                        </p:attrNameLst>
                                      </p:cBhvr>
                                      <p:to>
                                        <p:strVal val="visible"/>
                                      </p:to>
                                    </p:set>
                                  </p:childTnLst>
                                </p:cTn>
                              </p:par>
                              <p:par>
                                <p:cTn id="1019" presetID="1" presetClass="entr" presetSubtype="0" fill="hold" nodeType="withEffect">
                                  <p:stCondLst>
                                    <p:cond delay="0"/>
                                  </p:stCondLst>
                                  <p:childTnLst>
                                    <p:set>
                                      <p:cBhvr>
                                        <p:cTn id="1020" dur="1" fill="hold">
                                          <p:stCondLst>
                                            <p:cond delay="0"/>
                                          </p:stCondLst>
                                        </p:cTn>
                                        <p:tgtEl>
                                          <p:spTgt spid="515"/>
                                        </p:tgtEl>
                                        <p:attrNameLst>
                                          <p:attrName>style.visibility</p:attrName>
                                        </p:attrNameLst>
                                      </p:cBhvr>
                                      <p:to>
                                        <p:strVal val="visible"/>
                                      </p:to>
                                    </p:set>
                                  </p:childTnLst>
                                </p:cTn>
                              </p:par>
                              <p:par>
                                <p:cTn id="1021" presetID="1" presetClass="entr" presetSubtype="0" fill="hold" nodeType="withEffect">
                                  <p:stCondLst>
                                    <p:cond delay="0"/>
                                  </p:stCondLst>
                                  <p:childTnLst>
                                    <p:set>
                                      <p:cBhvr>
                                        <p:cTn id="1022" dur="1" fill="hold">
                                          <p:stCondLst>
                                            <p:cond delay="0"/>
                                          </p:stCondLst>
                                        </p:cTn>
                                        <p:tgtEl>
                                          <p:spTgt spid="516"/>
                                        </p:tgtEl>
                                        <p:attrNameLst>
                                          <p:attrName>style.visibility</p:attrName>
                                        </p:attrNameLst>
                                      </p:cBhvr>
                                      <p:to>
                                        <p:strVal val="visible"/>
                                      </p:to>
                                    </p:set>
                                  </p:childTnLst>
                                </p:cTn>
                              </p:par>
                              <p:par>
                                <p:cTn id="1023" presetID="1" presetClass="entr" presetSubtype="0" fill="hold" nodeType="withEffect">
                                  <p:stCondLst>
                                    <p:cond delay="0"/>
                                  </p:stCondLst>
                                  <p:childTnLst>
                                    <p:set>
                                      <p:cBhvr>
                                        <p:cTn id="1024" dur="1" fill="hold">
                                          <p:stCondLst>
                                            <p:cond delay="0"/>
                                          </p:stCondLst>
                                        </p:cTn>
                                        <p:tgtEl>
                                          <p:spTgt spid="517"/>
                                        </p:tgtEl>
                                        <p:attrNameLst>
                                          <p:attrName>style.visibility</p:attrName>
                                        </p:attrNameLst>
                                      </p:cBhvr>
                                      <p:to>
                                        <p:strVal val="visible"/>
                                      </p:to>
                                    </p:set>
                                  </p:childTnLst>
                                </p:cTn>
                              </p:par>
                              <p:par>
                                <p:cTn id="1025" presetID="1" presetClass="entr" presetSubtype="0" fill="hold" nodeType="withEffect">
                                  <p:stCondLst>
                                    <p:cond delay="0"/>
                                  </p:stCondLst>
                                  <p:childTnLst>
                                    <p:set>
                                      <p:cBhvr>
                                        <p:cTn id="1026" dur="1" fill="hold">
                                          <p:stCondLst>
                                            <p:cond delay="0"/>
                                          </p:stCondLst>
                                        </p:cTn>
                                        <p:tgtEl>
                                          <p:spTgt spid="518"/>
                                        </p:tgtEl>
                                        <p:attrNameLst>
                                          <p:attrName>style.visibility</p:attrName>
                                        </p:attrNameLst>
                                      </p:cBhvr>
                                      <p:to>
                                        <p:strVal val="visible"/>
                                      </p:to>
                                    </p:set>
                                  </p:childTnLst>
                                </p:cTn>
                              </p:par>
                              <p:par>
                                <p:cTn id="1027" presetID="1" presetClass="entr" presetSubtype="0" fill="hold" nodeType="withEffect">
                                  <p:stCondLst>
                                    <p:cond delay="0"/>
                                  </p:stCondLst>
                                  <p:childTnLst>
                                    <p:set>
                                      <p:cBhvr>
                                        <p:cTn id="1028" dur="1" fill="hold">
                                          <p:stCondLst>
                                            <p:cond delay="0"/>
                                          </p:stCondLst>
                                        </p:cTn>
                                        <p:tgtEl>
                                          <p:spTgt spid="519"/>
                                        </p:tgtEl>
                                        <p:attrNameLst>
                                          <p:attrName>style.visibility</p:attrName>
                                        </p:attrNameLst>
                                      </p:cBhvr>
                                      <p:to>
                                        <p:strVal val="visible"/>
                                      </p:to>
                                    </p:set>
                                  </p:childTnLst>
                                </p:cTn>
                              </p:par>
                              <p:par>
                                <p:cTn id="1029" presetID="1" presetClass="entr" presetSubtype="0" fill="hold" nodeType="withEffect">
                                  <p:stCondLst>
                                    <p:cond delay="0"/>
                                  </p:stCondLst>
                                  <p:childTnLst>
                                    <p:set>
                                      <p:cBhvr>
                                        <p:cTn id="1030" dur="1" fill="hold">
                                          <p:stCondLst>
                                            <p:cond delay="0"/>
                                          </p:stCondLst>
                                        </p:cTn>
                                        <p:tgtEl>
                                          <p:spTgt spid="520"/>
                                        </p:tgtEl>
                                        <p:attrNameLst>
                                          <p:attrName>style.visibility</p:attrName>
                                        </p:attrNameLst>
                                      </p:cBhvr>
                                      <p:to>
                                        <p:strVal val="visible"/>
                                      </p:to>
                                    </p:set>
                                  </p:childTnLst>
                                </p:cTn>
                              </p:par>
                              <p:par>
                                <p:cTn id="1031" presetID="1" presetClass="entr" presetSubtype="0" fill="hold" nodeType="withEffect">
                                  <p:stCondLst>
                                    <p:cond delay="0"/>
                                  </p:stCondLst>
                                  <p:childTnLst>
                                    <p:set>
                                      <p:cBhvr>
                                        <p:cTn id="1032" dur="1" fill="hold">
                                          <p:stCondLst>
                                            <p:cond delay="0"/>
                                          </p:stCondLst>
                                        </p:cTn>
                                        <p:tgtEl>
                                          <p:spTgt spid="521"/>
                                        </p:tgtEl>
                                        <p:attrNameLst>
                                          <p:attrName>style.visibility</p:attrName>
                                        </p:attrNameLst>
                                      </p:cBhvr>
                                      <p:to>
                                        <p:strVal val="visible"/>
                                      </p:to>
                                    </p:set>
                                  </p:childTnLst>
                                </p:cTn>
                              </p:par>
                              <p:par>
                                <p:cTn id="1033" presetID="1" presetClass="entr" presetSubtype="0" fill="hold" nodeType="withEffect">
                                  <p:stCondLst>
                                    <p:cond delay="0"/>
                                  </p:stCondLst>
                                  <p:childTnLst>
                                    <p:set>
                                      <p:cBhvr>
                                        <p:cTn id="1034" dur="1" fill="hold">
                                          <p:stCondLst>
                                            <p:cond delay="0"/>
                                          </p:stCondLst>
                                        </p:cTn>
                                        <p:tgtEl>
                                          <p:spTgt spid="522"/>
                                        </p:tgtEl>
                                        <p:attrNameLst>
                                          <p:attrName>style.visibility</p:attrName>
                                        </p:attrNameLst>
                                      </p:cBhvr>
                                      <p:to>
                                        <p:strVal val="visible"/>
                                      </p:to>
                                    </p:set>
                                  </p:childTnLst>
                                </p:cTn>
                              </p:par>
                              <p:par>
                                <p:cTn id="1035" presetID="1" presetClass="entr" presetSubtype="0" fill="hold" nodeType="withEffect">
                                  <p:stCondLst>
                                    <p:cond delay="0"/>
                                  </p:stCondLst>
                                  <p:childTnLst>
                                    <p:set>
                                      <p:cBhvr>
                                        <p:cTn id="1036" dur="1" fill="hold">
                                          <p:stCondLst>
                                            <p:cond delay="0"/>
                                          </p:stCondLst>
                                        </p:cTn>
                                        <p:tgtEl>
                                          <p:spTgt spid="523"/>
                                        </p:tgtEl>
                                        <p:attrNameLst>
                                          <p:attrName>style.visibility</p:attrName>
                                        </p:attrNameLst>
                                      </p:cBhvr>
                                      <p:to>
                                        <p:strVal val="visible"/>
                                      </p:to>
                                    </p:set>
                                  </p:childTnLst>
                                </p:cTn>
                              </p:par>
                              <p:par>
                                <p:cTn id="1037" presetID="1" presetClass="entr" presetSubtype="0" fill="hold" nodeType="withEffect">
                                  <p:stCondLst>
                                    <p:cond delay="0"/>
                                  </p:stCondLst>
                                  <p:childTnLst>
                                    <p:set>
                                      <p:cBhvr>
                                        <p:cTn id="1038" dur="1" fill="hold">
                                          <p:stCondLst>
                                            <p:cond delay="0"/>
                                          </p:stCondLst>
                                        </p:cTn>
                                        <p:tgtEl>
                                          <p:spTgt spid="524"/>
                                        </p:tgtEl>
                                        <p:attrNameLst>
                                          <p:attrName>style.visibility</p:attrName>
                                        </p:attrNameLst>
                                      </p:cBhvr>
                                      <p:to>
                                        <p:strVal val="visible"/>
                                      </p:to>
                                    </p:set>
                                  </p:childTnLst>
                                </p:cTn>
                              </p:par>
                              <p:par>
                                <p:cTn id="1039" presetID="1" presetClass="entr" presetSubtype="0" fill="hold" nodeType="withEffect">
                                  <p:stCondLst>
                                    <p:cond delay="0"/>
                                  </p:stCondLst>
                                  <p:childTnLst>
                                    <p:set>
                                      <p:cBhvr>
                                        <p:cTn id="1040" dur="1" fill="hold">
                                          <p:stCondLst>
                                            <p:cond delay="0"/>
                                          </p:stCondLst>
                                        </p:cTn>
                                        <p:tgtEl>
                                          <p:spTgt spid="525"/>
                                        </p:tgtEl>
                                        <p:attrNameLst>
                                          <p:attrName>style.visibility</p:attrName>
                                        </p:attrNameLst>
                                      </p:cBhvr>
                                      <p:to>
                                        <p:strVal val="visible"/>
                                      </p:to>
                                    </p:set>
                                  </p:childTnLst>
                                </p:cTn>
                              </p:par>
                              <p:par>
                                <p:cTn id="1041" presetID="1" presetClass="entr" presetSubtype="0" fill="hold" nodeType="withEffect">
                                  <p:stCondLst>
                                    <p:cond delay="0"/>
                                  </p:stCondLst>
                                  <p:childTnLst>
                                    <p:set>
                                      <p:cBhvr>
                                        <p:cTn id="1042" dur="1" fill="hold">
                                          <p:stCondLst>
                                            <p:cond delay="0"/>
                                          </p:stCondLst>
                                        </p:cTn>
                                        <p:tgtEl>
                                          <p:spTgt spid="526"/>
                                        </p:tgtEl>
                                        <p:attrNameLst>
                                          <p:attrName>style.visibility</p:attrName>
                                        </p:attrNameLst>
                                      </p:cBhvr>
                                      <p:to>
                                        <p:strVal val="visible"/>
                                      </p:to>
                                    </p:set>
                                  </p:childTnLst>
                                </p:cTn>
                              </p:par>
                              <p:par>
                                <p:cTn id="1043" presetID="1" presetClass="entr" presetSubtype="0" fill="hold" nodeType="withEffect">
                                  <p:stCondLst>
                                    <p:cond delay="0"/>
                                  </p:stCondLst>
                                  <p:childTnLst>
                                    <p:set>
                                      <p:cBhvr>
                                        <p:cTn id="1044" dur="1" fill="hold">
                                          <p:stCondLst>
                                            <p:cond delay="0"/>
                                          </p:stCondLst>
                                        </p:cTn>
                                        <p:tgtEl>
                                          <p:spTgt spid="527"/>
                                        </p:tgtEl>
                                        <p:attrNameLst>
                                          <p:attrName>style.visibility</p:attrName>
                                        </p:attrNameLst>
                                      </p:cBhvr>
                                      <p:to>
                                        <p:strVal val="visible"/>
                                      </p:to>
                                    </p:set>
                                  </p:childTnLst>
                                </p:cTn>
                              </p:par>
                              <p:par>
                                <p:cTn id="1045" presetID="1" presetClass="entr" presetSubtype="0" fill="hold" nodeType="withEffect">
                                  <p:stCondLst>
                                    <p:cond delay="0"/>
                                  </p:stCondLst>
                                  <p:childTnLst>
                                    <p:set>
                                      <p:cBhvr>
                                        <p:cTn id="1046" dur="1" fill="hold">
                                          <p:stCondLst>
                                            <p:cond delay="0"/>
                                          </p:stCondLst>
                                        </p:cTn>
                                        <p:tgtEl>
                                          <p:spTgt spid="528"/>
                                        </p:tgtEl>
                                        <p:attrNameLst>
                                          <p:attrName>style.visibility</p:attrName>
                                        </p:attrNameLst>
                                      </p:cBhvr>
                                      <p:to>
                                        <p:strVal val="visible"/>
                                      </p:to>
                                    </p:set>
                                  </p:childTnLst>
                                </p:cTn>
                              </p:par>
                              <p:par>
                                <p:cTn id="1047" presetID="1" presetClass="entr" presetSubtype="0" fill="hold" nodeType="withEffect">
                                  <p:stCondLst>
                                    <p:cond delay="0"/>
                                  </p:stCondLst>
                                  <p:childTnLst>
                                    <p:set>
                                      <p:cBhvr>
                                        <p:cTn id="1048" dur="1" fill="hold">
                                          <p:stCondLst>
                                            <p:cond delay="0"/>
                                          </p:stCondLst>
                                        </p:cTn>
                                        <p:tgtEl>
                                          <p:spTgt spid="529"/>
                                        </p:tgtEl>
                                        <p:attrNameLst>
                                          <p:attrName>style.visibility</p:attrName>
                                        </p:attrNameLst>
                                      </p:cBhvr>
                                      <p:to>
                                        <p:strVal val="visible"/>
                                      </p:to>
                                    </p:set>
                                  </p:childTnLst>
                                </p:cTn>
                              </p:par>
                              <p:par>
                                <p:cTn id="1049" presetID="1" presetClass="entr" presetSubtype="0" fill="hold" nodeType="withEffect">
                                  <p:stCondLst>
                                    <p:cond delay="0"/>
                                  </p:stCondLst>
                                  <p:childTnLst>
                                    <p:set>
                                      <p:cBhvr>
                                        <p:cTn id="1050" dur="1" fill="hold">
                                          <p:stCondLst>
                                            <p:cond delay="0"/>
                                          </p:stCondLst>
                                        </p:cTn>
                                        <p:tgtEl>
                                          <p:spTgt spid="530"/>
                                        </p:tgtEl>
                                        <p:attrNameLst>
                                          <p:attrName>style.visibility</p:attrName>
                                        </p:attrNameLst>
                                      </p:cBhvr>
                                      <p:to>
                                        <p:strVal val="visible"/>
                                      </p:to>
                                    </p:set>
                                  </p:childTnLst>
                                </p:cTn>
                              </p:par>
                              <p:par>
                                <p:cTn id="1051" presetID="1" presetClass="entr" presetSubtype="0" fill="hold" nodeType="withEffect">
                                  <p:stCondLst>
                                    <p:cond delay="0"/>
                                  </p:stCondLst>
                                  <p:childTnLst>
                                    <p:set>
                                      <p:cBhvr>
                                        <p:cTn id="1052" dur="1" fill="hold">
                                          <p:stCondLst>
                                            <p:cond delay="0"/>
                                          </p:stCondLst>
                                        </p:cTn>
                                        <p:tgtEl>
                                          <p:spTgt spid="531"/>
                                        </p:tgtEl>
                                        <p:attrNameLst>
                                          <p:attrName>style.visibility</p:attrName>
                                        </p:attrNameLst>
                                      </p:cBhvr>
                                      <p:to>
                                        <p:strVal val="visible"/>
                                      </p:to>
                                    </p:set>
                                  </p:childTnLst>
                                </p:cTn>
                              </p:par>
                              <p:par>
                                <p:cTn id="1053" presetID="1" presetClass="entr" presetSubtype="0" fill="hold" nodeType="withEffect">
                                  <p:stCondLst>
                                    <p:cond delay="0"/>
                                  </p:stCondLst>
                                  <p:childTnLst>
                                    <p:set>
                                      <p:cBhvr>
                                        <p:cTn id="1054" dur="1" fill="hold">
                                          <p:stCondLst>
                                            <p:cond delay="0"/>
                                          </p:stCondLst>
                                        </p:cTn>
                                        <p:tgtEl>
                                          <p:spTgt spid="532"/>
                                        </p:tgtEl>
                                        <p:attrNameLst>
                                          <p:attrName>style.visibility</p:attrName>
                                        </p:attrNameLst>
                                      </p:cBhvr>
                                      <p:to>
                                        <p:strVal val="visible"/>
                                      </p:to>
                                    </p:set>
                                  </p:childTnLst>
                                </p:cTn>
                              </p:par>
                              <p:par>
                                <p:cTn id="1055" presetID="1" presetClass="entr" presetSubtype="0" fill="hold" nodeType="withEffect">
                                  <p:stCondLst>
                                    <p:cond delay="0"/>
                                  </p:stCondLst>
                                  <p:childTnLst>
                                    <p:set>
                                      <p:cBhvr>
                                        <p:cTn id="1056" dur="1" fill="hold">
                                          <p:stCondLst>
                                            <p:cond delay="0"/>
                                          </p:stCondLst>
                                        </p:cTn>
                                        <p:tgtEl>
                                          <p:spTgt spid="533"/>
                                        </p:tgtEl>
                                        <p:attrNameLst>
                                          <p:attrName>style.visibility</p:attrName>
                                        </p:attrNameLst>
                                      </p:cBhvr>
                                      <p:to>
                                        <p:strVal val="visible"/>
                                      </p:to>
                                    </p:set>
                                  </p:childTnLst>
                                </p:cTn>
                              </p:par>
                              <p:par>
                                <p:cTn id="1057" presetID="1" presetClass="entr" presetSubtype="0" fill="hold" nodeType="withEffect">
                                  <p:stCondLst>
                                    <p:cond delay="0"/>
                                  </p:stCondLst>
                                  <p:childTnLst>
                                    <p:set>
                                      <p:cBhvr>
                                        <p:cTn id="1058" dur="1" fill="hold">
                                          <p:stCondLst>
                                            <p:cond delay="0"/>
                                          </p:stCondLst>
                                        </p:cTn>
                                        <p:tgtEl>
                                          <p:spTgt spid="534"/>
                                        </p:tgtEl>
                                        <p:attrNameLst>
                                          <p:attrName>style.visibility</p:attrName>
                                        </p:attrNameLst>
                                      </p:cBhvr>
                                      <p:to>
                                        <p:strVal val="visible"/>
                                      </p:to>
                                    </p:set>
                                  </p:childTnLst>
                                </p:cTn>
                              </p:par>
                              <p:par>
                                <p:cTn id="1059" presetID="1" presetClass="entr" presetSubtype="0" fill="hold" nodeType="withEffect">
                                  <p:stCondLst>
                                    <p:cond delay="0"/>
                                  </p:stCondLst>
                                  <p:childTnLst>
                                    <p:set>
                                      <p:cBhvr>
                                        <p:cTn id="1060" dur="1" fill="hold">
                                          <p:stCondLst>
                                            <p:cond delay="0"/>
                                          </p:stCondLst>
                                        </p:cTn>
                                        <p:tgtEl>
                                          <p:spTgt spid="535"/>
                                        </p:tgtEl>
                                        <p:attrNameLst>
                                          <p:attrName>style.visibility</p:attrName>
                                        </p:attrNameLst>
                                      </p:cBhvr>
                                      <p:to>
                                        <p:strVal val="visible"/>
                                      </p:to>
                                    </p:set>
                                  </p:childTnLst>
                                </p:cTn>
                              </p:par>
                              <p:par>
                                <p:cTn id="1061" presetID="1" presetClass="entr" presetSubtype="0" fill="hold" nodeType="withEffect">
                                  <p:stCondLst>
                                    <p:cond delay="0"/>
                                  </p:stCondLst>
                                  <p:childTnLst>
                                    <p:set>
                                      <p:cBhvr>
                                        <p:cTn id="1062" dur="1" fill="hold">
                                          <p:stCondLst>
                                            <p:cond delay="0"/>
                                          </p:stCondLst>
                                        </p:cTn>
                                        <p:tgtEl>
                                          <p:spTgt spid="536"/>
                                        </p:tgtEl>
                                        <p:attrNameLst>
                                          <p:attrName>style.visibility</p:attrName>
                                        </p:attrNameLst>
                                      </p:cBhvr>
                                      <p:to>
                                        <p:strVal val="visible"/>
                                      </p:to>
                                    </p:set>
                                  </p:childTnLst>
                                </p:cTn>
                              </p:par>
                              <p:par>
                                <p:cTn id="1063" presetID="1" presetClass="entr" presetSubtype="0" fill="hold" nodeType="withEffect">
                                  <p:stCondLst>
                                    <p:cond delay="0"/>
                                  </p:stCondLst>
                                  <p:childTnLst>
                                    <p:set>
                                      <p:cBhvr>
                                        <p:cTn id="1064" dur="1" fill="hold">
                                          <p:stCondLst>
                                            <p:cond delay="0"/>
                                          </p:stCondLst>
                                        </p:cTn>
                                        <p:tgtEl>
                                          <p:spTgt spid="537"/>
                                        </p:tgtEl>
                                        <p:attrNameLst>
                                          <p:attrName>style.visibility</p:attrName>
                                        </p:attrNameLst>
                                      </p:cBhvr>
                                      <p:to>
                                        <p:strVal val="visible"/>
                                      </p:to>
                                    </p:set>
                                  </p:childTnLst>
                                </p:cTn>
                              </p:par>
                              <p:par>
                                <p:cTn id="1065" presetID="1" presetClass="entr" presetSubtype="0" fill="hold" nodeType="withEffect">
                                  <p:stCondLst>
                                    <p:cond delay="0"/>
                                  </p:stCondLst>
                                  <p:childTnLst>
                                    <p:set>
                                      <p:cBhvr>
                                        <p:cTn id="1066" dur="1" fill="hold">
                                          <p:stCondLst>
                                            <p:cond delay="0"/>
                                          </p:stCondLst>
                                        </p:cTn>
                                        <p:tgtEl>
                                          <p:spTgt spid="538"/>
                                        </p:tgtEl>
                                        <p:attrNameLst>
                                          <p:attrName>style.visibility</p:attrName>
                                        </p:attrNameLst>
                                      </p:cBhvr>
                                      <p:to>
                                        <p:strVal val="visible"/>
                                      </p:to>
                                    </p:set>
                                  </p:childTnLst>
                                </p:cTn>
                              </p:par>
                              <p:par>
                                <p:cTn id="1067" presetID="1" presetClass="entr" presetSubtype="0" fill="hold" nodeType="withEffect">
                                  <p:stCondLst>
                                    <p:cond delay="0"/>
                                  </p:stCondLst>
                                  <p:childTnLst>
                                    <p:set>
                                      <p:cBhvr>
                                        <p:cTn id="1068" dur="1" fill="hold">
                                          <p:stCondLst>
                                            <p:cond delay="0"/>
                                          </p:stCondLst>
                                        </p:cTn>
                                        <p:tgtEl>
                                          <p:spTgt spid="539"/>
                                        </p:tgtEl>
                                        <p:attrNameLst>
                                          <p:attrName>style.visibility</p:attrName>
                                        </p:attrNameLst>
                                      </p:cBhvr>
                                      <p:to>
                                        <p:strVal val="visible"/>
                                      </p:to>
                                    </p:set>
                                  </p:childTnLst>
                                </p:cTn>
                              </p:par>
                              <p:par>
                                <p:cTn id="1069" presetID="1" presetClass="entr" presetSubtype="0" fill="hold" nodeType="withEffect">
                                  <p:stCondLst>
                                    <p:cond delay="0"/>
                                  </p:stCondLst>
                                  <p:childTnLst>
                                    <p:set>
                                      <p:cBhvr>
                                        <p:cTn id="1070" dur="1" fill="hold">
                                          <p:stCondLst>
                                            <p:cond delay="0"/>
                                          </p:stCondLst>
                                        </p:cTn>
                                        <p:tgtEl>
                                          <p:spTgt spid="540"/>
                                        </p:tgtEl>
                                        <p:attrNameLst>
                                          <p:attrName>style.visibility</p:attrName>
                                        </p:attrNameLst>
                                      </p:cBhvr>
                                      <p:to>
                                        <p:strVal val="visible"/>
                                      </p:to>
                                    </p:set>
                                  </p:childTnLst>
                                </p:cTn>
                              </p:par>
                              <p:par>
                                <p:cTn id="1071" presetID="1" presetClass="entr" presetSubtype="0" fill="hold" nodeType="withEffect">
                                  <p:stCondLst>
                                    <p:cond delay="0"/>
                                  </p:stCondLst>
                                  <p:childTnLst>
                                    <p:set>
                                      <p:cBhvr>
                                        <p:cTn id="1072" dur="1" fill="hold">
                                          <p:stCondLst>
                                            <p:cond delay="0"/>
                                          </p:stCondLst>
                                        </p:cTn>
                                        <p:tgtEl>
                                          <p:spTgt spid="541"/>
                                        </p:tgtEl>
                                        <p:attrNameLst>
                                          <p:attrName>style.visibility</p:attrName>
                                        </p:attrNameLst>
                                      </p:cBhvr>
                                      <p:to>
                                        <p:strVal val="visible"/>
                                      </p:to>
                                    </p:set>
                                  </p:childTnLst>
                                </p:cTn>
                              </p:par>
                              <p:par>
                                <p:cTn id="1073" presetID="1" presetClass="entr" presetSubtype="0" fill="hold" nodeType="withEffect">
                                  <p:stCondLst>
                                    <p:cond delay="0"/>
                                  </p:stCondLst>
                                  <p:childTnLst>
                                    <p:set>
                                      <p:cBhvr>
                                        <p:cTn id="1074" dur="1" fill="hold">
                                          <p:stCondLst>
                                            <p:cond delay="0"/>
                                          </p:stCondLst>
                                        </p:cTn>
                                        <p:tgtEl>
                                          <p:spTgt spid="542"/>
                                        </p:tgtEl>
                                        <p:attrNameLst>
                                          <p:attrName>style.visibility</p:attrName>
                                        </p:attrNameLst>
                                      </p:cBhvr>
                                      <p:to>
                                        <p:strVal val="visible"/>
                                      </p:to>
                                    </p:set>
                                  </p:childTnLst>
                                </p:cTn>
                              </p:par>
                              <p:par>
                                <p:cTn id="1075" presetID="1" presetClass="entr" presetSubtype="0" fill="hold" nodeType="withEffect">
                                  <p:stCondLst>
                                    <p:cond delay="0"/>
                                  </p:stCondLst>
                                  <p:childTnLst>
                                    <p:set>
                                      <p:cBhvr>
                                        <p:cTn id="1076" dur="1" fill="hold">
                                          <p:stCondLst>
                                            <p:cond delay="0"/>
                                          </p:stCondLst>
                                        </p:cTn>
                                        <p:tgtEl>
                                          <p:spTgt spid="543"/>
                                        </p:tgtEl>
                                        <p:attrNameLst>
                                          <p:attrName>style.visibility</p:attrName>
                                        </p:attrNameLst>
                                      </p:cBhvr>
                                      <p:to>
                                        <p:strVal val="visible"/>
                                      </p:to>
                                    </p:set>
                                  </p:childTnLst>
                                </p:cTn>
                              </p:par>
                              <p:par>
                                <p:cTn id="1077" presetID="1" presetClass="entr" presetSubtype="0" fill="hold" nodeType="withEffect">
                                  <p:stCondLst>
                                    <p:cond delay="0"/>
                                  </p:stCondLst>
                                  <p:childTnLst>
                                    <p:set>
                                      <p:cBhvr>
                                        <p:cTn id="1078" dur="1" fill="hold">
                                          <p:stCondLst>
                                            <p:cond delay="0"/>
                                          </p:stCondLst>
                                        </p:cTn>
                                        <p:tgtEl>
                                          <p:spTgt spid="544"/>
                                        </p:tgtEl>
                                        <p:attrNameLst>
                                          <p:attrName>style.visibility</p:attrName>
                                        </p:attrNameLst>
                                      </p:cBhvr>
                                      <p:to>
                                        <p:strVal val="visible"/>
                                      </p:to>
                                    </p:set>
                                  </p:childTnLst>
                                </p:cTn>
                              </p:par>
                              <p:par>
                                <p:cTn id="1079" presetID="1" presetClass="entr" presetSubtype="0" fill="hold" nodeType="withEffect">
                                  <p:stCondLst>
                                    <p:cond delay="0"/>
                                  </p:stCondLst>
                                  <p:childTnLst>
                                    <p:set>
                                      <p:cBhvr>
                                        <p:cTn id="1080" dur="1" fill="hold">
                                          <p:stCondLst>
                                            <p:cond delay="0"/>
                                          </p:stCondLst>
                                        </p:cTn>
                                        <p:tgtEl>
                                          <p:spTgt spid="545"/>
                                        </p:tgtEl>
                                        <p:attrNameLst>
                                          <p:attrName>style.visibility</p:attrName>
                                        </p:attrNameLst>
                                      </p:cBhvr>
                                      <p:to>
                                        <p:strVal val="visible"/>
                                      </p:to>
                                    </p:set>
                                  </p:childTnLst>
                                </p:cTn>
                              </p:par>
                              <p:par>
                                <p:cTn id="1081" presetID="1" presetClass="entr" presetSubtype="0" fill="hold" nodeType="withEffect">
                                  <p:stCondLst>
                                    <p:cond delay="0"/>
                                  </p:stCondLst>
                                  <p:childTnLst>
                                    <p:set>
                                      <p:cBhvr>
                                        <p:cTn id="1082" dur="1" fill="hold">
                                          <p:stCondLst>
                                            <p:cond delay="0"/>
                                          </p:stCondLst>
                                        </p:cTn>
                                        <p:tgtEl>
                                          <p:spTgt spid="546"/>
                                        </p:tgtEl>
                                        <p:attrNameLst>
                                          <p:attrName>style.visibility</p:attrName>
                                        </p:attrNameLst>
                                      </p:cBhvr>
                                      <p:to>
                                        <p:strVal val="visible"/>
                                      </p:to>
                                    </p:set>
                                  </p:childTnLst>
                                </p:cTn>
                              </p:par>
                              <p:par>
                                <p:cTn id="1083" presetID="1" presetClass="entr" presetSubtype="0" fill="hold" nodeType="withEffect">
                                  <p:stCondLst>
                                    <p:cond delay="0"/>
                                  </p:stCondLst>
                                  <p:childTnLst>
                                    <p:set>
                                      <p:cBhvr>
                                        <p:cTn id="1084" dur="1" fill="hold">
                                          <p:stCondLst>
                                            <p:cond delay="0"/>
                                          </p:stCondLst>
                                        </p:cTn>
                                        <p:tgtEl>
                                          <p:spTgt spid="547"/>
                                        </p:tgtEl>
                                        <p:attrNameLst>
                                          <p:attrName>style.visibility</p:attrName>
                                        </p:attrNameLst>
                                      </p:cBhvr>
                                      <p:to>
                                        <p:strVal val="visible"/>
                                      </p:to>
                                    </p:set>
                                  </p:childTnLst>
                                </p:cTn>
                              </p:par>
                              <p:par>
                                <p:cTn id="1085" presetID="1" presetClass="entr" presetSubtype="0" fill="hold" nodeType="withEffect">
                                  <p:stCondLst>
                                    <p:cond delay="0"/>
                                  </p:stCondLst>
                                  <p:childTnLst>
                                    <p:set>
                                      <p:cBhvr>
                                        <p:cTn id="1086" dur="1" fill="hold">
                                          <p:stCondLst>
                                            <p:cond delay="0"/>
                                          </p:stCondLst>
                                        </p:cTn>
                                        <p:tgtEl>
                                          <p:spTgt spid="548"/>
                                        </p:tgtEl>
                                        <p:attrNameLst>
                                          <p:attrName>style.visibility</p:attrName>
                                        </p:attrNameLst>
                                      </p:cBhvr>
                                      <p:to>
                                        <p:strVal val="visible"/>
                                      </p:to>
                                    </p:set>
                                  </p:childTnLst>
                                </p:cTn>
                              </p:par>
                              <p:par>
                                <p:cTn id="1087" presetID="1" presetClass="entr" presetSubtype="0" fill="hold" nodeType="withEffect">
                                  <p:stCondLst>
                                    <p:cond delay="0"/>
                                  </p:stCondLst>
                                  <p:childTnLst>
                                    <p:set>
                                      <p:cBhvr>
                                        <p:cTn id="1088" dur="1" fill="hold">
                                          <p:stCondLst>
                                            <p:cond delay="0"/>
                                          </p:stCondLst>
                                        </p:cTn>
                                        <p:tgtEl>
                                          <p:spTgt spid="549"/>
                                        </p:tgtEl>
                                        <p:attrNameLst>
                                          <p:attrName>style.visibility</p:attrName>
                                        </p:attrNameLst>
                                      </p:cBhvr>
                                      <p:to>
                                        <p:strVal val="visible"/>
                                      </p:to>
                                    </p:set>
                                  </p:childTnLst>
                                </p:cTn>
                              </p:par>
                              <p:par>
                                <p:cTn id="1089" presetID="1" presetClass="entr" presetSubtype="0" fill="hold" nodeType="withEffect">
                                  <p:stCondLst>
                                    <p:cond delay="0"/>
                                  </p:stCondLst>
                                  <p:childTnLst>
                                    <p:set>
                                      <p:cBhvr>
                                        <p:cTn id="1090" dur="1" fill="hold">
                                          <p:stCondLst>
                                            <p:cond delay="0"/>
                                          </p:stCondLst>
                                        </p:cTn>
                                        <p:tgtEl>
                                          <p:spTgt spid="550"/>
                                        </p:tgtEl>
                                        <p:attrNameLst>
                                          <p:attrName>style.visibility</p:attrName>
                                        </p:attrNameLst>
                                      </p:cBhvr>
                                      <p:to>
                                        <p:strVal val="visible"/>
                                      </p:to>
                                    </p:set>
                                  </p:childTnLst>
                                </p:cTn>
                              </p:par>
                              <p:par>
                                <p:cTn id="1091" presetID="1" presetClass="entr" presetSubtype="0" fill="hold" nodeType="withEffect">
                                  <p:stCondLst>
                                    <p:cond delay="0"/>
                                  </p:stCondLst>
                                  <p:childTnLst>
                                    <p:set>
                                      <p:cBhvr>
                                        <p:cTn id="1092" dur="1" fill="hold">
                                          <p:stCondLst>
                                            <p:cond delay="0"/>
                                          </p:stCondLst>
                                        </p:cTn>
                                        <p:tgtEl>
                                          <p:spTgt spid="551"/>
                                        </p:tgtEl>
                                        <p:attrNameLst>
                                          <p:attrName>style.visibility</p:attrName>
                                        </p:attrNameLst>
                                      </p:cBhvr>
                                      <p:to>
                                        <p:strVal val="visible"/>
                                      </p:to>
                                    </p:set>
                                  </p:childTnLst>
                                </p:cTn>
                              </p:par>
                              <p:par>
                                <p:cTn id="1093" presetID="1" presetClass="entr" presetSubtype="0" fill="hold" nodeType="withEffect">
                                  <p:stCondLst>
                                    <p:cond delay="0"/>
                                  </p:stCondLst>
                                  <p:childTnLst>
                                    <p:set>
                                      <p:cBhvr>
                                        <p:cTn id="1094" dur="1" fill="hold">
                                          <p:stCondLst>
                                            <p:cond delay="0"/>
                                          </p:stCondLst>
                                        </p:cTn>
                                        <p:tgtEl>
                                          <p:spTgt spid="552"/>
                                        </p:tgtEl>
                                        <p:attrNameLst>
                                          <p:attrName>style.visibility</p:attrName>
                                        </p:attrNameLst>
                                      </p:cBhvr>
                                      <p:to>
                                        <p:strVal val="visible"/>
                                      </p:to>
                                    </p:set>
                                  </p:childTnLst>
                                </p:cTn>
                              </p:par>
                              <p:par>
                                <p:cTn id="1095" presetID="1" presetClass="entr" presetSubtype="0" fill="hold" nodeType="withEffect">
                                  <p:stCondLst>
                                    <p:cond delay="0"/>
                                  </p:stCondLst>
                                  <p:childTnLst>
                                    <p:set>
                                      <p:cBhvr>
                                        <p:cTn id="1096" dur="1" fill="hold">
                                          <p:stCondLst>
                                            <p:cond delay="0"/>
                                          </p:stCondLst>
                                        </p:cTn>
                                        <p:tgtEl>
                                          <p:spTgt spid="553"/>
                                        </p:tgtEl>
                                        <p:attrNameLst>
                                          <p:attrName>style.visibility</p:attrName>
                                        </p:attrNameLst>
                                      </p:cBhvr>
                                      <p:to>
                                        <p:strVal val="visible"/>
                                      </p:to>
                                    </p:set>
                                  </p:childTnLst>
                                </p:cTn>
                              </p:par>
                              <p:par>
                                <p:cTn id="1097" presetID="1" presetClass="entr" presetSubtype="0" fill="hold" nodeType="withEffect">
                                  <p:stCondLst>
                                    <p:cond delay="0"/>
                                  </p:stCondLst>
                                  <p:childTnLst>
                                    <p:set>
                                      <p:cBhvr>
                                        <p:cTn id="1098" dur="1" fill="hold">
                                          <p:stCondLst>
                                            <p:cond delay="0"/>
                                          </p:stCondLst>
                                        </p:cTn>
                                        <p:tgtEl>
                                          <p:spTgt spid="554"/>
                                        </p:tgtEl>
                                        <p:attrNameLst>
                                          <p:attrName>style.visibility</p:attrName>
                                        </p:attrNameLst>
                                      </p:cBhvr>
                                      <p:to>
                                        <p:strVal val="visible"/>
                                      </p:to>
                                    </p:set>
                                  </p:childTnLst>
                                </p:cTn>
                              </p:par>
                              <p:par>
                                <p:cTn id="1099" presetID="1" presetClass="entr" presetSubtype="0" fill="hold" nodeType="withEffect">
                                  <p:stCondLst>
                                    <p:cond delay="0"/>
                                  </p:stCondLst>
                                  <p:childTnLst>
                                    <p:set>
                                      <p:cBhvr>
                                        <p:cTn id="1100" dur="1" fill="hold">
                                          <p:stCondLst>
                                            <p:cond delay="0"/>
                                          </p:stCondLst>
                                        </p:cTn>
                                        <p:tgtEl>
                                          <p:spTgt spid="555"/>
                                        </p:tgtEl>
                                        <p:attrNameLst>
                                          <p:attrName>style.visibility</p:attrName>
                                        </p:attrNameLst>
                                      </p:cBhvr>
                                      <p:to>
                                        <p:strVal val="visible"/>
                                      </p:to>
                                    </p:set>
                                  </p:childTnLst>
                                </p:cTn>
                              </p:par>
                              <p:par>
                                <p:cTn id="1101" presetID="1" presetClass="entr" presetSubtype="0" fill="hold" nodeType="withEffect">
                                  <p:stCondLst>
                                    <p:cond delay="0"/>
                                  </p:stCondLst>
                                  <p:childTnLst>
                                    <p:set>
                                      <p:cBhvr>
                                        <p:cTn id="1102" dur="1" fill="hold">
                                          <p:stCondLst>
                                            <p:cond delay="0"/>
                                          </p:stCondLst>
                                        </p:cTn>
                                        <p:tgtEl>
                                          <p:spTgt spid="556"/>
                                        </p:tgtEl>
                                        <p:attrNameLst>
                                          <p:attrName>style.visibility</p:attrName>
                                        </p:attrNameLst>
                                      </p:cBhvr>
                                      <p:to>
                                        <p:strVal val="visible"/>
                                      </p:to>
                                    </p:set>
                                  </p:childTnLst>
                                </p:cTn>
                              </p:par>
                              <p:par>
                                <p:cTn id="1103" presetID="1" presetClass="entr" presetSubtype="0" fill="hold" nodeType="withEffect">
                                  <p:stCondLst>
                                    <p:cond delay="0"/>
                                  </p:stCondLst>
                                  <p:childTnLst>
                                    <p:set>
                                      <p:cBhvr>
                                        <p:cTn id="1104" dur="1" fill="hold">
                                          <p:stCondLst>
                                            <p:cond delay="0"/>
                                          </p:stCondLst>
                                        </p:cTn>
                                        <p:tgtEl>
                                          <p:spTgt spid="557"/>
                                        </p:tgtEl>
                                        <p:attrNameLst>
                                          <p:attrName>style.visibility</p:attrName>
                                        </p:attrNameLst>
                                      </p:cBhvr>
                                      <p:to>
                                        <p:strVal val="visible"/>
                                      </p:to>
                                    </p:set>
                                  </p:childTnLst>
                                </p:cTn>
                              </p:par>
                              <p:par>
                                <p:cTn id="1105" presetID="1" presetClass="entr" presetSubtype="0" fill="hold" nodeType="withEffect">
                                  <p:stCondLst>
                                    <p:cond delay="0"/>
                                  </p:stCondLst>
                                  <p:childTnLst>
                                    <p:set>
                                      <p:cBhvr>
                                        <p:cTn id="1106" dur="1" fill="hold">
                                          <p:stCondLst>
                                            <p:cond delay="0"/>
                                          </p:stCondLst>
                                        </p:cTn>
                                        <p:tgtEl>
                                          <p:spTgt spid="558"/>
                                        </p:tgtEl>
                                        <p:attrNameLst>
                                          <p:attrName>style.visibility</p:attrName>
                                        </p:attrNameLst>
                                      </p:cBhvr>
                                      <p:to>
                                        <p:strVal val="visible"/>
                                      </p:to>
                                    </p:set>
                                  </p:childTnLst>
                                </p:cTn>
                              </p:par>
                              <p:par>
                                <p:cTn id="1107" presetID="1" presetClass="entr" presetSubtype="0" fill="hold" nodeType="withEffect">
                                  <p:stCondLst>
                                    <p:cond delay="0"/>
                                  </p:stCondLst>
                                  <p:childTnLst>
                                    <p:set>
                                      <p:cBhvr>
                                        <p:cTn id="1108" dur="1" fill="hold">
                                          <p:stCondLst>
                                            <p:cond delay="0"/>
                                          </p:stCondLst>
                                        </p:cTn>
                                        <p:tgtEl>
                                          <p:spTgt spid="559"/>
                                        </p:tgtEl>
                                        <p:attrNameLst>
                                          <p:attrName>style.visibility</p:attrName>
                                        </p:attrNameLst>
                                      </p:cBhvr>
                                      <p:to>
                                        <p:strVal val="visible"/>
                                      </p:to>
                                    </p:set>
                                  </p:childTnLst>
                                </p:cTn>
                              </p:par>
                              <p:par>
                                <p:cTn id="1109" presetID="1" presetClass="entr" presetSubtype="0" fill="hold" nodeType="withEffect">
                                  <p:stCondLst>
                                    <p:cond delay="0"/>
                                  </p:stCondLst>
                                  <p:childTnLst>
                                    <p:set>
                                      <p:cBhvr>
                                        <p:cTn id="1110" dur="1" fill="hold">
                                          <p:stCondLst>
                                            <p:cond delay="0"/>
                                          </p:stCondLst>
                                        </p:cTn>
                                        <p:tgtEl>
                                          <p:spTgt spid="560"/>
                                        </p:tgtEl>
                                        <p:attrNameLst>
                                          <p:attrName>style.visibility</p:attrName>
                                        </p:attrNameLst>
                                      </p:cBhvr>
                                      <p:to>
                                        <p:strVal val="visible"/>
                                      </p:to>
                                    </p:set>
                                  </p:childTnLst>
                                </p:cTn>
                              </p:par>
                              <p:par>
                                <p:cTn id="1111" presetID="1" presetClass="entr" presetSubtype="0" fill="hold" nodeType="withEffect">
                                  <p:stCondLst>
                                    <p:cond delay="0"/>
                                  </p:stCondLst>
                                  <p:childTnLst>
                                    <p:set>
                                      <p:cBhvr>
                                        <p:cTn id="1112" dur="1" fill="hold">
                                          <p:stCondLst>
                                            <p:cond delay="0"/>
                                          </p:stCondLst>
                                        </p:cTn>
                                        <p:tgtEl>
                                          <p:spTgt spid="561"/>
                                        </p:tgtEl>
                                        <p:attrNameLst>
                                          <p:attrName>style.visibility</p:attrName>
                                        </p:attrNameLst>
                                      </p:cBhvr>
                                      <p:to>
                                        <p:strVal val="visible"/>
                                      </p:to>
                                    </p:set>
                                  </p:childTnLst>
                                </p:cTn>
                              </p:par>
                              <p:par>
                                <p:cTn id="1113" presetID="1" presetClass="entr" presetSubtype="0" fill="hold" nodeType="withEffect">
                                  <p:stCondLst>
                                    <p:cond delay="0"/>
                                  </p:stCondLst>
                                  <p:childTnLst>
                                    <p:set>
                                      <p:cBhvr>
                                        <p:cTn id="1114" dur="1" fill="hold">
                                          <p:stCondLst>
                                            <p:cond delay="0"/>
                                          </p:stCondLst>
                                        </p:cTn>
                                        <p:tgtEl>
                                          <p:spTgt spid="562"/>
                                        </p:tgtEl>
                                        <p:attrNameLst>
                                          <p:attrName>style.visibility</p:attrName>
                                        </p:attrNameLst>
                                      </p:cBhvr>
                                      <p:to>
                                        <p:strVal val="visible"/>
                                      </p:to>
                                    </p:set>
                                  </p:childTnLst>
                                </p:cTn>
                              </p:par>
                              <p:par>
                                <p:cTn id="1115" presetID="1" presetClass="entr" presetSubtype="0" fill="hold" nodeType="withEffect">
                                  <p:stCondLst>
                                    <p:cond delay="0"/>
                                  </p:stCondLst>
                                  <p:childTnLst>
                                    <p:set>
                                      <p:cBhvr>
                                        <p:cTn id="1116" dur="1" fill="hold">
                                          <p:stCondLst>
                                            <p:cond delay="0"/>
                                          </p:stCondLst>
                                        </p:cTn>
                                        <p:tgtEl>
                                          <p:spTgt spid="563"/>
                                        </p:tgtEl>
                                        <p:attrNameLst>
                                          <p:attrName>style.visibility</p:attrName>
                                        </p:attrNameLst>
                                      </p:cBhvr>
                                      <p:to>
                                        <p:strVal val="visible"/>
                                      </p:to>
                                    </p:set>
                                  </p:childTnLst>
                                </p:cTn>
                              </p:par>
                              <p:par>
                                <p:cTn id="1117" presetID="1" presetClass="entr" presetSubtype="0" fill="hold" nodeType="withEffect">
                                  <p:stCondLst>
                                    <p:cond delay="0"/>
                                  </p:stCondLst>
                                  <p:childTnLst>
                                    <p:set>
                                      <p:cBhvr>
                                        <p:cTn id="1118" dur="1" fill="hold">
                                          <p:stCondLst>
                                            <p:cond delay="0"/>
                                          </p:stCondLst>
                                        </p:cTn>
                                        <p:tgtEl>
                                          <p:spTgt spid="564"/>
                                        </p:tgtEl>
                                        <p:attrNameLst>
                                          <p:attrName>style.visibility</p:attrName>
                                        </p:attrNameLst>
                                      </p:cBhvr>
                                      <p:to>
                                        <p:strVal val="visible"/>
                                      </p:to>
                                    </p:set>
                                  </p:childTnLst>
                                </p:cTn>
                              </p:par>
                              <p:par>
                                <p:cTn id="1119" presetID="1" presetClass="entr" presetSubtype="0" fill="hold" nodeType="withEffect">
                                  <p:stCondLst>
                                    <p:cond delay="0"/>
                                  </p:stCondLst>
                                  <p:childTnLst>
                                    <p:set>
                                      <p:cBhvr>
                                        <p:cTn id="1120" dur="1" fill="hold">
                                          <p:stCondLst>
                                            <p:cond delay="0"/>
                                          </p:stCondLst>
                                        </p:cTn>
                                        <p:tgtEl>
                                          <p:spTgt spid="565"/>
                                        </p:tgtEl>
                                        <p:attrNameLst>
                                          <p:attrName>style.visibility</p:attrName>
                                        </p:attrNameLst>
                                      </p:cBhvr>
                                      <p:to>
                                        <p:strVal val="visible"/>
                                      </p:to>
                                    </p:set>
                                  </p:childTnLst>
                                </p:cTn>
                              </p:par>
                              <p:par>
                                <p:cTn id="1121" presetID="1" presetClass="entr" presetSubtype="0" fill="hold" nodeType="withEffect">
                                  <p:stCondLst>
                                    <p:cond delay="0"/>
                                  </p:stCondLst>
                                  <p:childTnLst>
                                    <p:set>
                                      <p:cBhvr>
                                        <p:cTn id="1122" dur="1" fill="hold">
                                          <p:stCondLst>
                                            <p:cond delay="0"/>
                                          </p:stCondLst>
                                        </p:cTn>
                                        <p:tgtEl>
                                          <p:spTgt spid="566"/>
                                        </p:tgtEl>
                                        <p:attrNameLst>
                                          <p:attrName>style.visibility</p:attrName>
                                        </p:attrNameLst>
                                      </p:cBhvr>
                                      <p:to>
                                        <p:strVal val="visible"/>
                                      </p:to>
                                    </p:set>
                                  </p:childTnLst>
                                </p:cTn>
                              </p:par>
                              <p:par>
                                <p:cTn id="1123" presetID="1" presetClass="entr" presetSubtype="0" fill="hold" nodeType="withEffect">
                                  <p:stCondLst>
                                    <p:cond delay="0"/>
                                  </p:stCondLst>
                                  <p:childTnLst>
                                    <p:set>
                                      <p:cBhvr>
                                        <p:cTn id="1124" dur="1" fill="hold">
                                          <p:stCondLst>
                                            <p:cond delay="0"/>
                                          </p:stCondLst>
                                        </p:cTn>
                                        <p:tgtEl>
                                          <p:spTgt spid="567"/>
                                        </p:tgtEl>
                                        <p:attrNameLst>
                                          <p:attrName>style.visibility</p:attrName>
                                        </p:attrNameLst>
                                      </p:cBhvr>
                                      <p:to>
                                        <p:strVal val="visible"/>
                                      </p:to>
                                    </p:set>
                                  </p:childTnLst>
                                </p:cTn>
                              </p:par>
                              <p:par>
                                <p:cTn id="1125" presetID="1" presetClass="entr" presetSubtype="0" fill="hold" nodeType="withEffect">
                                  <p:stCondLst>
                                    <p:cond delay="0"/>
                                  </p:stCondLst>
                                  <p:childTnLst>
                                    <p:set>
                                      <p:cBhvr>
                                        <p:cTn id="1126" dur="1" fill="hold">
                                          <p:stCondLst>
                                            <p:cond delay="0"/>
                                          </p:stCondLst>
                                        </p:cTn>
                                        <p:tgtEl>
                                          <p:spTgt spid="568"/>
                                        </p:tgtEl>
                                        <p:attrNameLst>
                                          <p:attrName>style.visibility</p:attrName>
                                        </p:attrNameLst>
                                      </p:cBhvr>
                                      <p:to>
                                        <p:strVal val="visible"/>
                                      </p:to>
                                    </p:set>
                                  </p:childTnLst>
                                </p:cTn>
                              </p:par>
                              <p:par>
                                <p:cTn id="1127" presetID="1" presetClass="entr" presetSubtype="0" fill="hold" nodeType="withEffect">
                                  <p:stCondLst>
                                    <p:cond delay="0"/>
                                  </p:stCondLst>
                                  <p:childTnLst>
                                    <p:set>
                                      <p:cBhvr>
                                        <p:cTn id="1128" dur="1" fill="hold">
                                          <p:stCondLst>
                                            <p:cond delay="0"/>
                                          </p:stCondLst>
                                        </p:cTn>
                                        <p:tgtEl>
                                          <p:spTgt spid="569"/>
                                        </p:tgtEl>
                                        <p:attrNameLst>
                                          <p:attrName>style.visibility</p:attrName>
                                        </p:attrNameLst>
                                      </p:cBhvr>
                                      <p:to>
                                        <p:strVal val="visible"/>
                                      </p:to>
                                    </p:set>
                                  </p:childTnLst>
                                </p:cTn>
                              </p:par>
                              <p:par>
                                <p:cTn id="1129" presetID="1" presetClass="entr" presetSubtype="0" fill="hold" nodeType="withEffect">
                                  <p:stCondLst>
                                    <p:cond delay="0"/>
                                  </p:stCondLst>
                                  <p:childTnLst>
                                    <p:set>
                                      <p:cBhvr>
                                        <p:cTn id="1130" dur="1" fill="hold">
                                          <p:stCondLst>
                                            <p:cond delay="0"/>
                                          </p:stCondLst>
                                        </p:cTn>
                                        <p:tgtEl>
                                          <p:spTgt spid="570"/>
                                        </p:tgtEl>
                                        <p:attrNameLst>
                                          <p:attrName>style.visibility</p:attrName>
                                        </p:attrNameLst>
                                      </p:cBhvr>
                                      <p:to>
                                        <p:strVal val="visible"/>
                                      </p:to>
                                    </p:set>
                                  </p:childTnLst>
                                </p:cTn>
                              </p:par>
                              <p:par>
                                <p:cTn id="1131" presetID="1" presetClass="entr" presetSubtype="0" fill="hold" nodeType="withEffect">
                                  <p:stCondLst>
                                    <p:cond delay="0"/>
                                  </p:stCondLst>
                                  <p:childTnLst>
                                    <p:set>
                                      <p:cBhvr>
                                        <p:cTn id="1132" dur="1" fill="hold">
                                          <p:stCondLst>
                                            <p:cond delay="0"/>
                                          </p:stCondLst>
                                        </p:cTn>
                                        <p:tgtEl>
                                          <p:spTgt spid="571"/>
                                        </p:tgtEl>
                                        <p:attrNameLst>
                                          <p:attrName>style.visibility</p:attrName>
                                        </p:attrNameLst>
                                      </p:cBhvr>
                                      <p:to>
                                        <p:strVal val="visible"/>
                                      </p:to>
                                    </p:set>
                                  </p:childTnLst>
                                </p:cTn>
                              </p:par>
                              <p:par>
                                <p:cTn id="1133" presetID="1" presetClass="entr" presetSubtype="0" fill="hold" nodeType="withEffect">
                                  <p:stCondLst>
                                    <p:cond delay="0"/>
                                  </p:stCondLst>
                                  <p:childTnLst>
                                    <p:set>
                                      <p:cBhvr>
                                        <p:cTn id="1134" dur="1" fill="hold">
                                          <p:stCondLst>
                                            <p:cond delay="0"/>
                                          </p:stCondLst>
                                        </p:cTn>
                                        <p:tgtEl>
                                          <p:spTgt spid="572"/>
                                        </p:tgtEl>
                                        <p:attrNameLst>
                                          <p:attrName>style.visibility</p:attrName>
                                        </p:attrNameLst>
                                      </p:cBhvr>
                                      <p:to>
                                        <p:strVal val="visible"/>
                                      </p:to>
                                    </p:set>
                                  </p:childTnLst>
                                </p:cTn>
                              </p:par>
                              <p:par>
                                <p:cTn id="1135" presetID="1" presetClass="entr" presetSubtype="0" fill="hold" nodeType="withEffect">
                                  <p:stCondLst>
                                    <p:cond delay="0"/>
                                  </p:stCondLst>
                                  <p:childTnLst>
                                    <p:set>
                                      <p:cBhvr>
                                        <p:cTn id="1136" dur="1" fill="hold">
                                          <p:stCondLst>
                                            <p:cond delay="0"/>
                                          </p:stCondLst>
                                        </p:cTn>
                                        <p:tgtEl>
                                          <p:spTgt spid="573"/>
                                        </p:tgtEl>
                                        <p:attrNameLst>
                                          <p:attrName>style.visibility</p:attrName>
                                        </p:attrNameLst>
                                      </p:cBhvr>
                                      <p:to>
                                        <p:strVal val="visible"/>
                                      </p:to>
                                    </p:set>
                                  </p:childTnLst>
                                </p:cTn>
                              </p:par>
                              <p:par>
                                <p:cTn id="1137" presetID="1" presetClass="entr" presetSubtype="0" fill="hold" nodeType="withEffect">
                                  <p:stCondLst>
                                    <p:cond delay="0"/>
                                  </p:stCondLst>
                                  <p:childTnLst>
                                    <p:set>
                                      <p:cBhvr>
                                        <p:cTn id="1138" dur="1" fill="hold">
                                          <p:stCondLst>
                                            <p:cond delay="0"/>
                                          </p:stCondLst>
                                        </p:cTn>
                                        <p:tgtEl>
                                          <p:spTgt spid="574"/>
                                        </p:tgtEl>
                                        <p:attrNameLst>
                                          <p:attrName>style.visibility</p:attrName>
                                        </p:attrNameLst>
                                      </p:cBhvr>
                                      <p:to>
                                        <p:strVal val="visible"/>
                                      </p:to>
                                    </p:set>
                                  </p:childTnLst>
                                </p:cTn>
                              </p:par>
                              <p:par>
                                <p:cTn id="1139" presetID="1" presetClass="entr" presetSubtype="0" fill="hold" nodeType="withEffect">
                                  <p:stCondLst>
                                    <p:cond delay="0"/>
                                  </p:stCondLst>
                                  <p:childTnLst>
                                    <p:set>
                                      <p:cBhvr>
                                        <p:cTn id="1140" dur="1" fill="hold">
                                          <p:stCondLst>
                                            <p:cond delay="0"/>
                                          </p:stCondLst>
                                        </p:cTn>
                                        <p:tgtEl>
                                          <p:spTgt spid="575"/>
                                        </p:tgtEl>
                                        <p:attrNameLst>
                                          <p:attrName>style.visibility</p:attrName>
                                        </p:attrNameLst>
                                      </p:cBhvr>
                                      <p:to>
                                        <p:strVal val="visible"/>
                                      </p:to>
                                    </p:set>
                                  </p:childTnLst>
                                </p:cTn>
                              </p:par>
                              <p:par>
                                <p:cTn id="1141" presetID="1" presetClass="entr" presetSubtype="0" fill="hold" nodeType="withEffect">
                                  <p:stCondLst>
                                    <p:cond delay="0"/>
                                  </p:stCondLst>
                                  <p:childTnLst>
                                    <p:set>
                                      <p:cBhvr>
                                        <p:cTn id="1142" dur="1" fill="hold">
                                          <p:stCondLst>
                                            <p:cond delay="0"/>
                                          </p:stCondLst>
                                        </p:cTn>
                                        <p:tgtEl>
                                          <p:spTgt spid="576"/>
                                        </p:tgtEl>
                                        <p:attrNameLst>
                                          <p:attrName>style.visibility</p:attrName>
                                        </p:attrNameLst>
                                      </p:cBhvr>
                                      <p:to>
                                        <p:strVal val="visible"/>
                                      </p:to>
                                    </p:set>
                                  </p:childTnLst>
                                </p:cTn>
                              </p:par>
                              <p:par>
                                <p:cTn id="1143" presetID="1" presetClass="entr" presetSubtype="0" fill="hold" nodeType="withEffect">
                                  <p:stCondLst>
                                    <p:cond delay="0"/>
                                  </p:stCondLst>
                                  <p:childTnLst>
                                    <p:set>
                                      <p:cBhvr>
                                        <p:cTn id="1144" dur="1" fill="hold">
                                          <p:stCondLst>
                                            <p:cond delay="0"/>
                                          </p:stCondLst>
                                        </p:cTn>
                                        <p:tgtEl>
                                          <p:spTgt spid="577"/>
                                        </p:tgtEl>
                                        <p:attrNameLst>
                                          <p:attrName>style.visibility</p:attrName>
                                        </p:attrNameLst>
                                      </p:cBhvr>
                                      <p:to>
                                        <p:strVal val="visible"/>
                                      </p:to>
                                    </p:set>
                                  </p:childTnLst>
                                </p:cTn>
                              </p:par>
                              <p:par>
                                <p:cTn id="1145" presetID="1" presetClass="entr" presetSubtype="0" fill="hold" nodeType="withEffect">
                                  <p:stCondLst>
                                    <p:cond delay="0"/>
                                  </p:stCondLst>
                                  <p:childTnLst>
                                    <p:set>
                                      <p:cBhvr>
                                        <p:cTn id="1146" dur="1" fill="hold">
                                          <p:stCondLst>
                                            <p:cond delay="0"/>
                                          </p:stCondLst>
                                        </p:cTn>
                                        <p:tgtEl>
                                          <p:spTgt spid="578"/>
                                        </p:tgtEl>
                                        <p:attrNameLst>
                                          <p:attrName>style.visibility</p:attrName>
                                        </p:attrNameLst>
                                      </p:cBhvr>
                                      <p:to>
                                        <p:strVal val="visible"/>
                                      </p:to>
                                    </p:set>
                                  </p:childTnLst>
                                </p:cTn>
                              </p:par>
                              <p:par>
                                <p:cTn id="1147" presetID="1" presetClass="entr" presetSubtype="0" fill="hold" nodeType="withEffect">
                                  <p:stCondLst>
                                    <p:cond delay="0"/>
                                  </p:stCondLst>
                                  <p:childTnLst>
                                    <p:set>
                                      <p:cBhvr>
                                        <p:cTn id="1148" dur="1" fill="hold">
                                          <p:stCondLst>
                                            <p:cond delay="0"/>
                                          </p:stCondLst>
                                        </p:cTn>
                                        <p:tgtEl>
                                          <p:spTgt spid="579"/>
                                        </p:tgtEl>
                                        <p:attrNameLst>
                                          <p:attrName>style.visibility</p:attrName>
                                        </p:attrNameLst>
                                      </p:cBhvr>
                                      <p:to>
                                        <p:strVal val="visible"/>
                                      </p:to>
                                    </p:set>
                                  </p:childTnLst>
                                </p:cTn>
                              </p:par>
                              <p:par>
                                <p:cTn id="1149" presetID="1" presetClass="entr" presetSubtype="0" fill="hold" nodeType="withEffect">
                                  <p:stCondLst>
                                    <p:cond delay="0"/>
                                  </p:stCondLst>
                                  <p:childTnLst>
                                    <p:set>
                                      <p:cBhvr>
                                        <p:cTn id="1150" dur="1" fill="hold">
                                          <p:stCondLst>
                                            <p:cond delay="0"/>
                                          </p:stCondLst>
                                        </p:cTn>
                                        <p:tgtEl>
                                          <p:spTgt spid="580"/>
                                        </p:tgtEl>
                                        <p:attrNameLst>
                                          <p:attrName>style.visibility</p:attrName>
                                        </p:attrNameLst>
                                      </p:cBhvr>
                                      <p:to>
                                        <p:strVal val="visible"/>
                                      </p:to>
                                    </p:set>
                                  </p:childTnLst>
                                </p:cTn>
                              </p:par>
                              <p:par>
                                <p:cTn id="1151" presetID="1" presetClass="entr" presetSubtype="0" fill="hold" nodeType="withEffect">
                                  <p:stCondLst>
                                    <p:cond delay="0"/>
                                  </p:stCondLst>
                                  <p:childTnLst>
                                    <p:set>
                                      <p:cBhvr>
                                        <p:cTn id="1152" dur="1" fill="hold">
                                          <p:stCondLst>
                                            <p:cond delay="0"/>
                                          </p:stCondLst>
                                        </p:cTn>
                                        <p:tgtEl>
                                          <p:spTgt spid="581"/>
                                        </p:tgtEl>
                                        <p:attrNameLst>
                                          <p:attrName>style.visibility</p:attrName>
                                        </p:attrNameLst>
                                      </p:cBhvr>
                                      <p:to>
                                        <p:strVal val="visible"/>
                                      </p:to>
                                    </p:set>
                                  </p:childTnLst>
                                </p:cTn>
                              </p:par>
                              <p:par>
                                <p:cTn id="1153" presetID="1" presetClass="entr" presetSubtype="0" fill="hold" nodeType="withEffect">
                                  <p:stCondLst>
                                    <p:cond delay="0"/>
                                  </p:stCondLst>
                                  <p:childTnLst>
                                    <p:set>
                                      <p:cBhvr>
                                        <p:cTn id="1154" dur="1" fill="hold">
                                          <p:stCondLst>
                                            <p:cond delay="0"/>
                                          </p:stCondLst>
                                        </p:cTn>
                                        <p:tgtEl>
                                          <p:spTgt spid="582"/>
                                        </p:tgtEl>
                                        <p:attrNameLst>
                                          <p:attrName>style.visibility</p:attrName>
                                        </p:attrNameLst>
                                      </p:cBhvr>
                                      <p:to>
                                        <p:strVal val="visible"/>
                                      </p:to>
                                    </p:set>
                                  </p:childTnLst>
                                </p:cTn>
                              </p:par>
                              <p:par>
                                <p:cTn id="1155" presetID="1" presetClass="entr" presetSubtype="0" fill="hold" nodeType="withEffect">
                                  <p:stCondLst>
                                    <p:cond delay="0"/>
                                  </p:stCondLst>
                                  <p:childTnLst>
                                    <p:set>
                                      <p:cBhvr>
                                        <p:cTn id="1156" dur="1" fill="hold">
                                          <p:stCondLst>
                                            <p:cond delay="0"/>
                                          </p:stCondLst>
                                        </p:cTn>
                                        <p:tgtEl>
                                          <p:spTgt spid="583"/>
                                        </p:tgtEl>
                                        <p:attrNameLst>
                                          <p:attrName>style.visibility</p:attrName>
                                        </p:attrNameLst>
                                      </p:cBhvr>
                                      <p:to>
                                        <p:strVal val="visible"/>
                                      </p:to>
                                    </p:set>
                                  </p:childTnLst>
                                </p:cTn>
                              </p:par>
                              <p:par>
                                <p:cTn id="1157" presetID="1" presetClass="entr" presetSubtype="0" fill="hold" nodeType="withEffect">
                                  <p:stCondLst>
                                    <p:cond delay="0"/>
                                  </p:stCondLst>
                                  <p:childTnLst>
                                    <p:set>
                                      <p:cBhvr>
                                        <p:cTn id="1158" dur="1" fill="hold">
                                          <p:stCondLst>
                                            <p:cond delay="0"/>
                                          </p:stCondLst>
                                        </p:cTn>
                                        <p:tgtEl>
                                          <p:spTgt spid="584"/>
                                        </p:tgtEl>
                                        <p:attrNameLst>
                                          <p:attrName>style.visibility</p:attrName>
                                        </p:attrNameLst>
                                      </p:cBhvr>
                                      <p:to>
                                        <p:strVal val="visible"/>
                                      </p:to>
                                    </p:set>
                                  </p:childTnLst>
                                </p:cTn>
                              </p:par>
                              <p:par>
                                <p:cTn id="1159" presetID="1" presetClass="entr" presetSubtype="0" fill="hold" nodeType="withEffect">
                                  <p:stCondLst>
                                    <p:cond delay="0"/>
                                  </p:stCondLst>
                                  <p:childTnLst>
                                    <p:set>
                                      <p:cBhvr>
                                        <p:cTn id="1160" dur="1" fill="hold">
                                          <p:stCondLst>
                                            <p:cond delay="0"/>
                                          </p:stCondLst>
                                        </p:cTn>
                                        <p:tgtEl>
                                          <p:spTgt spid="585"/>
                                        </p:tgtEl>
                                        <p:attrNameLst>
                                          <p:attrName>style.visibility</p:attrName>
                                        </p:attrNameLst>
                                      </p:cBhvr>
                                      <p:to>
                                        <p:strVal val="visible"/>
                                      </p:to>
                                    </p:set>
                                  </p:childTnLst>
                                </p:cTn>
                              </p:par>
                              <p:par>
                                <p:cTn id="1161" presetID="1" presetClass="entr" presetSubtype="0" fill="hold" nodeType="withEffect">
                                  <p:stCondLst>
                                    <p:cond delay="0"/>
                                  </p:stCondLst>
                                  <p:childTnLst>
                                    <p:set>
                                      <p:cBhvr>
                                        <p:cTn id="1162" dur="1" fill="hold">
                                          <p:stCondLst>
                                            <p:cond delay="0"/>
                                          </p:stCondLst>
                                        </p:cTn>
                                        <p:tgtEl>
                                          <p:spTgt spid="586"/>
                                        </p:tgtEl>
                                        <p:attrNameLst>
                                          <p:attrName>style.visibility</p:attrName>
                                        </p:attrNameLst>
                                      </p:cBhvr>
                                      <p:to>
                                        <p:strVal val="visible"/>
                                      </p:to>
                                    </p:set>
                                  </p:childTnLst>
                                </p:cTn>
                              </p:par>
                              <p:par>
                                <p:cTn id="1163" presetID="1" presetClass="entr" presetSubtype="0" fill="hold" nodeType="withEffect">
                                  <p:stCondLst>
                                    <p:cond delay="0"/>
                                  </p:stCondLst>
                                  <p:childTnLst>
                                    <p:set>
                                      <p:cBhvr>
                                        <p:cTn id="1164" dur="1" fill="hold">
                                          <p:stCondLst>
                                            <p:cond delay="0"/>
                                          </p:stCondLst>
                                        </p:cTn>
                                        <p:tgtEl>
                                          <p:spTgt spid="587"/>
                                        </p:tgtEl>
                                        <p:attrNameLst>
                                          <p:attrName>style.visibility</p:attrName>
                                        </p:attrNameLst>
                                      </p:cBhvr>
                                      <p:to>
                                        <p:strVal val="visible"/>
                                      </p:to>
                                    </p:set>
                                  </p:childTnLst>
                                </p:cTn>
                              </p:par>
                              <p:par>
                                <p:cTn id="1165" presetID="1" presetClass="entr" presetSubtype="0" fill="hold" nodeType="withEffect">
                                  <p:stCondLst>
                                    <p:cond delay="0"/>
                                  </p:stCondLst>
                                  <p:childTnLst>
                                    <p:set>
                                      <p:cBhvr>
                                        <p:cTn id="1166" dur="1" fill="hold">
                                          <p:stCondLst>
                                            <p:cond delay="0"/>
                                          </p:stCondLst>
                                        </p:cTn>
                                        <p:tgtEl>
                                          <p:spTgt spid="588"/>
                                        </p:tgtEl>
                                        <p:attrNameLst>
                                          <p:attrName>style.visibility</p:attrName>
                                        </p:attrNameLst>
                                      </p:cBhvr>
                                      <p:to>
                                        <p:strVal val="visible"/>
                                      </p:to>
                                    </p:set>
                                  </p:childTnLst>
                                </p:cTn>
                              </p:par>
                              <p:par>
                                <p:cTn id="1167" presetID="1" presetClass="entr" presetSubtype="0" fill="hold" nodeType="withEffect">
                                  <p:stCondLst>
                                    <p:cond delay="0"/>
                                  </p:stCondLst>
                                  <p:childTnLst>
                                    <p:set>
                                      <p:cBhvr>
                                        <p:cTn id="1168" dur="1" fill="hold">
                                          <p:stCondLst>
                                            <p:cond delay="0"/>
                                          </p:stCondLst>
                                        </p:cTn>
                                        <p:tgtEl>
                                          <p:spTgt spid="589"/>
                                        </p:tgtEl>
                                        <p:attrNameLst>
                                          <p:attrName>style.visibility</p:attrName>
                                        </p:attrNameLst>
                                      </p:cBhvr>
                                      <p:to>
                                        <p:strVal val="visible"/>
                                      </p:to>
                                    </p:set>
                                  </p:childTnLst>
                                </p:cTn>
                              </p:par>
                              <p:par>
                                <p:cTn id="1169" presetID="1" presetClass="entr" presetSubtype="0" fill="hold" nodeType="withEffect">
                                  <p:stCondLst>
                                    <p:cond delay="0"/>
                                  </p:stCondLst>
                                  <p:childTnLst>
                                    <p:set>
                                      <p:cBhvr>
                                        <p:cTn id="1170" dur="1" fill="hold">
                                          <p:stCondLst>
                                            <p:cond delay="0"/>
                                          </p:stCondLst>
                                        </p:cTn>
                                        <p:tgtEl>
                                          <p:spTgt spid="590"/>
                                        </p:tgtEl>
                                        <p:attrNameLst>
                                          <p:attrName>style.visibility</p:attrName>
                                        </p:attrNameLst>
                                      </p:cBhvr>
                                      <p:to>
                                        <p:strVal val="visible"/>
                                      </p:to>
                                    </p:set>
                                  </p:childTnLst>
                                </p:cTn>
                              </p:par>
                              <p:par>
                                <p:cTn id="1171" presetID="1" presetClass="entr" presetSubtype="0" fill="hold" nodeType="withEffect">
                                  <p:stCondLst>
                                    <p:cond delay="0"/>
                                  </p:stCondLst>
                                  <p:childTnLst>
                                    <p:set>
                                      <p:cBhvr>
                                        <p:cTn id="1172" dur="1" fill="hold">
                                          <p:stCondLst>
                                            <p:cond delay="0"/>
                                          </p:stCondLst>
                                        </p:cTn>
                                        <p:tgtEl>
                                          <p:spTgt spid="591"/>
                                        </p:tgtEl>
                                        <p:attrNameLst>
                                          <p:attrName>style.visibility</p:attrName>
                                        </p:attrNameLst>
                                      </p:cBhvr>
                                      <p:to>
                                        <p:strVal val="visible"/>
                                      </p:to>
                                    </p:set>
                                  </p:childTnLst>
                                </p:cTn>
                              </p:par>
                              <p:par>
                                <p:cTn id="1173" presetID="1" presetClass="entr" presetSubtype="0" fill="hold" nodeType="withEffect">
                                  <p:stCondLst>
                                    <p:cond delay="0"/>
                                  </p:stCondLst>
                                  <p:childTnLst>
                                    <p:set>
                                      <p:cBhvr>
                                        <p:cTn id="1174" dur="1" fill="hold">
                                          <p:stCondLst>
                                            <p:cond delay="0"/>
                                          </p:stCondLst>
                                        </p:cTn>
                                        <p:tgtEl>
                                          <p:spTgt spid="592"/>
                                        </p:tgtEl>
                                        <p:attrNameLst>
                                          <p:attrName>style.visibility</p:attrName>
                                        </p:attrNameLst>
                                      </p:cBhvr>
                                      <p:to>
                                        <p:strVal val="visible"/>
                                      </p:to>
                                    </p:set>
                                  </p:childTnLst>
                                </p:cTn>
                              </p:par>
                              <p:par>
                                <p:cTn id="1175" presetID="1" presetClass="entr" presetSubtype="0" fill="hold" nodeType="withEffect">
                                  <p:stCondLst>
                                    <p:cond delay="0"/>
                                  </p:stCondLst>
                                  <p:childTnLst>
                                    <p:set>
                                      <p:cBhvr>
                                        <p:cTn id="1176" dur="1" fill="hold">
                                          <p:stCondLst>
                                            <p:cond delay="0"/>
                                          </p:stCondLst>
                                        </p:cTn>
                                        <p:tgtEl>
                                          <p:spTgt spid="593"/>
                                        </p:tgtEl>
                                        <p:attrNameLst>
                                          <p:attrName>style.visibility</p:attrName>
                                        </p:attrNameLst>
                                      </p:cBhvr>
                                      <p:to>
                                        <p:strVal val="visible"/>
                                      </p:to>
                                    </p:set>
                                  </p:childTnLst>
                                </p:cTn>
                              </p:par>
                              <p:par>
                                <p:cTn id="1177" presetID="1" presetClass="entr" presetSubtype="0" fill="hold" nodeType="withEffect">
                                  <p:stCondLst>
                                    <p:cond delay="0"/>
                                  </p:stCondLst>
                                  <p:childTnLst>
                                    <p:set>
                                      <p:cBhvr>
                                        <p:cTn id="1178" dur="1" fill="hold">
                                          <p:stCondLst>
                                            <p:cond delay="0"/>
                                          </p:stCondLst>
                                        </p:cTn>
                                        <p:tgtEl>
                                          <p:spTgt spid="594"/>
                                        </p:tgtEl>
                                        <p:attrNameLst>
                                          <p:attrName>style.visibility</p:attrName>
                                        </p:attrNameLst>
                                      </p:cBhvr>
                                      <p:to>
                                        <p:strVal val="visible"/>
                                      </p:to>
                                    </p:set>
                                  </p:childTnLst>
                                </p:cTn>
                              </p:par>
                              <p:par>
                                <p:cTn id="1179" presetID="1" presetClass="entr" presetSubtype="0" fill="hold" nodeType="withEffect">
                                  <p:stCondLst>
                                    <p:cond delay="0"/>
                                  </p:stCondLst>
                                  <p:childTnLst>
                                    <p:set>
                                      <p:cBhvr>
                                        <p:cTn id="1180" dur="1" fill="hold">
                                          <p:stCondLst>
                                            <p:cond delay="0"/>
                                          </p:stCondLst>
                                        </p:cTn>
                                        <p:tgtEl>
                                          <p:spTgt spid="595"/>
                                        </p:tgtEl>
                                        <p:attrNameLst>
                                          <p:attrName>style.visibility</p:attrName>
                                        </p:attrNameLst>
                                      </p:cBhvr>
                                      <p:to>
                                        <p:strVal val="visible"/>
                                      </p:to>
                                    </p:set>
                                  </p:childTnLst>
                                </p:cTn>
                              </p:par>
                              <p:par>
                                <p:cTn id="1181" presetID="1" presetClass="entr" presetSubtype="0" fill="hold" nodeType="withEffect">
                                  <p:stCondLst>
                                    <p:cond delay="0"/>
                                  </p:stCondLst>
                                  <p:childTnLst>
                                    <p:set>
                                      <p:cBhvr>
                                        <p:cTn id="1182" dur="1" fill="hold">
                                          <p:stCondLst>
                                            <p:cond delay="0"/>
                                          </p:stCondLst>
                                        </p:cTn>
                                        <p:tgtEl>
                                          <p:spTgt spid="596"/>
                                        </p:tgtEl>
                                        <p:attrNameLst>
                                          <p:attrName>style.visibility</p:attrName>
                                        </p:attrNameLst>
                                      </p:cBhvr>
                                      <p:to>
                                        <p:strVal val="visible"/>
                                      </p:to>
                                    </p:set>
                                  </p:childTnLst>
                                </p:cTn>
                              </p:par>
                              <p:par>
                                <p:cTn id="1183" presetID="1" presetClass="entr" presetSubtype="0" fill="hold" nodeType="withEffect">
                                  <p:stCondLst>
                                    <p:cond delay="0"/>
                                  </p:stCondLst>
                                  <p:childTnLst>
                                    <p:set>
                                      <p:cBhvr>
                                        <p:cTn id="1184" dur="1" fill="hold">
                                          <p:stCondLst>
                                            <p:cond delay="0"/>
                                          </p:stCondLst>
                                        </p:cTn>
                                        <p:tgtEl>
                                          <p:spTgt spid="597"/>
                                        </p:tgtEl>
                                        <p:attrNameLst>
                                          <p:attrName>style.visibility</p:attrName>
                                        </p:attrNameLst>
                                      </p:cBhvr>
                                      <p:to>
                                        <p:strVal val="visible"/>
                                      </p:to>
                                    </p:set>
                                  </p:childTnLst>
                                </p:cTn>
                              </p:par>
                              <p:par>
                                <p:cTn id="1185" presetID="1" presetClass="entr" presetSubtype="0" fill="hold" nodeType="withEffect">
                                  <p:stCondLst>
                                    <p:cond delay="0"/>
                                  </p:stCondLst>
                                  <p:childTnLst>
                                    <p:set>
                                      <p:cBhvr>
                                        <p:cTn id="1186" dur="1" fill="hold">
                                          <p:stCondLst>
                                            <p:cond delay="0"/>
                                          </p:stCondLst>
                                        </p:cTn>
                                        <p:tgtEl>
                                          <p:spTgt spid="598"/>
                                        </p:tgtEl>
                                        <p:attrNameLst>
                                          <p:attrName>style.visibility</p:attrName>
                                        </p:attrNameLst>
                                      </p:cBhvr>
                                      <p:to>
                                        <p:strVal val="visible"/>
                                      </p:to>
                                    </p:set>
                                  </p:childTnLst>
                                </p:cTn>
                              </p:par>
                              <p:par>
                                <p:cTn id="1187" presetID="1" presetClass="entr" presetSubtype="0" fill="hold" nodeType="withEffect">
                                  <p:stCondLst>
                                    <p:cond delay="0"/>
                                  </p:stCondLst>
                                  <p:childTnLst>
                                    <p:set>
                                      <p:cBhvr>
                                        <p:cTn id="1188" dur="1" fill="hold">
                                          <p:stCondLst>
                                            <p:cond delay="0"/>
                                          </p:stCondLst>
                                        </p:cTn>
                                        <p:tgtEl>
                                          <p:spTgt spid="599"/>
                                        </p:tgtEl>
                                        <p:attrNameLst>
                                          <p:attrName>style.visibility</p:attrName>
                                        </p:attrNameLst>
                                      </p:cBhvr>
                                      <p:to>
                                        <p:strVal val="visible"/>
                                      </p:to>
                                    </p:set>
                                  </p:childTnLst>
                                </p:cTn>
                              </p:par>
                              <p:par>
                                <p:cTn id="1189" presetID="1" presetClass="entr" presetSubtype="0" fill="hold" nodeType="withEffect">
                                  <p:stCondLst>
                                    <p:cond delay="0"/>
                                  </p:stCondLst>
                                  <p:childTnLst>
                                    <p:set>
                                      <p:cBhvr>
                                        <p:cTn id="1190" dur="1" fill="hold">
                                          <p:stCondLst>
                                            <p:cond delay="0"/>
                                          </p:stCondLst>
                                        </p:cTn>
                                        <p:tgtEl>
                                          <p:spTgt spid="600"/>
                                        </p:tgtEl>
                                        <p:attrNameLst>
                                          <p:attrName>style.visibility</p:attrName>
                                        </p:attrNameLst>
                                      </p:cBhvr>
                                      <p:to>
                                        <p:strVal val="visible"/>
                                      </p:to>
                                    </p:set>
                                  </p:childTnLst>
                                </p:cTn>
                              </p:par>
                              <p:par>
                                <p:cTn id="1191" presetID="1" presetClass="entr" presetSubtype="0" fill="hold" nodeType="withEffect">
                                  <p:stCondLst>
                                    <p:cond delay="0"/>
                                  </p:stCondLst>
                                  <p:childTnLst>
                                    <p:set>
                                      <p:cBhvr>
                                        <p:cTn id="1192" dur="1" fill="hold">
                                          <p:stCondLst>
                                            <p:cond delay="0"/>
                                          </p:stCondLst>
                                        </p:cTn>
                                        <p:tgtEl>
                                          <p:spTgt spid="601"/>
                                        </p:tgtEl>
                                        <p:attrNameLst>
                                          <p:attrName>style.visibility</p:attrName>
                                        </p:attrNameLst>
                                      </p:cBhvr>
                                      <p:to>
                                        <p:strVal val="visible"/>
                                      </p:to>
                                    </p:set>
                                  </p:childTnLst>
                                </p:cTn>
                              </p:par>
                              <p:par>
                                <p:cTn id="1193" presetID="1" presetClass="entr" presetSubtype="0" fill="hold" nodeType="withEffect">
                                  <p:stCondLst>
                                    <p:cond delay="0"/>
                                  </p:stCondLst>
                                  <p:childTnLst>
                                    <p:set>
                                      <p:cBhvr>
                                        <p:cTn id="1194" dur="1" fill="hold">
                                          <p:stCondLst>
                                            <p:cond delay="0"/>
                                          </p:stCondLst>
                                        </p:cTn>
                                        <p:tgtEl>
                                          <p:spTgt spid="602"/>
                                        </p:tgtEl>
                                        <p:attrNameLst>
                                          <p:attrName>style.visibility</p:attrName>
                                        </p:attrNameLst>
                                      </p:cBhvr>
                                      <p:to>
                                        <p:strVal val="visible"/>
                                      </p:to>
                                    </p:set>
                                  </p:childTnLst>
                                </p:cTn>
                              </p:par>
                              <p:par>
                                <p:cTn id="1195" presetID="1" presetClass="entr" presetSubtype="0" fill="hold" nodeType="withEffect">
                                  <p:stCondLst>
                                    <p:cond delay="0"/>
                                  </p:stCondLst>
                                  <p:childTnLst>
                                    <p:set>
                                      <p:cBhvr>
                                        <p:cTn id="1196" dur="1" fill="hold">
                                          <p:stCondLst>
                                            <p:cond delay="0"/>
                                          </p:stCondLst>
                                        </p:cTn>
                                        <p:tgtEl>
                                          <p:spTgt spid="603"/>
                                        </p:tgtEl>
                                        <p:attrNameLst>
                                          <p:attrName>style.visibility</p:attrName>
                                        </p:attrNameLst>
                                      </p:cBhvr>
                                      <p:to>
                                        <p:strVal val="visible"/>
                                      </p:to>
                                    </p:set>
                                  </p:childTnLst>
                                </p:cTn>
                              </p:par>
                              <p:par>
                                <p:cTn id="1197" presetID="1" presetClass="entr" presetSubtype="0" fill="hold" nodeType="withEffect">
                                  <p:stCondLst>
                                    <p:cond delay="0"/>
                                  </p:stCondLst>
                                  <p:childTnLst>
                                    <p:set>
                                      <p:cBhvr>
                                        <p:cTn id="1198" dur="1" fill="hold">
                                          <p:stCondLst>
                                            <p:cond delay="0"/>
                                          </p:stCondLst>
                                        </p:cTn>
                                        <p:tgtEl>
                                          <p:spTgt spid="604"/>
                                        </p:tgtEl>
                                        <p:attrNameLst>
                                          <p:attrName>style.visibility</p:attrName>
                                        </p:attrNameLst>
                                      </p:cBhvr>
                                      <p:to>
                                        <p:strVal val="visible"/>
                                      </p:to>
                                    </p:set>
                                  </p:childTnLst>
                                </p:cTn>
                              </p:par>
                              <p:par>
                                <p:cTn id="1199" presetID="1" presetClass="entr" presetSubtype="0" fill="hold" nodeType="withEffect">
                                  <p:stCondLst>
                                    <p:cond delay="0"/>
                                  </p:stCondLst>
                                  <p:childTnLst>
                                    <p:set>
                                      <p:cBhvr>
                                        <p:cTn id="1200" dur="1" fill="hold">
                                          <p:stCondLst>
                                            <p:cond delay="0"/>
                                          </p:stCondLst>
                                        </p:cTn>
                                        <p:tgtEl>
                                          <p:spTgt spid="605"/>
                                        </p:tgtEl>
                                        <p:attrNameLst>
                                          <p:attrName>style.visibility</p:attrName>
                                        </p:attrNameLst>
                                      </p:cBhvr>
                                      <p:to>
                                        <p:strVal val="visible"/>
                                      </p:to>
                                    </p:set>
                                  </p:childTnLst>
                                </p:cTn>
                              </p:par>
                              <p:par>
                                <p:cTn id="1201" presetID="1" presetClass="entr" presetSubtype="0" fill="hold" nodeType="withEffect">
                                  <p:stCondLst>
                                    <p:cond delay="0"/>
                                  </p:stCondLst>
                                  <p:childTnLst>
                                    <p:set>
                                      <p:cBhvr>
                                        <p:cTn id="1202" dur="1" fill="hold">
                                          <p:stCondLst>
                                            <p:cond delay="0"/>
                                          </p:stCondLst>
                                        </p:cTn>
                                        <p:tgtEl>
                                          <p:spTgt spid="606"/>
                                        </p:tgtEl>
                                        <p:attrNameLst>
                                          <p:attrName>style.visibility</p:attrName>
                                        </p:attrNameLst>
                                      </p:cBhvr>
                                      <p:to>
                                        <p:strVal val="visible"/>
                                      </p:to>
                                    </p:set>
                                  </p:childTnLst>
                                </p:cTn>
                              </p:par>
                              <p:par>
                                <p:cTn id="1203" presetID="1" presetClass="entr" presetSubtype="0" fill="hold" nodeType="withEffect">
                                  <p:stCondLst>
                                    <p:cond delay="0"/>
                                  </p:stCondLst>
                                  <p:childTnLst>
                                    <p:set>
                                      <p:cBhvr>
                                        <p:cTn id="1204" dur="1" fill="hold">
                                          <p:stCondLst>
                                            <p:cond delay="0"/>
                                          </p:stCondLst>
                                        </p:cTn>
                                        <p:tgtEl>
                                          <p:spTgt spid="607"/>
                                        </p:tgtEl>
                                        <p:attrNameLst>
                                          <p:attrName>style.visibility</p:attrName>
                                        </p:attrNameLst>
                                      </p:cBhvr>
                                      <p:to>
                                        <p:strVal val="visible"/>
                                      </p:to>
                                    </p:set>
                                  </p:childTnLst>
                                </p:cTn>
                              </p:par>
                              <p:par>
                                <p:cTn id="1205" presetID="1" presetClass="entr" presetSubtype="0" fill="hold" nodeType="withEffect">
                                  <p:stCondLst>
                                    <p:cond delay="0"/>
                                  </p:stCondLst>
                                  <p:childTnLst>
                                    <p:set>
                                      <p:cBhvr>
                                        <p:cTn id="1206" dur="1" fill="hold">
                                          <p:stCondLst>
                                            <p:cond delay="0"/>
                                          </p:stCondLst>
                                        </p:cTn>
                                        <p:tgtEl>
                                          <p:spTgt spid="608"/>
                                        </p:tgtEl>
                                        <p:attrNameLst>
                                          <p:attrName>style.visibility</p:attrName>
                                        </p:attrNameLst>
                                      </p:cBhvr>
                                      <p:to>
                                        <p:strVal val="visible"/>
                                      </p:to>
                                    </p:set>
                                  </p:childTnLst>
                                </p:cTn>
                              </p:par>
                              <p:par>
                                <p:cTn id="1207" presetID="1" presetClass="entr" presetSubtype="0" fill="hold" nodeType="withEffect">
                                  <p:stCondLst>
                                    <p:cond delay="0"/>
                                  </p:stCondLst>
                                  <p:childTnLst>
                                    <p:set>
                                      <p:cBhvr>
                                        <p:cTn id="1208" dur="1" fill="hold">
                                          <p:stCondLst>
                                            <p:cond delay="0"/>
                                          </p:stCondLst>
                                        </p:cTn>
                                        <p:tgtEl>
                                          <p:spTgt spid="609"/>
                                        </p:tgtEl>
                                        <p:attrNameLst>
                                          <p:attrName>style.visibility</p:attrName>
                                        </p:attrNameLst>
                                      </p:cBhvr>
                                      <p:to>
                                        <p:strVal val="visible"/>
                                      </p:to>
                                    </p:set>
                                  </p:childTnLst>
                                </p:cTn>
                              </p:par>
                              <p:par>
                                <p:cTn id="1209" presetID="1" presetClass="entr" presetSubtype="0" fill="hold" nodeType="withEffect">
                                  <p:stCondLst>
                                    <p:cond delay="0"/>
                                  </p:stCondLst>
                                  <p:childTnLst>
                                    <p:set>
                                      <p:cBhvr>
                                        <p:cTn id="1210" dur="1" fill="hold">
                                          <p:stCondLst>
                                            <p:cond delay="0"/>
                                          </p:stCondLst>
                                        </p:cTn>
                                        <p:tgtEl>
                                          <p:spTgt spid="610"/>
                                        </p:tgtEl>
                                        <p:attrNameLst>
                                          <p:attrName>style.visibility</p:attrName>
                                        </p:attrNameLst>
                                      </p:cBhvr>
                                      <p:to>
                                        <p:strVal val="visible"/>
                                      </p:to>
                                    </p:set>
                                  </p:childTnLst>
                                </p:cTn>
                              </p:par>
                              <p:par>
                                <p:cTn id="1211" presetID="1" presetClass="entr" presetSubtype="0" fill="hold" nodeType="withEffect">
                                  <p:stCondLst>
                                    <p:cond delay="0"/>
                                  </p:stCondLst>
                                  <p:childTnLst>
                                    <p:set>
                                      <p:cBhvr>
                                        <p:cTn id="1212" dur="1" fill="hold">
                                          <p:stCondLst>
                                            <p:cond delay="0"/>
                                          </p:stCondLst>
                                        </p:cTn>
                                        <p:tgtEl>
                                          <p:spTgt spid="611"/>
                                        </p:tgtEl>
                                        <p:attrNameLst>
                                          <p:attrName>style.visibility</p:attrName>
                                        </p:attrNameLst>
                                      </p:cBhvr>
                                      <p:to>
                                        <p:strVal val="visible"/>
                                      </p:to>
                                    </p:set>
                                  </p:childTnLst>
                                </p:cTn>
                              </p:par>
                              <p:par>
                                <p:cTn id="1213" presetID="1" presetClass="entr" presetSubtype="0" fill="hold" nodeType="withEffect">
                                  <p:stCondLst>
                                    <p:cond delay="0"/>
                                  </p:stCondLst>
                                  <p:childTnLst>
                                    <p:set>
                                      <p:cBhvr>
                                        <p:cTn id="1214" dur="1" fill="hold">
                                          <p:stCondLst>
                                            <p:cond delay="0"/>
                                          </p:stCondLst>
                                        </p:cTn>
                                        <p:tgtEl>
                                          <p:spTgt spid="612"/>
                                        </p:tgtEl>
                                        <p:attrNameLst>
                                          <p:attrName>style.visibility</p:attrName>
                                        </p:attrNameLst>
                                      </p:cBhvr>
                                      <p:to>
                                        <p:strVal val="visible"/>
                                      </p:to>
                                    </p:set>
                                  </p:childTnLst>
                                </p:cTn>
                              </p:par>
                              <p:par>
                                <p:cTn id="1215" presetID="1" presetClass="entr" presetSubtype="0" fill="hold" nodeType="withEffect">
                                  <p:stCondLst>
                                    <p:cond delay="0"/>
                                  </p:stCondLst>
                                  <p:childTnLst>
                                    <p:set>
                                      <p:cBhvr>
                                        <p:cTn id="1216" dur="1" fill="hold">
                                          <p:stCondLst>
                                            <p:cond delay="0"/>
                                          </p:stCondLst>
                                        </p:cTn>
                                        <p:tgtEl>
                                          <p:spTgt spid="613"/>
                                        </p:tgtEl>
                                        <p:attrNameLst>
                                          <p:attrName>style.visibility</p:attrName>
                                        </p:attrNameLst>
                                      </p:cBhvr>
                                      <p:to>
                                        <p:strVal val="visible"/>
                                      </p:to>
                                    </p:set>
                                  </p:childTnLst>
                                </p:cTn>
                              </p:par>
                              <p:par>
                                <p:cTn id="1217" presetID="1" presetClass="entr" presetSubtype="0" fill="hold" nodeType="withEffect">
                                  <p:stCondLst>
                                    <p:cond delay="0"/>
                                  </p:stCondLst>
                                  <p:childTnLst>
                                    <p:set>
                                      <p:cBhvr>
                                        <p:cTn id="1218" dur="1" fill="hold">
                                          <p:stCondLst>
                                            <p:cond delay="0"/>
                                          </p:stCondLst>
                                        </p:cTn>
                                        <p:tgtEl>
                                          <p:spTgt spid="614"/>
                                        </p:tgtEl>
                                        <p:attrNameLst>
                                          <p:attrName>style.visibility</p:attrName>
                                        </p:attrNameLst>
                                      </p:cBhvr>
                                      <p:to>
                                        <p:strVal val="visible"/>
                                      </p:to>
                                    </p:set>
                                  </p:childTnLst>
                                </p:cTn>
                              </p:par>
                              <p:par>
                                <p:cTn id="1219" presetID="1" presetClass="entr" presetSubtype="0" fill="hold" nodeType="withEffect">
                                  <p:stCondLst>
                                    <p:cond delay="0"/>
                                  </p:stCondLst>
                                  <p:childTnLst>
                                    <p:set>
                                      <p:cBhvr>
                                        <p:cTn id="1220" dur="1" fill="hold">
                                          <p:stCondLst>
                                            <p:cond delay="0"/>
                                          </p:stCondLst>
                                        </p:cTn>
                                        <p:tgtEl>
                                          <p:spTgt spid="615"/>
                                        </p:tgtEl>
                                        <p:attrNameLst>
                                          <p:attrName>style.visibility</p:attrName>
                                        </p:attrNameLst>
                                      </p:cBhvr>
                                      <p:to>
                                        <p:strVal val="visible"/>
                                      </p:to>
                                    </p:set>
                                  </p:childTnLst>
                                </p:cTn>
                              </p:par>
                              <p:par>
                                <p:cTn id="1221" presetID="1" presetClass="entr" presetSubtype="0" fill="hold" nodeType="withEffect">
                                  <p:stCondLst>
                                    <p:cond delay="0"/>
                                  </p:stCondLst>
                                  <p:childTnLst>
                                    <p:set>
                                      <p:cBhvr>
                                        <p:cTn id="1222" dur="1" fill="hold">
                                          <p:stCondLst>
                                            <p:cond delay="0"/>
                                          </p:stCondLst>
                                        </p:cTn>
                                        <p:tgtEl>
                                          <p:spTgt spid="616"/>
                                        </p:tgtEl>
                                        <p:attrNameLst>
                                          <p:attrName>style.visibility</p:attrName>
                                        </p:attrNameLst>
                                      </p:cBhvr>
                                      <p:to>
                                        <p:strVal val="visible"/>
                                      </p:to>
                                    </p:set>
                                  </p:childTnLst>
                                </p:cTn>
                              </p:par>
                              <p:par>
                                <p:cTn id="1223" presetID="1" presetClass="entr" presetSubtype="0" fill="hold" nodeType="withEffect">
                                  <p:stCondLst>
                                    <p:cond delay="0"/>
                                  </p:stCondLst>
                                  <p:childTnLst>
                                    <p:set>
                                      <p:cBhvr>
                                        <p:cTn id="1224" dur="1" fill="hold">
                                          <p:stCondLst>
                                            <p:cond delay="0"/>
                                          </p:stCondLst>
                                        </p:cTn>
                                        <p:tgtEl>
                                          <p:spTgt spid="617"/>
                                        </p:tgtEl>
                                        <p:attrNameLst>
                                          <p:attrName>style.visibility</p:attrName>
                                        </p:attrNameLst>
                                      </p:cBhvr>
                                      <p:to>
                                        <p:strVal val="visible"/>
                                      </p:to>
                                    </p:set>
                                  </p:childTnLst>
                                </p:cTn>
                              </p:par>
                              <p:par>
                                <p:cTn id="1225" presetID="1" presetClass="entr" presetSubtype="0" fill="hold" nodeType="withEffect">
                                  <p:stCondLst>
                                    <p:cond delay="0"/>
                                  </p:stCondLst>
                                  <p:childTnLst>
                                    <p:set>
                                      <p:cBhvr>
                                        <p:cTn id="1226" dur="1" fill="hold">
                                          <p:stCondLst>
                                            <p:cond delay="0"/>
                                          </p:stCondLst>
                                        </p:cTn>
                                        <p:tgtEl>
                                          <p:spTgt spid="618"/>
                                        </p:tgtEl>
                                        <p:attrNameLst>
                                          <p:attrName>style.visibility</p:attrName>
                                        </p:attrNameLst>
                                      </p:cBhvr>
                                      <p:to>
                                        <p:strVal val="visible"/>
                                      </p:to>
                                    </p:set>
                                  </p:childTnLst>
                                </p:cTn>
                              </p:par>
                              <p:par>
                                <p:cTn id="1227" presetID="1" presetClass="entr" presetSubtype="0" fill="hold" nodeType="withEffect">
                                  <p:stCondLst>
                                    <p:cond delay="0"/>
                                  </p:stCondLst>
                                  <p:childTnLst>
                                    <p:set>
                                      <p:cBhvr>
                                        <p:cTn id="1228" dur="1" fill="hold">
                                          <p:stCondLst>
                                            <p:cond delay="0"/>
                                          </p:stCondLst>
                                        </p:cTn>
                                        <p:tgtEl>
                                          <p:spTgt spid="619"/>
                                        </p:tgtEl>
                                        <p:attrNameLst>
                                          <p:attrName>style.visibility</p:attrName>
                                        </p:attrNameLst>
                                      </p:cBhvr>
                                      <p:to>
                                        <p:strVal val="visible"/>
                                      </p:to>
                                    </p:set>
                                  </p:childTnLst>
                                </p:cTn>
                              </p:par>
                              <p:par>
                                <p:cTn id="1229" presetID="1" presetClass="entr" presetSubtype="0" fill="hold" nodeType="withEffect">
                                  <p:stCondLst>
                                    <p:cond delay="0"/>
                                  </p:stCondLst>
                                  <p:childTnLst>
                                    <p:set>
                                      <p:cBhvr>
                                        <p:cTn id="1230" dur="1" fill="hold">
                                          <p:stCondLst>
                                            <p:cond delay="0"/>
                                          </p:stCondLst>
                                        </p:cTn>
                                        <p:tgtEl>
                                          <p:spTgt spid="620"/>
                                        </p:tgtEl>
                                        <p:attrNameLst>
                                          <p:attrName>style.visibility</p:attrName>
                                        </p:attrNameLst>
                                      </p:cBhvr>
                                      <p:to>
                                        <p:strVal val="visible"/>
                                      </p:to>
                                    </p:set>
                                  </p:childTnLst>
                                </p:cTn>
                              </p:par>
                              <p:par>
                                <p:cTn id="1231" presetID="1" presetClass="entr" presetSubtype="0" fill="hold" nodeType="withEffect">
                                  <p:stCondLst>
                                    <p:cond delay="0"/>
                                  </p:stCondLst>
                                  <p:childTnLst>
                                    <p:set>
                                      <p:cBhvr>
                                        <p:cTn id="1232" dur="1" fill="hold">
                                          <p:stCondLst>
                                            <p:cond delay="0"/>
                                          </p:stCondLst>
                                        </p:cTn>
                                        <p:tgtEl>
                                          <p:spTgt spid="621"/>
                                        </p:tgtEl>
                                        <p:attrNameLst>
                                          <p:attrName>style.visibility</p:attrName>
                                        </p:attrNameLst>
                                      </p:cBhvr>
                                      <p:to>
                                        <p:strVal val="visible"/>
                                      </p:to>
                                    </p:set>
                                  </p:childTnLst>
                                </p:cTn>
                              </p:par>
                              <p:par>
                                <p:cTn id="1233" presetID="1" presetClass="entr" presetSubtype="0" fill="hold" nodeType="withEffect">
                                  <p:stCondLst>
                                    <p:cond delay="0"/>
                                  </p:stCondLst>
                                  <p:childTnLst>
                                    <p:set>
                                      <p:cBhvr>
                                        <p:cTn id="1234" dur="1" fill="hold">
                                          <p:stCondLst>
                                            <p:cond delay="0"/>
                                          </p:stCondLst>
                                        </p:cTn>
                                        <p:tgtEl>
                                          <p:spTgt spid="622"/>
                                        </p:tgtEl>
                                        <p:attrNameLst>
                                          <p:attrName>style.visibility</p:attrName>
                                        </p:attrNameLst>
                                      </p:cBhvr>
                                      <p:to>
                                        <p:strVal val="visible"/>
                                      </p:to>
                                    </p:set>
                                  </p:childTnLst>
                                </p:cTn>
                              </p:par>
                              <p:par>
                                <p:cTn id="1235" presetID="1" presetClass="entr" presetSubtype="0" fill="hold" nodeType="withEffect">
                                  <p:stCondLst>
                                    <p:cond delay="0"/>
                                  </p:stCondLst>
                                  <p:childTnLst>
                                    <p:set>
                                      <p:cBhvr>
                                        <p:cTn id="1236" dur="1" fill="hold">
                                          <p:stCondLst>
                                            <p:cond delay="0"/>
                                          </p:stCondLst>
                                        </p:cTn>
                                        <p:tgtEl>
                                          <p:spTgt spid="623"/>
                                        </p:tgtEl>
                                        <p:attrNameLst>
                                          <p:attrName>style.visibility</p:attrName>
                                        </p:attrNameLst>
                                      </p:cBhvr>
                                      <p:to>
                                        <p:strVal val="visible"/>
                                      </p:to>
                                    </p:set>
                                  </p:childTnLst>
                                </p:cTn>
                              </p:par>
                              <p:par>
                                <p:cTn id="1237" presetID="1" presetClass="entr" presetSubtype="0" fill="hold" nodeType="withEffect">
                                  <p:stCondLst>
                                    <p:cond delay="0"/>
                                  </p:stCondLst>
                                  <p:childTnLst>
                                    <p:set>
                                      <p:cBhvr>
                                        <p:cTn id="1238" dur="1" fill="hold">
                                          <p:stCondLst>
                                            <p:cond delay="0"/>
                                          </p:stCondLst>
                                        </p:cTn>
                                        <p:tgtEl>
                                          <p:spTgt spid="624"/>
                                        </p:tgtEl>
                                        <p:attrNameLst>
                                          <p:attrName>style.visibility</p:attrName>
                                        </p:attrNameLst>
                                      </p:cBhvr>
                                      <p:to>
                                        <p:strVal val="visible"/>
                                      </p:to>
                                    </p:set>
                                  </p:childTnLst>
                                </p:cTn>
                              </p:par>
                              <p:par>
                                <p:cTn id="1239" presetID="1" presetClass="entr" presetSubtype="0" fill="hold" nodeType="withEffect">
                                  <p:stCondLst>
                                    <p:cond delay="0"/>
                                  </p:stCondLst>
                                  <p:childTnLst>
                                    <p:set>
                                      <p:cBhvr>
                                        <p:cTn id="1240" dur="1" fill="hold">
                                          <p:stCondLst>
                                            <p:cond delay="0"/>
                                          </p:stCondLst>
                                        </p:cTn>
                                        <p:tgtEl>
                                          <p:spTgt spid="625"/>
                                        </p:tgtEl>
                                        <p:attrNameLst>
                                          <p:attrName>style.visibility</p:attrName>
                                        </p:attrNameLst>
                                      </p:cBhvr>
                                      <p:to>
                                        <p:strVal val="visible"/>
                                      </p:to>
                                    </p:set>
                                  </p:childTnLst>
                                </p:cTn>
                              </p:par>
                              <p:par>
                                <p:cTn id="1241" presetID="1" presetClass="entr" presetSubtype="0" fill="hold" nodeType="withEffect">
                                  <p:stCondLst>
                                    <p:cond delay="0"/>
                                  </p:stCondLst>
                                  <p:childTnLst>
                                    <p:set>
                                      <p:cBhvr>
                                        <p:cTn id="1242" dur="1" fill="hold">
                                          <p:stCondLst>
                                            <p:cond delay="0"/>
                                          </p:stCondLst>
                                        </p:cTn>
                                        <p:tgtEl>
                                          <p:spTgt spid="626"/>
                                        </p:tgtEl>
                                        <p:attrNameLst>
                                          <p:attrName>style.visibility</p:attrName>
                                        </p:attrNameLst>
                                      </p:cBhvr>
                                      <p:to>
                                        <p:strVal val="visible"/>
                                      </p:to>
                                    </p:set>
                                  </p:childTnLst>
                                </p:cTn>
                              </p:par>
                              <p:par>
                                <p:cTn id="1243" presetID="1" presetClass="entr" presetSubtype="0" fill="hold" nodeType="withEffect">
                                  <p:stCondLst>
                                    <p:cond delay="0"/>
                                  </p:stCondLst>
                                  <p:childTnLst>
                                    <p:set>
                                      <p:cBhvr>
                                        <p:cTn id="1244" dur="1" fill="hold">
                                          <p:stCondLst>
                                            <p:cond delay="0"/>
                                          </p:stCondLst>
                                        </p:cTn>
                                        <p:tgtEl>
                                          <p:spTgt spid="627"/>
                                        </p:tgtEl>
                                        <p:attrNameLst>
                                          <p:attrName>style.visibility</p:attrName>
                                        </p:attrNameLst>
                                      </p:cBhvr>
                                      <p:to>
                                        <p:strVal val="visible"/>
                                      </p:to>
                                    </p:set>
                                  </p:childTnLst>
                                </p:cTn>
                              </p:par>
                              <p:par>
                                <p:cTn id="1245" presetID="1" presetClass="entr" presetSubtype="0" fill="hold" nodeType="withEffect">
                                  <p:stCondLst>
                                    <p:cond delay="0"/>
                                  </p:stCondLst>
                                  <p:childTnLst>
                                    <p:set>
                                      <p:cBhvr>
                                        <p:cTn id="1246" dur="1" fill="hold">
                                          <p:stCondLst>
                                            <p:cond delay="0"/>
                                          </p:stCondLst>
                                        </p:cTn>
                                        <p:tgtEl>
                                          <p:spTgt spid="628"/>
                                        </p:tgtEl>
                                        <p:attrNameLst>
                                          <p:attrName>style.visibility</p:attrName>
                                        </p:attrNameLst>
                                      </p:cBhvr>
                                      <p:to>
                                        <p:strVal val="visible"/>
                                      </p:to>
                                    </p:set>
                                  </p:childTnLst>
                                </p:cTn>
                              </p:par>
                              <p:par>
                                <p:cTn id="1247" presetID="1" presetClass="entr" presetSubtype="0" fill="hold" nodeType="withEffect">
                                  <p:stCondLst>
                                    <p:cond delay="0"/>
                                  </p:stCondLst>
                                  <p:childTnLst>
                                    <p:set>
                                      <p:cBhvr>
                                        <p:cTn id="1248" dur="1" fill="hold">
                                          <p:stCondLst>
                                            <p:cond delay="0"/>
                                          </p:stCondLst>
                                        </p:cTn>
                                        <p:tgtEl>
                                          <p:spTgt spid="629"/>
                                        </p:tgtEl>
                                        <p:attrNameLst>
                                          <p:attrName>style.visibility</p:attrName>
                                        </p:attrNameLst>
                                      </p:cBhvr>
                                      <p:to>
                                        <p:strVal val="visible"/>
                                      </p:to>
                                    </p:set>
                                  </p:childTnLst>
                                </p:cTn>
                              </p:par>
                              <p:par>
                                <p:cTn id="1249" presetID="1" presetClass="entr" presetSubtype="0" fill="hold" nodeType="withEffect">
                                  <p:stCondLst>
                                    <p:cond delay="0"/>
                                  </p:stCondLst>
                                  <p:childTnLst>
                                    <p:set>
                                      <p:cBhvr>
                                        <p:cTn id="1250" dur="1" fill="hold">
                                          <p:stCondLst>
                                            <p:cond delay="0"/>
                                          </p:stCondLst>
                                        </p:cTn>
                                        <p:tgtEl>
                                          <p:spTgt spid="630"/>
                                        </p:tgtEl>
                                        <p:attrNameLst>
                                          <p:attrName>style.visibility</p:attrName>
                                        </p:attrNameLst>
                                      </p:cBhvr>
                                      <p:to>
                                        <p:strVal val="visible"/>
                                      </p:to>
                                    </p:set>
                                  </p:childTnLst>
                                </p:cTn>
                              </p:par>
                              <p:par>
                                <p:cTn id="1251" presetID="1" presetClass="entr" presetSubtype="0" fill="hold" nodeType="withEffect">
                                  <p:stCondLst>
                                    <p:cond delay="0"/>
                                  </p:stCondLst>
                                  <p:childTnLst>
                                    <p:set>
                                      <p:cBhvr>
                                        <p:cTn id="1252" dur="1" fill="hold">
                                          <p:stCondLst>
                                            <p:cond delay="0"/>
                                          </p:stCondLst>
                                        </p:cTn>
                                        <p:tgtEl>
                                          <p:spTgt spid="631"/>
                                        </p:tgtEl>
                                        <p:attrNameLst>
                                          <p:attrName>style.visibility</p:attrName>
                                        </p:attrNameLst>
                                      </p:cBhvr>
                                      <p:to>
                                        <p:strVal val="visible"/>
                                      </p:to>
                                    </p:set>
                                  </p:childTnLst>
                                </p:cTn>
                              </p:par>
                              <p:par>
                                <p:cTn id="1253" presetID="1" presetClass="entr" presetSubtype="0" fill="hold" nodeType="withEffect">
                                  <p:stCondLst>
                                    <p:cond delay="0"/>
                                  </p:stCondLst>
                                  <p:childTnLst>
                                    <p:set>
                                      <p:cBhvr>
                                        <p:cTn id="1254" dur="1" fill="hold">
                                          <p:stCondLst>
                                            <p:cond delay="0"/>
                                          </p:stCondLst>
                                        </p:cTn>
                                        <p:tgtEl>
                                          <p:spTgt spid="632"/>
                                        </p:tgtEl>
                                        <p:attrNameLst>
                                          <p:attrName>style.visibility</p:attrName>
                                        </p:attrNameLst>
                                      </p:cBhvr>
                                      <p:to>
                                        <p:strVal val="visible"/>
                                      </p:to>
                                    </p:set>
                                  </p:childTnLst>
                                </p:cTn>
                              </p:par>
                              <p:par>
                                <p:cTn id="1255" presetID="1" presetClass="entr" presetSubtype="0" fill="hold" nodeType="withEffect">
                                  <p:stCondLst>
                                    <p:cond delay="0"/>
                                  </p:stCondLst>
                                  <p:childTnLst>
                                    <p:set>
                                      <p:cBhvr>
                                        <p:cTn id="1256" dur="1" fill="hold">
                                          <p:stCondLst>
                                            <p:cond delay="0"/>
                                          </p:stCondLst>
                                        </p:cTn>
                                        <p:tgtEl>
                                          <p:spTgt spid="633"/>
                                        </p:tgtEl>
                                        <p:attrNameLst>
                                          <p:attrName>style.visibility</p:attrName>
                                        </p:attrNameLst>
                                      </p:cBhvr>
                                      <p:to>
                                        <p:strVal val="visible"/>
                                      </p:to>
                                    </p:set>
                                  </p:childTnLst>
                                </p:cTn>
                              </p:par>
                              <p:par>
                                <p:cTn id="1257" presetID="1" presetClass="entr" presetSubtype="0" fill="hold" nodeType="withEffect">
                                  <p:stCondLst>
                                    <p:cond delay="0"/>
                                  </p:stCondLst>
                                  <p:childTnLst>
                                    <p:set>
                                      <p:cBhvr>
                                        <p:cTn id="1258" dur="1" fill="hold">
                                          <p:stCondLst>
                                            <p:cond delay="0"/>
                                          </p:stCondLst>
                                        </p:cTn>
                                        <p:tgtEl>
                                          <p:spTgt spid="634"/>
                                        </p:tgtEl>
                                        <p:attrNameLst>
                                          <p:attrName>style.visibility</p:attrName>
                                        </p:attrNameLst>
                                      </p:cBhvr>
                                      <p:to>
                                        <p:strVal val="visible"/>
                                      </p:to>
                                    </p:set>
                                  </p:childTnLst>
                                </p:cTn>
                              </p:par>
                              <p:par>
                                <p:cTn id="1259" presetID="1" presetClass="entr" presetSubtype="0" fill="hold" nodeType="withEffect">
                                  <p:stCondLst>
                                    <p:cond delay="0"/>
                                  </p:stCondLst>
                                  <p:childTnLst>
                                    <p:set>
                                      <p:cBhvr>
                                        <p:cTn id="1260" dur="1" fill="hold">
                                          <p:stCondLst>
                                            <p:cond delay="0"/>
                                          </p:stCondLst>
                                        </p:cTn>
                                        <p:tgtEl>
                                          <p:spTgt spid="635"/>
                                        </p:tgtEl>
                                        <p:attrNameLst>
                                          <p:attrName>style.visibility</p:attrName>
                                        </p:attrNameLst>
                                      </p:cBhvr>
                                      <p:to>
                                        <p:strVal val="visible"/>
                                      </p:to>
                                    </p:set>
                                  </p:childTnLst>
                                </p:cTn>
                              </p:par>
                              <p:par>
                                <p:cTn id="1261" presetID="1" presetClass="entr" presetSubtype="0" fill="hold" nodeType="withEffect">
                                  <p:stCondLst>
                                    <p:cond delay="0"/>
                                  </p:stCondLst>
                                  <p:childTnLst>
                                    <p:set>
                                      <p:cBhvr>
                                        <p:cTn id="1262" dur="1" fill="hold">
                                          <p:stCondLst>
                                            <p:cond delay="0"/>
                                          </p:stCondLst>
                                        </p:cTn>
                                        <p:tgtEl>
                                          <p:spTgt spid="636"/>
                                        </p:tgtEl>
                                        <p:attrNameLst>
                                          <p:attrName>style.visibility</p:attrName>
                                        </p:attrNameLst>
                                      </p:cBhvr>
                                      <p:to>
                                        <p:strVal val="visible"/>
                                      </p:to>
                                    </p:set>
                                  </p:childTnLst>
                                </p:cTn>
                              </p:par>
                              <p:par>
                                <p:cTn id="1263" presetID="1" presetClass="entr" presetSubtype="0" fill="hold" nodeType="withEffect">
                                  <p:stCondLst>
                                    <p:cond delay="0"/>
                                  </p:stCondLst>
                                  <p:childTnLst>
                                    <p:set>
                                      <p:cBhvr>
                                        <p:cTn id="1264" dur="1" fill="hold">
                                          <p:stCondLst>
                                            <p:cond delay="0"/>
                                          </p:stCondLst>
                                        </p:cTn>
                                        <p:tgtEl>
                                          <p:spTgt spid="637"/>
                                        </p:tgtEl>
                                        <p:attrNameLst>
                                          <p:attrName>style.visibility</p:attrName>
                                        </p:attrNameLst>
                                      </p:cBhvr>
                                      <p:to>
                                        <p:strVal val="visible"/>
                                      </p:to>
                                    </p:set>
                                  </p:childTnLst>
                                </p:cTn>
                              </p:par>
                              <p:par>
                                <p:cTn id="1265" presetID="1" presetClass="entr" presetSubtype="0" fill="hold" nodeType="withEffect">
                                  <p:stCondLst>
                                    <p:cond delay="0"/>
                                  </p:stCondLst>
                                  <p:childTnLst>
                                    <p:set>
                                      <p:cBhvr>
                                        <p:cTn id="1266" dur="1" fill="hold">
                                          <p:stCondLst>
                                            <p:cond delay="0"/>
                                          </p:stCondLst>
                                        </p:cTn>
                                        <p:tgtEl>
                                          <p:spTgt spid="638"/>
                                        </p:tgtEl>
                                        <p:attrNameLst>
                                          <p:attrName>style.visibility</p:attrName>
                                        </p:attrNameLst>
                                      </p:cBhvr>
                                      <p:to>
                                        <p:strVal val="visible"/>
                                      </p:to>
                                    </p:set>
                                  </p:childTnLst>
                                </p:cTn>
                              </p:par>
                              <p:par>
                                <p:cTn id="1267" presetID="1" presetClass="entr" presetSubtype="0" fill="hold" nodeType="withEffect">
                                  <p:stCondLst>
                                    <p:cond delay="0"/>
                                  </p:stCondLst>
                                  <p:childTnLst>
                                    <p:set>
                                      <p:cBhvr>
                                        <p:cTn id="1268" dur="1" fill="hold">
                                          <p:stCondLst>
                                            <p:cond delay="0"/>
                                          </p:stCondLst>
                                        </p:cTn>
                                        <p:tgtEl>
                                          <p:spTgt spid="639"/>
                                        </p:tgtEl>
                                        <p:attrNameLst>
                                          <p:attrName>style.visibility</p:attrName>
                                        </p:attrNameLst>
                                      </p:cBhvr>
                                      <p:to>
                                        <p:strVal val="visible"/>
                                      </p:to>
                                    </p:set>
                                  </p:childTnLst>
                                </p:cTn>
                              </p:par>
                              <p:par>
                                <p:cTn id="1269" presetID="1" presetClass="entr" presetSubtype="0" fill="hold" nodeType="withEffect">
                                  <p:stCondLst>
                                    <p:cond delay="0"/>
                                  </p:stCondLst>
                                  <p:childTnLst>
                                    <p:set>
                                      <p:cBhvr>
                                        <p:cTn id="1270" dur="1" fill="hold">
                                          <p:stCondLst>
                                            <p:cond delay="0"/>
                                          </p:stCondLst>
                                        </p:cTn>
                                        <p:tgtEl>
                                          <p:spTgt spid="640"/>
                                        </p:tgtEl>
                                        <p:attrNameLst>
                                          <p:attrName>style.visibility</p:attrName>
                                        </p:attrNameLst>
                                      </p:cBhvr>
                                      <p:to>
                                        <p:strVal val="visible"/>
                                      </p:to>
                                    </p:set>
                                  </p:childTnLst>
                                </p:cTn>
                              </p:par>
                              <p:par>
                                <p:cTn id="1271" presetID="1" presetClass="entr" presetSubtype="0" fill="hold" nodeType="withEffect">
                                  <p:stCondLst>
                                    <p:cond delay="0"/>
                                  </p:stCondLst>
                                  <p:childTnLst>
                                    <p:set>
                                      <p:cBhvr>
                                        <p:cTn id="1272" dur="1" fill="hold">
                                          <p:stCondLst>
                                            <p:cond delay="0"/>
                                          </p:stCondLst>
                                        </p:cTn>
                                        <p:tgtEl>
                                          <p:spTgt spid="641"/>
                                        </p:tgtEl>
                                        <p:attrNameLst>
                                          <p:attrName>style.visibility</p:attrName>
                                        </p:attrNameLst>
                                      </p:cBhvr>
                                      <p:to>
                                        <p:strVal val="visible"/>
                                      </p:to>
                                    </p:set>
                                  </p:childTnLst>
                                </p:cTn>
                              </p:par>
                              <p:par>
                                <p:cTn id="1273" presetID="1" presetClass="entr" presetSubtype="0" fill="hold" nodeType="withEffect">
                                  <p:stCondLst>
                                    <p:cond delay="0"/>
                                  </p:stCondLst>
                                  <p:childTnLst>
                                    <p:set>
                                      <p:cBhvr>
                                        <p:cTn id="1274" dur="1" fill="hold">
                                          <p:stCondLst>
                                            <p:cond delay="0"/>
                                          </p:stCondLst>
                                        </p:cTn>
                                        <p:tgtEl>
                                          <p:spTgt spid="642"/>
                                        </p:tgtEl>
                                        <p:attrNameLst>
                                          <p:attrName>style.visibility</p:attrName>
                                        </p:attrNameLst>
                                      </p:cBhvr>
                                      <p:to>
                                        <p:strVal val="visible"/>
                                      </p:to>
                                    </p:set>
                                  </p:childTnLst>
                                </p:cTn>
                              </p:par>
                              <p:par>
                                <p:cTn id="1275" presetID="1" presetClass="entr" presetSubtype="0" fill="hold" nodeType="withEffect">
                                  <p:stCondLst>
                                    <p:cond delay="0"/>
                                  </p:stCondLst>
                                  <p:childTnLst>
                                    <p:set>
                                      <p:cBhvr>
                                        <p:cTn id="1276" dur="1" fill="hold">
                                          <p:stCondLst>
                                            <p:cond delay="0"/>
                                          </p:stCondLst>
                                        </p:cTn>
                                        <p:tgtEl>
                                          <p:spTgt spid="643"/>
                                        </p:tgtEl>
                                        <p:attrNameLst>
                                          <p:attrName>style.visibility</p:attrName>
                                        </p:attrNameLst>
                                      </p:cBhvr>
                                      <p:to>
                                        <p:strVal val="visible"/>
                                      </p:to>
                                    </p:set>
                                  </p:childTnLst>
                                </p:cTn>
                              </p:par>
                              <p:par>
                                <p:cTn id="1277" presetID="1" presetClass="entr" presetSubtype="0" fill="hold" nodeType="withEffect">
                                  <p:stCondLst>
                                    <p:cond delay="0"/>
                                  </p:stCondLst>
                                  <p:childTnLst>
                                    <p:set>
                                      <p:cBhvr>
                                        <p:cTn id="1278" dur="1" fill="hold">
                                          <p:stCondLst>
                                            <p:cond delay="0"/>
                                          </p:stCondLst>
                                        </p:cTn>
                                        <p:tgtEl>
                                          <p:spTgt spid="644"/>
                                        </p:tgtEl>
                                        <p:attrNameLst>
                                          <p:attrName>style.visibility</p:attrName>
                                        </p:attrNameLst>
                                      </p:cBhvr>
                                      <p:to>
                                        <p:strVal val="visible"/>
                                      </p:to>
                                    </p:set>
                                  </p:childTnLst>
                                </p:cTn>
                              </p:par>
                              <p:par>
                                <p:cTn id="1279" presetID="1" presetClass="entr" presetSubtype="0" fill="hold" nodeType="withEffect">
                                  <p:stCondLst>
                                    <p:cond delay="0"/>
                                  </p:stCondLst>
                                  <p:childTnLst>
                                    <p:set>
                                      <p:cBhvr>
                                        <p:cTn id="1280" dur="1" fill="hold">
                                          <p:stCondLst>
                                            <p:cond delay="0"/>
                                          </p:stCondLst>
                                        </p:cTn>
                                        <p:tgtEl>
                                          <p:spTgt spid="645"/>
                                        </p:tgtEl>
                                        <p:attrNameLst>
                                          <p:attrName>style.visibility</p:attrName>
                                        </p:attrNameLst>
                                      </p:cBhvr>
                                      <p:to>
                                        <p:strVal val="visible"/>
                                      </p:to>
                                    </p:set>
                                  </p:childTnLst>
                                </p:cTn>
                              </p:par>
                              <p:par>
                                <p:cTn id="1281" presetID="1" presetClass="entr" presetSubtype="0" fill="hold" nodeType="withEffect">
                                  <p:stCondLst>
                                    <p:cond delay="0"/>
                                  </p:stCondLst>
                                  <p:childTnLst>
                                    <p:set>
                                      <p:cBhvr>
                                        <p:cTn id="1282" dur="1" fill="hold">
                                          <p:stCondLst>
                                            <p:cond delay="0"/>
                                          </p:stCondLst>
                                        </p:cTn>
                                        <p:tgtEl>
                                          <p:spTgt spid="646"/>
                                        </p:tgtEl>
                                        <p:attrNameLst>
                                          <p:attrName>style.visibility</p:attrName>
                                        </p:attrNameLst>
                                      </p:cBhvr>
                                      <p:to>
                                        <p:strVal val="visible"/>
                                      </p:to>
                                    </p:set>
                                  </p:childTnLst>
                                </p:cTn>
                              </p:par>
                              <p:par>
                                <p:cTn id="1283" presetID="1" presetClass="entr" presetSubtype="0" fill="hold" nodeType="withEffect">
                                  <p:stCondLst>
                                    <p:cond delay="0"/>
                                  </p:stCondLst>
                                  <p:childTnLst>
                                    <p:set>
                                      <p:cBhvr>
                                        <p:cTn id="1284" dur="1" fill="hold">
                                          <p:stCondLst>
                                            <p:cond delay="0"/>
                                          </p:stCondLst>
                                        </p:cTn>
                                        <p:tgtEl>
                                          <p:spTgt spid="647"/>
                                        </p:tgtEl>
                                        <p:attrNameLst>
                                          <p:attrName>style.visibility</p:attrName>
                                        </p:attrNameLst>
                                      </p:cBhvr>
                                      <p:to>
                                        <p:strVal val="visible"/>
                                      </p:to>
                                    </p:set>
                                  </p:childTnLst>
                                </p:cTn>
                              </p:par>
                              <p:par>
                                <p:cTn id="1285" presetID="1" presetClass="entr" presetSubtype="0" fill="hold" nodeType="withEffect">
                                  <p:stCondLst>
                                    <p:cond delay="0"/>
                                  </p:stCondLst>
                                  <p:childTnLst>
                                    <p:set>
                                      <p:cBhvr>
                                        <p:cTn id="1286" dur="1" fill="hold">
                                          <p:stCondLst>
                                            <p:cond delay="0"/>
                                          </p:stCondLst>
                                        </p:cTn>
                                        <p:tgtEl>
                                          <p:spTgt spid="648"/>
                                        </p:tgtEl>
                                        <p:attrNameLst>
                                          <p:attrName>style.visibility</p:attrName>
                                        </p:attrNameLst>
                                      </p:cBhvr>
                                      <p:to>
                                        <p:strVal val="visible"/>
                                      </p:to>
                                    </p:set>
                                  </p:childTnLst>
                                </p:cTn>
                              </p:par>
                              <p:par>
                                <p:cTn id="1287" presetID="1" presetClass="entr" presetSubtype="0" fill="hold" nodeType="withEffect">
                                  <p:stCondLst>
                                    <p:cond delay="0"/>
                                  </p:stCondLst>
                                  <p:childTnLst>
                                    <p:set>
                                      <p:cBhvr>
                                        <p:cTn id="1288" dur="1" fill="hold">
                                          <p:stCondLst>
                                            <p:cond delay="0"/>
                                          </p:stCondLst>
                                        </p:cTn>
                                        <p:tgtEl>
                                          <p:spTgt spid="649"/>
                                        </p:tgtEl>
                                        <p:attrNameLst>
                                          <p:attrName>style.visibility</p:attrName>
                                        </p:attrNameLst>
                                      </p:cBhvr>
                                      <p:to>
                                        <p:strVal val="visible"/>
                                      </p:to>
                                    </p:set>
                                  </p:childTnLst>
                                </p:cTn>
                              </p:par>
                              <p:par>
                                <p:cTn id="1289" presetID="1" presetClass="entr" presetSubtype="0" fill="hold" nodeType="withEffect">
                                  <p:stCondLst>
                                    <p:cond delay="0"/>
                                  </p:stCondLst>
                                  <p:childTnLst>
                                    <p:set>
                                      <p:cBhvr>
                                        <p:cTn id="1290" dur="1" fill="hold">
                                          <p:stCondLst>
                                            <p:cond delay="0"/>
                                          </p:stCondLst>
                                        </p:cTn>
                                        <p:tgtEl>
                                          <p:spTgt spid="650"/>
                                        </p:tgtEl>
                                        <p:attrNameLst>
                                          <p:attrName>style.visibility</p:attrName>
                                        </p:attrNameLst>
                                      </p:cBhvr>
                                      <p:to>
                                        <p:strVal val="visible"/>
                                      </p:to>
                                    </p:set>
                                  </p:childTnLst>
                                </p:cTn>
                              </p:par>
                              <p:par>
                                <p:cTn id="1291" presetID="1" presetClass="entr" presetSubtype="0" fill="hold" nodeType="withEffect">
                                  <p:stCondLst>
                                    <p:cond delay="0"/>
                                  </p:stCondLst>
                                  <p:childTnLst>
                                    <p:set>
                                      <p:cBhvr>
                                        <p:cTn id="1292" dur="1" fill="hold">
                                          <p:stCondLst>
                                            <p:cond delay="0"/>
                                          </p:stCondLst>
                                        </p:cTn>
                                        <p:tgtEl>
                                          <p:spTgt spid="651"/>
                                        </p:tgtEl>
                                        <p:attrNameLst>
                                          <p:attrName>style.visibility</p:attrName>
                                        </p:attrNameLst>
                                      </p:cBhvr>
                                      <p:to>
                                        <p:strVal val="visible"/>
                                      </p:to>
                                    </p:set>
                                  </p:childTnLst>
                                </p:cTn>
                              </p:par>
                              <p:par>
                                <p:cTn id="1293" presetID="1" presetClass="entr" presetSubtype="0" fill="hold" nodeType="withEffect">
                                  <p:stCondLst>
                                    <p:cond delay="0"/>
                                  </p:stCondLst>
                                  <p:childTnLst>
                                    <p:set>
                                      <p:cBhvr>
                                        <p:cTn id="1294" dur="1" fill="hold">
                                          <p:stCondLst>
                                            <p:cond delay="0"/>
                                          </p:stCondLst>
                                        </p:cTn>
                                        <p:tgtEl>
                                          <p:spTgt spid="652"/>
                                        </p:tgtEl>
                                        <p:attrNameLst>
                                          <p:attrName>style.visibility</p:attrName>
                                        </p:attrNameLst>
                                      </p:cBhvr>
                                      <p:to>
                                        <p:strVal val="visible"/>
                                      </p:to>
                                    </p:set>
                                  </p:childTnLst>
                                </p:cTn>
                              </p:par>
                              <p:par>
                                <p:cTn id="1295" presetID="1" presetClass="entr" presetSubtype="0" fill="hold" nodeType="withEffect">
                                  <p:stCondLst>
                                    <p:cond delay="0"/>
                                  </p:stCondLst>
                                  <p:childTnLst>
                                    <p:set>
                                      <p:cBhvr>
                                        <p:cTn id="1296" dur="1" fill="hold">
                                          <p:stCondLst>
                                            <p:cond delay="0"/>
                                          </p:stCondLst>
                                        </p:cTn>
                                        <p:tgtEl>
                                          <p:spTgt spid="653"/>
                                        </p:tgtEl>
                                        <p:attrNameLst>
                                          <p:attrName>style.visibility</p:attrName>
                                        </p:attrNameLst>
                                      </p:cBhvr>
                                      <p:to>
                                        <p:strVal val="visible"/>
                                      </p:to>
                                    </p:set>
                                  </p:childTnLst>
                                </p:cTn>
                              </p:par>
                              <p:par>
                                <p:cTn id="1297" presetID="1" presetClass="entr" presetSubtype="0" fill="hold" nodeType="withEffect">
                                  <p:stCondLst>
                                    <p:cond delay="0"/>
                                  </p:stCondLst>
                                  <p:childTnLst>
                                    <p:set>
                                      <p:cBhvr>
                                        <p:cTn id="1298" dur="1" fill="hold">
                                          <p:stCondLst>
                                            <p:cond delay="0"/>
                                          </p:stCondLst>
                                        </p:cTn>
                                        <p:tgtEl>
                                          <p:spTgt spid="654"/>
                                        </p:tgtEl>
                                        <p:attrNameLst>
                                          <p:attrName>style.visibility</p:attrName>
                                        </p:attrNameLst>
                                      </p:cBhvr>
                                      <p:to>
                                        <p:strVal val="visible"/>
                                      </p:to>
                                    </p:set>
                                  </p:childTnLst>
                                </p:cTn>
                              </p:par>
                              <p:par>
                                <p:cTn id="1299" presetID="1" presetClass="entr" presetSubtype="0" fill="hold" nodeType="withEffect">
                                  <p:stCondLst>
                                    <p:cond delay="0"/>
                                  </p:stCondLst>
                                  <p:childTnLst>
                                    <p:set>
                                      <p:cBhvr>
                                        <p:cTn id="1300" dur="1" fill="hold">
                                          <p:stCondLst>
                                            <p:cond delay="0"/>
                                          </p:stCondLst>
                                        </p:cTn>
                                        <p:tgtEl>
                                          <p:spTgt spid="655"/>
                                        </p:tgtEl>
                                        <p:attrNameLst>
                                          <p:attrName>style.visibility</p:attrName>
                                        </p:attrNameLst>
                                      </p:cBhvr>
                                      <p:to>
                                        <p:strVal val="visible"/>
                                      </p:to>
                                    </p:set>
                                  </p:childTnLst>
                                </p:cTn>
                              </p:par>
                              <p:par>
                                <p:cTn id="1301" presetID="1" presetClass="entr" presetSubtype="0" fill="hold" nodeType="withEffect">
                                  <p:stCondLst>
                                    <p:cond delay="0"/>
                                  </p:stCondLst>
                                  <p:childTnLst>
                                    <p:set>
                                      <p:cBhvr>
                                        <p:cTn id="1302" dur="1" fill="hold">
                                          <p:stCondLst>
                                            <p:cond delay="0"/>
                                          </p:stCondLst>
                                        </p:cTn>
                                        <p:tgtEl>
                                          <p:spTgt spid="656"/>
                                        </p:tgtEl>
                                        <p:attrNameLst>
                                          <p:attrName>style.visibility</p:attrName>
                                        </p:attrNameLst>
                                      </p:cBhvr>
                                      <p:to>
                                        <p:strVal val="visible"/>
                                      </p:to>
                                    </p:set>
                                  </p:childTnLst>
                                </p:cTn>
                              </p:par>
                              <p:par>
                                <p:cTn id="1303" presetID="1" presetClass="entr" presetSubtype="0" fill="hold" nodeType="withEffect">
                                  <p:stCondLst>
                                    <p:cond delay="0"/>
                                  </p:stCondLst>
                                  <p:childTnLst>
                                    <p:set>
                                      <p:cBhvr>
                                        <p:cTn id="1304" dur="1" fill="hold">
                                          <p:stCondLst>
                                            <p:cond delay="0"/>
                                          </p:stCondLst>
                                        </p:cTn>
                                        <p:tgtEl>
                                          <p:spTgt spid="657"/>
                                        </p:tgtEl>
                                        <p:attrNameLst>
                                          <p:attrName>style.visibility</p:attrName>
                                        </p:attrNameLst>
                                      </p:cBhvr>
                                      <p:to>
                                        <p:strVal val="visible"/>
                                      </p:to>
                                    </p:set>
                                  </p:childTnLst>
                                </p:cTn>
                              </p:par>
                              <p:par>
                                <p:cTn id="1305" presetID="1" presetClass="entr" presetSubtype="0" fill="hold" nodeType="withEffect">
                                  <p:stCondLst>
                                    <p:cond delay="0"/>
                                  </p:stCondLst>
                                  <p:childTnLst>
                                    <p:set>
                                      <p:cBhvr>
                                        <p:cTn id="1306" dur="1" fill="hold">
                                          <p:stCondLst>
                                            <p:cond delay="0"/>
                                          </p:stCondLst>
                                        </p:cTn>
                                        <p:tgtEl>
                                          <p:spTgt spid="658"/>
                                        </p:tgtEl>
                                        <p:attrNameLst>
                                          <p:attrName>style.visibility</p:attrName>
                                        </p:attrNameLst>
                                      </p:cBhvr>
                                      <p:to>
                                        <p:strVal val="visible"/>
                                      </p:to>
                                    </p:set>
                                  </p:childTnLst>
                                </p:cTn>
                              </p:par>
                              <p:par>
                                <p:cTn id="1307" presetID="1" presetClass="entr" presetSubtype="0" fill="hold" nodeType="withEffect">
                                  <p:stCondLst>
                                    <p:cond delay="0"/>
                                  </p:stCondLst>
                                  <p:childTnLst>
                                    <p:set>
                                      <p:cBhvr>
                                        <p:cTn id="1308" dur="1" fill="hold">
                                          <p:stCondLst>
                                            <p:cond delay="0"/>
                                          </p:stCondLst>
                                        </p:cTn>
                                        <p:tgtEl>
                                          <p:spTgt spid="659"/>
                                        </p:tgtEl>
                                        <p:attrNameLst>
                                          <p:attrName>style.visibility</p:attrName>
                                        </p:attrNameLst>
                                      </p:cBhvr>
                                      <p:to>
                                        <p:strVal val="visible"/>
                                      </p:to>
                                    </p:set>
                                  </p:childTnLst>
                                </p:cTn>
                              </p:par>
                              <p:par>
                                <p:cTn id="1309" presetID="1" presetClass="entr" presetSubtype="0" fill="hold" nodeType="withEffect">
                                  <p:stCondLst>
                                    <p:cond delay="0"/>
                                  </p:stCondLst>
                                  <p:childTnLst>
                                    <p:set>
                                      <p:cBhvr>
                                        <p:cTn id="1310" dur="1" fill="hold">
                                          <p:stCondLst>
                                            <p:cond delay="0"/>
                                          </p:stCondLst>
                                        </p:cTn>
                                        <p:tgtEl>
                                          <p:spTgt spid="660"/>
                                        </p:tgtEl>
                                        <p:attrNameLst>
                                          <p:attrName>style.visibility</p:attrName>
                                        </p:attrNameLst>
                                      </p:cBhvr>
                                      <p:to>
                                        <p:strVal val="visible"/>
                                      </p:to>
                                    </p:set>
                                  </p:childTnLst>
                                </p:cTn>
                              </p:par>
                              <p:par>
                                <p:cTn id="1311" presetID="1" presetClass="entr" presetSubtype="0" fill="hold" nodeType="withEffect">
                                  <p:stCondLst>
                                    <p:cond delay="0"/>
                                  </p:stCondLst>
                                  <p:childTnLst>
                                    <p:set>
                                      <p:cBhvr>
                                        <p:cTn id="1312" dur="1" fill="hold">
                                          <p:stCondLst>
                                            <p:cond delay="0"/>
                                          </p:stCondLst>
                                        </p:cTn>
                                        <p:tgtEl>
                                          <p:spTgt spid="661"/>
                                        </p:tgtEl>
                                        <p:attrNameLst>
                                          <p:attrName>style.visibility</p:attrName>
                                        </p:attrNameLst>
                                      </p:cBhvr>
                                      <p:to>
                                        <p:strVal val="visible"/>
                                      </p:to>
                                    </p:set>
                                  </p:childTnLst>
                                </p:cTn>
                              </p:par>
                              <p:par>
                                <p:cTn id="1313" presetID="1" presetClass="entr" presetSubtype="0" fill="hold" nodeType="withEffect">
                                  <p:stCondLst>
                                    <p:cond delay="0"/>
                                  </p:stCondLst>
                                  <p:childTnLst>
                                    <p:set>
                                      <p:cBhvr>
                                        <p:cTn id="1314" dur="1" fill="hold">
                                          <p:stCondLst>
                                            <p:cond delay="0"/>
                                          </p:stCondLst>
                                        </p:cTn>
                                        <p:tgtEl>
                                          <p:spTgt spid="662"/>
                                        </p:tgtEl>
                                        <p:attrNameLst>
                                          <p:attrName>style.visibility</p:attrName>
                                        </p:attrNameLst>
                                      </p:cBhvr>
                                      <p:to>
                                        <p:strVal val="visible"/>
                                      </p:to>
                                    </p:set>
                                  </p:childTnLst>
                                </p:cTn>
                              </p:par>
                              <p:par>
                                <p:cTn id="1315" presetID="1" presetClass="entr" presetSubtype="0" fill="hold" nodeType="withEffect">
                                  <p:stCondLst>
                                    <p:cond delay="0"/>
                                  </p:stCondLst>
                                  <p:childTnLst>
                                    <p:set>
                                      <p:cBhvr>
                                        <p:cTn id="1316" dur="1" fill="hold">
                                          <p:stCondLst>
                                            <p:cond delay="0"/>
                                          </p:stCondLst>
                                        </p:cTn>
                                        <p:tgtEl>
                                          <p:spTgt spid="663"/>
                                        </p:tgtEl>
                                        <p:attrNameLst>
                                          <p:attrName>style.visibility</p:attrName>
                                        </p:attrNameLst>
                                      </p:cBhvr>
                                      <p:to>
                                        <p:strVal val="visible"/>
                                      </p:to>
                                    </p:set>
                                  </p:childTnLst>
                                </p:cTn>
                              </p:par>
                              <p:par>
                                <p:cTn id="1317" presetID="1" presetClass="entr" presetSubtype="0" fill="hold" nodeType="withEffect">
                                  <p:stCondLst>
                                    <p:cond delay="0"/>
                                  </p:stCondLst>
                                  <p:childTnLst>
                                    <p:set>
                                      <p:cBhvr>
                                        <p:cTn id="1318" dur="1" fill="hold">
                                          <p:stCondLst>
                                            <p:cond delay="0"/>
                                          </p:stCondLst>
                                        </p:cTn>
                                        <p:tgtEl>
                                          <p:spTgt spid="664"/>
                                        </p:tgtEl>
                                        <p:attrNameLst>
                                          <p:attrName>style.visibility</p:attrName>
                                        </p:attrNameLst>
                                      </p:cBhvr>
                                      <p:to>
                                        <p:strVal val="visible"/>
                                      </p:to>
                                    </p:set>
                                  </p:childTnLst>
                                </p:cTn>
                              </p:par>
                              <p:par>
                                <p:cTn id="1319" presetID="1" presetClass="entr" presetSubtype="0" fill="hold" nodeType="withEffect">
                                  <p:stCondLst>
                                    <p:cond delay="0"/>
                                  </p:stCondLst>
                                  <p:childTnLst>
                                    <p:set>
                                      <p:cBhvr>
                                        <p:cTn id="1320" dur="1" fill="hold">
                                          <p:stCondLst>
                                            <p:cond delay="0"/>
                                          </p:stCondLst>
                                        </p:cTn>
                                        <p:tgtEl>
                                          <p:spTgt spid="665"/>
                                        </p:tgtEl>
                                        <p:attrNameLst>
                                          <p:attrName>style.visibility</p:attrName>
                                        </p:attrNameLst>
                                      </p:cBhvr>
                                      <p:to>
                                        <p:strVal val="visible"/>
                                      </p:to>
                                    </p:set>
                                  </p:childTnLst>
                                </p:cTn>
                              </p:par>
                              <p:par>
                                <p:cTn id="1321" presetID="1" presetClass="entr" presetSubtype="0" fill="hold" nodeType="withEffect">
                                  <p:stCondLst>
                                    <p:cond delay="0"/>
                                  </p:stCondLst>
                                  <p:childTnLst>
                                    <p:set>
                                      <p:cBhvr>
                                        <p:cTn id="1322" dur="1" fill="hold">
                                          <p:stCondLst>
                                            <p:cond delay="0"/>
                                          </p:stCondLst>
                                        </p:cTn>
                                        <p:tgtEl>
                                          <p:spTgt spid="666"/>
                                        </p:tgtEl>
                                        <p:attrNameLst>
                                          <p:attrName>style.visibility</p:attrName>
                                        </p:attrNameLst>
                                      </p:cBhvr>
                                      <p:to>
                                        <p:strVal val="visible"/>
                                      </p:to>
                                    </p:set>
                                  </p:childTnLst>
                                </p:cTn>
                              </p:par>
                              <p:par>
                                <p:cTn id="1323" presetID="1" presetClass="entr" presetSubtype="0" fill="hold" nodeType="withEffect">
                                  <p:stCondLst>
                                    <p:cond delay="0"/>
                                  </p:stCondLst>
                                  <p:childTnLst>
                                    <p:set>
                                      <p:cBhvr>
                                        <p:cTn id="1324" dur="1" fill="hold">
                                          <p:stCondLst>
                                            <p:cond delay="0"/>
                                          </p:stCondLst>
                                        </p:cTn>
                                        <p:tgtEl>
                                          <p:spTgt spid="667"/>
                                        </p:tgtEl>
                                        <p:attrNameLst>
                                          <p:attrName>style.visibility</p:attrName>
                                        </p:attrNameLst>
                                      </p:cBhvr>
                                      <p:to>
                                        <p:strVal val="visible"/>
                                      </p:to>
                                    </p:set>
                                  </p:childTnLst>
                                </p:cTn>
                              </p:par>
                              <p:par>
                                <p:cTn id="1325" presetID="1" presetClass="entr" presetSubtype="0" fill="hold" nodeType="withEffect">
                                  <p:stCondLst>
                                    <p:cond delay="0"/>
                                  </p:stCondLst>
                                  <p:childTnLst>
                                    <p:set>
                                      <p:cBhvr>
                                        <p:cTn id="1326" dur="1" fill="hold">
                                          <p:stCondLst>
                                            <p:cond delay="0"/>
                                          </p:stCondLst>
                                        </p:cTn>
                                        <p:tgtEl>
                                          <p:spTgt spid="668"/>
                                        </p:tgtEl>
                                        <p:attrNameLst>
                                          <p:attrName>style.visibility</p:attrName>
                                        </p:attrNameLst>
                                      </p:cBhvr>
                                      <p:to>
                                        <p:strVal val="visible"/>
                                      </p:to>
                                    </p:set>
                                  </p:childTnLst>
                                </p:cTn>
                              </p:par>
                              <p:par>
                                <p:cTn id="1327" presetID="1" presetClass="entr" presetSubtype="0" fill="hold" nodeType="withEffect">
                                  <p:stCondLst>
                                    <p:cond delay="0"/>
                                  </p:stCondLst>
                                  <p:childTnLst>
                                    <p:set>
                                      <p:cBhvr>
                                        <p:cTn id="1328" dur="1" fill="hold">
                                          <p:stCondLst>
                                            <p:cond delay="0"/>
                                          </p:stCondLst>
                                        </p:cTn>
                                        <p:tgtEl>
                                          <p:spTgt spid="669"/>
                                        </p:tgtEl>
                                        <p:attrNameLst>
                                          <p:attrName>style.visibility</p:attrName>
                                        </p:attrNameLst>
                                      </p:cBhvr>
                                      <p:to>
                                        <p:strVal val="visible"/>
                                      </p:to>
                                    </p:set>
                                  </p:childTnLst>
                                </p:cTn>
                              </p:par>
                              <p:par>
                                <p:cTn id="1329" presetID="1" presetClass="entr" presetSubtype="0" fill="hold" nodeType="withEffect">
                                  <p:stCondLst>
                                    <p:cond delay="0"/>
                                  </p:stCondLst>
                                  <p:childTnLst>
                                    <p:set>
                                      <p:cBhvr>
                                        <p:cTn id="1330" dur="1" fill="hold">
                                          <p:stCondLst>
                                            <p:cond delay="0"/>
                                          </p:stCondLst>
                                        </p:cTn>
                                        <p:tgtEl>
                                          <p:spTgt spid="670"/>
                                        </p:tgtEl>
                                        <p:attrNameLst>
                                          <p:attrName>style.visibility</p:attrName>
                                        </p:attrNameLst>
                                      </p:cBhvr>
                                      <p:to>
                                        <p:strVal val="visible"/>
                                      </p:to>
                                    </p:set>
                                  </p:childTnLst>
                                </p:cTn>
                              </p:par>
                              <p:par>
                                <p:cTn id="1331" presetID="1" presetClass="entr" presetSubtype="0" fill="hold" nodeType="withEffect">
                                  <p:stCondLst>
                                    <p:cond delay="0"/>
                                  </p:stCondLst>
                                  <p:childTnLst>
                                    <p:set>
                                      <p:cBhvr>
                                        <p:cTn id="1332" dur="1" fill="hold">
                                          <p:stCondLst>
                                            <p:cond delay="0"/>
                                          </p:stCondLst>
                                        </p:cTn>
                                        <p:tgtEl>
                                          <p:spTgt spid="671"/>
                                        </p:tgtEl>
                                        <p:attrNameLst>
                                          <p:attrName>style.visibility</p:attrName>
                                        </p:attrNameLst>
                                      </p:cBhvr>
                                      <p:to>
                                        <p:strVal val="visible"/>
                                      </p:to>
                                    </p:set>
                                  </p:childTnLst>
                                </p:cTn>
                              </p:par>
                              <p:par>
                                <p:cTn id="1333" presetID="1" presetClass="entr" presetSubtype="0" fill="hold" nodeType="withEffect">
                                  <p:stCondLst>
                                    <p:cond delay="0"/>
                                  </p:stCondLst>
                                  <p:childTnLst>
                                    <p:set>
                                      <p:cBhvr>
                                        <p:cTn id="1334" dur="1" fill="hold">
                                          <p:stCondLst>
                                            <p:cond delay="0"/>
                                          </p:stCondLst>
                                        </p:cTn>
                                        <p:tgtEl>
                                          <p:spTgt spid="672"/>
                                        </p:tgtEl>
                                        <p:attrNameLst>
                                          <p:attrName>style.visibility</p:attrName>
                                        </p:attrNameLst>
                                      </p:cBhvr>
                                      <p:to>
                                        <p:strVal val="visible"/>
                                      </p:to>
                                    </p:set>
                                  </p:childTnLst>
                                </p:cTn>
                              </p:par>
                              <p:par>
                                <p:cTn id="1335" presetID="1" presetClass="entr" presetSubtype="0" fill="hold" nodeType="withEffect">
                                  <p:stCondLst>
                                    <p:cond delay="0"/>
                                  </p:stCondLst>
                                  <p:childTnLst>
                                    <p:set>
                                      <p:cBhvr>
                                        <p:cTn id="1336" dur="1" fill="hold">
                                          <p:stCondLst>
                                            <p:cond delay="0"/>
                                          </p:stCondLst>
                                        </p:cTn>
                                        <p:tgtEl>
                                          <p:spTgt spid="673"/>
                                        </p:tgtEl>
                                        <p:attrNameLst>
                                          <p:attrName>style.visibility</p:attrName>
                                        </p:attrNameLst>
                                      </p:cBhvr>
                                      <p:to>
                                        <p:strVal val="visible"/>
                                      </p:to>
                                    </p:set>
                                  </p:childTnLst>
                                </p:cTn>
                              </p:par>
                              <p:par>
                                <p:cTn id="1337" presetID="1" presetClass="entr" presetSubtype="0" fill="hold" nodeType="withEffect">
                                  <p:stCondLst>
                                    <p:cond delay="0"/>
                                  </p:stCondLst>
                                  <p:childTnLst>
                                    <p:set>
                                      <p:cBhvr>
                                        <p:cTn id="1338" dur="1" fill="hold">
                                          <p:stCondLst>
                                            <p:cond delay="0"/>
                                          </p:stCondLst>
                                        </p:cTn>
                                        <p:tgtEl>
                                          <p:spTgt spid="674"/>
                                        </p:tgtEl>
                                        <p:attrNameLst>
                                          <p:attrName>style.visibility</p:attrName>
                                        </p:attrNameLst>
                                      </p:cBhvr>
                                      <p:to>
                                        <p:strVal val="visible"/>
                                      </p:to>
                                    </p:set>
                                  </p:childTnLst>
                                </p:cTn>
                              </p:par>
                              <p:par>
                                <p:cTn id="1339" presetID="1" presetClass="entr" presetSubtype="0" fill="hold" nodeType="withEffect">
                                  <p:stCondLst>
                                    <p:cond delay="0"/>
                                  </p:stCondLst>
                                  <p:childTnLst>
                                    <p:set>
                                      <p:cBhvr>
                                        <p:cTn id="1340" dur="1" fill="hold">
                                          <p:stCondLst>
                                            <p:cond delay="0"/>
                                          </p:stCondLst>
                                        </p:cTn>
                                        <p:tgtEl>
                                          <p:spTgt spid="675"/>
                                        </p:tgtEl>
                                        <p:attrNameLst>
                                          <p:attrName>style.visibility</p:attrName>
                                        </p:attrNameLst>
                                      </p:cBhvr>
                                      <p:to>
                                        <p:strVal val="visible"/>
                                      </p:to>
                                    </p:set>
                                  </p:childTnLst>
                                </p:cTn>
                              </p:par>
                              <p:par>
                                <p:cTn id="1341" presetID="1" presetClass="entr" presetSubtype="0" fill="hold" nodeType="withEffect">
                                  <p:stCondLst>
                                    <p:cond delay="0"/>
                                  </p:stCondLst>
                                  <p:childTnLst>
                                    <p:set>
                                      <p:cBhvr>
                                        <p:cTn id="1342" dur="1" fill="hold">
                                          <p:stCondLst>
                                            <p:cond delay="0"/>
                                          </p:stCondLst>
                                        </p:cTn>
                                        <p:tgtEl>
                                          <p:spTgt spid="676"/>
                                        </p:tgtEl>
                                        <p:attrNameLst>
                                          <p:attrName>style.visibility</p:attrName>
                                        </p:attrNameLst>
                                      </p:cBhvr>
                                      <p:to>
                                        <p:strVal val="visible"/>
                                      </p:to>
                                    </p:set>
                                  </p:childTnLst>
                                </p:cTn>
                              </p:par>
                              <p:par>
                                <p:cTn id="1343" presetID="1" presetClass="entr" presetSubtype="0" fill="hold" nodeType="withEffect">
                                  <p:stCondLst>
                                    <p:cond delay="0"/>
                                  </p:stCondLst>
                                  <p:childTnLst>
                                    <p:set>
                                      <p:cBhvr>
                                        <p:cTn id="1344" dur="1" fill="hold">
                                          <p:stCondLst>
                                            <p:cond delay="0"/>
                                          </p:stCondLst>
                                        </p:cTn>
                                        <p:tgtEl>
                                          <p:spTgt spid="677"/>
                                        </p:tgtEl>
                                        <p:attrNameLst>
                                          <p:attrName>style.visibility</p:attrName>
                                        </p:attrNameLst>
                                      </p:cBhvr>
                                      <p:to>
                                        <p:strVal val="visible"/>
                                      </p:to>
                                    </p:set>
                                  </p:childTnLst>
                                </p:cTn>
                              </p:par>
                              <p:par>
                                <p:cTn id="1345" presetID="1" presetClass="entr" presetSubtype="0" fill="hold" nodeType="withEffect">
                                  <p:stCondLst>
                                    <p:cond delay="0"/>
                                  </p:stCondLst>
                                  <p:childTnLst>
                                    <p:set>
                                      <p:cBhvr>
                                        <p:cTn id="1346" dur="1" fill="hold">
                                          <p:stCondLst>
                                            <p:cond delay="0"/>
                                          </p:stCondLst>
                                        </p:cTn>
                                        <p:tgtEl>
                                          <p:spTgt spid="678"/>
                                        </p:tgtEl>
                                        <p:attrNameLst>
                                          <p:attrName>style.visibility</p:attrName>
                                        </p:attrNameLst>
                                      </p:cBhvr>
                                      <p:to>
                                        <p:strVal val="visible"/>
                                      </p:to>
                                    </p:set>
                                  </p:childTnLst>
                                </p:cTn>
                              </p:par>
                              <p:par>
                                <p:cTn id="1347" presetID="1" presetClass="entr" presetSubtype="0" fill="hold" nodeType="withEffect">
                                  <p:stCondLst>
                                    <p:cond delay="0"/>
                                  </p:stCondLst>
                                  <p:childTnLst>
                                    <p:set>
                                      <p:cBhvr>
                                        <p:cTn id="1348" dur="1" fill="hold">
                                          <p:stCondLst>
                                            <p:cond delay="0"/>
                                          </p:stCondLst>
                                        </p:cTn>
                                        <p:tgtEl>
                                          <p:spTgt spid="679"/>
                                        </p:tgtEl>
                                        <p:attrNameLst>
                                          <p:attrName>style.visibility</p:attrName>
                                        </p:attrNameLst>
                                      </p:cBhvr>
                                      <p:to>
                                        <p:strVal val="visible"/>
                                      </p:to>
                                    </p:set>
                                  </p:childTnLst>
                                </p:cTn>
                              </p:par>
                              <p:par>
                                <p:cTn id="1349" presetID="1" presetClass="entr" presetSubtype="0" fill="hold" nodeType="withEffect">
                                  <p:stCondLst>
                                    <p:cond delay="0"/>
                                  </p:stCondLst>
                                  <p:childTnLst>
                                    <p:set>
                                      <p:cBhvr>
                                        <p:cTn id="1350" dur="1" fill="hold">
                                          <p:stCondLst>
                                            <p:cond delay="0"/>
                                          </p:stCondLst>
                                        </p:cTn>
                                        <p:tgtEl>
                                          <p:spTgt spid="680"/>
                                        </p:tgtEl>
                                        <p:attrNameLst>
                                          <p:attrName>style.visibility</p:attrName>
                                        </p:attrNameLst>
                                      </p:cBhvr>
                                      <p:to>
                                        <p:strVal val="visible"/>
                                      </p:to>
                                    </p:set>
                                  </p:childTnLst>
                                </p:cTn>
                              </p:par>
                              <p:par>
                                <p:cTn id="1351" presetID="1" presetClass="entr" presetSubtype="0" fill="hold" nodeType="withEffect">
                                  <p:stCondLst>
                                    <p:cond delay="0"/>
                                  </p:stCondLst>
                                  <p:childTnLst>
                                    <p:set>
                                      <p:cBhvr>
                                        <p:cTn id="1352" dur="1" fill="hold">
                                          <p:stCondLst>
                                            <p:cond delay="0"/>
                                          </p:stCondLst>
                                        </p:cTn>
                                        <p:tgtEl>
                                          <p:spTgt spid="681"/>
                                        </p:tgtEl>
                                        <p:attrNameLst>
                                          <p:attrName>style.visibility</p:attrName>
                                        </p:attrNameLst>
                                      </p:cBhvr>
                                      <p:to>
                                        <p:strVal val="visible"/>
                                      </p:to>
                                    </p:set>
                                  </p:childTnLst>
                                </p:cTn>
                              </p:par>
                              <p:par>
                                <p:cTn id="1353" presetID="1" presetClass="entr" presetSubtype="0" fill="hold" nodeType="withEffect">
                                  <p:stCondLst>
                                    <p:cond delay="0"/>
                                  </p:stCondLst>
                                  <p:childTnLst>
                                    <p:set>
                                      <p:cBhvr>
                                        <p:cTn id="1354" dur="1" fill="hold">
                                          <p:stCondLst>
                                            <p:cond delay="0"/>
                                          </p:stCondLst>
                                        </p:cTn>
                                        <p:tgtEl>
                                          <p:spTgt spid="682"/>
                                        </p:tgtEl>
                                        <p:attrNameLst>
                                          <p:attrName>style.visibility</p:attrName>
                                        </p:attrNameLst>
                                      </p:cBhvr>
                                      <p:to>
                                        <p:strVal val="visible"/>
                                      </p:to>
                                    </p:set>
                                  </p:childTnLst>
                                </p:cTn>
                              </p:par>
                              <p:par>
                                <p:cTn id="1355" presetID="1" presetClass="entr" presetSubtype="0" fill="hold" nodeType="withEffect">
                                  <p:stCondLst>
                                    <p:cond delay="0"/>
                                  </p:stCondLst>
                                  <p:childTnLst>
                                    <p:set>
                                      <p:cBhvr>
                                        <p:cTn id="1356" dur="1" fill="hold">
                                          <p:stCondLst>
                                            <p:cond delay="0"/>
                                          </p:stCondLst>
                                        </p:cTn>
                                        <p:tgtEl>
                                          <p:spTgt spid="683"/>
                                        </p:tgtEl>
                                        <p:attrNameLst>
                                          <p:attrName>style.visibility</p:attrName>
                                        </p:attrNameLst>
                                      </p:cBhvr>
                                      <p:to>
                                        <p:strVal val="visible"/>
                                      </p:to>
                                    </p:set>
                                  </p:childTnLst>
                                </p:cTn>
                              </p:par>
                              <p:par>
                                <p:cTn id="1357" presetID="1" presetClass="entr" presetSubtype="0" fill="hold" nodeType="withEffect">
                                  <p:stCondLst>
                                    <p:cond delay="0"/>
                                  </p:stCondLst>
                                  <p:childTnLst>
                                    <p:set>
                                      <p:cBhvr>
                                        <p:cTn id="1358" dur="1" fill="hold">
                                          <p:stCondLst>
                                            <p:cond delay="0"/>
                                          </p:stCondLst>
                                        </p:cTn>
                                        <p:tgtEl>
                                          <p:spTgt spid="684"/>
                                        </p:tgtEl>
                                        <p:attrNameLst>
                                          <p:attrName>style.visibility</p:attrName>
                                        </p:attrNameLst>
                                      </p:cBhvr>
                                      <p:to>
                                        <p:strVal val="visible"/>
                                      </p:to>
                                    </p:set>
                                  </p:childTnLst>
                                </p:cTn>
                              </p:par>
                              <p:par>
                                <p:cTn id="1359" presetID="1" presetClass="entr" presetSubtype="0" fill="hold" nodeType="withEffect">
                                  <p:stCondLst>
                                    <p:cond delay="0"/>
                                  </p:stCondLst>
                                  <p:childTnLst>
                                    <p:set>
                                      <p:cBhvr>
                                        <p:cTn id="1360" dur="1" fill="hold">
                                          <p:stCondLst>
                                            <p:cond delay="0"/>
                                          </p:stCondLst>
                                        </p:cTn>
                                        <p:tgtEl>
                                          <p:spTgt spid="685"/>
                                        </p:tgtEl>
                                        <p:attrNameLst>
                                          <p:attrName>style.visibility</p:attrName>
                                        </p:attrNameLst>
                                      </p:cBhvr>
                                      <p:to>
                                        <p:strVal val="visible"/>
                                      </p:to>
                                    </p:set>
                                  </p:childTnLst>
                                </p:cTn>
                              </p:par>
                              <p:par>
                                <p:cTn id="1361" presetID="1" presetClass="entr" presetSubtype="0" fill="hold" nodeType="withEffect">
                                  <p:stCondLst>
                                    <p:cond delay="0"/>
                                  </p:stCondLst>
                                  <p:childTnLst>
                                    <p:set>
                                      <p:cBhvr>
                                        <p:cTn id="1362" dur="1" fill="hold">
                                          <p:stCondLst>
                                            <p:cond delay="0"/>
                                          </p:stCondLst>
                                        </p:cTn>
                                        <p:tgtEl>
                                          <p:spTgt spid="686"/>
                                        </p:tgtEl>
                                        <p:attrNameLst>
                                          <p:attrName>style.visibility</p:attrName>
                                        </p:attrNameLst>
                                      </p:cBhvr>
                                      <p:to>
                                        <p:strVal val="visible"/>
                                      </p:to>
                                    </p:set>
                                  </p:childTnLst>
                                </p:cTn>
                              </p:par>
                              <p:par>
                                <p:cTn id="1363" presetID="1" presetClass="entr" presetSubtype="0" fill="hold" nodeType="withEffect">
                                  <p:stCondLst>
                                    <p:cond delay="0"/>
                                  </p:stCondLst>
                                  <p:childTnLst>
                                    <p:set>
                                      <p:cBhvr>
                                        <p:cTn id="1364" dur="1" fill="hold">
                                          <p:stCondLst>
                                            <p:cond delay="0"/>
                                          </p:stCondLst>
                                        </p:cTn>
                                        <p:tgtEl>
                                          <p:spTgt spid="687"/>
                                        </p:tgtEl>
                                        <p:attrNameLst>
                                          <p:attrName>style.visibility</p:attrName>
                                        </p:attrNameLst>
                                      </p:cBhvr>
                                      <p:to>
                                        <p:strVal val="visible"/>
                                      </p:to>
                                    </p:set>
                                  </p:childTnLst>
                                </p:cTn>
                              </p:par>
                              <p:par>
                                <p:cTn id="1365" presetID="1" presetClass="entr" presetSubtype="0" fill="hold" nodeType="withEffect">
                                  <p:stCondLst>
                                    <p:cond delay="0"/>
                                  </p:stCondLst>
                                  <p:childTnLst>
                                    <p:set>
                                      <p:cBhvr>
                                        <p:cTn id="1366" dur="1" fill="hold">
                                          <p:stCondLst>
                                            <p:cond delay="0"/>
                                          </p:stCondLst>
                                        </p:cTn>
                                        <p:tgtEl>
                                          <p:spTgt spid="688"/>
                                        </p:tgtEl>
                                        <p:attrNameLst>
                                          <p:attrName>style.visibility</p:attrName>
                                        </p:attrNameLst>
                                      </p:cBhvr>
                                      <p:to>
                                        <p:strVal val="visible"/>
                                      </p:to>
                                    </p:set>
                                  </p:childTnLst>
                                </p:cTn>
                              </p:par>
                              <p:par>
                                <p:cTn id="1367" presetID="1" presetClass="entr" presetSubtype="0" fill="hold" nodeType="withEffect">
                                  <p:stCondLst>
                                    <p:cond delay="0"/>
                                  </p:stCondLst>
                                  <p:childTnLst>
                                    <p:set>
                                      <p:cBhvr>
                                        <p:cTn id="1368" dur="1" fill="hold">
                                          <p:stCondLst>
                                            <p:cond delay="0"/>
                                          </p:stCondLst>
                                        </p:cTn>
                                        <p:tgtEl>
                                          <p:spTgt spid="689"/>
                                        </p:tgtEl>
                                        <p:attrNameLst>
                                          <p:attrName>style.visibility</p:attrName>
                                        </p:attrNameLst>
                                      </p:cBhvr>
                                      <p:to>
                                        <p:strVal val="visible"/>
                                      </p:to>
                                    </p:set>
                                  </p:childTnLst>
                                </p:cTn>
                              </p:par>
                              <p:par>
                                <p:cTn id="1369" presetID="1" presetClass="entr" presetSubtype="0" fill="hold" nodeType="withEffect">
                                  <p:stCondLst>
                                    <p:cond delay="0"/>
                                  </p:stCondLst>
                                  <p:childTnLst>
                                    <p:set>
                                      <p:cBhvr>
                                        <p:cTn id="1370" dur="1" fill="hold">
                                          <p:stCondLst>
                                            <p:cond delay="0"/>
                                          </p:stCondLst>
                                        </p:cTn>
                                        <p:tgtEl>
                                          <p:spTgt spid="690"/>
                                        </p:tgtEl>
                                        <p:attrNameLst>
                                          <p:attrName>style.visibility</p:attrName>
                                        </p:attrNameLst>
                                      </p:cBhvr>
                                      <p:to>
                                        <p:strVal val="visible"/>
                                      </p:to>
                                    </p:set>
                                  </p:childTnLst>
                                </p:cTn>
                              </p:par>
                              <p:par>
                                <p:cTn id="1371" presetID="1" presetClass="entr" presetSubtype="0" fill="hold" nodeType="withEffect">
                                  <p:stCondLst>
                                    <p:cond delay="0"/>
                                  </p:stCondLst>
                                  <p:childTnLst>
                                    <p:set>
                                      <p:cBhvr>
                                        <p:cTn id="1372" dur="1" fill="hold">
                                          <p:stCondLst>
                                            <p:cond delay="0"/>
                                          </p:stCondLst>
                                        </p:cTn>
                                        <p:tgtEl>
                                          <p:spTgt spid="691"/>
                                        </p:tgtEl>
                                        <p:attrNameLst>
                                          <p:attrName>style.visibility</p:attrName>
                                        </p:attrNameLst>
                                      </p:cBhvr>
                                      <p:to>
                                        <p:strVal val="visible"/>
                                      </p:to>
                                    </p:set>
                                  </p:childTnLst>
                                </p:cTn>
                              </p:par>
                              <p:par>
                                <p:cTn id="1373" presetID="1" presetClass="entr" presetSubtype="0" fill="hold" nodeType="withEffect">
                                  <p:stCondLst>
                                    <p:cond delay="0"/>
                                  </p:stCondLst>
                                  <p:childTnLst>
                                    <p:set>
                                      <p:cBhvr>
                                        <p:cTn id="1374" dur="1" fill="hold">
                                          <p:stCondLst>
                                            <p:cond delay="0"/>
                                          </p:stCondLst>
                                        </p:cTn>
                                        <p:tgtEl>
                                          <p:spTgt spid="692"/>
                                        </p:tgtEl>
                                        <p:attrNameLst>
                                          <p:attrName>style.visibility</p:attrName>
                                        </p:attrNameLst>
                                      </p:cBhvr>
                                      <p:to>
                                        <p:strVal val="visible"/>
                                      </p:to>
                                    </p:set>
                                  </p:childTnLst>
                                </p:cTn>
                              </p:par>
                              <p:par>
                                <p:cTn id="1375" presetID="1" presetClass="entr" presetSubtype="0" fill="hold" nodeType="withEffect">
                                  <p:stCondLst>
                                    <p:cond delay="0"/>
                                  </p:stCondLst>
                                  <p:childTnLst>
                                    <p:set>
                                      <p:cBhvr>
                                        <p:cTn id="1376" dur="1" fill="hold">
                                          <p:stCondLst>
                                            <p:cond delay="0"/>
                                          </p:stCondLst>
                                        </p:cTn>
                                        <p:tgtEl>
                                          <p:spTgt spid="693"/>
                                        </p:tgtEl>
                                        <p:attrNameLst>
                                          <p:attrName>style.visibility</p:attrName>
                                        </p:attrNameLst>
                                      </p:cBhvr>
                                      <p:to>
                                        <p:strVal val="visible"/>
                                      </p:to>
                                    </p:set>
                                  </p:childTnLst>
                                </p:cTn>
                              </p:par>
                              <p:par>
                                <p:cTn id="1377" presetID="1" presetClass="entr" presetSubtype="0" fill="hold" nodeType="withEffect">
                                  <p:stCondLst>
                                    <p:cond delay="0"/>
                                  </p:stCondLst>
                                  <p:childTnLst>
                                    <p:set>
                                      <p:cBhvr>
                                        <p:cTn id="1378" dur="1" fill="hold">
                                          <p:stCondLst>
                                            <p:cond delay="0"/>
                                          </p:stCondLst>
                                        </p:cTn>
                                        <p:tgtEl>
                                          <p:spTgt spid="694"/>
                                        </p:tgtEl>
                                        <p:attrNameLst>
                                          <p:attrName>style.visibility</p:attrName>
                                        </p:attrNameLst>
                                      </p:cBhvr>
                                      <p:to>
                                        <p:strVal val="visible"/>
                                      </p:to>
                                    </p:set>
                                  </p:childTnLst>
                                </p:cTn>
                              </p:par>
                              <p:par>
                                <p:cTn id="1379" presetID="1" presetClass="entr" presetSubtype="0" fill="hold" nodeType="withEffect">
                                  <p:stCondLst>
                                    <p:cond delay="0"/>
                                  </p:stCondLst>
                                  <p:childTnLst>
                                    <p:set>
                                      <p:cBhvr>
                                        <p:cTn id="1380" dur="1" fill="hold">
                                          <p:stCondLst>
                                            <p:cond delay="0"/>
                                          </p:stCondLst>
                                        </p:cTn>
                                        <p:tgtEl>
                                          <p:spTgt spid="695"/>
                                        </p:tgtEl>
                                        <p:attrNameLst>
                                          <p:attrName>style.visibility</p:attrName>
                                        </p:attrNameLst>
                                      </p:cBhvr>
                                      <p:to>
                                        <p:strVal val="visible"/>
                                      </p:to>
                                    </p:set>
                                  </p:childTnLst>
                                </p:cTn>
                              </p:par>
                              <p:par>
                                <p:cTn id="1381" presetID="1" presetClass="entr" presetSubtype="0" fill="hold" nodeType="withEffect">
                                  <p:stCondLst>
                                    <p:cond delay="0"/>
                                  </p:stCondLst>
                                  <p:childTnLst>
                                    <p:set>
                                      <p:cBhvr>
                                        <p:cTn id="1382" dur="1" fill="hold">
                                          <p:stCondLst>
                                            <p:cond delay="0"/>
                                          </p:stCondLst>
                                        </p:cTn>
                                        <p:tgtEl>
                                          <p:spTgt spid="696"/>
                                        </p:tgtEl>
                                        <p:attrNameLst>
                                          <p:attrName>style.visibility</p:attrName>
                                        </p:attrNameLst>
                                      </p:cBhvr>
                                      <p:to>
                                        <p:strVal val="visible"/>
                                      </p:to>
                                    </p:set>
                                  </p:childTnLst>
                                </p:cTn>
                              </p:par>
                              <p:par>
                                <p:cTn id="1383" presetID="1" presetClass="entr" presetSubtype="0" fill="hold" nodeType="withEffect">
                                  <p:stCondLst>
                                    <p:cond delay="0"/>
                                  </p:stCondLst>
                                  <p:childTnLst>
                                    <p:set>
                                      <p:cBhvr>
                                        <p:cTn id="1384" dur="1" fill="hold">
                                          <p:stCondLst>
                                            <p:cond delay="0"/>
                                          </p:stCondLst>
                                        </p:cTn>
                                        <p:tgtEl>
                                          <p:spTgt spid="697"/>
                                        </p:tgtEl>
                                        <p:attrNameLst>
                                          <p:attrName>style.visibility</p:attrName>
                                        </p:attrNameLst>
                                      </p:cBhvr>
                                      <p:to>
                                        <p:strVal val="visible"/>
                                      </p:to>
                                    </p:set>
                                  </p:childTnLst>
                                </p:cTn>
                              </p:par>
                              <p:par>
                                <p:cTn id="1385" presetID="1" presetClass="entr" presetSubtype="0" fill="hold" nodeType="withEffect">
                                  <p:stCondLst>
                                    <p:cond delay="0"/>
                                  </p:stCondLst>
                                  <p:childTnLst>
                                    <p:set>
                                      <p:cBhvr>
                                        <p:cTn id="1386" dur="1" fill="hold">
                                          <p:stCondLst>
                                            <p:cond delay="0"/>
                                          </p:stCondLst>
                                        </p:cTn>
                                        <p:tgtEl>
                                          <p:spTgt spid="698"/>
                                        </p:tgtEl>
                                        <p:attrNameLst>
                                          <p:attrName>style.visibility</p:attrName>
                                        </p:attrNameLst>
                                      </p:cBhvr>
                                      <p:to>
                                        <p:strVal val="visible"/>
                                      </p:to>
                                    </p:set>
                                  </p:childTnLst>
                                </p:cTn>
                              </p:par>
                              <p:par>
                                <p:cTn id="1387" presetID="1" presetClass="entr" presetSubtype="0" fill="hold" nodeType="withEffect">
                                  <p:stCondLst>
                                    <p:cond delay="0"/>
                                  </p:stCondLst>
                                  <p:childTnLst>
                                    <p:set>
                                      <p:cBhvr>
                                        <p:cTn id="1388" dur="1" fill="hold">
                                          <p:stCondLst>
                                            <p:cond delay="0"/>
                                          </p:stCondLst>
                                        </p:cTn>
                                        <p:tgtEl>
                                          <p:spTgt spid="699"/>
                                        </p:tgtEl>
                                        <p:attrNameLst>
                                          <p:attrName>style.visibility</p:attrName>
                                        </p:attrNameLst>
                                      </p:cBhvr>
                                      <p:to>
                                        <p:strVal val="visible"/>
                                      </p:to>
                                    </p:set>
                                  </p:childTnLst>
                                </p:cTn>
                              </p:par>
                              <p:par>
                                <p:cTn id="1389" presetID="1" presetClass="entr" presetSubtype="0" fill="hold" nodeType="withEffect">
                                  <p:stCondLst>
                                    <p:cond delay="0"/>
                                  </p:stCondLst>
                                  <p:childTnLst>
                                    <p:set>
                                      <p:cBhvr>
                                        <p:cTn id="1390" dur="1" fill="hold">
                                          <p:stCondLst>
                                            <p:cond delay="0"/>
                                          </p:stCondLst>
                                        </p:cTn>
                                        <p:tgtEl>
                                          <p:spTgt spid="700"/>
                                        </p:tgtEl>
                                        <p:attrNameLst>
                                          <p:attrName>style.visibility</p:attrName>
                                        </p:attrNameLst>
                                      </p:cBhvr>
                                      <p:to>
                                        <p:strVal val="visible"/>
                                      </p:to>
                                    </p:set>
                                  </p:childTnLst>
                                </p:cTn>
                              </p:par>
                              <p:par>
                                <p:cTn id="1391" presetID="1" presetClass="entr" presetSubtype="0" fill="hold" nodeType="withEffect">
                                  <p:stCondLst>
                                    <p:cond delay="0"/>
                                  </p:stCondLst>
                                  <p:childTnLst>
                                    <p:set>
                                      <p:cBhvr>
                                        <p:cTn id="1392" dur="1" fill="hold">
                                          <p:stCondLst>
                                            <p:cond delay="0"/>
                                          </p:stCondLst>
                                        </p:cTn>
                                        <p:tgtEl>
                                          <p:spTgt spid="701"/>
                                        </p:tgtEl>
                                        <p:attrNameLst>
                                          <p:attrName>style.visibility</p:attrName>
                                        </p:attrNameLst>
                                      </p:cBhvr>
                                      <p:to>
                                        <p:strVal val="visible"/>
                                      </p:to>
                                    </p:set>
                                  </p:childTnLst>
                                </p:cTn>
                              </p:par>
                              <p:par>
                                <p:cTn id="1393" presetID="1" presetClass="entr" presetSubtype="0" fill="hold" nodeType="withEffect">
                                  <p:stCondLst>
                                    <p:cond delay="0"/>
                                  </p:stCondLst>
                                  <p:childTnLst>
                                    <p:set>
                                      <p:cBhvr>
                                        <p:cTn id="1394" dur="1" fill="hold">
                                          <p:stCondLst>
                                            <p:cond delay="0"/>
                                          </p:stCondLst>
                                        </p:cTn>
                                        <p:tgtEl>
                                          <p:spTgt spid="702"/>
                                        </p:tgtEl>
                                        <p:attrNameLst>
                                          <p:attrName>style.visibility</p:attrName>
                                        </p:attrNameLst>
                                      </p:cBhvr>
                                      <p:to>
                                        <p:strVal val="visible"/>
                                      </p:to>
                                    </p:set>
                                  </p:childTnLst>
                                </p:cTn>
                              </p:par>
                              <p:par>
                                <p:cTn id="1395" presetID="1" presetClass="entr" presetSubtype="0" fill="hold" nodeType="withEffect">
                                  <p:stCondLst>
                                    <p:cond delay="0"/>
                                  </p:stCondLst>
                                  <p:childTnLst>
                                    <p:set>
                                      <p:cBhvr>
                                        <p:cTn id="1396" dur="1" fill="hold">
                                          <p:stCondLst>
                                            <p:cond delay="0"/>
                                          </p:stCondLst>
                                        </p:cTn>
                                        <p:tgtEl>
                                          <p:spTgt spid="703"/>
                                        </p:tgtEl>
                                        <p:attrNameLst>
                                          <p:attrName>style.visibility</p:attrName>
                                        </p:attrNameLst>
                                      </p:cBhvr>
                                      <p:to>
                                        <p:strVal val="visible"/>
                                      </p:to>
                                    </p:set>
                                  </p:childTnLst>
                                </p:cTn>
                              </p:par>
                              <p:par>
                                <p:cTn id="1397" presetID="1" presetClass="entr" presetSubtype="0" fill="hold" nodeType="withEffect">
                                  <p:stCondLst>
                                    <p:cond delay="0"/>
                                  </p:stCondLst>
                                  <p:childTnLst>
                                    <p:set>
                                      <p:cBhvr>
                                        <p:cTn id="1398" dur="1" fill="hold">
                                          <p:stCondLst>
                                            <p:cond delay="0"/>
                                          </p:stCondLst>
                                        </p:cTn>
                                        <p:tgtEl>
                                          <p:spTgt spid="704"/>
                                        </p:tgtEl>
                                        <p:attrNameLst>
                                          <p:attrName>style.visibility</p:attrName>
                                        </p:attrNameLst>
                                      </p:cBhvr>
                                      <p:to>
                                        <p:strVal val="visible"/>
                                      </p:to>
                                    </p:set>
                                  </p:childTnLst>
                                </p:cTn>
                              </p:par>
                              <p:par>
                                <p:cTn id="1399" presetID="1" presetClass="entr" presetSubtype="0" fill="hold" nodeType="withEffect">
                                  <p:stCondLst>
                                    <p:cond delay="0"/>
                                  </p:stCondLst>
                                  <p:childTnLst>
                                    <p:set>
                                      <p:cBhvr>
                                        <p:cTn id="1400" dur="1" fill="hold">
                                          <p:stCondLst>
                                            <p:cond delay="0"/>
                                          </p:stCondLst>
                                        </p:cTn>
                                        <p:tgtEl>
                                          <p:spTgt spid="705"/>
                                        </p:tgtEl>
                                        <p:attrNameLst>
                                          <p:attrName>style.visibility</p:attrName>
                                        </p:attrNameLst>
                                      </p:cBhvr>
                                      <p:to>
                                        <p:strVal val="visible"/>
                                      </p:to>
                                    </p:set>
                                  </p:childTnLst>
                                </p:cTn>
                              </p:par>
                              <p:par>
                                <p:cTn id="1401" presetID="1" presetClass="entr" presetSubtype="0" fill="hold" nodeType="withEffect">
                                  <p:stCondLst>
                                    <p:cond delay="0"/>
                                  </p:stCondLst>
                                  <p:childTnLst>
                                    <p:set>
                                      <p:cBhvr>
                                        <p:cTn id="1402" dur="1" fill="hold">
                                          <p:stCondLst>
                                            <p:cond delay="0"/>
                                          </p:stCondLst>
                                        </p:cTn>
                                        <p:tgtEl>
                                          <p:spTgt spid="706"/>
                                        </p:tgtEl>
                                        <p:attrNameLst>
                                          <p:attrName>style.visibility</p:attrName>
                                        </p:attrNameLst>
                                      </p:cBhvr>
                                      <p:to>
                                        <p:strVal val="visible"/>
                                      </p:to>
                                    </p:set>
                                  </p:childTnLst>
                                </p:cTn>
                              </p:par>
                              <p:par>
                                <p:cTn id="1403" presetID="1" presetClass="entr" presetSubtype="0" fill="hold" nodeType="withEffect">
                                  <p:stCondLst>
                                    <p:cond delay="0"/>
                                  </p:stCondLst>
                                  <p:childTnLst>
                                    <p:set>
                                      <p:cBhvr>
                                        <p:cTn id="1404" dur="1" fill="hold">
                                          <p:stCondLst>
                                            <p:cond delay="0"/>
                                          </p:stCondLst>
                                        </p:cTn>
                                        <p:tgtEl>
                                          <p:spTgt spid="707"/>
                                        </p:tgtEl>
                                        <p:attrNameLst>
                                          <p:attrName>style.visibility</p:attrName>
                                        </p:attrNameLst>
                                      </p:cBhvr>
                                      <p:to>
                                        <p:strVal val="visible"/>
                                      </p:to>
                                    </p:set>
                                  </p:childTnLst>
                                </p:cTn>
                              </p:par>
                              <p:par>
                                <p:cTn id="1405" presetID="1" presetClass="entr" presetSubtype="0" fill="hold" nodeType="withEffect">
                                  <p:stCondLst>
                                    <p:cond delay="0"/>
                                  </p:stCondLst>
                                  <p:childTnLst>
                                    <p:set>
                                      <p:cBhvr>
                                        <p:cTn id="1406" dur="1" fill="hold">
                                          <p:stCondLst>
                                            <p:cond delay="0"/>
                                          </p:stCondLst>
                                        </p:cTn>
                                        <p:tgtEl>
                                          <p:spTgt spid="708"/>
                                        </p:tgtEl>
                                        <p:attrNameLst>
                                          <p:attrName>style.visibility</p:attrName>
                                        </p:attrNameLst>
                                      </p:cBhvr>
                                      <p:to>
                                        <p:strVal val="visible"/>
                                      </p:to>
                                    </p:set>
                                  </p:childTnLst>
                                </p:cTn>
                              </p:par>
                              <p:par>
                                <p:cTn id="1407" presetID="1" presetClass="entr" presetSubtype="0" fill="hold" nodeType="withEffect">
                                  <p:stCondLst>
                                    <p:cond delay="0"/>
                                  </p:stCondLst>
                                  <p:childTnLst>
                                    <p:set>
                                      <p:cBhvr>
                                        <p:cTn id="1408" dur="1" fill="hold">
                                          <p:stCondLst>
                                            <p:cond delay="0"/>
                                          </p:stCondLst>
                                        </p:cTn>
                                        <p:tgtEl>
                                          <p:spTgt spid="709"/>
                                        </p:tgtEl>
                                        <p:attrNameLst>
                                          <p:attrName>style.visibility</p:attrName>
                                        </p:attrNameLst>
                                      </p:cBhvr>
                                      <p:to>
                                        <p:strVal val="visible"/>
                                      </p:to>
                                    </p:set>
                                  </p:childTnLst>
                                </p:cTn>
                              </p:par>
                              <p:par>
                                <p:cTn id="1409" presetID="1" presetClass="entr" presetSubtype="0" fill="hold" nodeType="withEffect">
                                  <p:stCondLst>
                                    <p:cond delay="0"/>
                                  </p:stCondLst>
                                  <p:childTnLst>
                                    <p:set>
                                      <p:cBhvr>
                                        <p:cTn id="1410" dur="1" fill="hold">
                                          <p:stCondLst>
                                            <p:cond delay="0"/>
                                          </p:stCondLst>
                                        </p:cTn>
                                        <p:tgtEl>
                                          <p:spTgt spid="710"/>
                                        </p:tgtEl>
                                        <p:attrNameLst>
                                          <p:attrName>style.visibility</p:attrName>
                                        </p:attrNameLst>
                                      </p:cBhvr>
                                      <p:to>
                                        <p:strVal val="visible"/>
                                      </p:to>
                                    </p:set>
                                  </p:childTnLst>
                                </p:cTn>
                              </p:par>
                              <p:par>
                                <p:cTn id="1411" presetID="1" presetClass="entr" presetSubtype="0" fill="hold" nodeType="withEffect">
                                  <p:stCondLst>
                                    <p:cond delay="0"/>
                                  </p:stCondLst>
                                  <p:childTnLst>
                                    <p:set>
                                      <p:cBhvr>
                                        <p:cTn id="1412" dur="1" fill="hold">
                                          <p:stCondLst>
                                            <p:cond delay="0"/>
                                          </p:stCondLst>
                                        </p:cTn>
                                        <p:tgtEl>
                                          <p:spTgt spid="711"/>
                                        </p:tgtEl>
                                        <p:attrNameLst>
                                          <p:attrName>style.visibility</p:attrName>
                                        </p:attrNameLst>
                                      </p:cBhvr>
                                      <p:to>
                                        <p:strVal val="visible"/>
                                      </p:to>
                                    </p:set>
                                  </p:childTnLst>
                                </p:cTn>
                              </p:par>
                              <p:par>
                                <p:cTn id="1413" presetID="1" presetClass="entr" presetSubtype="0" fill="hold" nodeType="withEffect">
                                  <p:stCondLst>
                                    <p:cond delay="0"/>
                                  </p:stCondLst>
                                  <p:childTnLst>
                                    <p:set>
                                      <p:cBhvr>
                                        <p:cTn id="1414" dur="1" fill="hold">
                                          <p:stCondLst>
                                            <p:cond delay="0"/>
                                          </p:stCondLst>
                                        </p:cTn>
                                        <p:tgtEl>
                                          <p:spTgt spid="712"/>
                                        </p:tgtEl>
                                        <p:attrNameLst>
                                          <p:attrName>style.visibility</p:attrName>
                                        </p:attrNameLst>
                                      </p:cBhvr>
                                      <p:to>
                                        <p:strVal val="visible"/>
                                      </p:to>
                                    </p:set>
                                  </p:childTnLst>
                                </p:cTn>
                              </p:par>
                              <p:par>
                                <p:cTn id="1415" presetID="1" presetClass="entr" presetSubtype="0" fill="hold" nodeType="withEffect">
                                  <p:stCondLst>
                                    <p:cond delay="0"/>
                                  </p:stCondLst>
                                  <p:childTnLst>
                                    <p:set>
                                      <p:cBhvr>
                                        <p:cTn id="1416" dur="1" fill="hold">
                                          <p:stCondLst>
                                            <p:cond delay="0"/>
                                          </p:stCondLst>
                                        </p:cTn>
                                        <p:tgtEl>
                                          <p:spTgt spid="713"/>
                                        </p:tgtEl>
                                        <p:attrNameLst>
                                          <p:attrName>style.visibility</p:attrName>
                                        </p:attrNameLst>
                                      </p:cBhvr>
                                      <p:to>
                                        <p:strVal val="visible"/>
                                      </p:to>
                                    </p:set>
                                  </p:childTnLst>
                                </p:cTn>
                              </p:par>
                              <p:par>
                                <p:cTn id="1417" presetID="1" presetClass="entr" presetSubtype="0" fill="hold" nodeType="withEffect">
                                  <p:stCondLst>
                                    <p:cond delay="0"/>
                                  </p:stCondLst>
                                  <p:childTnLst>
                                    <p:set>
                                      <p:cBhvr>
                                        <p:cTn id="1418" dur="1" fill="hold">
                                          <p:stCondLst>
                                            <p:cond delay="0"/>
                                          </p:stCondLst>
                                        </p:cTn>
                                        <p:tgtEl>
                                          <p:spTgt spid="714"/>
                                        </p:tgtEl>
                                        <p:attrNameLst>
                                          <p:attrName>style.visibility</p:attrName>
                                        </p:attrNameLst>
                                      </p:cBhvr>
                                      <p:to>
                                        <p:strVal val="visible"/>
                                      </p:to>
                                    </p:set>
                                  </p:childTnLst>
                                </p:cTn>
                              </p:par>
                              <p:par>
                                <p:cTn id="1419" presetID="1" presetClass="entr" presetSubtype="0" fill="hold" nodeType="withEffect">
                                  <p:stCondLst>
                                    <p:cond delay="0"/>
                                  </p:stCondLst>
                                  <p:childTnLst>
                                    <p:set>
                                      <p:cBhvr>
                                        <p:cTn id="1420" dur="1" fill="hold">
                                          <p:stCondLst>
                                            <p:cond delay="0"/>
                                          </p:stCondLst>
                                        </p:cTn>
                                        <p:tgtEl>
                                          <p:spTgt spid="715"/>
                                        </p:tgtEl>
                                        <p:attrNameLst>
                                          <p:attrName>style.visibility</p:attrName>
                                        </p:attrNameLst>
                                      </p:cBhvr>
                                      <p:to>
                                        <p:strVal val="visible"/>
                                      </p:to>
                                    </p:set>
                                  </p:childTnLst>
                                </p:cTn>
                              </p:par>
                              <p:par>
                                <p:cTn id="1421" presetID="1" presetClass="entr" presetSubtype="0" fill="hold" nodeType="withEffect">
                                  <p:stCondLst>
                                    <p:cond delay="0"/>
                                  </p:stCondLst>
                                  <p:childTnLst>
                                    <p:set>
                                      <p:cBhvr>
                                        <p:cTn id="1422" dur="1" fill="hold">
                                          <p:stCondLst>
                                            <p:cond delay="0"/>
                                          </p:stCondLst>
                                        </p:cTn>
                                        <p:tgtEl>
                                          <p:spTgt spid="716"/>
                                        </p:tgtEl>
                                        <p:attrNameLst>
                                          <p:attrName>style.visibility</p:attrName>
                                        </p:attrNameLst>
                                      </p:cBhvr>
                                      <p:to>
                                        <p:strVal val="visible"/>
                                      </p:to>
                                    </p:set>
                                  </p:childTnLst>
                                </p:cTn>
                              </p:par>
                              <p:par>
                                <p:cTn id="1423" presetID="1" presetClass="entr" presetSubtype="0" fill="hold" nodeType="withEffect">
                                  <p:stCondLst>
                                    <p:cond delay="0"/>
                                  </p:stCondLst>
                                  <p:childTnLst>
                                    <p:set>
                                      <p:cBhvr>
                                        <p:cTn id="1424" dur="1" fill="hold">
                                          <p:stCondLst>
                                            <p:cond delay="0"/>
                                          </p:stCondLst>
                                        </p:cTn>
                                        <p:tgtEl>
                                          <p:spTgt spid="717"/>
                                        </p:tgtEl>
                                        <p:attrNameLst>
                                          <p:attrName>style.visibility</p:attrName>
                                        </p:attrNameLst>
                                      </p:cBhvr>
                                      <p:to>
                                        <p:strVal val="visible"/>
                                      </p:to>
                                    </p:set>
                                  </p:childTnLst>
                                </p:cTn>
                              </p:par>
                              <p:par>
                                <p:cTn id="1425" presetID="1" presetClass="entr" presetSubtype="0" fill="hold" nodeType="withEffect">
                                  <p:stCondLst>
                                    <p:cond delay="0"/>
                                  </p:stCondLst>
                                  <p:childTnLst>
                                    <p:set>
                                      <p:cBhvr>
                                        <p:cTn id="1426" dur="1" fill="hold">
                                          <p:stCondLst>
                                            <p:cond delay="0"/>
                                          </p:stCondLst>
                                        </p:cTn>
                                        <p:tgtEl>
                                          <p:spTgt spid="718"/>
                                        </p:tgtEl>
                                        <p:attrNameLst>
                                          <p:attrName>style.visibility</p:attrName>
                                        </p:attrNameLst>
                                      </p:cBhvr>
                                      <p:to>
                                        <p:strVal val="visible"/>
                                      </p:to>
                                    </p:set>
                                  </p:childTnLst>
                                </p:cTn>
                              </p:par>
                              <p:par>
                                <p:cTn id="1427" presetID="1" presetClass="entr" presetSubtype="0" fill="hold" nodeType="withEffect">
                                  <p:stCondLst>
                                    <p:cond delay="0"/>
                                  </p:stCondLst>
                                  <p:childTnLst>
                                    <p:set>
                                      <p:cBhvr>
                                        <p:cTn id="1428" dur="1" fill="hold">
                                          <p:stCondLst>
                                            <p:cond delay="0"/>
                                          </p:stCondLst>
                                        </p:cTn>
                                        <p:tgtEl>
                                          <p:spTgt spid="719"/>
                                        </p:tgtEl>
                                        <p:attrNameLst>
                                          <p:attrName>style.visibility</p:attrName>
                                        </p:attrNameLst>
                                      </p:cBhvr>
                                      <p:to>
                                        <p:strVal val="visible"/>
                                      </p:to>
                                    </p:set>
                                  </p:childTnLst>
                                </p:cTn>
                              </p:par>
                              <p:par>
                                <p:cTn id="1429" presetID="1" presetClass="entr" presetSubtype="0" fill="hold" nodeType="withEffect">
                                  <p:stCondLst>
                                    <p:cond delay="0"/>
                                  </p:stCondLst>
                                  <p:childTnLst>
                                    <p:set>
                                      <p:cBhvr>
                                        <p:cTn id="1430" dur="1" fill="hold">
                                          <p:stCondLst>
                                            <p:cond delay="0"/>
                                          </p:stCondLst>
                                        </p:cTn>
                                        <p:tgtEl>
                                          <p:spTgt spid="720"/>
                                        </p:tgtEl>
                                        <p:attrNameLst>
                                          <p:attrName>style.visibility</p:attrName>
                                        </p:attrNameLst>
                                      </p:cBhvr>
                                      <p:to>
                                        <p:strVal val="visible"/>
                                      </p:to>
                                    </p:set>
                                  </p:childTnLst>
                                </p:cTn>
                              </p:par>
                              <p:par>
                                <p:cTn id="1431" presetID="1" presetClass="entr" presetSubtype="0" fill="hold" nodeType="withEffect">
                                  <p:stCondLst>
                                    <p:cond delay="0"/>
                                  </p:stCondLst>
                                  <p:childTnLst>
                                    <p:set>
                                      <p:cBhvr>
                                        <p:cTn id="1432" dur="1" fill="hold">
                                          <p:stCondLst>
                                            <p:cond delay="0"/>
                                          </p:stCondLst>
                                        </p:cTn>
                                        <p:tgtEl>
                                          <p:spTgt spid="721"/>
                                        </p:tgtEl>
                                        <p:attrNameLst>
                                          <p:attrName>style.visibility</p:attrName>
                                        </p:attrNameLst>
                                      </p:cBhvr>
                                      <p:to>
                                        <p:strVal val="visible"/>
                                      </p:to>
                                    </p:set>
                                  </p:childTnLst>
                                </p:cTn>
                              </p:par>
                              <p:par>
                                <p:cTn id="1433" presetID="1" presetClass="entr" presetSubtype="0" fill="hold" nodeType="withEffect">
                                  <p:stCondLst>
                                    <p:cond delay="0"/>
                                  </p:stCondLst>
                                  <p:childTnLst>
                                    <p:set>
                                      <p:cBhvr>
                                        <p:cTn id="1434" dur="1" fill="hold">
                                          <p:stCondLst>
                                            <p:cond delay="0"/>
                                          </p:stCondLst>
                                        </p:cTn>
                                        <p:tgtEl>
                                          <p:spTgt spid="722"/>
                                        </p:tgtEl>
                                        <p:attrNameLst>
                                          <p:attrName>style.visibility</p:attrName>
                                        </p:attrNameLst>
                                      </p:cBhvr>
                                      <p:to>
                                        <p:strVal val="visible"/>
                                      </p:to>
                                    </p:set>
                                  </p:childTnLst>
                                </p:cTn>
                              </p:par>
                              <p:par>
                                <p:cTn id="1435" presetID="1" presetClass="entr" presetSubtype="0" fill="hold" nodeType="withEffect">
                                  <p:stCondLst>
                                    <p:cond delay="0"/>
                                  </p:stCondLst>
                                  <p:childTnLst>
                                    <p:set>
                                      <p:cBhvr>
                                        <p:cTn id="1436" dur="1" fill="hold">
                                          <p:stCondLst>
                                            <p:cond delay="0"/>
                                          </p:stCondLst>
                                        </p:cTn>
                                        <p:tgtEl>
                                          <p:spTgt spid="723"/>
                                        </p:tgtEl>
                                        <p:attrNameLst>
                                          <p:attrName>style.visibility</p:attrName>
                                        </p:attrNameLst>
                                      </p:cBhvr>
                                      <p:to>
                                        <p:strVal val="visible"/>
                                      </p:to>
                                    </p:set>
                                  </p:childTnLst>
                                </p:cTn>
                              </p:par>
                              <p:par>
                                <p:cTn id="1437" presetID="1" presetClass="entr" presetSubtype="0" fill="hold" nodeType="withEffect">
                                  <p:stCondLst>
                                    <p:cond delay="0"/>
                                  </p:stCondLst>
                                  <p:childTnLst>
                                    <p:set>
                                      <p:cBhvr>
                                        <p:cTn id="1438" dur="1" fill="hold">
                                          <p:stCondLst>
                                            <p:cond delay="0"/>
                                          </p:stCondLst>
                                        </p:cTn>
                                        <p:tgtEl>
                                          <p:spTgt spid="724"/>
                                        </p:tgtEl>
                                        <p:attrNameLst>
                                          <p:attrName>style.visibility</p:attrName>
                                        </p:attrNameLst>
                                      </p:cBhvr>
                                      <p:to>
                                        <p:strVal val="visible"/>
                                      </p:to>
                                    </p:set>
                                  </p:childTnLst>
                                </p:cTn>
                              </p:par>
                              <p:par>
                                <p:cTn id="1439" presetID="1" presetClass="entr" presetSubtype="0" fill="hold" nodeType="withEffect">
                                  <p:stCondLst>
                                    <p:cond delay="0"/>
                                  </p:stCondLst>
                                  <p:childTnLst>
                                    <p:set>
                                      <p:cBhvr>
                                        <p:cTn id="1440" dur="1" fill="hold">
                                          <p:stCondLst>
                                            <p:cond delay="0"/>
                                          </p:stCondLst>
                                        </p:cTn>
                                        <p:tgtEl>
                                          <p:spTgt spid="725"/>
                                        </p:tgtEl>
                                        <p:attrNameLst>
                                          <p:attrName>style.visibility</p:attrName>
                                        </p:attrNameLst>
                                      </p:cBhvr>
                                      <p:to>
                                        <p:strVal val="visible"/>
                                      </p:to>
                                    </p:set>
                                  </p:childTnLst>
                                </p:cTn>
                              </p:par>
                              <p:par>
                                <p:cTn id="1441" presetID="1" presetClass="entr" presetSubtype="0" fill="hold" nodeType="withEffect">
                                  <p:stCondLst>
                                    <p:cond delay="0"/>
                                  </p:stCondLst>
                                  <p:childTnLst>
                                    <p:set>
                                      <p:cBhvr>
                                        <p:cTn id="1442" dur="1" fill="hold">
                                          <p:stCondLst>
                                            <p:cond delay="0"/>
                                          </p:stCondLst>
                                        </p:cTn>
                                        <p:tgtEl>
                                          <p:spTgt spid="726"/>
                                        </p:tgtEl>
                                        <p:attrNameLst>
                                          <p:attrName>style.visibility</p:attrName>
                                        </p:attrNameLst>
                                      </p:cBhvr>
                                      <p:to>
                                        <p:strVal val="visible"/>
                                      </p:to>
                                    </p:set>
                                  </p:childTnLst>
                                </p:cTn>
                              </p:par>
                              <p:par>
                                <p:cTn id="1443" presetID="1" presetClass="entr" presetSubtype="0" fill="hold" nodeType="withEffect">
                                  <p:stCondLst>
                                    <p:cond delay="0"/>
                                  </p:stCondLst>
                                  <p:childTnLst>
                                    <p:set>
                                      <p:cBhvr>
                                        <p:cTn id="1444" dur="1" fill="hold">
                                          <p:stCondLst>
                                            <p:cond delay="0"/>
                                          </p:stCondLst>
                                        </p:cTn>
                                        <p:tgtEl>
                                          <p:spTgt spid="727"/>
                                        </p:tgtEl>
                                        <p:attrNameLst>
                                          <p:attrName>style.visibility</p:attrName>
                                        </p:attrNameLst>
                                      </p:cBhvr>
                                      <p:to>
                                        <p:strVal val="visible"/>
                                      </p:to>
                                    </p:set>
                                  </p:childTnLst>
                                </p:cTn>
                              </p:par>
                              <p:par>
                                <p:cTn id="1445" presetID="1" presetClass="entr" presetSubtype="0" fill="hold" nodeType="withEffect">
                                  <p:stCondLst>
                                    <p:cond delay="0"/>
                                  </p:stCondLst>
                                  <p:childTnLst>
                                    <p:set>
                                      <p:cBhvr>
                                        <p:cTn id="1446" dur="1" fill="hold">
                                          <p:stCondLst>
                                            <p:cond delay="0"/>
                                          </p:stCondLst>
                                        </p:cTn>
                                        <p:tgtEl>
                                          <p:spTgt spid="728"/>
                                        </p:tgtEl>
                                        <p:attrNameLst>
                                          <p:attrName>style.visibility</p:attrName>
                                        </p:attrNameLst>
                                      </p:cBhvr>
                                      <p:to>
                                        <p:strVal val="visible"/>
                                      </p:to>
                                    </p:set>
                                  </p:childTnLst>
                                </p:cTn>
                              </p:par>
                              <p:par>
                                <p:cTn id="1447" presetID="1" presetClass="entr" presetSubtype="0" fill="hold" nodeType="withEffect">
                                  <p:stCondLst>
                                    <p:cond delay="0"/>
                                  </p:stCondLst>
                                  <p:childTnLst>
                                    <p:set>
                                      <p:cBhvr>
                                        <p:cTn id="1448" dur="1" fill="hold">
                                          <p:stCondLst>
                                            <p:cond delay="0"/>
                                          </p:stCondLst>
                                        </p:cTn>
                                        <p:tgtEl>
                                          <p:spTgt spid="729"/>
                                        </p:tgtEl>
                                        <p:attrNameLst>
                                          <p:attrName>style.visibility</p:attrName>
                                        </p:attrNameLst>
                                      </p:cBhvr>
                                      <p:to>
                                        <p:strVal val="visible"/>
                                      </p:to>
                                    </p:set>
                                  </p:childTnLst>
                                </p:cTn>
                              </p:par>
                              <p:par>
                                <p:cTn id="1449" presetID="1" presetClass="entr" presetSubtype="0" fill="hold" nodeType="withEffect">
                                  <p:stCondLst>
                                    <p:cond delay="0"/>
                                  </p:stCondLst>
                                  <p:childTnLst>
                                    <p:set>
                                      <p:cBhvr>
                                        <p:cTn id="1450" dur="1" fill="hold">
                                          <p:stCondLst>
                                            <p:cond delay="0"/>
                                          </p:stCondLst>
                                        </p:cTn>
                                        <p:tgtEl>
                                          <p:spTgt spid="730"/>
                                        </p:tgtEl>
                                        <p:attrNameLst>
                                          <p:attrName>style.visibility</p:attrName>
                                        </p:attrNameLst>
                                      </p:cBhvr>
                                      <p:to>
                                        <p:strVal val="visible"/>
                                      </p:to>
                                    </p:set>
                                  </p:childTnLst>
                                </p:cTn>
                              </p:par>
                              <p:par>
                                <p:cTn id="1451" presetID="1" presetClass="entr" presetSubtype="0" fill="hold" nodeType="withEffect">
                                  <p:stCondLst>
                                    <p:cond delay="0"/>
                                  </p:stCondLst>
                                  <p:childTnLst>
                                    <p:set>
                                      <p:cBhvr>
                                        <p:cTn id="1452" dur="1" fill="hold">
                                          <p:stCondLst>
                                            <p:cond delay="0"/>
                                          </p:stCondLst>
                                        </p:cTn>
                                        <p:tgtEl>
                                          <p:spTgt spid="731"/>
                                        </p:tgtEl>
                                        <p:attrNameLst>
                                          <p:attrName>style.visibility</p:attrName>
                                        </p:attrNameLst>
                                      </p:cBhvr>
                                      <p:to>
                                        <p:strVal val="visible"/>
                                      </p:to>
                                    </p:set>
                                  </p:childTnLst>
                                </p:cTn>
                              </p:par>
                              <p:par>
                                <p:cTn id="1453" presetID="1" presetClass="entr" presetSubtype="0" fill="hold" nodeType="withEffect">
                                  <p:stCondLst>
                                    <p:cond delay="0"/>
                                  </p:stCondLst>
                                  <p:childTnLst>
                                    <p:set>
                                      <p:cBhvr>
                                        <p:cTn id="1454" dur="1" fill="hold">
                                          <p:stCondLst>
                                            <p:cond delay="0"/>
                                          </p:stCondLst>
                                        </p:cTn>
                                        <p:tgtEl>
                                          <p:spTgt spid="732"/>
                                        </p:tgtEl>
                                        <p:attrNameLst>
                                          <p:attrName>style.visibility</p:attrName>
                                        </p:attrNameLst>
                                      </p:cBhvr>
                                      <p:to>
                                        <p:strVal val="visible"/>
                                      </p:to>
                                    </p:set>
                                  </p:childTnLst>
                                </p:cTn>
                              </p:par>
                              <p:par>
                                <p:cTn id="1455" presetID="1" presetClass="entr" presetSubtype="0" fill="hold" nodeType="withEffect">
                                  <p:stCondLst>
                                    <p:cond delay="0"/>
                                  </p:stCondLst>
                                  <p:childTnLst>
                                    <p:set>
                                      <p:cBhvr>
                                        <p:cTn id="1456" dur="1" fill="hold">
                                          <p:stCondLst>
                                            <p:cond delay="0"/>
                                          </p:stCondLst>
                                        </p:cTn>
                                        <p:tgtEl>
                                          <p:spTgt spid="733"/>
                                        </p:tgtEl>
                                        <p:attrNameLst>
                                          <p:attrName>style.visibility</p:attrName>
                                        </p:attrNameLst>
                                      </p:cBhvr>
                                      <p:to>
                                        <p:strVal val="visible"/>
                                      </p:to>
                                    </p:set>
                                  </p:childTnLst>
                                </p:cTn>
                              </p:par>
                              <p:par>
                                <p:cTn id="1457" presetID="1" presetClass="entr" presetSubtype="0" fill="hold" nodeType="withEffect">
                                  <p:stCondLst>
                                    <p:cond delay="0"/>
                                  </p:stCondLst>
                                  <p:childTnLst>
                                    <p:set>
                                      <p:cBhvr>
                                        <p:cTn id="1458" dur="1" fill="hold">
                                          <p:stCondLst>
                                            <p:cond delay="0"/>
                                          </p:stCondLst>
                                        </p:cTn>
                                        <p:tgtEl>
                                          <p:spTgt spid="734"/>
                                        </p:tgtEl>
                                        <p:attrNameLst>
                                          <p:attrName>style.visibility</p:attrName>
                                        </p:attrNameLst>
                                      </p:cBhvr>
                                      <p:to>
                                        <p:strVal val="visible"/>
                                      </p:to>
                                    </p:set>
                                  </p:childTnLst>
                                </p:cTn>
                              </p:par>
                              <p:par>
                                <p:cTn id="1459" presetID="1" presetClass="entr" presetSubtype="0" fill="hold" nodeType="withEffect">
                                  <p:stCondLst>
                                    <p:cond delay="0"/>
                                  </p:stCondLst>
                                  <p:childTnLst>
                                    <p:set>
                                      <p:cBhvr>
                                        <p:cTn id="1460" dur="1" fill="hold">
                                          <p:stCondLst>
                                            <p:cond delay="0"/>
                                          </p:stCondLst>
                                        </p:cTn>
                                        <p:tgtEl>
                                          <p:spTgt spid="735"/>
                                        </p:tgtEl>
                                        <p:attrNameLst>
                                          <p:attrName>style.visibility</p:attrName>
                                        </p:attrNameLst>
                                      </p:cBhvr>
                                      <p:to>
                                        <p:strVal val="visible"/>
                                      </p:to>
                                    </p:set>
                                  </p:childTnLst>
                                </p:cTn>
                              </p:par>
                              <p:par>
                                <p:cTn id="1461" presetID="1" presetClass="entr" presetSubtype="0" fill="hold" nodeType="withEffect">
                                  <p:stCondLst>
                                    <p:cond delay="0"/>
                                  </p:stCondLst>
                                  <p:childTnLst>
                                    <p:set>
                                      <p:cBhvr>
                                        <p:cTn id="1462" dur="1" fill="hold">
                                          <p:stCondLst>
                                            <p:cond delay="0"/>
                                          </p:stCondLst>
                                        </p:cTn>
                                        <p:tgtEl>
                                          <p:spTgt spid="736"/>
                                        </p:tgtEl>
                                        <p:attrNameLst>
                                          <p:attrName>style.visibility</p:attrName>
                                        </p:attrNameLst>
                                      </p:cBhvr>
                                      <p:to>
                                        <p:strVal val="visible"/>
                                      </p:to>
                                    </p:set>
                                  </p:childTnLst>
                                </p:cTn>
                              </p:par>
                              <p:par>
                                <p:cTn id="1463" presetID="1" presetClass="entr" presetSubtype="0" fill="hold" nodeType="withEffect">
                                  <p:stCondLst>
                                    <p:cond delay="0"/>
                                  </p:stCondLst>
                                  <p:childTnLst>
                                    <p:set>
                                      <p:cBhvr>
                                        <p:cTn id="1464" dur="1" fill="hold">
                                          <p:stCondLst>
                                            <p:cond delay="0"/>
                                          </p:stCondLst>
                                        </p:cTn>
                                        <p:tgtEl>
                                          <p:spTgt spid="737"/>
                                        </p:tgtEl>
                                        <p:attrNameLst>
                                          <p:attrName>style.visibility</p:attrName>
                                        </p:attrNameLst>
                                      </p:cBhvr>
                                      <p:to>
                                        <p:strVal val="visible"/>
                                      </p:to>
                                    </p:set>
                                  </p:childTnLst>
                                </p:cTn>
                              </p:par>
                              <p:par>
                                <p:cTn id="1465" presetID="1" presetClass="entr" presetSubtype="0" fill="hold" nodeType="withEffect">
                                  <p:stCondLst>
                                    <p:cond delay="0"/>
                                  </p:stCondLst>
                                  <p:childTnLst>
                                    <p:set>
                                      <p:cBhvr>
                                        <p:cTn id="1466" dur="1" fill="hold">
                                          <p:stCondLst>
                                            <p:cond delay="0"/>
                                          </p:stCondLst>
                                        </p:cTn>
                                        <p:tgtEl>
                                          <p:spTgt spid="738"/>
                                        </p:tgtEl>
                                        <p:attrNameLst>
                                          <p:attrName>style.visibility</p:attrName>
                                        </p:attrNameLst>
                                      </p:cBhvr>
                                      <p:to>
                                        <p:strVal val="visible"/>
                                      </p:to>
                                    </p:set>
                                  </p:childTnLst>
                                </p:cTn>
                              </p:par>
                              <p:par>
                                <p:cTn id="1467" presetID="1" presetClass="entr" presetSubtype="0" fill="hold" nodeType="withEffect">
                                  <p:stCondLst>
                                    <p:cond delay="0"/>
                                  </p:stCondLst>
                                  <p:childTnLst>
                                    <p:set>
                                      <p:cBhvr>
                                        <p:cTn id="1468" dur="1" fill="hold">
                                          <p:stCondLst>
                                            <p:cond delay="0"/>
                                          </p:stCondLst>
                                        </p:cTn>
                                        <p:tgtEl>
                                          <p:spTgt spid="739"/>
                                        </p:tgtEl>
                                        <p:attrNameLst>
                                          <p:attrName>style.visibility</p:attrName>
                                        </p:attrNameLst>
                                      </p:cBhvr>
                                      <p:to>
                                        <p:strVal val="visible"/>
                                      </p:to>
                                    </p:set>
                                  </p:childTnLst>
                                </p:cTn>
                              </p:par>
                              <p:par>
                                <p:cTn id="1469" presetID="1" presetClass="entr" presetSubtype="0" fill="hold" nodeType="withEffect">
                                  <p:stCondLst>
                                    <p:cond delay="0"/>
                                  </p:stCondLst>
                                  <p:childTnLst>
                                    <p:set>
                                      <p:cBhvr>
                                        <p:cTn id="1470" dur="1" fill="hold">
                                          <p:stCondLst>
                                            <p:cond delay="0"/>
                                          </p:stCondLst>
                                        </p:cTn>
                                        <p:tgtEl>
                                          <p:spTgt spid="740"/>
                                        </p:tgtEl>
                                        <p:attrNameLst>
                                          <p:attrName>style.visibility</p:attrName>
                                        </p:attrNameLst>
                                      </p:cBhvr>
                                      <p:to>
                                        <p:strVal val="visible"/>
                                      </p:to>
                                    </p:set>
                                  </p:childTnLst>
                                </p:cTn>
                              </p:par>
                              <p:par>
                                <p:cTn id="1471" presetID="1" presetClass="entr" presetSubtype="0" fill="hold" nodeType="withEffect">
                                  <p:stCondLst>
                                    <p:cond delay="0"/>
                                  </p:stCondLst>
                                  <p:childTnLst>
                                    <p:set>
                                      <p:cBhvr>
                                        <p:cTn id="1472" dur="1" fill="hold">
                                          <p:stCondLst>
                                            <p:cond delay="0"/>
                                          </p:stCondLst>
                                        </p:cTn>
                                        <p:tgtEl>
                                          <p:spTgt spid="741"/>
                                        </p:tgtEl>
                                        <p:attrNameLst>
                                          <p:attrName>style.visibility</p:attrName>
                                        </p:attrNameLst>
                                      </p:cBhvr>
                                      <p:to>
                                        <p:strVal val="visible"/>
                                      </p:to>
                                    </p:set>
                                  </p:childTnLst>
                                </p:cTn>
                              </p:par>
                              <p:par>
                                <p:cTn id="1473" presetID="1" presetClass="entr" presetSubtype="0" fill="hold" nodeType="withEffect">
                                  <p:stCondLst>
                                    <p:cond delay="0"/>
                                  </p:stCondLst>
                                  <p:childTnLst>
                                    <p:set>
                                      <p:cBhvr>
                                        <p:cTn id="1474" dur="1" fill="hold">
                                          <p:stCondLst>
                                            <p:cond delay="0"/>
                                          </p:stCondLst>
                                        </p:cTn>
                                        <p:tgtEl>
                                          <p:spTgt spid="742"/>
                                        </p:tgtEl>
                                        <p:attrNameLst>
                                          <p:attrName>style.visibility</p:attrName>
                                        </p:attrNameLst>
                                      </p:cBhvr>
                                      <p:to>
                                        <p:strVal val="visible"/>
                                      </p:to>
                                    </p:set>
                                  </p:childTnLst>
                                </p:cTn>
                              </p:par>
                              <p:par>
                                <p:cTn id="1475" presetID="1" presetClass="entr" presetSubtype="0" fill="hold" nodeType="withEffect">
                                  <p:stCondLst>
                                    <p:cond delay="0"/>
                                  </p:stCondLst>
                                  <p:childTnLst>
                                    <p:set>
                                      <p:cBhvr>
                                        <p:cTn id="1476" dur="1" fill="hold">
                                          <p:stCondLst>
                                            <p:cond delay="0"/>
                                          </p:stCondLst>
                                        </p:cTn>
                                        <p:tgtEl>
                                          <p:spTgt spid="743"/>
                                        </p:tgtEl>
                                        <p:attrNameLst>
                                          <p:attrName>style.visibility</p:attrName>
                                        </p:attrNameLst>
                                      </p:cBhvr>
                                      <p:to>
                                        <p:strVal val="visible"/>
                                      </p:to>
                                    </p:set>
                                  </p:childTnLst>
                                </p:cTn>
                              </p:par>
                              <p:par>
                                <p:cTn id="1477" presetID="1" presetClass="entr" presetSubtype="0" fill="hold" nodeType="withEffect">
                                  <p:stCondLst>
                                    <p:cond delay="0"/>
                                  </p:stCondLst>
                                  <p:childTnLst>
                                    <p:set>
                                      <p:cBhvr>
                                        <p:cTn id="1478" dur="1" fill="hold">
                                          <p:stCondLst>
                                            <p:cond delay="0"/>
                                          </p:stCondLst>
                                        </p:cTn>
                                        <p:tgtEl>
                                          <p:spTgt spid="744"/>
                                        </p:tgtEl>
                                        <p:attrNameLst>
                                          <p:attrName>style.visibility</p:attrName>
                                        </p:attrNameLst>
                                      </p:cBhvr>
                                      <p:to>
                                        <p:strVal val="visible"/>
                                      </p:to>
                                    </p:set>
                                  </p:childTnLst>
                                </p:cTn>
                              </p:par>
                              <p:par>
                                <p:cTn id="1479" presetID="1" presetClass="entr" presetSubtype="0" fill="hold" nodeType="withEffect">
                                  <p:stCondLst>
                                    <p:cond delay="0"/>
                                  </p:stCondLst>
                                  <p:childTnLst>
                                    <p:set>
                                      <p:cBhvr>
                                        <p:cTn id="1480" dur="1" fill="hold">
                                          <p:stCondLst>
                                            <p:cond delay="0"/>
                                          </p:stCondLst>
                                        </p:cTn>
                                        <p:tgtEl>
                                          <p:spTgt spid="745"/>
                                        </p:tgtEl>
                                        <p:attrNameLst>
                                          <p:attrName>style.visibility</p:attrName>
                                        </p:attrNameLst>
                                      </p:cBhvr>
                                      <p:to>
                                        <p:strVal val="visible"/>
                                      </p:to>
                                    </p:set>
                                  </p:childTnLst>
                                </p:cTn>
                              </p:par>
                              <p:par>
                                <p:cTn id="1481" presetID="1" presetClass="entr" presetSubtype="0" fill="hold" nodeType="withEffect">
                                  <p:stCondLst>
                                    <p:cond delay="0"/>
                                  </p:stCondLst>
                                  <p:childTnLst>
                                    <p:set>
                                      <p:cBhvr>
                                        <p:cTn id="1482" dur="1" fill="hold">
                                          <p:stCondLst>
                                            <p:cond delay="0"/>
                                          </p:stCondLst>
                                        </p:cTn>
                                        <p:tgtEl>
                                          <p:spTgt spid="746"/>
                                        </p:tgtEl>
                                        <p:attrNameLst>
                                          <p:attrName>style.visibility</p:attrName>
                                        </p:attrNameLst>
                                      </p:cBhvr>
                                      <p:to>
                                        <p:strVal val="visible"/>
                                      </p:to>
                                    </p:set>
                                  </p:childTnLst>
                                </p:cTn>
                              </p:par>
                              <p:par>
                                <p:cTn id="1483" presetID="1" presetClass="entr" presetSubtype="0" fill="hold" nodeType="withEffect">
                                  <p:stCondLst>
                                    <p:cond delay="0"/>
                                  </p:stCondLst>
                                  <p:childTnLst>
                                    <p:set>
                                      <p:cBhvr>
                                        <p:cTn id="1484" dur="1" fill="hold">
                                          <p:stCondLst>
                                            <p:cond delay="0"/>
                                          </p:stCondLst>
                                        </p:cTn>
                                        <p:tgtEl>
                                          <p:spTgt spid="747"/>
                                        </p:tgtEl>
                                        <p:attrNameLst>
                                          <p:attrName>style.visibility</p:attrName>
                                        </p:attrNameLst>
                                      </p:cBhvr>
                                      <p:to>
                                        <p:strVal val="visible"/>
                                      </p:to>
                                    </p:set>
                                  </p:childTnLst>
                                </p:cTn>
                              </p:par>
                              <p:par>
                                <p:cTn id="1485" presetID="1" presetClass="entr" presetSubtype="0" fill="hold" nodeType="withEffect">
                                  <p:stCondLst>
                                    <p:cond delay="0"/>
                                  </p:stCondLst>
                                  <p:childTnLst>
                                    <p:set>
                                      <p:cBhvr>
                                        <p:cTn id="1486" dur="1" fill="hold">
                                          <p:stCondLst>
                                            <p:cond delay="0"/>
                                          </p:stCondLst>
                                        </p:cTn>
                                        <p:tgtEl>
                                          <p:spTgt spid="748"/>
                                        </p:tgtEl>
                                        <p:attrNameLst>
                                          <p:attrName>style.visibility</p:attrName>
                                        </p:attrNameLst>
                                      </p:cBhvr>
                                      <p:to>
                                        <p:strVal val="visible"/>
                                      </p:to>
                                    </p:set>
                                  </p:childTnLst>
                                </p:cTn>
                              </p:par>
                              <p:par>
                                <p:cTn id="1487" presetID="1" presetClass="entr" presetSubtype="0" fill="hold" nodeType="withEffect">
                                  <p:stCondLst>
                                    <p:cond delay="0"/>
                                  </p:stCondLst>
                                  <p:childTnLst>
                                    <p:set>
                                      <p:cBhvr>
                                        <p:cTn id="1488" dur="1" fill="hold">
                                          <p:stCondLst>
                                            <p:cond delay="0"/>
                                          </p:stCondLst>
                                        </p:cTn>
                                        <p:tgtEl>
                                          <p:spTgt spid="749"/>
                                        </p:tgtEl>
                                        <p:attrNameLst>
                                          <p:attrName>style.visibility</p:attrName>
                                        </p:attrNameLst>
                                      </p:cBhvr>
                                      <p:to>
                                        <p:strVal val="visible"/>
                                      </p:to>
                                    </p:set>
                                  </p:childTnLst>
                                </p:cTn>
                              </p:par>
                              <p:par>
                                <p:cTn id="1489" presetID="1" presetClass="entr" presetSubtype="0" fill="hold" nodeType="withEffect">
                                  <p:stCondLst>
                                    <p:cond delay="0"/>
                                  </p:stCondLst>
                                  <p:childTnLst>
                                    <p:set>
                                      <p:cBhvr>
                                        <p:cTn id="1490" dur="1" fill="hold">
                                          <p:stCondLst>
                                            <p:cond delay="0"/>
                                          </p:stCondLst>
                                        </p:cTn>
                                        <p:tgtEl>
                                          <p:spTgt spid="750"/>
                                        </p:tgtEl>
                                        <p:attrNameLst>
                                          <p:attrName>style.visibility</p:attrName>
                                        </p:attrNameLst>
                                      </p:cBhvr>
                                      <p:to>
                                        <p:strVal val="visible"/>
                                      </p:to>
                                    </p:set>
                                  </p:childTnLst>
                                </p:cTn>
                              </p:par>
                              <p:par>
                                <p:cTn id="1491" presetID="1" presetClass="entr" presetSubtype="0" fill="hold" nodeType="withEffect">
                                  <p:stCondLst>
                                    <p:cond delay="0"/>
                                  </p:stCondLst>
                                  <p:childTnLst>
                                    <p:set>
                                      <p:cBhvr>
                                        <p:cTn id="1492" dur="1" fill="hold">
                                          <p:stCondLst>
                                            <p:cond delay="0"/>
                                          </p:stCondLst>
                                        </p:cTn>
                                        <p:tgtEl>
                                          <p:spTgt spid="751"/>
                                        </p:tgtEl>
                                        <p:attrNameLst>
                                          <p:attrName>style.visibility</p:attrName>
                                        </p:attrNameLst>
                                      </p:cBhvr>
                                      <p:to>
                                        <p:strVal val="visible"/>
                                      </p:to>
                                    </p:set>
                                  </p:childTnLst>
                                </p:cTn>
                              </p:par>
                              <p:par>
                                <p:cTn id="1493" presetID="1" presetClass="entr" presetSubtype="0" fill="hold" nodeType="withEffect">
                                  <p:stCondLst>
                                    <p:cond delay="0"/>
                                  </p:stCondLst>
                                  <p:childTnLst>
                                    <p:set>
                                      <p:cBhvr>
                                        <p:cTn id="1494" dur="1" fill="hold">
                                          <p:stCondLst>
                                            <p:cond delay="0"/>
                                          </p:stCondLst>
                                        </p:cTn>
                                        <p:tgtEl>
                                          <p:spTgt spid="752"/>
                                        </p:tgtEl>
                                        <p:attrNameLst>
                                          <p:attrName>style.visibility</p:attrName>
                                        </p:attrNameLst>
                                      </p:cBhvr>
                                      <p:to>
                                        <p:strVal val="visible"/>
                                      </p:to>
                                    </p:set>
                                  </p:childTnLst>
                                </p:cTn>
                              </p:par>
                              <p:par>
                                <p:cTn id="1495" presetID="1" presetClass="entr" presetSubtype="0" fill="hold" nodeType="withEffect">
                                  <p:stCondLst>
                                    <p:cond delay="0"/>
                                  </p:stCondLst>
                                  <p:childTnLst>
                                    <p:set>
                                      <p:cBhvr>
                                        <p:cTn id="1496" dur="1" fill="hold">
                                          <p:stCondLst>
                                            <p:cond delay="0"/>
                                          </p:stCondLst>
                                        </p:cTn>
                                        <p:tgtEl>
                                          <p:spTgt spid="753"/>
                                        </p:tgtEl>
                                        <p:attrNameLst>
                                          <p:attrName>style.visibility</p:attrName>
                                        </p:attrNameLst>
                                      </p:cBhvr>
                                      <p:to>
                                        <p:strVal val="visible"/>
                                      </p:to>
                                    </p:set>
                                  </p:childTnLst>
                                </p:cTn>
                              </p:par>
                              <p:par>
                                <p:cTn id="1497" presetID="1" presetClass="entr" presetSubtype="0" fill="hold" nodeType="withEffect">
                                  <p:stCondLst>
                                    <p:cond delay="0"/>
                                  </p:stCondLst>
                                  <p:childTnLst>
                                    <p:set>
                                      <p:cBhvr>
                                        <p:cTn id="1498" dur="1" fill="hold">
                                          <p:stCondLst>
                                            <p:cond delay="0"/>
                                          </p:stCondLst>
                                        </p:cTn>
                                        <p:tgtEl>
                                          <p:spTgt spid="754"/>
                                        </p:tgtEl>
                                        <p:attrNameLst>
                                          <p:attrName>style.visibility</p:attrName>
                                        </p:attrNameLst>
                                      </p:cBhvr>
                                      <p:to>
                                        <p:strVal val="visible"/>
                                      </p:to>
                                    </p:set>
                                  </p:childTnLst>
                                </p:cTn>
                              </p:par>
                              <p:par>
                                <p:cTn id="1499" presetID="1" presetClass="entr" presetSubtype="0" fill="hold" nodeType="withEffect">
                                  <p:stCondLst>
                                    <p:cond delay="0"/>
                                  </p:stCondLst>
                                  <p:childTnLst>
                                    <p:set>
                                      <p:cBhvr>
                                        <p:cTn id="1500" dur="1" fill="hold">
                                          <p:stCondLst>
                                            <p:cond delay="0"/>
                                          </p:stCondLst>
                                        </p:cTn>
                                        <p:tgtEl>
                                          <p:spTgt spid="755"/>
                                        </p:tgtEl>
                                        <p:attrNameLst>
                                          <p:attrName>style.visibility</p:attrName>
                                        </p:attrNameLst>
                                      </p:cBhvr>
                                      <p:to>
                                        <p:strVal val="visible"/>
                                      </p:to>
                                    </p:set>
                                  </p:childTnLst>
                                </p:cTn>
                              </p:par>
                              <p:par>
                                <p:cTn id="1501" presetID="1" presetClass="entr" presetSubtype="0" fill="hold" nodeType="withEffect">
                                  <p:stCondLst>
                                    <p:cond delay="0"/>
                                  </p:stCondLst>
                                  <p:childTnLst>
                                    <p:set>
                                      <p:cBhvr>
                                        <p:cTn id="1502" dur="1" fill="hold">
                                          <p:stCondLst>
                                            <p:cond delay="0"/>
                                          </p:stCondLst>
                                        </p:cTn>
                                        <p:tgtEl>
                                          <p:spTgt spid="756"/>
                                        </p:tgtEl>
                                        <p:attrNameLst>
                                          <p:attrName>style.visibility</p:attrName>
                                        </p:attrNameLst>
                                      </p:cBhvr>
                                      <p:to>
                                        <p:strVal val="visible"/>
                                      </p:to>
                                    </p:set>
                                  </p:childTnLst>
                                </p:cTn>
                              </p:par>
                              <p:par>
                                <p:cTn id="1503" presetID="1" presetClass="entr" presetSubtype="0" fill="hold" nodeType="withEffect">
                                  <p:stCondLst>
                                    <p:cond delay="0"/>
                                  </p:stCondLst>
                                  <p:childTnLst>
                                    <p:set>
                                      <p:cBhvr>
                                        <p:cTn id="1504" dur="1" fill="hold">
                                          <p:stCondLst>
                                            <p:cond delay="0"/>
                                          </p:stCondLst>
                                        </p:cTn>
                                        <p:tgtEl>
                                          <p:spTgt spid="757"/>
                                        </p:tgtEl>
                                        <p:attrNameLst>
                                          <p:attrName>style.visibility</p:attrName>
                                        </p:attrNameLst>
                                      </p:cBhvr>
                                      <p:to>
                                        <p:strVal val="visible"/>
                                      </p:to>
                                    </p:set>
                                  </p:childTnLst>
                                </p:cTn>
                              </p:par>
                              <p:par>
                                <p:cTn id="1505" presetID="1" presetClass="entr" presetSubtype="0" fill="hold" nodeType="withEffect">
                                  <p:stCondLst>
                                    <p:cond delay="0"/>
                                  </p:stCondLst>
                                  <p:childTnLst>
                                    <p:set>
                                      <p:cBhvr>
                                        <p:cTn id="1506" dur="1" fill="hold">
                                          <p:stCondLst>
                                            <p:cond delay="0"/>
                                          </p:stCondLst>
                                        </p:cTn>
                                        <p:tgtEl>
                                          <p:spTgt spid="758"/>
                                        </p:tgtEl>
                                        <p:attrNameLst>
                                          <p:attrName>style.visibility</p:attrName>
                                        </p:attrNameLst>
                                      </p:cBhvr>
                                      <p:to>
                                        <p:strVal val="visible"/>
                                      </p:to>
                                    </p:set>
                                  </p:childTnLst>
                                </p:cTn>
                              </p:par>
                              <p:par>
                                <p:cTn id="1507" presetID="1" presetClass="entr" presetSubtype="0" fill="hold" nodeType="withEffect">
                                  <p:stCondLst>
                                    <p:cond delay="0"/>
                                  </p:stCondLst>
                                  <p:childTnLst>
                                    <p:set>
                                      <p:cBhvr>
                                        <p:cTn id="1508" dur="1" fill="hold">
                                          <p:stCondLst>
                                            <p:cond delay="0"/>
                                          </p:stCondLst>
                                        </p:cTn>
                                        <p:tgtEl>
                                          <p:spTgt spid="759"/>
                                        </p:tgtEl>
                                        <p:attrNameLst>
                                          <p:attrName>style.visibility</p:attrName>
                                        </p:attrNameLst>
                                      </p:cBhvr>
                                      <p:to>
                                        <p:strVal val="visible"/>
                                      </p:to>
                                    </p:set>
                                  </p:childTnLst>
                                </p:cTn>
                              </p:par>
                              <p:par>
                                <p:cTn id="1509" presetID="1" presetClass="entr" presetSubtype="0" fill="hold" nodeType="withEffect">
                                  <p:stCondLst>
                                    <p:cond delay="0"/>
                                  </p:stCondLst>
                                  <p:childTnLst>
                                    <p:set>
                                      <p:cBhvr>
                                        <p:cTn id="1510" dur="1" fill="hold">
                                          <p:stCondLst>
                                            <p:cond delay="0"/>
                                          </p:stCondLst>
                                        </p:cTn>
                                        <p:tgtEl>
                                          <p:spTgt spid="760"/>
                                        </p:tgtEl>
                                        <p:attrNameLst>
                                          <p:attrName>style.visibility</p:attrName>
                                        </p:attrNameLst>
                                      </p:cBhvr>
                                      <p:to>
                                        <p:strVal val="visible"/>
                                      </p:to>
                                    </p:set>
                                  </p:childTnLst>
                                </p:cTn>
                              </p:par>
                              <p:par>
                                <p:cTn id="1511" presetID="1" presetClass="entr" presetSubtype="0" fill="hold" nodeType="withEffect">
                                  <p:stCondLst>
                                    <p:cond delay="0"/>
                                  </p:stCondLst>
                                  <p:childTnLst>
                                    <p:set>
                                      <p:cBhvr>
                                        <p:cTn id="1512" dur="1" fill="hold">
                                          <p:stCondLst>
                                            <p:cond delay="0"/>
                                          </p:stCondLst>
                                        </p:cTn>
                                        <p:tgtEl>
                                          <p:spTgt spid="761"/>
                                        </p:tgtEl>
                                        <p:attrNameLst>
                                          <p:attrName>style.visibility</p:attrName>
                                        </p:attrNameLst>
                                      </p:cBhvr>
                                      <p:to>
                                        <p:strVal val="visible"/>
                                      </p:to>
                                    </p:set>
                                  </p:childTnLst>
                                </p:cTn>
                              </p:par>
                              <p:par>
                                <p:cTn id="1513" presetID="1" presetClass="entr" presetSubtype="0" fill="hold" nodeType="withEffect">
                                  <p:stCondLst>
                                    <p:cond delay="0"/>
                                  </p:stCondLst>
                                  <p:childTnLst>
                                    <p:set>
                                      <p:cBhvr>
                                        <p:cTn id="1514" dur="1" fill="hold">
                                          <p:stCondLst>
                                            <p:cond delay="0"/>
                                          </p:stCondLst>
                                        </p:cTn>
                                        <p:tgtEl>
                                          <p:spTgt spid="762"/>
                                        </p:tgtEl>
                                        <p:attrNameLst>
                                          <p:attrName>style.visibility</p:attrName>
                                        </p:attrNameLst>
                                      </p:cBhvr>
                                      <p:to>
                                        <p:strVal val="visible"/>
                                      </p:to>
                                    </p:set>
                                  </p:childTnLst>
                                </p:cTn>
                              </p:par>
                              <p:par>
                                <p:cTn id="1515" presetID="1" presetClass="entr" presetSubtype="0" fill="hold" nodeType="withEffect">
                                  <p:stCondLst>
                                    <p:cond delay="0"/>
                                  </p:stCondLst>
                                  <p:childTnLst>
                                    <p:set>
                                      <p:cBhvr>
                                        <p:cTn id="1516" dur="1" fill="hold">
                                          <p:stCondLst>
                                            <p:cond delay="0"/>
                                          </p:stCondLst>
                                        </p:cTn>
                                        <p:tgtEl>
                                          <p:spTgt spid="763"/>
                                        </p:tgtEl>
                                        <p:attrNameLst>
                                          <p:attrName>style.visibility</p:attrName>
                                        </p:attrNameLst>
                                      </p:cBhvr>
                                      <p:to>
                                        <p:strVal val="visible"/>
                                      </p:to>
                                    </p:set>
                                  </p:childTnLst>
                                </p:cTn>
                              </p:par>
                              <p:par>
                                <p:cTn id="1517" presetID="1" presetClass="entr" presetSubtype="0" fill="hold" nodeType="withEffect">
                                  <p:stCondLst>
                                    <p:cond delay="0"/>
                                  </p:stCondLst>
                                  <p:childTnLst>
                                    <p:set>
                                      <p:cBhvr>
                                        <p:cTn id="1518" dur="1" fill="hold">
                                          <p:stCondLst>
                                            <p:cond delay="0"/>
                                          </p:stCondLst>
                                        </p:cTn>
                                        <p:tgtEl>
                                          <p:spTgt spid="764"/>
                                        </p:tgtEl>
                                        <p:attrNameLst>
                                          <p:attrName>style.visibility</p:attrName>
                                        </p:attrNameLst>
                                      </p:cBhvr>
                                      <p:to>
                                        <p:strVal val="visible"/>
                                      </p:to>
                                    </p:set>
                                  </p:childTnLst>
                                </p:cTn>
                              </p:par>
                              <p:par>
                                <p:cTn id="1519" presetID="1" presetClass="entr" presetSubtype="0" fill="hold" nodeType="withEffect">
                                  <p:stCondLst>
                                    <p:cond delay="0"/>
                                  </p:stCondLst>
                                  <p:childTnLst>
                                    <p:set>
                                      <p:cBhvr>
                                        <p:cTn id="1520" dur="1" fill="hold">
                                          <p:stCondLst>
                                            <p:cond delay="0"/>
                                          </p:stCondLst>
                                        </p:cTn>
                                        <p:tgtEl>
                                          <p:spTgt spid="765"/>
                                        </p:tgtEl>
                                        <p:attrNameLst>
                                          <p:attrName>style.visibility</p:attrName>
                                        </p:attrNameLst>
                                      </p:cBhvr>
                                      <p:to>
                                        <p:strVal val="visible"/>
                                      </p:to>
                                    </p:set>
                                  </p:childTnLst>
                                </p:cTn>
                              </p:par>
                              <p:par>
                                <p:cTn id="1521" presetID="1" presetClass="entr" presetSubtype="0" fill="hold" nodeType="withEffect">
                                  <p:stCondLst>
                                    <p:cond delay="0"/>
                                  </p:stCondLst>
                                  <p:childTnLst>
                                    <p:set>
                                      <p:cBhvr>
                                        <p:cTn id="1522" dur="1" fill="hold">
                                          <p:stCondLst>
                                            <p:cond delay="0"/>
                                          </p:stCondLst>
                                        </p:cTn>
                                        <p:tgtEl>
                                          <p:spTgt spid="766"/>
                                        </p:tgtEl>
                                        <p:attrNameLst>
                                          <p:attrName>style.visibility</p:attrName>
                                        </p:attrNameLst>
                                      </p:cBhvr>
                                      <p:to>
                                        <p:strVal val="visible"/>
                                      </p:to>
                                    </p:set>
                                  </p:childTnLst>
                                </p:cTn>
                              </p:par>
                              <p:par>
                                <p:cTn id="1523" presetID="1" presetClass="entr" presetSubtype="0" fill="hold" nodeType="withEffect">
                                  <p:stCondLst>
                                    <p:cond delay="0"/>
                                  </p:stCondLst>
                                  <p:childTnLst>
                                    <p:set>
                                      <p:cBhvr>
                                        <p:cTn id="1524" dur="1" fill="hold">
                                          <p:stCondLst>
                                            <p:cond delay="0"/>
                                          </p:stCondLst>
                                        </p:cTn>
                                        <p:tgtEl>
                                          <p:spTgt spid="767"/>
                                        </p:tgtEl>
                                        <p:attrNameLst>
                                          <p:attrName>style.visibility</p:attrName>
                                        </p:attrNameLst>
                                      </p:cBhvr>
                                      <p:to>
                                        <p:strVal val="visible"/>
                                      </p:to>
                                    </p:set>
                                  </p:childTnLst>
                                </p:cTn>
                              </p:par>
                              <p:par>
                                <p:cTn id="1525" presetID="1" presetClass="entr" presetSubtype="0" fill="hold" nodeType="withEffect">
                                  <p:stCondLst>
                                    <p:cond delay="0"/>
                                  </p:stCondLst>
                                  <p:childTnLst>
                                    <p:set>
                                      <p:cBhvr>
                                        <p:cTn id="1526" dur="1" fill="hold">
                                          <p:stCondLst>
                                            <p:cond delay="0"/>
                                          </p:stCondLst>
                                        </p:cTn>
                                        <p:tgtEl>
                                          <p:spTgt spid="768"/>
                                        </p:tgtEl>
                                        <p:attrNameLst>
                                          <p:attrName>style.visibility</p:attrName>
                                        </p:attrNameLst>
                                      </p:cBhvr>
                                      <p:to>
                                        <p:strVal val="visible"/>
                                      </p:to>
                                    </p:set>
                                  </p:childTnLst>
                                </p:cTn>
                              </p:par>
                              <p:par>
                                <p:cTn id="1527" presetID="1" presetClass="entr" presetSubtype="0" fill="hold" nodeType="withEffect">
                                  <p:stCondLst>
                                    <p:cond delay="0"/>
                                  </p:stCondLst>
                                  <p:childTnLst>
                                    <p:set>
                                      <p:cBhvr>
                                        <p:cTn id="1528" dur="1" fill="hold">
                                          <p:stCondLst>
                                            <p:cond delay="0"/>
                                          </p:stCondLst>
                                        </p:cTn>
                                        <p:tgtEl>
                                          <p:spTgt spid="769"/>
                                        </p:tgtEl>
                                        <p:attrNameLst>
                                          <p:attrName>style.visibility</p:attrName>
                                        </p:attrNameLst>
                                      </p:cBhvr>
                                      <p:to>
                                        <p:strVal val="visible"/>
                                      </p:to>
                                    </p:set>
                                  </p:childTnLst>
                                </p:cTn>
                              </p:par>
                              <p:par>
                                <p:cTn id="1529" presetID="1" presetClass="entr" presetSubtype="0" fill="hold" nodeType="withEffect">
                                  <p:stCondLst>
                                    <p:cond delay="0"/>
                                  </p:stCondLst>
                                  <p:childTnLst>
                                    <p:set>
                                      <p:cBhvr>
                                        <p:cTn id="1530" dur="1" fill="hold">
                                          <p:stCondLst>
                                            <p:cond delay="0"/>
                                          </p:stCondLst>
                                        </p:cTn>
                                        <p:tgtEl>
                                          <p:spTgt spid="770"/>
                                        </p:tgtEl>
                                        <p:attrNameLst>
                                          <p:attrName>style.visibility</p:attrName>
                                        </p:attrNameLst>
                                      </p:cBhvr>
                                      <p:to>
                                        <p:strVal val="visible"/>
                                      </p:to>
                                    </p:set>
                                  </p:childTnLst>
                                </p:cTn>
                              </p:par>
                              <p:par>
                                <p:cTn id="1531" presetID="1" presetClass="entr" presetSubtype="0" fill="hold" nodeType="withEffect">
                                  <p:stCondLst>
                                    <p:cond delay="0"/>
                                  </p:stCondLst>
                                  <p:childTnLst>
                                    <p:set>
                                      <p:cBhvr>
                                        <p:cTn id="1532" dur="1" fill="hold">
                                          <p:stCondLst>
                                            <p:cond delay="0"/>
                                          </p:stCondLst>
                                        </p:cTn>
                                        <p:tgtEl>
                                          <p:spTgt spid="771"/>
                                        </p:tgtEl>
                                        <p:attrNameLst>
                                          <p:attrName>style.visibility</p:attrName>
                                        </p:attrNameLst>
                                      </p:cBhvr>
                                      <p:to>
                                        <p:strVal val="visible"/>
                                      </p:to>
                                    </p:set>
                                  </p:childTnLst>
                                </p:cTn>
                              </p:par>
                              <p:par>
                                <p:cTn id="1533" presetID="1" presetClass="entr" presetSubtype="0" fill="hold" nodeType="withEffect">
                                  <p:stCondLst>
                                    <p:cond delay="0"/>
                                  </p:stCondLst>
                                  <p:childTnLst>
                                    <p:set>
                                      <p:cBhvr>
                                        <p:cTn id="1534" dur="1" fill="hold">
                                          <p:stCondLst>
                                            <p:cond delay="0"/>
                                          </p:stCondLst>
                                        </p:cTn>
                                        <p:tgtEl>
                                          <p:spTgt spid="772"/>
                                        </p:tgtEl>
                                        <p:attrNameLst>
                                          <p:attrName>style.visibility</p:attrName>
                                        </p:attrNameLst>
                                      </p:cBhvr>
                                      <p:to>
                                        <p:strVal val="visible"/>
                                      </p:to>
                                    </p:set>
                                  </p:childTnLst>
                                </p:cTn>
                              </p:par>
                              <p:par>
                                <p:cTn id="1535" presetID="1" presetClass="entr" presetSubtype="0" fill="hold" nodeType="withEffect">
                                  <p:stCondLst>
                                    <p:cond delay="0"/>
                                  </p:stCondLst>
                                  <p:childTnLst>
                                    <p:set>
                                      <p:cBhvr>
                                        <p:cTn id="1536" dur="1" fill="hold">
                                          <p:stCondLst>
                                            <p:cond delay="0"/>
                                          </p:stCondLst>
                                        </p:cTn>
                                        <p:tgtEl>
                                          <p:spTgt spid="773"/>
                                        </p:tgtEl>
                                        <p:attrNameLst>
                                          <p:attrName>style.visibility</p:attrName>
                                        </p:attrNameLst>
                                      </p:cBhvr>
                                      <p:to>
                                        <p:strVal val="visible"/>
                                      </p:to>
                                    </p:set>
                                  </p:childTnLst>
                                </p:cTn>
                              </p:par>
                              <p:par>
                                <p:cTn id="1537" presetID="1" presetClass="entr" presetSubtype="0" fill="hold" nodeType="withEffect">
                                  <p:stCondLst>
                                    <p:cond delay="0"/>
                                  </p:stCondLst>
                                  <p:childTnLst>
                                    <p:set>
                                      <p:cBhvr>
                                        <p:cTn id="1538" dur="1" fill="hold">
                                          <p:stCondLst>
                                            <p:cond delay="0"/>
                                          </p:stCondLst>
                                        </p:cTn>
                                        <p:tgtEl>
                                          <p:spTgt spid="774"/>
                                        </p:tgtEl>
                                        <p:attrNameLst>
                                          <p:attrName>style.visibility</p:attrName>
                                        </p:attrNameLst>
                                      </p:cBhvr>
                                      <p:to>
                                        <p:strVal val="visible"/>
                                      </p:to>
                                    </p:set>
                                  </p:childTnLst>
                                </p:cTn>
                              </p:par>
                              <p:par>
                                <p:cTn id="1539" presetID="1" presetClass="entr" presetSubtype="0" fill="hold" nodeType="withEffect">
                                  <p:stCondLst>
                                    <p:cond delay="0"/>
                                  </p:stCondLst>
                                  <p:childTnLst>
                                    <p:set>
                                      <p:cBhvr>
                                        <p:cTn id="1540" dur="1" fill="hold">
                                          <p:stCondLst>
                                            <p:cond delay="0"/>
                                          </p:stCondLst>
                                        </p:cTn>
                                        <p:tgtEl>
                                          <p:spTgt spid="775"/>
                                        </p:tgtEl>
                                        <p:attrNameLst>
                                          <p:attrName>style.visibility</p:attrName>
                                        </p:attrNameLst>
                                      </p:cBhvr>
                                      <p:to>
                                        <p:strVal val="visible"/>
                                      </p:to>
                                    </p:set>
                                  </p:childTnLst>
                                </p:cTn>
                              </p:par>
                              <p:par>
                                <p:cTn id="1541" presetID="1" presetClass="entr" presetSubtype="0" fill="hold" nodeType="withEffect">
                                  <p:stCondLst>
                                    <p:cond delay="0"/>
                                  </p:stCondLst>
                                  <p:childTnLst>
                                    <p:set>
                                      <p:cBhvr>
                                        <p:cTn id="1542" dur="1" fill="hold">
                                          <p:stCondLst>
                                            <p:cond delay="0"/>
                                          </p:stCondLst>
                                        </p:cTn>
                                        <p:tgtEl>
                                          <p:spTgt spid="776"/>
                                        </p:tgtEl>
                                        <p:attrNameLst>
                                          <p:attrName>style.visibility</p:attrName>
                                        </p:attrNameLst>
                                      </p:cBhvr>
                                      <p:to>
                                        <p:strVal val="visible"/>
                                      </p:to>
                                    </p:set>
                                  </p:childTnLst>
                                </p:cTn>
                              </p:par>
                              <p:par>
                                <p:cTn id="1543" presetID="1" presetClass="entr" presetSubtype="0" fill="hold" nodeType="withEffect">
                                  <p:stCondLst>
                                    <p:cond delay="0"/>
                                  </p:stCondLst>
                                  <p:childTnLst>
                                    <p:set>
                                      <p:cBhvr>
                                        <p:cTn id="1544" dur="1" fill="hold">
                                          <p:stCondLst>
                                            <p:cond delay="0"/>
                                          </p:stCondLst>
                                        </p:cTn>
                                        <p:tgtEl>
                                          <p:spTgt spid="777"/>
                                        </p:tgtEl>
                                        <p:attrNameLst>
                                          <p:attrName>style.visibility</p:attrName>
                                        </p:attrNameLst>
                                      </p:cBhvr>
                                      <p:to>
                                        <p:strVal val="visible"/>
                                      </p:to>
                                    </p:set>
                                  </p:childTnLst>
                                </p:cTn>
                              </p:par>
                              <p:par>
                                <p:cTn id="1545" presetID="1" presetClass="entr" presetSubtype="0" fill="hold" nodeType="withEffect">
                                  <p:stCondLst>
                                    <p:cond delay="0"/>
                                  </p:stCondLst>
                                  <p:childTnLst>
                                    <p:set>
                                      <p:cBhvr>
                                        <p:cTn id="1546" dur="1" fill="hold">
                                          <p:stCondLst>
                                            <p:cond delay="0"/>
                                          </p:stCondLst>
                                        </p:cTn>
                                        <p:tgtEl>
                                          <p:spTgt spid="778"/>
                                        </p:tgtEl>
                                        <p:attrNameLst>
                                          <p:attrName>style.visibility</p:attrName>
                                        </p:attrNameLst>
                                      </p:cBhvr>
                                      <p:to>
                                        <p:strVal val="visible"/>
                                      </p:to>
                                    </p:set>
                                  </p:childTnLst>
                                </p:cTn>
                              </p:par>
                              <p:par>
                                <p:cTn id="1547" presetID="1" presetClass="entr" presetSubtype="0" fill="hold" nodeType="withEffect">
                                  <p:stCondLst>
                                    <p:cond delay="0"/>
                                  </p:stCondLst>
                                  <p:childTnLst>
                                    <p:set>
                                      <p:cBhvr>
                                        <p:cTn id="1548" dur="1" fill="hold">
                                          <p:stCondLst>
                                            <p:cond delay="0"/>
                                          </p:stCondLst>
                                        </p:cTn>
                                        <p:tgtEl>
                                          <p:spTgt spid="779"/>
                                        </p:tgtEl>
                                        <p:attrNameLst>
                                          <p:attrName>style.visibility</p:attrName>
                                        </p:attrNameLst>
                                      </p:cBhvr>
                                      <p:to>
                                        <p:strVal val="visible"/>
                                      </p:to>
                                    </p:set>
                                  </p:childTnLst>
                                </p:cTn>
                              </p:par>
                              <p:par>
                                <p:cTn id="1549" presetID="1" presetClass="entr" presetSubtype="0" fill="hold" nodeType="withEffect">
                                  <p:stCondLst>
                                    <p:cond delay="0"/>
                                  </p:stCondLst>
                                  <p:childTnLst>
                                    <p:set>
                                      <p:cBhvr>
                                        <p:cTn id="1550" dur="1" fill="hold">
                                          <p:stCondLst>
                                            <p:cond delay="0"/>
                                          </p:stCondLst>
                                        </p:cTn>
                                        <p:tgtEl>
                                          <p:spTgt spid="780"/>
                                        </p:tgtEl>
                                        <p:attrNameLst>
                                          <p:attrName>style.visibility</p:attrName>
                                        </p:attrNameLst>
                                      </p:cBhvr>
                                      <p:to>
                                        <p:strVal val="visible"/>
                                      </p:to>
                                    </p:set>
                                  </p:childTnLst>
                                </p:cTn>
                              </p:par>
                              <p:par>
                                <p:cTn id="1551" presetID="1" presetClass="entr" presetSubtype="0" fill="hold" nodeType="withEffect">
                                  <p:stCondLst>
                                    <p:cond delay="0"/>
                                  </p:stCondLst>
                                  <p:childTnLst>
                                    <p:set>
                                      <p:cBhvr>
                                        <p:cTn id="1552" dur="1" fill="hold">
                                          <p:stCondLst>
                                            <p:cond delay="0"/>
                                          </p:stCondLst>
                                        </p:cTn>
                                        <p:tgtEl>
                                          <p:spTgt spid="781"/>
                                        </p:tgtEl>
                                        <p:attrNameLst>
                                          <p:attrName>style.visibility</p:attrName>
                                        </p:attrNameLst>
                                      </p:cBhvr>
                                      <p:to>
                                        <p:strVal val="visible"/>
                                      </p:to>
                                    </p:set>
                                  </p:childTnLst>
                                </p:cTn>
                              </p:par>
                              <p:par>
                                <p:cTn id="1553" presetID="1" presetClass="entr" presetSubtype="0" fill="hold" nodeType="withEffect">
                                  <p:stCondLst>
                                    <p:cond delay="0"/>
                                  </p:stCondLst>
                                  <p:childTnLst>
                                    <p:set>
                                      <p:cBhvr>
                                        <p:cTn id="1554" dur="1" fill="hold">
                                          <p:stCondLst>
                                            <p:cond delay="0"/>
                                          </p:stCondLst>
                                        </p:cTn>
                                        <p:tgtEl>
                                          <p:spTgt spid="782"/>
                                        </p:tgtEl>
                                        <p:attrNameLst>
                                          <p:attrName>style.visibility</p:attrName>
                                        </p:attrNameLst>
                                      </p:cBhvr>
                                      <p:to>
                                        <p:strVal val="visible"/>
                                      </p:to>
                                    </p:set>
                                  </p:childTnLst>
                                </p:cTn>
                              </p:par>
                              <p:par>
                                <p:cTn id="1555" presetID="1" presetClass="entr" presetSubtype="0" fill="hold" nodeType="withEffect">
                                  <p:stCondLst>
                                    <p:cond delay="0"/>
                                  </p:stCondLst>
                                  <p:childTnLst>
                                    <p:set>
                                      <p:cBhvr>
                                        <p:cTn id="1556" dur="1" fill="hold">
                                          <p:stCondLst>
                                            <p:cond delay="0"/>
                                          </p:stCondLst>
                                        </p:cTn>
                                        <p:tgtEl>
                                          <p:spTgt spid="783"/>
                                        </p:tgtEl>
                                        <p:attrNameLst>
                                          <p:attrName>style.visibility</p:attrName>
                                        </p:attrNameLst>
                                      </p:cBhvr>
                                      <p:to>
                                        <p:strVal val="visible"/>
                                      </p:to>
                                    </p:set>
                                  </p:childTnLst>
                                </p:cTn>
                              </p:par>
                              <p:par>
                                <p:cTn id="1557" presetID="1" presetClass="entr" presetSubtype="0" fill="hold" nodeType="withEffect">
                                  <p:stCondLst>
                                    <p:cond delay="0"/>
                                  </p:stCondLst>
                                  <p:childTnLst>
                                    <p:set>
                                      <p:cBhvr>
                                        <p:cTn id="1558" dur="1" fill="hold">
                                          <p:stCondLst>
                                            <p:cond delay="0"/>
                                          </p:stCondLst>
                                        </p:cTn>
                                        <p:tgtEl>
                                          <p:spTgt spid="784"/>
                                        </p:tgtEl>
                                        <p:attrNameLst>
                                          <p:attrName>style.visibility</p:attrName>
                                        </p:attrNameLst>
                                      </p:cBhvr>
                                      <p:to>
                                        <p:strVal val="visible"/>
                                      </p:to>
                                    </p:set>
                                  </p:childTnLst>
                                </p:cTn>
                              </p:par>
                              <p:par>
                                <p:cTn id="1559" presetID="1" presetClass="entr" presetSubtype="0" fill="hold" nodeType="withEffect">
                                  <p:stCondLst>
                                    <p:cond delay="0"/>
                                  </p:stCondLst>
                                  <p:childTnLst>
                                    <p:set>
                                      <p:cBhvr>
                                        <p:cTn id="1560" dur="1" fill="hold">
                                          <p:stCondLst>
                                            <p:cond delay="0"/>
                                          </p:stCondLst>
                                        </p:cTn>
                                        <p:tgtEl>
                                          <p:spTgt spid="785"/>
                                        </p:tgtEl>
                                        <p:attrNameLst>
                                          <p:attrName>style.visibility</p:attrName>
                                        </p:attrNameLst>
                                      </p:cBhvr>
                                      <p:to>
                                        <p:strVal val="visible"/>
                                      </p:to>
                                    </p:set>
                                  </p:childTnLst>
                                </p:cTn>
                              </p:par>
                              <p:par>
                                <p:cTn id="1561" presetID="1" presetClass="entr" presetSubtype="0" fill="hold" nodeType="withEffect">
                                  <p:stCondLst>
                                    <p:cond delay="0"/>
                                  </p:stCondLst>
                                  <p:childTnLst>
                                    <p:set>
                                      <p:cBhvr>
                                        <p:cTn id="1562" dur="1" fill="hold">
                                          <p:stCondLst>
                                            <p:cond delay="0"/>
                                          </p:stCondLst>
                                        </p:cTn>
                                        <p:tgtEl>
                                          <p:spTgt spid="786"/>
                                        </p:tgtEl>
                                        <p:attrNameLst>
                                          <p:attrName>style.visibility</p:attrName>
                                        </p:attrNameLst>
                                      </p:cBhvr>
                                      <p:to>
                                        <p:strVal val="visible"/>
                                      </p:to>
                                    </p:set>
                                  </p:childTnLst>
                                </p:cTn>
                              </p:par>
                              <p:par>
                                <p:cTn id="1563" presetID="1" presetClass="entr" presetSubtype="0" fill="hold" nodeType="withEffect">
                                  <p:stCondLst>
                                    <p:cond delay="0"/>
                                  </p:stCondLst>
                                  <p:childTnLst>
                                    <p:set>
                                      <p:cBhvr>
                                        <p:cTn id="1564" dur="1" fill="hold">
                                          <p:stCondLst>
                                            <p:cond delay="0"/>
                                          </p:stCondLst>
                                        </p:cTn>
                                        <p:tgtEl>
                                          <p:spTgt spid="787"/>
                                        </p:tgtEl>
                                        <p:attrNameLst>
                                          <p:attrName>style.visibility</p:attrName>
                                        </p:attrNameLst>
                                      </p:cBhvr>
                                      <p:to>
                                        <p:strVal val="visible"/>
                                      </p:to>
                                    </p:set>
                                  </p:childTnLst>
                                </p:cTn>
                              </p:par>
                              <p:par>
                                <p:cTn id="1565" presetID="1" presetClass="entr" presetSubtype="0" fill="hold" nodeType="withEffect">
                                  <p:stCondLst>
                                    <p:cond delay="0"/>
                                  </p:stCondLst>
                                  <p:childTnLst>
                                    <p:set>
                                      <p:cBhvr>
                                        <p:cTn id="1566" dur="1" fill="hold">
                                          <p:stCondLst>
                                            <p:cond delay="0"/>
                                          </p:stCondLst>
                                        </p:cTn>
                                        <p:tgtEl>
                                          <p:spTgt spid="788"/>
                                        </p:tgtEl>
                                        <p:attrNameLst>
                                          <p:attrName>style.visibility</p:attrName>
                                        </p:attrNameLst>
                                      </p:cBhvr>
                                      <p:to>
                                        <p:strVal val="visible"/>
                                      </p:to>
                                    </p:set>
                                  </p:childTnLst>
                                </p:cTn>
                              </p:par>
                              <p:par>
                                <p:cTn id="1567" presetID="1" presetClass="entr" presetSubtype="0" fill="hold" nodeType="withEffect">
                                  <p:stCondLst>
                                    <p:cond delay="0"/>
                                  </p:stCondLst>
                                  <p:childTnLst>
                                    <p:set>
                                      <p:cBhvr>
                                        <p:cTn id="1568" dur="1" fill="hold">
                                          <p:stCondLst>
                                            <p:cond delay="0"/>
                                          </p:stCondLst>
                                        </p:cTn>
                                        <p:tgtEl>
                                          <p:spTgt spid="789"/>
                                        </p:tgtEl>
                                        <p:attrNameLst>
                                          <p:attrName>style.visibility</p:attrName>
                                        </p:attrNameLst>
                                      </p:cBhvr>
                                      <p:to>
                                        <p:strVal val="visible"/>
                                      </p:to>
                                    </p:set>
                                  </p:childTnLst>
                                </p:cTn>
                              </p:par>
                              <p:par>
                                <p:cTn id="1569" presetID="1" presetClass="entr" presetSubtype="0" fill="hold" nodeType="withEffect">
                                  <p:stCondLst>
                                    <p:cond delay="0"/>
                                  </p:stCondLst>
                                  <p:childTnLst>
                                    <p:set>
                                      <p:cBhvr>
                                        <p:cTn id="1570" dur="1" fill="hold">
                                          <p:stCondLst>
                                            <p:cond delay="0"/>
                                          </p:stCondLst>
                                        </p:cTn>
                                        <p:tgtEl>
                                          <p:spTgt spid="790"/>
                                        </p:tgtEl>
                                        <p:attrNameLst>
                                          <p:attrName>style.visibility</p:attrName>
                                        </p:attrNameLst>
                                      </p:cBhvr>
                                      <p:to>
                                        <p:strVal val="visible"/>
                                      </p:to>
                                    </p:set>
                                  </p:childTnLst>
                                </p:cTn>
                              </p:par>
                              <p:par>
                                <p:cTn id="1571" presetID="1" presetClass="entr" presetSubtype="0" fill="hold" nodeType="withEffect">
                                  <p:stCondLst>
                                    <p:cond delay="0"/>
                                  </p:stCondLst>
                                  <p:childTnLst>
                                    <p:set>
                                      <p:cBhvr>
                                        <p:cTn id="1572" dur="1" fill="hold">
                                          <p:stCondLst>
                                            <p:cond delay="0"/>
                                          </p:stCondLst>
                                        </p:cTn>
                                        <p:tgtEl>
                                          <p:spTgt spid="791"/>
                                        </p:tgtEl>
                                        <p:attrNameLst>
                                          <p:attrName>style.visibility</p:attrName>
                                        </p:attrNameLst>
                                      </p:cBhvr>
                                      <p:to>
                                        <p:strVal val="visible"/>
                                      </p:to>
                                    </p:set>
                                  </p:childTnLst>
                                </p:cTn>
                              </p:par>
                              <p:par>
                                <p:cTn id="1573" presetID="1" presetClass="entr" presetSubtype="0" fill="hold" nodeType="withEffect">
                                  <p:stCondLst>
                                    <p:cond delay="0"/>
                                  </p:stCondLst>
                                  <p:childTnLst>
                                    <p:set>
                                      <p:cBhvr>
                                        <p:cTn id="1574" dur="1" fill="hold">
                                          <p:stCondLst>
                                            <p:cond delay="0"/>
                                          </p:stCondLst>
                                        </p:cTn>
                                        <p:tgtEl>
                                          <p:spTgt spid="792"/>
                                        </p:tgtEl>
                                        <p:attrNameLst>
                                          <p:attrName>style.visibility</p:attrName>
                                        </p:attrNameLst>
                                      </p:cBhvr>
                                      <p:to>
                                        <p:strVal val="visible"/>
                                      </p:to>
                                    </p:set>
                                  </p:childTnLst>
                                </p:cTn>
                              </p:par>
                              <p:par>
                                <p:cTn id="1575" presetID="1" presetClass="entr" presetSubtype="0" fill="hold" nodeType="withEffect">
                                  <p:stCondLst>
                                    <p:cond delay="0"/>
                                  </p:stCondLst>
                                  <p:childTnLst>
                                    <p:set>
                                      <p:cBhvr>
                                        <p:cTn id="1576" dur="1" fill="hold">
                                          <p:stCondLst>
                                            <p:cond delay="0"/>
                                          </p:stCondLst>
                                        </p:cTn>
                                        <p:tgtEl>
                                          <p:spTgt spid="793"/>
                                        </p:tgtEl>
                                        <p:attrNameLst>
                                          <p:attrName>style.visibility</p:attrName>
                                        </p:attrNameLst>
                                      </p:cBhvr>
                                      <p:to>
                                        <p:strVal val="visible"/>
                                      </p:to>
                                    </p:set>
                                  </p:childTnLst>
                                </p:cTn>
                              </p:par>
                              <p:par>
                                <p:cTn id="1577" presetID="1" presetClass="entr" presetSubtype="0" fill="hold" nodeType="withEffect">
                                  <p:stCondLst>
                                    <p:cond delay="0"/>
                                  </p:stCondLst>
                                  <p:childTnLst>
                                    <p:set>
                                      <p:cBhvr>
                                        <p:cTn id="1578" dur="1" fill="hold">
                                          <p:stCondLst>
                                            <p:cond delay="0"/>
                                          </p:stCondLst>
                                        </p:cTn>
                                        <p:tgtEl>
                                          <p:spTgt spid="794"/>
                                        </p:tgtEl>
                                        <p:attrNameLst>
                                          <p:attrName>style.visibility</p:attrName>
                                        </p:attrNameLst>
                                      </p:cBhvr>
                                      <p:to>
                                        <p:strVal val="visible"/>
                                      </p:to>
                                    </p:set>
                                  </p:childTnLst>
                                </p:cTn>
                              </p:par>
                              <p:par>
                                <p:cTn id="1579" presetID="1" presetClass="entr" presetSubtype="0" fill="hold" nodeType="withEffect">
                                  <p:stCondLst>
                                    <p:cond delay="0"/>
                                  </p:stCondLst>
                                  <p:childTnLst>
                                    <p:set>
                                      <p:cBhvr>
                                        <p:cTn id="1580" dur="1" fill="hold">
                                          <p:stCondLst>
                                            <p:cond delay="0"/>
                                          </p:stCondLst>
                                        </p:cTn>
                                        <p:tgtEl>
                                          <p:spTgt spid="795"/>
                                        </p:tgtEl>
                                        <p:attrNameLst>
                                          <p:attrName>style.visibility</p:attrName>
                                        </p:attrNameLst>
                                      </p:cBhvr>
                                      <p:to>
                                        <p:strVal val="visible"/>
                                      </p:to>
                                    </p:set>
                                  </p:childTnLst>
                                </p:cTn>
                              </p:par>
                              <p:par>
                                <p:cTn id="1581" presetID="1" presetClass="entr" presetSubtype="0" fill="hold" nodeType="withEffect">
                                  <p:stCondLst>
                                    <p:cond delay="0"/>
                                  </p:stCondLst>
                                  <p:childTnLst>
                                    <p:set>
                                      <p:cBhvr>
                                        <p:cTn id="1582" dur="1" fill="hold">
                                          <p:stCondLst>
                                            <p:cond delay="0"/>
                                          </p:stCondLst>
                                        </p:cTn>
                                        <p:tgtEl>
                                          <p:spTgt spid="796"/>
                                        </p:tgtEl>
                                        <p:attrNameLst>
                                          <p:attrName>style.visibility</p:attrName>
                                        </p:attrNameLst>
                                      </p:cBhvr>
                                      <p:to>
                                        <p:strVal val="visible"/>
                                      </p:to>
                                    </p:set>
                                  </p:childTnLst>
                                </p:cTn>
                              </p:par>
                              <p:par>
                                <p:cTn id="1583" presetID="1" presetClass="entr" presetSubtype="0" fill="hold" nodeType="withEffect">
                                  <p:stCondLst>
                                    <p:cond delay="0"/>
                                  </p:stCondLst>
                                  <p:childTnLst>
                                    <p:set>
                                      <p:cBhvr>
                                        <p:cTn id="1584" dur="1" fill="hold">
                                          <p:stCondLst>
                                            <p:cond delay="0"/>
                                          </p:stCondLst>
                                        </p:cTn>
                                        <p:tgtEl>
                                          <p:spTgt spid="797"/>
                                        </p:tgtEl>
                                        <p:attrNameLst>
                                          <p:attrName>style.visibility</p:attrName>
                                        </p:attrNameLst>
                                      </p:cBhvr>
                                      <p:to>
                                        <p:strVal val="visible"/>
                                      </p:to>
                                    </p:set>
                                  </p:childTnLst>
                                </p:cTn>
                              </p:par>
                              <p:par>
                                <p:cTn id="1585" presetID="1" presetClass="entr" presetSubtype="0" fill="hold" nodeType="withEffect">
                                  <p:stCondLst>
                                    <p:cond delay="0"/>
                                  </p:stCondLst>
                                  <p:childTnLst>
                                    <p:set>
                                      <p:cBhvr>
                                        <p:cTn id="1586" dur="1" fill="hold">
                                          <p:stCondLst>
                                            <p:cond delay="0"/>
                                          </p:stCondLst>
                                        </p:cTn>
                                        <p:tgtEl>
                                          <p:spTgt spid="798"/>
                                        </p:tgtEl>
                                        <p:attrNameLst>
                                          <p:attrName>style.visibility</p:attrName>
                                        </p:attrNameLst>
                                      </p:cBhvr>
                                      <p:to>
                                        <p:strVal val="visible"/>
                                      </p:to>
                                    </p:set>
                                  </p:childTnLst>
                                </p:cTn>
                              </p:par>
                              <p:par>
                                <p:cTn id="1587" presetID="1" presetClass="entr" presetSubtype="0" fill="hold" nodeType="withEffect">
                                  <p:stCondLst>
                                    <p:cond delay="0"/>
                                  </p:stCondLst>
                                  <p:childTnLst>
                                    <p:set>
                                      <p:cBhvr>
                                        <p:cTn id="1588" dur="1" fill="hold">
                                          <p:stCondLst>
                                            <p:cond delay="0"/>
                                          </p:stCondLst>
                                        </p:cTn>
                                        <p:tgtEl>
                                          <p:spTgt spid="799"/>
                                        </p:tgtEl>
                                        <p:attrNameLst>
                                          <p:attrName>style.visibility</p:attrName>
                                        </p:attrNameLst>
                                      </p:cBhvr>
                                      <p:to>
                                        <p:strVal val="visible"/>
                                      </p:to>
                                    </p:set>
                                  </p:childTnLst>
                                </p:cTn>
                              </p:par>
                              <p:par>
                                <p:cTn id="1589" presetID="1" presetClass="entr" presetSubtype="0" fill="hold" nodeType="withEffect">
                                  <p:stCondLst>
                                    <p:cond delay="0"/>
                                  </p:stCondLst>
                                  <p:childTnLst>
                                    <p:set>
                                      <p:cBhvr>
                                        <p:cTn id="1590" dur="1" fill="hold">
                                          <p:stCondLst>
                                            <p:cond delay="0"/>
                                          </p:stCondLst>
                                        </p:cTn>
                                        <p:tgtEl>
                                          <p:spTgt spid="800"/>
                                        </p:tgtEl>
                                        <p:attrNameLst>
                                          <p:attrName>style.visibility</p:attrName>
                                        </p:attrNameLst>
                                      </p:cBhvr>
                                      <p:to>
                                        <p:strVal val="visible"/>
                                      </p:to>
                                    </p:set>
                                  </p:childTnLst>
                                </p:cTn>
                              </p:par>
                              <p:par>
                                <p:cTn id="1591" presetID="1" presetClass="entr" presetSubtype="0" fill="hold" nodeType="withEffect">
                                  <p:stCondLst>
                                    <p:cond delay="0"/>
                                  </p:stCondLst>
                                  <p:childTnLst>
                                    <p:set>
                                      <p:cBhvr>
                                        <p:cTn id="1592" dur="1" fill="hold">
                                          <p:stCondLst>
                                            <p:cond delay="0"/>
                                          </p:stCondLst>
                                        </p:cTn>
                                        <p:tgtEl>
                                          <p:spTgt spid="801"/>
                                        </p:tgtEl>
                                        <p:attrNameLst>
                                          <p:attrName>style.visibility</p:attrName>
                                        </p:attrNameLst>
                                      </p:cBhvr>
                                      <p:to>
                                        <p:strVal val="visible"/>
                                      </p:to>
                                    </p:set>
                                  </p:childTnLst>
                                </p:cTn>
                              </p:par>
                              <p:par>
                                <p:cTn id="1593" presetID="1" presetClass="entr" presetSubtype="0" fill="hold" nodeType="withEffect">
                                  <p:stCondLst>
                                    <p:cond delay="0"/>
                                  </p:stCondLst>
                                  <p:childTnLst>
                                    <p:set>
                                      <p:cBhvr>
                                        <p:cTn id="1594" dur="1" fill="hold">
                                          <p:stCondLst>
                                            <p:cond delay="0"/>
                                          </p:stCondLst>
                                        </p:cTn>
                                        <p:tgtEl>
                                          <p:spTgt spid="802"/>
                                        </p:tgtEl>
                                        <p:attrNameLst>
                                          <p:attrName>style.visibility</p:attrName>
                                        </p:attrNameLst>
                                      </p:cBhvr>
                                      <p:to>
                                        <p:strVal val="visible"/>
                                      </p:to>
                                    </p:set>
                                  </p:childTnLst>
                                </p:cTn>
                              </p:par>
                              <p:par>
                                <p:cTn id="1595" presetID="1" presetClass="entr" presetSubtype="0" fill="hold" nodeType="withEffect">
                                  <p:stCondLst>
                                    <p:cond delay="0"/>
                                  </p:stCondLst>
                                  <p:childTnLst>
                                    <p:set>
                                      <p:cBhvr>
                                        <p:cTn id="1596" dur="1" fill="hold">
                                          <p:stCondLst>
                                            <p:cond delay="0"/>
                                          </p:stCondLst>
                                        </p:cTn>
                                        <p:tgtEl>
                                          <p:spTgt spid="803"/>
                                        </p:tgtEl>
                                        <p:attrNameLst>
                                          <p:attrName>style.visibility</p:attrName>
                                        </p:attrNameLst>
                                      </p:cBhvr>
                                      <p:to>
                                        <p:strVal val="visible"/>
                                      </p:to>
                                    </p:set>
                                  </p:childTnLst>
                                </p:cTn>
                              </p:par>
                              <p:par>
                                <p:cTn id="1597" presetID="1" presetClass="entr" presetSubtype="0" fill="hold" nodeType="withEffect">
                                  <p:stCondLst>
                                    <p:cond delay="0"/>
                                  </p:stCondLst>
                                  <p:childTnLst>
                                    <p:set>
                                      <p:cBhvr>
                                        <p:cTn id="1598" dur="1" fill="hold">
                                          <p:stCondLst>
                                            <p:cond delay="0"/>
                                          </p:stCondLst>
                                        </p:cTn>
                                        <p:tgtEl>
                                          <p:spTgt spid="804"/>
                                        </p:tgtEl>
                                        <p:attrNameLst>
                                          <p:attrName>style.visibility</p:attrName>
                                        </p:attrNameLst>
                                      </p:cBhvr>
                                      <p:to>
                                        <p:strVal val="visible"/>
                                      </p:to>
                                    </p:set>
                                  </p:childTnLst>
                                </p:cTn>
                              </p:par>
                              <p:par>
                                <p:cTn id="1599" presetID="1" presetClass="entr" presetSubtype="0" fill="hold" nodeType="withEffect">
                                  <p:stCondLst>
                                    <p:cond delay="0"/>
                                  </p:stCondLst>
                                  <p:childTnLst>
                                    <p:set>
                                      <p:cBhvr>
                                        <p:cTn id="1600" dur="1" fill="hold">
                                          <p:stCondLst>
                                            <p:cond delay="0"/>
                                          </p:stCondLst>
                                        </p:cTn>
                                        <p:tgtEl>
                                          <p:spTgt spid="805"/>
                                        </p:tgtEl>
                                        <p:attrNameLst>
                                          <p:attrName>style.visibility</p:attrName>
                                        </p:attrNameLst>
                                      </p:cBhvr>
                                      <p:to>
                                        <p:strVal val="visible"/>
                                      </p:to>
                                    </p:set>
                                  </p:childTnLst>
                                </p:cTn>
                              </p:par>
                              <p:par>
                                <p:cTn id="1601" presetID="1" presetClass="entr" presetSubtype="0" fill="hold" nodeType="withEffect">
                                  <p:stCondLst>
                                    <p:cond delay="0"/>
                                  </p:stCondLst>
                                  <p:childTnLst>
                                    <p:set>
                                      <p:cBhvr>
                                        <p:cTn id="1602" dur="1" fill="hold">
                                          <p:stCondLst>
                                            <p:cond delay="0"/>
                                          </p:stCondLst>
                                        </p:cTn>
                                        <p:tgtEl>
                                          <p:spTgt spid="806"/>
                                        </p:tgtEl>
                                        <p:attrNameLst>
                                          <p:attrName>style.visibility</p:attrName>
                                        </p:attrNameLst>
                                      </p:cBhvr>
                                      <p:to>
                                        <p:strVal val="visible"/>
                                      </p:to>
                                    </p:set>
                                  </p:childTnLst>
                                </p:cTn>
                              </p:par>
                              <p:par>
                                <p:cTn id="1603" presetID="1" presetClass="entr" presetSubtype="0" fill="hold" nodeType="withEffect">
                                  <p:stCondLst>
                                    <p:cond delay="0"/>
                                  </p:stCondLst>
                                  <p:childTnLst>
                                    <p:set>
                                      <p:cBhvr>
                                        <p:cTn id="1604" dur="1" fill="hold">
                                          <p:stCondLst>
                                            <p:cond delay="0"/>
                                          </p:stCondLst>
                                        </p:cTn>
                                        <p:tgtEl>
                                          <p:spTgt spid="807"/>
                                        </p:tgtEl>
                                        <p:attrNameLst>
                                          <p:attrName>style.visibility</p:attrName>
                                        </p:attrNameLst>
                                      </p:cBhvr>
                                      <p:to>
                                        <p:strVal val="visible"/>
                                      </p:to>
                                    </p:set>
                                  </p:childTnLst>
                                </p:cTn>
                              </p:par>
                              <p:par>
                                <p:cTn id="1605" presetID="1" presetClass="entr" presetSubtype="0" fill="hold" nodeType="withEffect">
                                  <p:stCondLst>
                                    <p:cond delay="0"/>
                                  </p:stCondLst>
                                  <p:childTnLst>
                                    <p:set>
                                      <p:cBhvr>
                                        <p:cTn id="1606" dur="1" fill="hold">
                                          <p:stCondLst>
                                            <p:cond delay="0"/>
                                          </p:stCondLst>
                                        </p:cTn>
                                        <p:tgtEl>
                                          <p:spTgt spid="808"/>
                                        </p:tgtEl>
                                        <p:attrNameLst>
                                          <p:attrName>style.visibility</p:attrName>
                                        </p:attrNameLst>
                                      </p:cBhvr>
                                      <p:to>
                                        <p:strVal val="visible"/>
                                      </p:to>
                                    </p:set>
                                  </p:childTnLst>
                                </p:cTn>
                              </p:par>
                              <p:par>
                                <p:cTn id="1607" presetID="1" presetClass="entr" presetSubtype="0" fill="hold" nodeType="withEffect">
                                  <p:stCondLst>
                                    <p:cond delay="0"/>
                                  </p:stCondLst>
                                  <p:childTnLst>
                                    <p:set>
                                      <p:cBhvr>
                                        <p:cTn id="1608" dur="1" fill="hold">
                                          <p:stCondLst>
                                            <p:cond delay="0"/>
                                          </p:stCondLst>
                                        </p:cTn>
                                        <p:tgtEl>
                                          <p:spTgt spid="809"/>
                                        </p:tgtEl>
                                        <p:attrNameLst>
                                          <p:attrName>style.visibility</p:attrName>
                                        </p:attrNameLst>
                                      </p:cBhvr>
                                      <p:to>
                                        <p:strVal val="visible"/>
                                      </p:to>
                                    </p:set>
                                  </p:childTnLst>
                                </p:cTn>
                              </p:par>
                              <p:par>
                                <p:cTn id="1609" presetID="1" presetClass="entr" presetSubtype="0" fill="hold" grpId="0" nodeType="withEffect">
                                  <p:stCondLst>
                                    <p:cond delay="0"/>
                                  </p:stCondLst>
                                  <p:childTnLst>
                                    <p:set>
                                      <p:cBhvr>
                                        <p:cTn id="1610" dur="1" fill="hold">
                                          <p:stCondLst>
                                            <p:cond delay="0"/>
                                          </p:stCondLst>
                                        </p:cTn>
                                        <p:tgtEl>
                                          <p:spTgt spid="810"/>
                                        </p:tgtEl>
                                        <p:attrNameLst>
                                          <p:attrName>style.visibility</p:attrName>
                                        </p:attrNameLst>
                                      </p:cBhvr>
                                      <p:to>
                                        <p:strVal val="visible"/>
                                      </p:to>
                                    </p:set>
                                  </p:childTnLst>
                                </p:cTn>
                              </p:par>
                            </p:childTnLst>
                          </p:cTn>
                        </p:par>
                      </p:childTnLst>
                    </p:cTn>
                  </p:par>
                  <p:par>
                    <p:cTn id="1611" fill="hold">
                      <p:stCondLst>
                        <p:cond delay="indefinite"/>
                      </p:stCondLst>
                      <p:childTnLst>
                        <p:par>
                          <p:cTn id="1612" fill="hold">
                            <p:stCondLst>
                              <p:cond delay="0"/>
                            </p:stCondLst>
                            <p:childTnLst>
                              <p:par>
                                <p:cTn id="1613" presetID="1" presetClass="entr" presetSubtype="0" fill="hold" nodeType="clickEffect">
                                  <p:stCondLst>
                                    <p:cond delay="0"/>
                                  </p:stCondLst>
                                  <p:childTnLst>
                                    <p:set>
                                      <p:cBhvr>
                                        <p:cTn id="1614" dur="1" fill="hold">
                                          <p:stCondLst>
                                            <p:cond delay="0"/>
                                          </p:stCondLst>
                                        </p:cTn>
                                        <p:tgtEl>
                                          <p:spTgt spid="812"/>
                                        </p:tgtEl>
                                        <p:attrNameLst>
                                          <p:attrName>style.visibility</p:attrName>
                                        </p:attrNameLst>
                                      </p:cBhvr>
                                      <p:to>
                                        <p:strVal val="visible"/>
                                      </p:to>
                                    </p:set>
                                  </p:childTnLst>
                                </p:cTn>
                              </p:par>
                              <p:par>
                                <p:cTn id="1615" presetID="1" presetClass="entr" presetSubtype="0" fill="hold" nodeType="withEffect">
                                  <p:stCondLst>
                                    <p:cond delay="0"/>
                                  </p:stCondLst>
                                  <p:childTnLst>
                                    <p:set>
                                      <p:cBhvr>
                                        <p:cTn id="1616" dur="1" fill="hold">
                                          <p:stCondLst>
                                            <p:cond delay="0"/>
                                          </p:stCondLst>
                                        </p:cTn>
                                        <p:tgtEl>
                                          <p:spTgt spid="813"/>
                                        </p:tgtEl>
                                        <p:attrNameLst>
                                          <p:attrName>style.visibility</p:attrName>
                                        </p:attrNameLst>
                                      </p:cBhvr>
                                      <p:to>
                                        <p:strVal val="visible"/>
                                      </p:to>
                                    </p:set>
                                  </p:childTnLst>
                                </p:cTn>
                              </p:par>
                              <p:par>
                                <p:cTn id="1617" presetID="1" presetClass="entr" presetSubtype="0" fill="hold" nodeType="withEffect">
                                  <p:stCondLst>
                                    <p:cond delay="0"/>
                                  </p:stCondLst>
                                  <p:childTnLst>
                                    <p:set>
                                      <p:cBhvr>
                                        <p:cTn id="1618" dur="1" fill="hold">
                                          <p:stCondLst>
                                            <p:cond delay="0"/>
                                          </p:stCondLst>
                                        </p:cTn>
                                        <p:tgtEl>
                                          <p:spTgt spid="814"/>
                                        </p:tgtEl>
                                        <p:attrNameLst>
                                          <p:attrName>style.visibility</p:attrName>
                                        </p:attrNameLst>
                                      </p:cBhvr>
                                      <p:to>
                                        <p:strVal val="visible"/>
                                      </p:to>
                                    </p:set>
                                  </p:childTnLst>
                                </p:cTn>
                              </p:par>
                              <p:par>
                                <p:cTn id="1619" presetID="1" presetClass="entr" presetSubtype="0" fill="hold" nodeType="withEffect">
                                  <p:stCondLst>
                                    <p:cond delay="0"/>
                                  </p:stCondLst>
                                  <p:childTnLst>
                                    <p:set>
                                      <p:cBhvr>
                                        <p:cTn id="1620" dur="1" fill="hold">
                                          <p:stCondLst>
                                            <p:cond delay="0"/>
                                          </p:stCondLst>
                                        </p:cTn>
                                        <p:tgtEl>
                                          <p:spTgt spid="815"/>
                                        </p:tgtEl>
                                        <p:attrNameLst>
                                          <p:attrName>style.visibility</p:attrName>
                                        </p:attrNameLst>
                                      </p:cBhvr>
                                      <p:to>
                                        <p:strVal val="visible"/>
                                      </p:to>
                                    </p:set>
                                  </p:childTnLst>
                                </p:cTn>
                              </p:par>
                              <p:par>
                                <p:cTn id="1621" presetID="1" presetClass="entr" presetSubtype="0" fill="hold" nodeType="withEffect">
                                  <p:stCondLst>
                                    <p:cond delay="0"/>
                                  </p:stCondLst>
                                  <p:childTnLst>
                                    <p:set>
                                      <p:cBhvr>
                                        <p:cTn id="1622" dur="1" fill="hold">
                                          <p:stCondLst>
                                            <p:cond delay="0"/>
                                          </p:stCondLst>
                                        </p:cTn>
                                        <p:tgtEl>
                                          <p:spTgt spid="816"/>
                                        </p:tgtEl>
                                        <p:attrNameLst>
                                          <p:attrName>style.visibility</p:attrName>
                                        </p:attrNameLst>
                                      </p:cBhvr>
                                      <p:to>
                                        <p:strVal val="visible"/>
                                      </p:to>
                                    </p:set>
                                  </p:childTnLst>
                                </p:cTn>
                              </p:par>
                              <p:par>
                                <p:cTn id="1623" presetID="1" presetClass="entr" presetSubtype="0" fill="hold" nodeType="withEffect">
                                  <p:stCondLst>
                                    <p:cond delay="0"/>
                                  </p:stCondLst>
                                  <p:childTnLst>
                                    <p:set>
                                      <p:cBhvr>
                                        <p:cTn id="1624" dur="1" fill="hold">
                                          <p:stCondLst>
                                            <p:cond delay="0"/>
                                          </p:stCondLst>
                                        </p:cTn>
                                        <p:tgtEl>
                                          <p:spTgt spid="817"/>
                                        </p:tgtEl>
                                        <p:attrNameLst>
                                          <p:attrName>style.visibility</p:attrName>
                                        </p:attrNameLst>
                                      </p:cBhvr>
                                      <p:to>
                                        <p:strVal val="visible"/>
                                      </p:to>
                                    </p:set>
                                  </p:childTnLst>
                                </p:cTn>
                              </p:par>
                              <p:par>
                                <p:cTn id="1625" presetID="1" presetClass="entr" presetSubtype="0" fill="hold" nodeType="withEffect">
                                  <p:stCondLst>
                                    <p:cond delay="0"/>
                                  </p:stCondLst>
                                  <p:childTnLst>
                                    <p:set>
                                      <p:cBhvr>
                                        <p:cTn id="1626" dur="1" fill="hold">
                                          <p:stCondLst>
                                            <p:cond delay="0"/>
                                          </p:stCondLst>
                                        </p:cTn>
                                        <p:tgtEl>
                                          <p:spTgt spid="818"/>
                                        </p:tgtEl>
                                        <p:attrNameLst>
                                          <p:attrName>style.visibility</p:attrName>
                                        </p:attrNameLst>
                                      </p:cBhvr>
                                      <p:to>
                                        <p:strVal val="visible"/>
                                      </p:to>
                                    </p:set>
                                  </p:childTnLst>
                                </p:cTn>
                              </p:par>
                              <p:par>
                                <p:cTn id="1627" presetID="1" presetClass="entr" presetSubtype="0" fill="hold" nodeType="withEffect">
                                  <p:stCondLst>
                                    <p:cond delay="0"/>
                                  </p:stCondLst>
                                  <p:childTnLst>
                                    <p:set>
                                      <p:cBhvr>
                                        <p:cTn id="1628" dur="1" fill="hold">
                                          <p:stCondLst>
                                            <p:cond delay="0"/>
                                          </p:stCondLst>
                                        </p:cTn>
                                        <p:tgtEl>
                                          <p:spTgt spid="819"/>
                                        </p:tgtEl>
                                        <p:attrNameLst>
                                          <p:attrName>style.visibility</p:attrName>
                                        </p:attrNameLst>
                                      </p:cBhvr>
                                      <p:to>
                                        <p:strVal val="visible"/>
                                      </p:to>
                                    </p:set>
                                  </p:childTnLst>
                                </p:cTn>
                              </p:par>
                              <p:par>
                                <p:cTn id="1629" presetID="1" presetClass="entr" presetSubtype="0" fill="hold" nodeType="withEffect">
                                  <p:stCondLst>
                                    <p:cond delay="0"/>
                                  </p:stCondLst>
                                  <p:childTnLst>
                                    <p:set>
                                      <p:cBhvr>
                                        <p:cTn id="1630" dur="1" fill="hold">
                                          <p:stCondLst>
                                            <p:cond delay="0"/>
                                          </p:stCondLst>
                                        </p:cTn>
                                        <p:tgtEl>
                                          <p:spTgt spid="820"/>
                                        </p:tgtEl>
                                        <p:attrNameLst>
                                          <p:attrName>style.visibility</p:attrName>
                                        </p:attrNameLst>
                                      </p:cBhvr>
                                      <p:to>
                                        <p:strVal val="visible"/>
                                      </p:to>
                                    </p:set>
                                  </p:childTnLst>
                                </p:cTn>
                              </p:par>
                              <p:par>
                                <p:cTn id="1631" presetID="1" presetClass="entr" presetSubtype="0" fill="hold" nodeType="withEffect">
                                  <p:stCondLst>
                                    <p:cond delay="0"/>
                                  </p:stCondLst>
                                  <p:childTnLst>
                                    <p:set>
                                      <p:cBhvr>
                                        <p:cTn id="1632" dur="1" fill="hold">
                                          <p:stCondLst>
                                            <p:cond delay="0"/>
                                          </p:stCondLst>
                                        </p:cTn>
                                        <p:tgtEl>
                                          <p:spTgt spid="821"/>
                                        </p:tgtEl>
                                        <p:attrNameLst>
                                          <p:attrName>style.visibility</p:attrName>
                                        </p:attrNameLst>
                                      </p:cBhvr>
                                      <p:to>
                                        <p:strVal val="visible"/>
                                      </p:to>
                                    </p:set>
                                  </p:childTnLst>
                                </p:cTn>
                              </p:par>
                              <p:par>
                                <p:cTn id="1633" presetID="1" presetClass="entr" presetSubtype="0" fill="hold" nodeType="withEffect">
                                  <p:stCondLst>
                                    <p:cond delay="0"/>
                                  </p:stCondLst>
                                  <p:childTnLst>
                                    <p:set>
                                      <p:cBhvr>
                                        <p:cTn id="1634" dur="1" fill="hold">
                                          <p:stCondLst>
                                            <p:cond delay="0"/>
                                          </p:stCondLst>
                                        </p:cTn>
                                        <p:tgtEl>
                                          <p:spTgt spid="822"/>
                                        </p:tgtEl>
                                        <p:attrNameLst>
                                          <p:attrName>style.visibility</p:attrName>
                                        </p:attrNameLst>
                                      </p:cBhvr>
                                      <p:to>
                                        <p:strVal val="visible"/>
                                      </p:to>
                                    </p:set>
                                  </p:childTnLst>
                                </p:cTn>
                              </p:par>
                              <p:par>
                                <p:cTn id="1635" presetID="1" presetClass="entr" presetSubtype="0" fill="hold" nodeType="withEffect">
                                  <p:stCondLst>
                                    <p:cond delay="0"/>
                                  </p:stCondLst>
                                  <p:childTnLst>
                                    <p:set>
                                      <p:cBhvr>
                                        <p:cTn id="1636" dur="1" fill="hold">
                                          <p:stCondLst>
                                            <p:cond delay="0"/>
                                          </p:stCondLst>
                                        </p:cTn>
                                        <p:tgtEl>
                                          <p:spTgt spid="823"/>
                                        </p:tgtEl>
                                        <p:attrNameLst>
                                          <p:attrName>style.visibility</p:attrName>
                                        </p:attrNameLst>
                                      </p:cBhvr>
                                      <p:to>
                                        <p:strVal val="visible"/>
                                      </p:to>
                                    </p:set>
                                  </p:childTnLst>
                                </p:cTn>
                              </p:par>
                              <p:par>
                                <p:cTn id="1637" presetID="1" presetClass="entr" presetSubtype="0" fill="hold" nodeType="withEffect">
                                  <p:stCondLst>
                                    <p:cond delay="0"/>
                                  </p:stCondLst>
                                  <p:childTnLst>
                                    <p:set>
                                      <p:cBhvr>
                                        <p:cTn id="1638" dur="1" fill="hold">
                                          <p:stCondLst>
                                            <p:cond delay="0"/>
                                          </p:stCondLst>
                                        </p:cTn>
                                        <p:tgtEl>
                                          <p:spTgt spid="824"/>
                                        </p:tgtEl>
                                        <p:attrNameLst>
                                          <p:attrName>style.visibility</p:attrName>
                                        </p:attrNameLst>
                                      </p:cBhvr>
                                      <p:to>
                                        <p:strVal val="visible"/>
                                      </p:to>
                                    </p:set>
                                  </p:childTnLst>
                                </p:cTn>
                              </p:par>
                              <p:par>
                                <p:cTn id="1639" presetID="1" presetClass="entr" presetSubtype="0" fill="hold" nodeType="withEffect">
                                  <p:stCondLst>
                                    <p:cond delay="0"/>
                                  </p:stCondLst>
                                  <p:childTnLst>
                                    <p:set>
                                      <p:cBhvr>
                                        <p:cTn id="1640" dur="1" fill="hold">
                                          <p:stCondLst>
                                            <p:cond delay="0"/>
                                          </p:stCondLst>
                                        </p:cTn>
                                        <p:tgtEl>
                                          <p:spTgt spid="825"/>
                                        </p:tgtEl>
                                        <p:attrNameLst>
                                          <p:attrName>style.visibility</p:attrName>
                                        </p:attrNameLst>
                                      </p:cBhvr>
                                      <p:to>
                                        <p:strVal val="visible"/>
                                      </p:to>
                                    </p:set>
                                  </p:childTnLst>
                                </p:cTn>
                              </p:par>
                              <p:par>
                                <p:cTn id="1641" presetID="1" presetClass="entr" presetSubtype="0" fill="hold" nodeType="withEffect">
                                  <p:stCondLst>
                                    <p:cond delay="0"/>
                                  </p:stCondLst>
                                  <p:childTnLst>
                                    <p:set>
                                      <p:cBhvr>
                                        <p:cTn id="1642" dur="1" fill="hold">
                                          <p:stCondLst>
                                            <p:cond delay="0"/>
                                          </p:stCondLst>
                                        </p:cTn>
                                        <p:tgtEl>
                                          <p:spTgt spid="826"/>
                                        </p:tgtEl>
                                        <p:attrNameLst>
                                          <p:attrName>style.visibility</p:attrName>
                                        </p:attrNameLst>
                                      </p:cBhvr>
                                      <p:to>
                                        <p:strVal val="visible"/>
                                      </p:to>
                                    </p:set>
                                  </p:childTnLst>
                                </p:cTn>
                              </p:par>
                              <p:par>
                                <p:cTn id="1643" presetID="1" presetClass="entr" presetSubtype="0" fill="hold" nodeType="withEffect">
                                  <p:stCondLst>
                                    <p:cond delay="0"/>
                                  </p:stCondLst>
                                  <p:childTnLst>
                                    <p:set>
                                      <p:cBhvr>
                                        <p:cTn id="1644" dur="1" fill="hold">
                                          <p:stCondLst>
                                            <p:cond delay="0"/>
                                          </p:stCondLst>
                                        </p:cTn>
                                        <p:tgtEl>
                                          <p:spTgt spid="827"/>
                                        </p:tgtEl>
                                        <p:attrNameLst>
                                          <p:attrName>style.visibility</p:attrName>
                                        </p:attrNameLst>
                                      </p:cBhvr>
                                      <p:to>
                                        <p:strVal val="visible"/>
                                      </p:to>
                                    </p:set>
                                  </p:childTnLst>
                                </p:cTn>
                              </p:par>
                              <p:par>
                                <p:cTn id="1645" presetID="1" presetClass="entr" presetSubtype="0" fill="hold" nodeType="withEffect">
                                  <p:stCondLst>
                                    <p:cond delay="0"/>
                                  </p:stCondLst>
                                  <p:childTnLst>
                                    <p:set>
                                      <p:cBhvr>
                                        <p:cTn id="1646" dur="1" fill="hold">
                                          <p:stCondLst>
                                            <p:cond delay="0"/>
                                          </p:stCondLst>
                                        </p:cTn>
                                        <p:tgtEl>
                                          <p:spTgt spid="828"/>
                                        </p:tgtEl>
                                        <p:attrNameLst>
                                          <p:attrName>style.visibility</p:attrName>
                                        </p:attrNameLst>
                                      </p:cBhvr>
                                      <p:to>
                                        <p:strVal val="visible"/>
                                      </p:to>
                                    </p:set>
                                  </p:childTnLst>
                                </p:cTn>
                              </p:par>
                              <p:par>
                                <p:cTn id="1647" presetID="1" presetClass="entr" presetSubtype="0" fill="hold" nodeType="withEffect">
                                  <p:stCondLst>
                                    <p:cond delay="0"/>
                                  </p:stCondLst>
                                  <p:childTnLst>
                                    <p:set>
                                      <p:cBhvr>
                                        <p:cTn id="1648" dur="1" fill="hold">
                                          <p:stCondLst>
                                            <p:cond delay="0"/>
                                          </p:stCondLst>
                                        </p:cTn>
                                        <p:tgtEl>
                                          <p:spTgt spid="829"/>
                                        </p:tgtEl>
                                        <p:attrNameLst>
                                          <p:attrName>style.visibility</p:attrName>
                                        </p:attrNameLst>
                                      </p:cBhvr>
                                      <p:to>
                                        <p:strVal val="visible"/>
                                      </p:to>
                                    </p:set>
                                  </p:childTnLst>
                                </p:cTn>
                              </p:par>
                              <p:par>
                                <p:cTn id="1649" presetID="1" presetClass="entr" presetSubtype="0" fill="hold" nodeType="withEffect">
                                  <p:stCondLst>
                                    <p:cond delay="0"/>
                                  </p:stCondLst>
                                  <p:childTnLst>
                                    <p:set>
                                      <p:cBhvr>
                                        <p:cTn id="1650" dur="1" fill="hold">
                                          <p:stCondLst>
                                            <p:cond delay="0"/>
                                          </p:stCondLst>
                                        </p:cTn>
                                        <p:tgtEl>
                                          <p:spTgt spid="830"/>
                                        </p:tgtEl>
                                        <p:attrNameLst>
                                          <p:attrName>style.visibility</p:attrName>
                                        </p:attrNameLst>
                                      </p:cBhvr>
                                      <p:to>
                                        <p:strVal val="visible"/>
                                      </p:to>
                                    </p:set>
                                  </p:childTnLst>
                                </p:cTn>
                              </p:par>
                              <p:par>
                                <p:cTn id="1651" presetID="1" presetClass="entr" presetSubtype="0" fill="hold" nodeType="withEffect">
                                  <p:stCondLst>
                                    <p:cond delay="0"/>
                                  </p:stCondLst>
                                  <p:childTnLst>
                                    <p:set>
                                      <p:cBhvr>
                                        <p:cTn id="1652" dur="1" fill="hold">
                                          <p:stCondLst>
                                            <p:cond delay="0"/>
                                          </p:stCondLst>
                                        </p:cTn>
                                        <p:tgtEl>
                                          <p:spTgt spid="831"/>
                                        </p:tgtEl>
                                        <p:attrNameLst>
                                          <p:attrName>style.visibility</p:attrName>
                                        </p:attrNameLst>
                                      </p:cBhvr>
                                      <p:to>
                                        <p:strVal val="visible"/>
                                      </p:to>
                                    </p:set>
                                  </p:childTnLst>
                                </p:cTn>
                              </p:par>
                              <p:par>
                                <p:cTn id="1653" presetID="1" presetClass="entr" presetSubtype="0" fill="hold" nodeType="withEffect">
                                  <p:stCondLst>
                                    <p:cond delay="0"/>
                                  </p:stCondLst>
                                  <p:childTnLst>
                                    <p:set>
                                      <p:cBhvr>
                                        <p:cTn id="1654" dur="1" fill="hold">
                                          <p:stCondLst>
                                            <p:cond delay="0"/>
                                          </p:stCondLst>
                                        </p:cTn>
                                        <p:tgtEl>
                                          <p:spTgt spid="832"/>
                                        </p:tgtEl>
                                        <p:attrNameLst>
                                          <p:attrName>style.visibility</p:attrName>
                                        </p:attrNameLst>
                                      </p:cBhvr>
                                      <p:to>
                                        <p:strVal val="visible"/>
                                      </p:to>
                                    </p:set>
                                  </p:childTnLst>
                                </p:cTn>
                              </p:par>
                              <p:par>
                                <p:cTn id="1655" presetID="1" presetClass="entr" presetSubtype="0" fill="hold" nodeType="withEffect">
                                  <p:stCondLst>
                                    <p:cond delay="0"/>
                                  </p:stCondLst>
                                  <p:childTnLst>
                                    <p:set>
                                      <p:cBhvr>
                                        <p:cTn id="1656" dur="1" fill="hold">
                                          <p:stCondLst>
                                            <p:cond delay="0"/>
                                          </p:stCondLst>
                                        </p:cTn>
                                        <p:tgtEl>
                                          <p:spTgt spid="833"/>
                                        </p:tgtEl>
                                        <p:attrNameLst>
                                          <p:attrName>style.visibility</p:attrName>
                                        </p:attrNameLst>
                                      </p:cBhvr>
                                      <p:to>
                                        <p:strVal val="visible"/>
                                      </p:to>
                                    </p:set>
                                  </p:childTnLst>
                                </p:cTn>
                              </p:par>
                              <p:par>
                                <p:cTn id="1657" presetID="1" presetClass="entr" presetSubtype="0" fill="hold" nodeType="withEffect">
                                  <p:stCondLst>
                                    <p:cond delay="0"/>
                                  </p:stCondLst>
                                  <p:childTnLst>
                                    <p:set>
                                      <p:cBhvr>
                                        <p:cTn id="1658" dur="1" fill="hold">
                                          <p:stCondLst>
                                            <p:cond delay="0"/>
                                          </p:stCondLst>
                                        </p:cTn>
                                        <p:tgtEl>
                                          <p:spTgt spid="834"/>
                                        </p:tgtEl>
                                        <p:attrNameLst>
                                          <p:attrName>style.visibility</p:attrName>
                                        </p:attrNameLst>
                                      </p:cBhvr>
                                      <p:to>
                                        <p:strVal val="visible"/>
                                      </p:to>
                                    </p:set>
                                  </p:childTnLst>
                                </p:cTn>
                              </p:par>
                              <p:par>
                                <p:cTn id="1659" presetID="1" presetClass="entr" presetSubtype="0" fill="hold" nodeType="withEffect">
                                  <p:stCondLst>
                                    <p:cond delay="0"/>
                                  </p:stCondLst>
                                  <p:childTnLst>
                                    <p:set>
                                      <p:cBhvr>
                                        <p:cTn id="1660" dur="1" fill="hold">
                                          <p:stCondLst>
                                            <p:cond delay="0"/>
                                          </p:stCondLst>
                                        </p:cTn>
                                        <p:tgtEl>
                                          <p:spTgt spid="835"/>
                                        </p:tgtEl>
                                        <p:attrNameLst>
                                          <p:attrName>style.visibility</p:attrName>
                                        </p:attrNameLst>
                                      </p:cBhvr>
                                      <p:to>
                                        <p:strVal val="visible"/>
                                      </p:to>
                                    </p:set>
                                  </p:childTnLst>
                                </p:cTn>
                              </p:par>
                              <p:par>
                                <p:cTn id="1661" presetID="1" presetClass="entr" presetSubtype="0" fill="hold" nodeType="withEffect">
                                  <p:stCondLst>
                                    <p:cond delay="0"/>
                                  </p:stCondLst>
                                  <p:childTnLst>
                                    <p:set>
                                      <p:cBhvr>
                                        <p:cTn id="1662" dur="1" fill="hold">
                                          <p:stCondLst>
                                            <p:cond delay="0"/>
                                          </p:stCondLst>
                                        </p:cTn>
                                        <p:tgtEl>
                                          <p:spTgt spid="836"/>
                                        </p:tgtEl>
                                        <p:attrNameLst>
                                          <p:attrName>style.visibility</p:attrName>
                                        </p:attrNameLst>
                                      </p:cBhvr>
                                      <p:to>
                                        <p:strVal val="visible"/>
                                      </p:to>
                                    </p:set>
                                  </p:childTnLst>
                                </p:cTn>
                              </p:par>
                              <p:par>
                                <p:cTn id="1663" presetID="1" presetClass="entr" presetSubtype="0" fill="hold" nodeType="withEffect">
                                  <p:stCondLst>
                                    <p:cond delay="0"/>
                                  </p:stCondLst>
                                  <p:childTnLst>
                                    <p:set>
                                      <p:cBhvr>
                                        <p:cTn id="1664" dur="1" fill="hold">
                                          <p:stCondLst>
                                            <p:cond delay="0"/>
                                          </p:stCondLst>
                                        </p:cTn>
                                        <p:tgtEl>
                                          <p:spTgt spid="837"/>
                                        </p:tgtEl>
                                        <p:attrNameLst>
                                          <p:attrName>style.visibility</p:attrName>
                                        </p:attrNameLst>
                                      </p:cBhvr>
                                      <p:to>
                                        <p:strVal val="visible"/>
                                      </p:to>
                                    </p:set>
                                  </p:childTnLst>
                                </p:cTn>
                              </p:par>
                              <p:par>
                                <p:cTn id="1665" presetID="1" presetClass="entr" presetSubtype="0" fill="hold" nodeType="withEffect">
                                  <p:stCondLst>
                                    <p:cond delay="0"/>
                                  </p:stCondLst>
                                  <p:childTnLst>
                                    <p:set>
                                      <p:cBhvr>
                                        <p:cTn id="1666" dur="1" fill="hold">
                                          <p:stCondLst>
                                            <p:cond delay="0"/>
                                          </p:stCondLst>
                                        </p:cTn>
                                        <p:tgtEl>
                                          <p:spTgt spid="838"/>
                                        </p:tgtEl>
                                        <p:attrNameLst>
                                          <p:attrName>style.visibility</p:attrName>
                                        </p:attrNameLst>
                                      </p:cBhvr>
                                      <p:to>
                                        <p:strVal val="visible"/>
                                      </p:to>
                                    </p:set>
                                  </p:childTnLst>
                                </p:cTn>
                              </p:par>
                              <p:par>
                                <p:cTn id="1667" presetID="1" presetClass="entr" presetSubtype="0" fill="hold" nodeType="withEffect">
                                  <p:stCondLst>
                                    <p:cond delay="0"/>
                                  </p:stCondLst>
                                  <p:childTnLst>
                                    <p:set>
                                      <p:cBhvr>
                                        <p:cTn id="1668" dur="1" fill="hold">
                                          <p:stCondLst>
                                            <p:cond delay="0"/>
                                          </p:stCondLst>
                                        </p:cTn>
                                        <p:tgtEl>
                                          <p:spTgt spid="839"/>
                                        </p:tgtEl>
                                        <p:attrNameLst>
                                          <p:attrName>style.visibility</p:attrName>
                                        </p:attrNameLst>
                                      </p:cBhvr>
                                      <p:to>
                                        <p:strVal val="visible"/>
                                      </p:to>
                                    </p:set>
                                  </p:childTnLst>
                                </p:cTn>
                              </p:par>
                              <p:par>
                                <p:cTn id="1669" presetID="1" presetClass="entr" presetSubtype="0" fill="hold" nodeType="withEffect">
                                  <p:stCondLst>
                                    <p:cond delay="0"/>
                                  </p:stCondLst>
                                  <p:childTnLst>
                                    <p:set>
                                      <p:cBhvr>
                                        <p:cTn id="1670" dur="1" fill="hold">
                                          <p:stCondLst>
                                            <p:cond delay="0"/>
                                          </p:stCondLst>
                                        </p:cTn>
                                        <p:tgtEl>
                                          <p:spTgt spid="840"/>
                                        </p:tgtEl>
                                        <p:attrNameLst>
                                          <p:attrName>style.visibility</p:attrName>
                                        </p:attrNameLst>
                                      </p:cBhvr>
                                      <p:to>
                                        <p:strVal val="visible"/>
                                      </p:to>
                                    </p:set>
                                  </p:childTnLst>
                                </p:cTn>
                              </p:par>
                              <p:par>
                                <p:cTn id="1671" presetID="1" presetClass="entr" presetSubtype="0" fill="hold" nodeType="withEffect">
                                  <p:stCondLst>
                                    <p:cond delay="0"/>
                                  </p:stCondLst>
                                  <p:childTnLst>
                                    <p:set>
                                      <p:cBhvr>
                                        <p:cTn id="1672" dur="1" fill="hold">
                                          <p:stCondLst>
                                            <p:cond delay="0"/>
                                          </p:stCondLst>
                                        </p:cTn>
                                        <p:tgtEl>
                                          <p:spTgt spid="841"/>
                                        </p:tgtEl>
                                        <p:attrNameLst>
                                          <p:attrName>style.visibility</p:attrName>
                                        </p:attrNameLst>
                                      </p:cBhvr>
                                      <p:to>
                                        <p:strVal val="visible"/>
                                      </p:to>
                                    </p:set>
                                  </p:childTnLst>
                                </p:cTn>
                              </p:par>
                              <p:par>
                                <p:cTn id="1673" presetID="1" presetClass="entr" presetSubtype="0" fill="hold" nodeType="withEffect">
                                  <p:stCondLst>
                                    <p:cond delay="0"/>
                                  </p:stCondLst>
                                  <p:childTnLst>
                                    <p:set>
                                      <p:cBhvr>
                                        <p:cTn id="1674" dur="1" fill="hold">
                                          <p:stCondLst>
                                            <p:cond delay="0"/>
                                          </p:stCondLst>
                                        </p:cTn>
                                        <p:tgtEl>
                                          <p:spTgt spid="842"/>
                                        </p:tgtEl>
                                        <p:attrNameLst>
                                          <p:attrName>style.visibility</p:attrName>
                                        </p:attrNameLst>
                                      </p:cBhvr>
                                      <p:to>
                                        <p:strVal val="visible"/>
                                      </p:to>
                                    </p:set>
                                  </p:childTnLst>
                                </p:cTn>
                              </p:par>
                              <p:par>
                                <p:cTn id="1675" presetID="1" presetClass="entr" presetSubtype="0" fill="hold" nodeType="withEffect">
                                  <p:stCondLst>
                                    <p:cond delay="0"/>
                                  </p:stCondLst>
                                  <p:childTnLst>
                                    <p:set>
                                      <p:cBhvr>
                                        <p:cTn id="1676" dur="1" fill="hold">
                                          <p:stCondLst>
                                            <p:cond delay="0"/>
                                          </p:stCondLst>
                                        </p:cTn>
                                        <p:tgtEl>
                                          <p:spTgt spid="843"/>
                                        </p:tgtEl>
                                        <p:attrNameLst>
                                          <p:attrName>style.visibility</p:attrName>
                                        </p:attrNameLst>
                                      </p:cBhvr>
                                      <p:to>
                                        <p:strVal val="visible"/>
                                      </p:to>
                                    </p:set>
                                  </p:childTnLst>
                                </p:cTn>
                              </p:par>
                              <p:par>
                                <p:cTn id="1677" presetID="1" presetClass="entr" presetSubtype="0" fill="hold" nodeType="withEffect">
                                  <p:stCondLst>
                                    <p:cond delay="0"/>
                                  </p:stCondLst>
                                  <p:childTnLst>
                                    <p:set>
                                      <p:cBhvr>
                                        <p:cTn id="1678" dur="1" fill="hold">
                                          <p:stCondLst>
                                            <p:cond delay="0"/>
                                          </p:stCondLst>
                                        </p:cTn>
                                        <p:tgtEl>
                                          <p:spTgt spid="844"/>
                                        </p:tgtEl>
                                        <p:attrNameLst>
                                          <p:attrName>style.visibility</p:attrName>
                                        </p:attrNameLst>
                                      </p:cBhvr>
                                      <p:to>
                                        <p:strVal val="visible"/>
                                      </p:to>
                                    </p:set>
                                  </p:childTnLst>
                                </p:cTn>
                              </p:par>
                              <p:par>
                                <p:cTn id="1679" presetID="1" presetClass="entr" presetSubtype="0" fill="hold" nodeType="withEffect">
                                  <p:stCondLst>
                                    <p:cond delay="0"/>
                                  </p:stCondLst>
                                  <p:childTnLst>
                                    <p:set>
                                      <p:cBhvr>
                                        <p:cTn id="1680" dur="1" fill="hold">
                                          <p:stCondLst>
                                            <p:cond delay="0"/>
                                          </p:stCondLst>
                                        </p:cTn>
                                        <p:tgtEl>
                                          <p:spTgt spid="845"/>
                                        </p:tgtEl>
                                        <p:attrNameLst>
                                          <p:attrName>style.visibility</p:attrName>
                                        </p:attrNameLst>
                                      </p:cBhvr>
                                      <p:to>
                                        <p:strVal val="visible"/>
                                      </p:to>
                                    </p:set>
                                  </p:childTnLst>
                                </p:cTn>
                              </p:par>
                              <p:par>
                                <p:cTn id="1681" presetID="1" presetClass="entr" presetSubtype="0" fill="hold" nodeType="withEffect">
                                  <p:stCondLst>
                                    <p:cond delay="0"/>
                                  </p:stCondLst>
                                  <p:childTnLst>
                                    <p:set>
                                      <p:cBhvr>
                                        <p:cTn id="1682" dur="1" fill="hold">
                                          <p:stCondLst>
                                            <p:cond delay="0"/>
                                          </p:stCondLst>
                                        </p:cTn>
                                        <p:tgtEl>
                                          <p:spTgt spid="846"/>
                                        </p:tgtEl>
                                        <p:attrNameLst>
                                          <p:attrName>style.visibility</p:attrName>
                                        </p:attrNameLst>
                                      </p:cBhvr>
                                      <p:to>
                                        <p:strVal val="visible"/>
                                      </p:to>
                                    </p:set>
                                  </p:childTnLst>
                                </p:cTn>
                              </p:par>
                              <p:par>
                                <p:cTn id="1683" presetID="1" presetClass="entr" presetSubtype="0" fill="hold" nodeType="withEffect">
                                  <p:stCondLst>
                                    <p:cond delay="0"/>
                                  </p:stCondLst>
                                  <p:childTnLst>
                                    <p:set>
                                      <p:cBhvr>
                                        <p:cTn id="1684" dur="1" fill="hold">
                                          <p:stCondLst>
                                            <p:cond delay="0"/>
                                          </p:stCondLst>
                                        </p:cTn>
                                        <p:tgtEl>
                                          <p:spTgt spid="847"/>
                                        </p:tgtEl>
                                        <p:attrNameLst>
                                          <p:attrName>style.visibility</p:attrName>
                                        </p:attrNameLst>
                                      </p:cBhvr>
                                      <p:to>
                                        <p:strVal val="visible"/>
                                      </p:to>
                                    </p:set>
                                  </p:childTnLst>
                                </p:cTn>
                              </p:par>
                              <p:par>
                                <p:cTn id="1685" presetID="1" presetClass="entr" presetSubtype="0" fill="hold" nodeType="withEffect">
                                  <p:stCondLst>
                                    <p:cond delay="0"/>
                                  </p:stCondLst>
                                  <p:childTnLst>
                                    <p:set>
                                      <p:cBhvr>
                                        <p:cTn id="1686" dur="1" fill="hold">
                                          <p:stCondLst>
                                            <p:cond delay="0"/>
                                          </p:stCondLst>
                                        </p:cTn>
                                        <p:tgtEl>
                                          <p:spTgt spid="848"/>
                                        </p:tgtEl>
                                        <p:attrNameLst>
                                          <p:attrName>style.visibility</p:attrName>
                                        </p:attrNameLst>
                                      </p:cBhvr>
                                      <p:to>
                                        <p:strVal val="visible"/>
                                      </p:to>
                                    </p:set>
                                  </p:childTnLst>
                                </p:cTn>
                              </p:par>
                              <p:par>
                                <p:cTn id="1687" presetID="1" presetClass="entr" presetSubtype="0" fill="hold" nodeType="withEffect">
                                  <p:stCondLst>
                                    <p:cond delay="0"/>
                                  </p:stCondLst>
                                  <p:childTnLst>
                                    <p:set>
                                      <p:cBhvr>
                                        <p:cTn id="1688" dur="1" fill="hold">
                                          <p:stCondLst>
                                            <p:cond delay="0"/>
                                          </p:stCondLst>
                                        </p:cTn>
                                        <p:tgtEl>
                                          <p:spTgt spid="849"/>
                                        </p:tgtEl>
                                        <p:attrNameLst>
                                          <p:attrName>style.visibility</p:attrName>
                                        </p:attrNameLst>
                                      </p:cBhvr>
                                      <p:to>
                                        <p:strVal val="visible"/>
                                      </p:to>
                                    </p:set>
                                  </p:childTnLst>
                                </p:cTn>
                              </p:par>
                              <p:par>
                                <p:cTn id="1689" presetID="1" presetClass="entr" presetSubtype="0" fill="hold" nodeType="withEffect">
                                  <p:stCondLst>
                                    <p:cond delay="0"/>
                                  </p:stCondLst>
                                  <p:childTnLst>
                                    <p:set>
                                      <p:cBhvr>
                                        <p:cTn id="1690" dur="1" fill="hold">
                                          <p:stCondLst>
                                            <p:cond delay="0"/>
                                          </p:stCondLst>
                                        </p:cTn>
                                        <p:tgtEl>
                                          <p:spTgt spid="850"/>
                                        </p:tgtEl>
                                        <p:attrNameLst>
                                          <p:attrName>style.visibility</p:attrName>
                                        </p:attrNameLst>
                                      </p:cBhvr>
                                      <p:to>
                                        <p:strVal val="visible"/>
                                      </p:to>
                                    </p:set>
                                  </p:childTnLst>
                                </p:cTn>
                              </p:par>
                              <p:par>
                                <p:cTn id="1691" presetID="1" presetClass="entr" presetSubtype="0" fill="hold" nodeType="withEffect">
                                  <p:stCondLst>
                                    <p:cond delay="0"/>
                                  </p:stCondLst>
                                  <p:childTnLst>
                                    <p:set>
                                      <p:cBhvr>
                                        <p:cTn id="1692" dur="1" fill="hold">
                                          <p:stCondLst>
                                            <p:cond delay="0"/>
                                          </p:stCondLst>
                                        </p:cTn>
                                        <p:tgtEl>
                                          <p:spTgt spid="851"/>
                                        </p:tgtEl>
                                        <p:attrNameLst>
                                          <p:attrName>style.visibility</p:attrName>
                                        </p:attrNameLst>
                                      </p:cBhvr>
                                      <p:to>
                                        <p:strVal val="visible"/>
                                      </p:to>
                                    </p:set>
                                  </p:childTnLst>
                                </p:cTn>
                              </p:par>
                              <p:par>
                                <p:cTn id="1693" presetID="1" presetClass="entr" presetSubtype="0" fill="hold" nodeType="withEffect">
                                  <p:stCondLst>
                                    <p:cond delay="0"/>
                                  </p:stCondLst>
                                  <p:childTnLst>
                                    <p:set>
                                      <p:cBhvr>
                                        <p:cTn id="1694" dur="1" fill="hold">
                                          <p:stCondLst>
                                            <p:cond delay="0"/>
                                          </p:stCondLst>
                                        </p:cTn>
                                        <p:tgtEl>
                                          <p:spTgt spid="852"/>
                                        </p:tgtEl>
                                        <p:attrNameLst>
                                          <p:attrName>style.visibility</p:attrName>
                                        </p:attrNameLst>
                                      </p:cBhvr>
                                      <p:to>
                                        <p:strVal val="visible"/>
                                      </p:to>
                                    </p:set>
                                  </p:childTnLst>
                                </p:cTn>
                              </p:par>
                              <p:par>
                                <p:cTn id="1695" presetID="1" presetClass="entr" presetSubtype="0" fill="hold" nodeType="withEffect">
                                  <p:stCondLst>
                                    <p:cond delay="0"/>
                                  </p:stCondLst>
                                  <p:childTnLst>
                                    <p:set>
                                      <p:cBhvr>
                                        <p:cTn id="1696" dur="1" fill="hold">
                                          <p:stCondLst>
                                            <p:cond delay="0"/>
                                          </p:stCondLst>
                                        </p:cTn>
                                        <p:tgtEl>
                                          <p:spTgt spid="853"/>
                                        </p:tgtEl>
                                        <p:attrNameLst>
                                          <p:attrName>style.visibility</p:attrName>
                                        </p:attrNameLst>
                                      </p:cBhvr>
                                      <p:to>
                                        <p:strVal val="visible"/>
                                      </p:to>
                                    </p:set>
                                  </p:childTnLst>
                                </p:cTn>
                              </p:par>
                              <p:par>
                                <p:cTn id="1697" presetID="1" presetClass="entr" presetSubtype="0" fill="hold" nodeType="withEffect">
                                  <p:stCondLst>
                                    <p:cond delay="0"/>
                                  </p:stCondLst>
                                  <p:childTnLst>
                                    <p:set>
                                      <p:cBhvr>
                                        <p:cTn id="1698" dur="1" fill="hold">
                                          <p:stCondLst>
                                            <p:cond delay="0"/>
                                          </p:stCondLst>
                                        </p:cTn>
                                        <p:tgtEl>
                                          <p:spTgt spid="854"/>
                                        </p:tgtEl>
                                        <p:attrNameLst>
                                          <p:attrName>style.visibility</p:attrName>
                                        </p:attrNameLst>
                                      </p:cBhvr>
                                      <p:to>
                                        <p:strVal val="visible"/>
                                      </p:to>
                                    </p:set>
                                  </p:childTnLst>
                                </p:cTn>
                              </p:par>
                              <p:par>
                                <p:cTn id="1699" presetID="1" presetClass="entr" presetSubtype="0" fill="hold" nodeType="withEffect">
                                  <p:stCondLst>
                                    <p:cond delay="0"/>
                                  </p:stCondLst>
                                  <p:childTnLst>
                                    <p:set>
                                      <p:cBhvr>
                                        <p:cTn id="1700" dur="1" fill="hold">
                                          <p:stCondLst>
                                            <p:cond delay="0"/>
                                          </p:stCondLst>
                                        </p:cTn>
                                        <p:tgtEl>
                                          <p:spTgt spid="855"/>
                                        </p:tgtEl>
                                        <p:attrNameLst>
                                          <p:attrName>style.visibility</p:attrName>
                                        </p:attrNameLst>
                                      </p:cBhvr>
                                      <p:to>
                                        <p:strVal val="visible"/>
                                      </p:to>
                                    </p:set>
                                  </p:childTnLst>
                                </p:cTn>
                              </p:par>
                              <p:par>
                                <p:cTn id="1701" presetID="1" presetClass="entr" presetSubtype="0" fill="hold" nodeType="withEffect">
                                  <p:stCondLst>
                                    <p:cond delay="0"/>
                                  </p:stCondLst>
                                  <p:childTnLst>
                                    <p:set>
                                      <p:cBhvr>
                                        <p:cTn id="1702" dur="1" fill="hold">
                                          <p:stCondLst>
                                            <p:cond delay="0"/>
                                          </p:stCondLst>
                                        </p:cTn>
                                        <p:tgtEl>
                                          <p:spTgt spid="856"/>
                                        </p:tgtEl>
                                        <p:attrNameLst>
                                          <p:attrName>style.visibility</p:attrName>
                                        </p:attrNameLst>
                                      </p:cBhvr>
                                      <p:to>
                                        <p:strVal val="visible"/>
                                      </p:to>
                                    </p:set>
                                  </p:childTnLst>
                                </p:cTn>
                              </p:par>
                              <p:par>
                                <p:cTn id="1703" presetID="1" presetClass="entr" presetSubtype="0" fill="hold" nodeType="withEffect">
                                  <p:stCondLst>
                                    <p:cond delay="0"/>
                                  </p:stCondLst>
                                  <p:childTnLst>
                                    <p:set>
                                      <p:cBhvr>
                                        <p:cTn id="1704" dur="1" fill="hold">
                                          <p:stCondLst>
                                            <p:cond delay="0"/>
                                          </p:stCondLst>
                                        </p:cTn>
                                        <p:tgtEl>
                                          <p:spTgt spid="857"/>
                                        </p:tgtEl>
                                        <p:attrNameLst>
                                          <p:attrName>style.visibility</p:attrName>
                                        </p:attrNameLst>
                                      </p:cBhvr>
                                      <p:to>
                                        <p:strVal val="visible"/>
                                      </p:to>
                                    </p:set>
                                  </p:childTnLst>
                                </p:cTn>
                              </p:par>
                              <p:par>
                                <p:cTn id="1705" presetID="1" presetClass="entr" presetSubtype="0" fill="hold" nodeType="withEffect">
                                  <p:stCondLst>
                                    <p:cond delay="0"/>
                                  </p:stCondLst>
                                  <p:childTnLst>
                                    <p:set>
                                      <p:cBhvr>
                                        <p:cTn id="1706" dur="1" fill="hold">
                                          <p:stCondLst>
                                            <p:cond delay="0"/>
                                          </p:stCondLst>
                                        </p:cTn>
                                        <p:tgtEl>
                                          <p:spTgt spid="858"/>
                                        </p:tgtEl>
                                        <p:attrNameLst>
                                          <p:attrName>style.visibility</p:attrName>
                                        </p:attrNameLst>
                                      </p:cBhvr>
                                      <p:to>
                                        <p:strVal val="visible"/>
                                      </p:to>
                                    </p:set>
                                  </p:childTnLst>
                                </p:cTn>
                              </p:par>
                              <p:par>
                                <p:cTn id="1707" presetID="1" presetClass="entr" presetSubtype="0" fill="hold" nodeType="withEffect">
                                  <p:stCondLst>
                                    <p:cond delay="0"/>
                                  </p:stCondLst>
                                  <p:childTnLst>
                                    <p:set>
                                      <p:cBhvr>
                                        <p:cTn id="1708" dur="1" fill="hold">
                                          <p:stCondLst>
                                            <p:cond delay="0"/>
                                          </p:stCondLst>
                                        </p:cTn>
                                        <p:tgtEl>
                                          <p:spTgt spid="859"/>
                                        </p:tgtEl>
                                        <p:attrNameLst>
                                          <p:attrName>style.visibility</p:attrName>
                                        </p:attrNameLst>
                                      </p:cBhvr>
                                      <p:to>
                                        <p:strVal val="visible"/>
                                      </p:to>
                                    </p:set>
                                  </p:childTnLst>
                                </p:cTn>
                              </p:par>
                              <p:par>
                                <p:cTn id="1709" presetID="1" presetClass="entr" presetSubtype="0" fill="hold" nodeType="withEffect">
                                  <p:stCondLst>
                                    <p:cond delay="0"/>
                                  </p:stCondLst>
                                  <p:childTnLst>
                                    <p:set>
                                      <p:cBhvr>
                                        <p:cTn id="1710" dur="1" fill="hold">
                                          <p:stCondLst>
                                            <p:cond delay="0"/>
                                          </p:stCondLst>
                                        </p:cTn>
                                        <p:tgtEl>
                                          <p:spTgt spid="860"/>
                                        </p:tgtEl>
                                        <p:attrNameLst>
                                          <p:attrName>style.visibility</p:attrName>
                                        </p:attrNameLst>
                                      </p:cBhvr>
                                      <p:to>
                                        <p:strVal val="visible"/>
                                      </p:to>
                                    </p:set>
                                  </p:childTnLst>
                                </p:cTn>
                              </p:par>
                              <p:par>
                                <p:cTn id="1711" presetID="1" presetClass="entr" presetSubtype="0" fill="hold" nodeType="withEffect">
                                  <p:stCondLst>
                                    <p:cond delay="0"/>
                                  </p:stCondLst>
                                  <p:childTnLst>
                                    <p:set>
                                      <p:cBhvr>
                                        <p:cTn id="1712" dur="1" fill="hold">
                                          <p:stCondLst>
                                            <p:cond delay="0"/>
                                          </p:stCondLst>
                                        </p:cTn>
                                        <p:tgtEl>
                                          <p:spTgt spid="861"/>
                                        </p:tgtEl>
                                        <p:attrNameLst>
                                          <p:attrName>style.visibility</p:attrName>
                                        </p:attrNameLst>
                                      </p:cBhvr>
                                      <p:to>
                                        <p:strVal val="visible"/>
                                      </p:to>
                                    </p:set>
                                  </p:childTnLst>
                                </p:cTn>
                              </p:par>
                              <p:par>
                                <p:cTn id="1713" presetID="1" presetClass="entr" presetSubtype="0" fill="hold" nodeType="withEffect">
                                  <p:stCondLst>
                                    <p:cond delay="0"/>
                                  </p:stCondLst>
                                  <p:childTnLst>
                                    <p:set>
                                      <p:cBhvr>
                                        <p:cTn id="1714" dur="1" fill="hold">
                                          <p:stCondLst>
                                            <p:cond delay="0"/>
                                          </p:stCondLst>
                                        </p:cTn>
                                        <p:tgtEl>
                                          <p:spTgt spid="862"/>
                                        </p:tgtEl>
                                        <p:attrNameLst>
                                          <p:attrName>style.visibility</p:attrName>
                                        </p:attrNameLst>
                                      </p:cBhvr>
                                      <p:to>
                                        <p:strVal val="visible"/>
                                      </p:to>
                                    </p:set>
                                  </p:childTnLst>
                                </p:cTn>
                              </p:par>
                              <p:par>
                                <p:cTn id="1715" presetID="1" presetClass="entr" presetSubtype="0" fill="hold" nodeType="withEffect">
                                  <p:stCondLst>
                                    <p:cond delay="0"/>
                                  </p:stCondLst>
                                  <p:childTnLst>
                                    <p:set>
                                      <p:cBhvr>
                                        <p:cTn id="1716" dur="1" fill="hold">
                                          <p:stCondLst>
                                            <p:cond delay="0"/>
                                          </p:stCondLst>
                                        </p:cTn>
                                        <p:tgtEl>
                                          <p:spTgt spid="863"/>
                                        </p:tgtEl>
                                        <p:attrNameLst>
                                          <p:attrName>style.visibility</p:attrName>
                                        </p:attrNameLst>
                                      </p:cBhvr>
                                      <p:to>
                                        <p:strVal val="visible"/>
                                      </p:to>
                                    </p:set>
                                  </p:childTnLst>
                                </p:cTn>
                              </p:par>
                              <p:par>
                                <p:cTn id="1717" presetID="1" presetClass="entr" presetSubtype="0" fill="hold" nodeType="withEffect">
                                  <p:stCondLst>
                                    <p:cond delay="0"/>
                                  </p:stCondLst>
                                  <p:childTnLst>
                                    <p:set>
                                      <p:cBhvr>
                                        <p:cTn id="1718" dur="1" fill="hold">
                                          <p:stCondLst>
                                            <p:cond delay="0"/>
                                          </p:stCondLst>
                                        </p:cTn>
                                        <p:tgtEl>
                                          <p:spTgt spid="864"/>
                                        </p:tgtEl>
                                        <p:attrNameLst>
                                          <p:attrName>style.visibility</p:attrName>
                                        </p:attrNameLst>
                                      </p:cBhvr>
                                      <p:to>
                                        <p:strVal val="visible"/>
                                      </p:to>
                                    </p:set>
                                  </p:childTnLst>
                                </p:cTn>
                              </p:par>
                              <p:par>
                                <p:cTn id="1719" presetID="1" presetClass="entr" presetSubtype="0" fill="hold" nodeType="withEffect">
                                  <p:stCondLst>
                                    <p:cond delay="0"/>
                                  </p:stCondLst>
                                  <p:childTnLst>
                                    <p:set>
                                      <p:cBhvr>
                                        <p:cTn id="1720" dur="1" fill="hold">
                                          <p:stCondLst>
                                            <p:cond delay="0"/>
                                          </p:stCondLst>
                                        </p:cTn>
                                        <p:tgtEl>
                                          <p:spTgt spid="865"/>
                                        </p:tgtEl>
                                        <p:attrNameLst>
                                          <p:attrName>style.visibility</p:attrName>
                                        </p:attrNameLst>
                                      </p:cBhvr>
                                      <p:to>
                                        <p:strVal val="visible"/>
                                      </p:to>
                                    </p:set>
                                  </p:childTnLst>
                                </p:cTn>
                              </p:par>
                              <p:par>
                                <p:cTn id="1721" presetID="1" presetClass="entr" presetSubtype="0" fill="hold" nodeType="withEffect">
                                  <p:stCondLst>
                                    <p:cond delay="0"/>
                                  </p:stCondLst>
                                  <p:childTnLst>
                                    <p:set>
                                      <p:cBhvr>
                                        <p:cTn id="1722" dur="1" fill="hold">
                                          <p:stCondLst>
                                            <p:cond delay="0"/>
                                          </p:stCondLst>
                                        </p:cTn>
                                        <p:tgtEl>
                                          <p:spTgt spid="866"/>
                                        </p:tgtEl>
                                        <p:attrNameLst>
                                          <p:attrName>style.visibility</p:attrName>
                                        </p:attrNameLst>
                                      </p:cBhvr>
                                      <p:to>
                                        <p:strVal val="visible"/>
                                      </p:to>
                                    </p:set>
                                  </p:childTnLst>
                                </p:cTn>
                              </p:par>
                              <p:par>
                                <p:cTn id="1723" presetID="1" presetClass="entr" presetSubtype="0" fill="hold" nodeType="withEffect">
                                  <p:stCondLst>
                                    <p:cond delay="0"/>
                                  </p:stCondLst>
                                  <p:childTnLst>
                                    <p:set>
                                      <p:cBhvr>
                                        <p:cTn id="1724" dur="1" fill="hold">
                                          <p:stCondLst>
                                            <p:cond delay="0"/>
                                          </p:stCondLst>
                                        </p:cTn>
                                        <p:tgtEl>
                                          <p:spTgt spid="867"/>
                                        </p:tgtEl>
                                        <p:attrNameLst>
                                          <p:attrName>style.visibility</p:attrName>
                                        </p:attrNameLst>
                                      </p:cBhvr>
                                      <p:to>
                                        <p:strVal val="visible"/>
                                      </p:to>
                                    </p:set>
                                  </p:childTnLst>
                                </p:cTn>
                              </p:par>
                              <p:par>
                                <p:cTn id="1725" presetID="1" presetClass="entr" presetSubtype="0" fill="hold" nodeType="withEffect">
                                  <p:stCondLst>
                                    <p:cond delay="0"/>
                                  </p:stCondLst>
                                  <p:childTnLst>
                                    <p:set>
                                      <p:cBhvr>
                                        <p:cTn id="1726" dur="1" fill="hold">
                                          <p:stCondLst>
                                            <p:cond delay="0"/>
                                          </p:stCondLst>
                                        </p:cTn>
                                        <p:tgtEl>
                                          <p:spTgt spid="868"/>
                                        </p:tgtEl>
                                        <p:attrNameLst>
                                          <p:attrName>style.visibility</p:attrName>
                                        </p:attrNameLst>
                                      </p:cBhvr>
                                      <p:to>
                                        <p:strVal val="visible"/>
                                      </p:to>
                                    </p:set>
                                  </p:childTnLst>
                                </p:cTn>
                              </p:par>
                              <p:par>
                                <p:cTn id="1727" presetID="1" presetClass="entr" presetSubtype="0" fill="hold" nodeType="withEffect">
                                  <p:stCondLst>
                                    <p:cond delay="0"/>
                                  </p:stCondLst>
                                  <p:childTnLst>
                                    <p:set>
                                      <p:cBhvr>
                                        <p:cTn id="1728" dur="1" fill="hold">
                                          <p:stCondLst>
                                            <p:cond delay="0"/>
                                          </p:stCondLst>
                                        </p:cTn>
                                        <p:tgtEl>
                                          <p:spTgt spid="869"/>
                                        </p:tgtEl>
                                        <p:attrNameLst>
                                          <p:attrName>style.visibility</p:attrName>
                                        </p:attrNameLst>
                                      </p:cBhvr>
                                      <p:to>
                                        <p:strVal val="visible"/>
                                      </p:to>
                                    </p:set>
                                  </p:childTnLst>
                                </p:cTn>
                              </p:par>
                              <p:par>
                                <p:cTn id="1729" presetID="1" presetClass="entr" presetSubtype="0" fill="hold" nodeType="withEffect">
                                  <p:stCondLst>
                                    <p:cond delay="0"/>
                                  </p:stCondLst>
                                  <p:childTnLst>
                                    <p:set>
                                      <p:cBhvr>
                                        <p:cTn id="1730" dur="1" fill="hold">
                                          <p:stCondLst>
                                            <p:cond delay="0"/>
                                          </p:stCondLst>
                                        </p:cTn>
                                        <p:tgtEl>
                                          <p:spTgt spid="870"/>
                                        </p:tgtEl>
                                        <p:attrNameLst>
                                          <p:attrName>style.visibility</p:attrName>
                                        </p:attrNameLst>
                                      </p:cBhvr>
                                      <p:to>
                                        <p:strVal val="visible"/>
                                      </p:to>
                                    </p:set>
                                  </p:childTnLst>
                                </p:cTn>
                              </p:par>
                              <p:par>
                                <p:cTn id="1731" presetID="1" presetClass="entr" presetSubtype="0" fill="hold" nodeType="withEffect">
                                  <p:stCondLst>
                                    <p:cond delay="0"/>
                                  </p:stCondLst>
                                  <p:childTnLst>
                                    <p:set>
                                      <p:cBhvr>
                                        <p:cTn id="1732" dur="1" fill="hold">
                                          <p:stCondLst>
                                            <p:cond delay="0"/>
                                          </p:stCondLst>
                                        </p:cTn>
                                        <p:tgtEl>
                                          <p:spTgt spid="871"/>
                                        </p:tgtEl>
                                        <p:attrNameLst>
                                          <p:attrName>style.visibility</p:attrName>
                                        </p:attrNameLst>
                                      </p:cBhvr>
                                      <p:to>
                                        <p:strVal val="visible"/>
                                      </p:to>
                                    </p:set>
                                  </p:childTnLst>
                                </p:cTn>
                              </p:par>
                              <p:par>
                                <p:cTn id="1733" presetID="1" presetClass="entr" presetSubtype="0" fill="hold" nodeType="withEffect">
                                  <p:stCondLst>
                                    <p:cond delay="0"/>
                                  </p:stCondLst>
                                  <p:childTnLst>
                                    <p:set>
                                      <p:cBhvr>
                                        <p:cTn id="1734" dur="1" fill="hold">
                                          <p:stCondLst>
                                            <p:cond delay="0"/>
                                          </p:stCondLst>
                                        </p:cTn>
                                        <p:tgtEl>
                                          <p:spTgt spid="872"/>
                                        </p:tgtEl>
                                        <p:attrNameLst>
                                          <p:attrName>style.visibility</p:attrName>
                                        </p:attrNameLst>
                                      </p:cBhvr>
                                      <p:to>
                                        <p:strVal val="visible"/>
                                      </p:to>
                                    </p:set>
                                  </p:childTnLst>
                                </p:cTn>
                              </p:par>
                              <p:par>
                                <p:cTn id="1735" presetID="1" presetClass="entr" presetSubtype="0" fill="hold" nodeType="withEffect">
                                  <p:stCondLst>
                                    <p:cond delay="0"/>
                                  </p:stCondLst>
                                  <p:childTnLst>
                                    <p:set>
                                      <p:cBhvr>
                                        <p:cTn id="1736" dur="1" fill="hold">
                                          <p:stCondLst>
                                            <p:cond delay="0"/>
                                          </p:stCondLst>
                                        </p:cTn>
                                        <p:tgtEl>
                                          <p:spTgt spid="873"/>
                                        </p:tgtEl>
                                        <p:attrNameLst>
                                          <p:attrName>style.visibility</p:attrName>
                                        </p:attrNameLst>
                                      </p:cBhvr>
                                      <p:to>
                                        <p:strVal val="visible"/>
                                      </p:to>
                                    </p:set>
                                  </p:childTnLst>
                                </p:cTn>
                              </p:par>
                              <p:par>
                                <p:cTn id="1737" presetID="1" presetClass="entr" presetSubtype="0" fill="hold" nodeType="withEffect">
                                  <p:stCondLst>
                                    <p:cond delay="0"/>
                                  </p:stCondLst>
                                  <p:childTnLst>
                                    <p:set>
                                      <p:cBhvr>
                                        <p:cTn id="1738" dur="1" fill="hold">
                                          <p:stCondLst>
                                            <p:cond delay="0"/>
                                          </p:stCondLst>
                                        </p:cTn>
                                        <p:tgtEl>
                                          <p:spTgt spid="874"/>
                                        </p:tgtEl>
                                        <p:attrNameLst>
                                          <p:attrName>style.visibility</p:attrName>
                                        </p:attrNameLst>
                                      </p:cBhvr>
                                      <p:to>
                                        <p:strVal val="visible"/>
                                      </p:to>
                                    </p:set>
                                  </p:childTnLst>
                                </p:cTn>
                              </p:par>
                              <p:par>
                                <p:cTn id="1739" presetID="1" presetClass="entr" presetSubtype="0" fill="hold" nodeType="withEffect">
                                  <p:stCondLst>
                                    <p:cond delay="0"/>
                                  </p:stCondLst>
                                  <p:childTnLst>
                                    <p:set>
                                      <p:cBhvr>
                                        <p:cTn id="1740" dur="1" fill="hold">
                                          <p:stCondLst>
                                            <p:cond delay="0"/>
                                          </p:stCondLst>
                                        </p:cTn>
                                        <p:tgtEl>
                                          <p:spTgt spid="875"/>
                                        </p:tgtEl>
                                        <p:attrNameLst>
                                          <p:attrName>style.visibility</p:attrName>
                                        </p:attrNameLst>
                                      </p:cBhvr>
                                      <p:to>
                                        <p:strVal val="visible"/>
                                      </p:to>
                                    </p:set>
                                  </p:childTnLst>
                                </p:cTn>
                              </p:par>
                              <p:par>
                                <p:cTn id="1741" presetID="1" presetClass="entr" presetSubtype="0" fill="hold" nodeType="withEffect">
                                  <p:stCondLst>
                                    <p:cond delay="0"/>
                                  </p:stCondLst>
                                  <p:childTnLst>
                                    <p:set>
                                      <p:cBhvr>
                                        <p:cTn id="1742" dur="1" fill="hold">
                                          <p:stCondLst>
                                            <p:cond delay="0"/>
                                          </p:stCondLst>
                                        </p:cTn>
                                        <p:tgtEl>
                                          <p:spTgt spid="876"/>
                                        </p:tgtEl>
                                        <p:attrNameLst>
                                          <p:attrName>style.visibility</p:attrName>
                                        </p:attrNameLst>
                                      </p:cBhvr>
                                      <p:to>
                                        <p:strVal val="visible"/>
                                      </p:to>
                                    </p:set>
                                  </p:childTnLst>
                                </p:cTn>
                              </p:par>
                              <p:par>
                                <p:cTn id="1743" presetID="1" presetClass="entr" presetSubtype="0" fill="hold" nodeType="withEffect">
                                  <p:stCondLst>
                                    <p:cond delay="0"/>
                                  </p:stCondLst>
                                  <p:childTnLst>
                                    <p:set>
                                      <p:cBhvr>
                                        <p:cTn id="1744" dur="1" fill="hold">
                                          <p:stCondLst>
                                            <p:cond delay="0"/>
                                          </p:stCondLst>
                                        </p:cTn>
                                        <p:tgtEl>
                                          <p:spTgt spid="877"/>
                                        </p:tgtEl>
                                        <p:attrNameLst>
                                          <p:attrName>style.visibility</p:attrName>
                                        </p:attrNameLst>
                                      </p:cBhvr>
                                      <p:to>
                                        <p:strVal val="visible"/>
                                      </p:to>
                                    </p:set>
                                  </p:childTnLst>
                                </p:cTn>
                              </p:par>
                              <p:par>
                                <p:cTn id="1745" presetID="1" presetClass="entr" presetSubtype="0" fill="hold" nodeType="withEffect">
                                  <p:stCondLst>
                                    <p:cond delay="0"/>
                                  </p:stCondLst>
                                  <p:childTnLst>
                                    <p:set>
                                      <p:cBhvr>
                                        <p:cTn id="1746" dur="1" fill="hold">
                                          <p:stCondLst>
                                            <p:cond delay="0"/>
                                          </p:stCondLst>
                                        </p:cTn>
                                        <p:tgtEl>
                                          <p:spTgt spid="878"/>
                                        </p:tgtEl>
                                        <p:attrNameLst>
                                          <p:attrName>style.visibility</p:attrName>
                                        </p:attrNameLst>
                                      </p:cBhvr>
                                      <p:to>
                                        <p:strVal val="visible"/>
                                      </p:to>
                                    </p:set>
                                  </p:childTnLst>
                                </p:cTn>
                              </p:par>
                              <p:par>
                                <p:cTn id="1747" presetID="1" presetClass="entr" presetSubtype="0" fill="hold" nodeType="withEffect">
                                  <p:stCondLst>
                                    <p:cond delay="0"/>
                                  </p:stCondLst>
                                  <p:childTnLst>
                                    <p:set>
                                      <p:cBhvr>
                                        <p:cTn id="1748" dur="1" fill="hold">
                                          <p:stCondLst>
                                            <p:cond delay="0"/>
                                          </p:stCondLst>
                                        </p:cTn>
                                        <p:tgtEl>
                                          <p:spTgt spid="879"/>
                                        </p:tgtEl>
                                        <p:attrNameLst>
                                          <p:attrName>style.visibility</p:attrName>
                                        </p:attrNameLst>
                                      </p:cBhvr>
                                      <p:to>
                                        <p:strVal val="visible"/>
                                      </p:to>
                                    </p:set>
                                  </p:childTnLst>
                                </p:cTn>
                              </p:par>
                              <p:par>
                                <p:cTn id="1749" presetID="1" presetClass="entr" presetSubtype="0" fill="hold" nodeType="withEffect">
                                  <p:stCondLst>
                                    <p:cond delay="0"/>
                                  </p:stCondLst>
                                  <p:childTnLst>
                                    <p:set>
                                      <p:cBhvr>
                                        <p:cTn id="1750" dur="1" fill="hold">
                                          <p:stCondLst>
                                            <p:cond delay="0"/>
                                          </p:stCondLst>
                                        </p:cTn>
                                        <p:tgtEl>
                                          <p:spTgt spid="880"/>
                                        </p:tgtEl>
                                        <p:attrNameLst>
                                          <p:attrName>style.visibility</p:attrName>
                                        </p:attrNameLst>
                                      </p:cBhvr>
                                      <p:to>
                                        <p:strVal val="visible"/>
                                      </p:to>
                                    </p:set>
                                  </p:childTnLst>
                                </p:cTn>
                              </p:par>
                              <p:par>
                                <p:cTn id="1751" presetID="1" presetClass="entr" presetSubtype="0" fill="hold" nodeType="withEffect">
                                  <p:stCondLst>
                                    <p:cond delay="0"/>
                                  </p:stCondLst>
                                  <p:childTnLst>
                                    <p:set>
                                      <p:cBhvr>
                                        <p:cTn id="1752" dur="1" fill="hold">
                                          <p:stCondLst>
                                            <p:cond delay="0"/>
                                          </p:stCondLst>
                                        </p:cTn>
                                        <p:tgtEl>
                                          <p:spTgt spid="881"/>
                                        </p:tgtEl>
                                        <p:attrNameLst>
                                          <p:attrName>style.visibility</p:attrName>
                                        </p:attrNameLst>
                                      </p:cBhvr>
                                      <p:to>
                                        <p:strVal val="visible"/>
                                      </p:to>
                                    </p:set>
                                  </p:childTnLst>
                                </p:cTn>
                              </p:par>
                              <p:par>
                                <p:cTn id="1753" presetID="1" presetClass="entr" presetSubtype="0" fill="hold" nodeType="withEffect">
                                  <p:stCondLst>
                                    <p:cond delay="0"/>
                                  </p:stCondLst>
                                  <p:childTnLst>
                                    <p:set>
                                      <p:cBhvr>
                                        <p:cTn id="1754" dur="1" fill="hold">
                                          <p:stCondLst>
                                            <p:cond delay="0"/>
                                          </p:stCondLst>
                                        </p:cTn>
                                        <p:tgtEl>
                                          <p:spTgt spid="882"/>
                                        </p:tgtEl>
                                        <p:attrNameLst>
                                          <p:attrName>style.visibility</p:attrName>
                                        </p:attrNameLst>
                                      </p:cBhvr>
                                      <p:to>
                                        <p:strVal val="visible"/>
                                      </p:to>
                                    </p:set>
                                  </p:childTnLst>
                                </p:cTn>
                              </p:par>
                              <p:par>
                                <p:cTn id="1755" presetID="1" presetClass="entr" presetSubtype="0" fill="hold" nodeType="withEffect">
                                  <p:stCondLst>
                                    <p:cond delay="0"/>
                                  </p:stCondLst>
                                  <p:childTnLst>
                                    <p:set>
                                      <p:cBhvr>
                                        <p:cTn id="1756" dur="1" fill="hold">
                                          <p:stCondLst>
                                            <p:cond delay="0"/>
                                          </p:stCondLst>
                                        </p:cTn>
                                        <p:tgtEl>
                                          <p:spTgt spid="883"/>
                                        </p:tgtEl>
                                        <p:attrNameLst>
                                          <p:attrName>style.visibility</p:attrName>
                                        </p:attrNameLst>
                                      </p:cBhvr>
                                      <p:to>
                                        <p:strVal val="visible"/>
                                      </p:to>
                                    </p:set>
                                  </p:childTnLst>
                                </p:cTn>
                              </p:par>
                              <p:par>
                                <p:cTn id="1757" presetID="1" presetClass="entr" presetSubtype="0" fill="hold" nodeType="withEffect">
                                  <p:stCondLst>
                                    <p:cond delay="0"/>
                                  </p:stCondLst>
                                  <p:childTnLst>
                                    <p:set>
                                      <p:cBhvr>
                                        <p:cTn id="1758" dur="1" fill="hold">
                                          <p:stCondLst>
                                            <p:cond delay="0"/>
                                          </p:stCondLst>
                                        </p:cTn>
                                        <p:tgtEl>
                                          <p:spTgt spid="884"/>
                                        </p:tgtEl>
                                        <p:attrNameLst>
                                          <p:attrName>style.visibility</p:attrName>
                                        </p:attrNameLst>
                                      </p:cBhvr>
                                      <p:to>
                                        <p:strVal val="visible"/>
                                      </p:to>
                                    </p:set>
                                  </p:childTnLst>
                                </p:cTn>
                              </p:par>
                              <p:par>
                                <p:cTn id="1759" presetID="1" presetClass="entr" presetSubtype="0" fill="hold" nodeType="withEffect">
                                  <p:stCondLst>
                                    <p:cond delay="0"/>
                                  </p:stCondLst>
                                  <p:childTnLst>
                                    <p:set>
                                      <p:cBhvr>
                                        <p:cTn id="1760" dur="1" fill="hold">
                                          <p:stCondLst>
                                            <p:cond delay="0"/>
                                          </p:stCondLst>
                                        </p:cTn>
                                        <p:tgtEl>
                                          <p:spTgt spid="885"/>
                                        </p:tgtEl>
                                        <p:attrNameLst>
                                          <p:attrName>style.visibility</p:attrName>
                                        </p:attrNameLst>
                                      </p:cBhvr>
                                      <p:to>
                                        <p:strVal val="visible"/>
                                      </p:to>
                                    </p:set>
                                  </p:childTnLst>
                                </p:cTn>
                              </p:par>
                              <p:par>
                                <p:cTn id="1761" presetID="1" presetClass="entr" presetSubtype="0" fill="hold" nodeType="withEffect">
                                  <p:stCondLst>
                                    <p:cond delay="0"/>
                                  </p:stCondLst>
                                  <p:childTnLst>
                                    <p:set>
                                      <p:cBhvr>
                                        <p:cTn id="1762" dur="1" fill="hold">
                                          <p:stCondLst>
                                            <p:cond delay="0"/>
                                          </p:stCondLst>
                                        </p:cTn>
                                        <p:tgtEl>
                                          <p:spTgt spid="886"/>
                                        </p:tgtEl>
                                        <p:attrNameLst>
                                          <p:attrName>style.visibility</p:attrName>
                                        </p:attrNameLst>
                                      </p:cBhvr>
                                      <p:to>
                                        <p:strVal val="visible"/>
                                      </p:to>
                                    </p:set>
                                  </p:childTnLst>
                                </p:cTn>
                              </p:par>
                              <p:par>
                                <p:cTn id="1763" presetID="1" presetClass="entr" presetSubtype="0" fill="hold" nodeType="withEffect">
                                  <p:stCondLst>
                                    <p:cond delay="0"/>
                                  </p:stCondLst>
                                  <p:childTnLst>
                                    <p:set>
                                      <p:cBhvr>
                                        <p:cTn id="1764" dur="1" fill="hold">
                                          <p:stCondLst>
                                            <p:cond delay="0"/>
                                          </p:stCondLst>
                                        </p:cTn>
                                        <p:tgtEl>
                                          <p:spTgt spid="887"/>
                                        </p:tgtEl>
                                        <p:attrNameLst>
                                          <p:attrName>style.visibility</p:attrName>
                                        </p:attrNameLst>
                                      </p:cBhvr>
                                      <p:to>
                                        <p:strVal val="visible"/>
                                      </p:to>
                                    </p:set>
                                  </p:childTnLst>
                                </p:cTn>
                              </p:par>
                              <p:par>
                                <p:cTn id="1765" presetID="1" presetClass="entr" presetSubtype="0" fill="hold" nodeType="withEffect">
                                  <p:stCondLst>
                                    <p:cond delay="0"/>
                                  </p:stCondLst>
                                  <p:childTnLst>
                                    <p:set>
                                      <p:cBhvr>
                                        <p:cTn id="1766" dur="1" fill="hold">
                                          <p:stCondLst>
                                            <p:cond delay="0"/>
                                          </p:stCondLst>
                                        </p:cTn>
                                        <p:tgtEl>
                                          <p:spTgt spid="888"/>
                                        </p:tgtEl>
                                        <p:attrNameLst>
                                          <p:attrName>style.visibility</p:attrName>
                                        </p:attrNameLst>
                                      </p:cBhvr>
                                      <p:to>
                                        <p:strVal val="visible"/>
                                      </p:to>
                                    </p:set>
                                  </p:childTnLst>
                                </p:cTn>
                              </p:par>
                              <p:par>
                                <p:cTn id="1767" presetID="1" presetClass="entr" presetSubtype="0" fill="hold" nodeType="withEffect">
                                  <p:stCondLst>
                                    <p:cond delay="0"/>
                                  </p:stCondLst>
                                  <p:childTnLst>
                                    <p:set>
                                      <p:cBhvr>
                                        <p:cTn id="1768" dur="1" fill="hold">
                                          <p:stCondLst>
                                            <p:cond delay="0"/>
                                          </p:stCondLst>
                                        </p:cTn>
                                        <p:tgtEl>
                                          <p:spTgt spid="889"/>
                                        </p:tgtEl>
                                        <p:attrNameLst>
                                          <p:attrName>style.visibility</p:attrName>
                                        </p:attrNameLst>
                                      </p:cBhvr>
                                      <p:to>
                                        <p:strVal val="visible"/>
                                      </p:to>
                                    </p:set>
                                  </p:childTnLst>
                                </p:cTn>
                              </p:par>
                              <p:par>
                                <p:cTn id="1769" presetID="1" presetClass="entr" presetSubtype="0" fill="hold" nodeType="withEffect">
                                  <p:stCondLst>
                                    <p:cond delay="0"/>
                                  </p:stCondLst>
                                  <p:childTnLst>
                                    <p:set>
                                      <p:cBhvr>
                                        <p:cTn id="1770" dur="1" fill="hold">
                                          <p:stCondLst>
                                            <p:cond delay="0"/>
                                          </p:stCondLst>
                                        </p:cTn>
                                        <p:tgtEl>
                                          <p:spTgt spid="890"/>
                                        </p:tgtEl>
                                        <p:attrNameLst>
                                          <p:attrName>style.visibility</p:attrName>
                                        </p:attrNameLst>
                                      </p:cBhvr>
                                      <p:to>
                                        <p:strVal val="visible"/>
                                      </p:to>
                                    </p:set>
                                  </p:childTnLst>
                                </p:cTn>
                              </p:par>
                              <p:par>
                                <p:cTn id="1771" presetID="1" presetClass="entr" presetSubtype="0" fill="hold" nodeType="withEffect">
                                  <p:stCondLst>
                                    <p:cond delay="0"/>
                                  </p:stCondLst>
                                  <p:childTnLst>
                                    <p:set>
                                      <p:cBhvr>
                                        <p:cTn id="1772" dur="1" fill="hold">
                                          <p:stCondLst>
                                            <p:cond delay="0"/>
                                          </p:stCondLst>
                                        </p:cTn>
                                        <p:tgtEl>
                                          <p:spTgt spid="891"/>
                                        </p:tgtEl>
                                        <p:attrNameLst>
                                          <p:attrName>style.visibility</p:attrName>
                                        </p:attrNameLst>
                                      </p:cBhvr>
                                      <p:to>
                                        <p:strVal val="visible"/>
                                      </p:to>
                                    </p:set>
                                  </p:childTnLst>
                                </p:cTn>
                              </p:par>
                              <p:par>
                                <p:cTn id="1773" presetID="1" presetClass="entr" presetSubtype="0" fill="hold" nodeType="withEffect">
                                  <p:stCondLst>
                                    <p:cond delay="0"/>
                                  </p:stCondLst>
                                  <p:childTnLst>
                                    <p:set>
                                      <p:cBhvr>
                                        <p:cTn id="1774" dur="1" fill="hold">
                                          <p:stCondLst>
                                            <p:cond delay="0"/>
                                          </p:stCondLst>
                                        </p:cTn>
                                        <p:tgtEl>
                                          <p:spTgt spid="892"/>
                                        </p:tgtEl>
                                        <p:attrNameLst>
                                          <p:attrName>style.visibility</p:attrName>
                                        </p:attrNameLst>
                                      </p:cBhvr>
                                      <p:to>
                                        <p:strVal val="visible"/>
                                      </p:to>
                                    </p:set>
                                  </p:childTnLst>
                                </p:cTn>
                              </p:par>
                              <p:par>
                                <p:cTn id="1775" presetID="1" presetClass="entr" presetSubtype="0" fill="hold" nodeType="withEffect">
                                  <p:stCondLst>
                                    <p:cond delay="0"/>
                                  </p:stCondLst>
                                  <p:childTnLst>
                                    <p:set>
                                      <p:cBhvr>
                                        <p:cTn id="1776" dur="1" fill="hold">
                                          <p:stCondLst>
                                            <p:cond delay="0"/>
                                          </p:stCondLst>
                                        </p:cTn>
                                        <p:tgtEl>
                                          <p:spTgt spid="893"/>
                                        </p:tgtEl>
                                        <p:attrNameLst>
                                          <p:attrName>style.visibility</p:attrName>
                                        </p:attrNameLst>
                                      </p:cBhvr>
                                      <p:to>
                                        <p:strVal val="visible"/>
                                      </p:to>
                                    </p:set>
                                  </p:childTnLst>
                                </p:cTn>
                              </p:par>
                              <p:par>
                                <p:cTn id="1777" presetID="1" presetClass="entr" presetSubtype="0" fill="hold" nodeType="withEffect">
                                  <p:stCondLst>
                                    <p:cond delay="0"/>
                                  </p:stCondLst>
                                  <p:childTnLst>
                                    <p:set>
                                      <p:cBhvr>
                                        <p:cTn id="1778" dur="1" fill="hold">
                                          <p:stCondLst>
                                            <p:cond delay="0"/>
                                          </p:stCondLst>
                                        </p:cTn>
                                        <p:tgtEl>
                                          <p:spTgt spid="894"/>
                                        </p:tgtEl>
                                        <p:attrNameLst>
                                          <p:attrName>style.visibility</p:attrName>
                                        </p:attrNameLst>
                                      </p:cBhvr>
                                      <p:to>
                                        <p:strVal val="visible"/>
                                      </p:to>
                                    </p:set>
                                  </p:childTnLst>
                                </p:cTn>
                              </p:par>
                              <p:par>
                                <p:cTn id="1779" presetID="1" presetClass="entr" presetSubtype="0" fill="hold" nodeType="withEffect">
                                  <p:stCondLst>
                                    <p:cond delay="0"/>
                                  </p:stCondLst>
                                  <p:childTnLst>
                                    <p:set>
                                      <p:cBhvr>
                                        <p:cTn id="1780" dur="1" fill="hold">
                                          <p:stCondLst>
                                            <p:cond delay="0"/>
                                          </p:stCondLst>
                                        </p:cTn>
                                        <p:tgtEl>
                                          <p:spTgt spid="895"/>
                                        </p:tgtEl>
                                        <p:attrNameLst>
                                          <p:attrName>style.visibility</p:attrName>
                                        </p:attrNameLst>
                                      </p:cBhvr>
                                      <p:to>
                                        <p:strVal val="visible"/>
                                      </p:to>
                                    </p:set>
                                  </p:childTnLst>
                                </p:cTn>
                              </p:par>
                              <p:par>
                                <p:cTn id="1781" presetID="1" presetClass="entr" presetSubtype="0" fill="hold" nodeType="withEffect">
                                  <p:stCondLst>
                                    <p:cond delay="0"/>
                                  </p:stCondLst>
                                  <p:childTnLst>
                                    <p:set>
                                      <p:cBhvr>
                                        <p:cTn id="1782" dur="1" fill="hold">
                                          <p:stCondLst>
                                            <p:cond delay="0"/>
                                          </p:stCondLst>
                                        </p:cTn>
                                        <p:tgtEl>
                                          <p:spTgt spid="896"/>
                                        </p:tgtEl>
                                        <p:attrNameLst>
                                          <p:attrName>style.visibility</p:attrName>
                                        </p:attrNameLst>
                                      </p:cBhvr>
                                      <p:to>
                                        <p:strVal val="visible"/>
                                      </p:to>
                                    </p:set>
                                  </p:childTnLst>
                                </p:cTn>
                              </p:par>
                              <p:par>
                                <p:cTn id="1783" presetID="1" presetClass="entr" presetSubtype="0" fill="hold" nodeType="withEffect">
                                  <p:stCondLst>
                                    <p:cond delay="0"/>
                                  </p:stCondLst>
                                  <p:childTnLst>
                                    <p:set>
                                      <p:cBhvr>
                                        <p:cTn id="1784" dur="1" fill="hold">
                                          <p:stCondLst>
                                            <p:cond delay="0"/>
                                          </p:stCondLst>
                                        </p:cTn>
                                        <p:tgtEl>
                                          <p:spTgt spid="897"/>
                                        </p:tgtEl>
                                        <p:attrNameLst>
                                          <p:attrName>style.visibility</p:attrName>
                                        </p:attrNameLst>
                                      </p:cBhvr>
                                      <p:to>
                                        <p:strVal val="visible"/>
                                      </p:to>
                                    </p:set>
                                  </p:childTnLst>
                                </p:cTn>
                              </p:par>
                              <p:par>
                                <p:cTn id="1785" presetID="1" presetClass="entr" presetSubtype="0" fill="hold" nodeType="withEffect">
                                  <p:stCondLst>
                                    <p:cond delay="0"/>
                                  </p:stCondLst>
                                  <p:childTnLst>
                                    <p:set>
                                      <p:cBhvr>
                                        <p:cTn id="1786" dur="1" fill="hold">
                                          <p:stCondLst>
                                            <p:cond delay="0"/>
                                          </p:stCondLst>
                                        </p:cTn>
                                        <p:tgtEl>
                                          <p:spTgt spid="898"/>
                                        </p:tgtEl>
                                        <p:attrNameLst>
                                          <p:attrName>style.visibility</p:attrName>
                                        </p:attrNameLst>
                                      </p:cBhvr>
                                      <p:to>
                                        <p:strVal val="visible"/>
                                      </p:to>
                                    </p:set>
                                  </p:childTnLst>
                                </p:cTn>
                              </p:par>
                              <p:par>
                                <p:cTn id="1787" presetID="1" presetClass="entr" presetSubtype="0" fill="hold" nodeType="withEffect">
                                  <p:stCondLst>
                                    <p:cond delay="0"/>
                                  </p:stCondLst>
                                  <p:childTnLst>
                                    <p:set>
                                      <p:cBhvr>
                                        <p:cTn id="1788" dur="1" fill="hold">
                                          <p:stCondLst>
                                            <p:cond delay="0"/>
                                          </p:stCondLst>
                                        </p:cTn>
                                        <p:tgtEl>
                                          <p:spTgt spid="899"/>
                                        </p:tgtEl>
                                        <p:attrNameLst>
                                          <p:attrName>style.visibility</p:attrName>
                                        </p:attrNameLst>
                                      </p:cBhvr>
                                      <p:to>
                                        <p:strVal val="visible"/>
                                      </p:to>
                                    </p:set>
                                  </p:childTnLst>
                                </p:cTn>
                              </p:par>
                              <p:par>
                                <p:cTn id="1789" presetID="1" presetClass="entr" presetSubtype="0" fill="hold" nodeType="withEffect">
                                  <p:stCondLst>
                                    <p:cond delay="0"/>
                                  </p:stCondLst>
                                  <p:childTnLst>
                                    <p:set>
                                      <p:cBhvr>
                                        <p:cTn id="1790" dur="1" fill="hold">
                                          <p:stCondLst>
                                            <p:cond delay="0"/>
                                          </p:stCondLst>
                                        </p:cTn>
                                        <p:tgtEl>
                                          <p:spTgt spid="900"/>
                                        </p:tgtEl>
                                        <p:attrNameLst>
                                          <p:attrName>style.visibility</p:attrName>
                                        </p:attrNameLst>
                                      </p:cBhvr>
                                      <p:to>
                                        <p:strVal val="visible"/>
                                      </p:to>
                                    </p:set>
                                  </p:childTnLst>
                                </p:cTn>
                              </p:par>
                              <p:par>
                                <p:cTn id="1791" presetID="1" presetClass="entr" presetSubtype="0" fill="hold" nodeType="withEffect">
                                  <p:stCondLst>
                                    <p:cond delay="0"/>
                                  </p:stCondLst>
                                  <p:childTnLst>
                                    <p:set>
                                      <p:cBhvr>
                                        <p:cTn id="1792" dur="1" fill="hold">
                                          <p:stCondLst>
                                            <p:cond delay="0"/>
                                          </p:stCondLst>
                                        </p:cTn>
                                        <p:tgtEl>
                                          <p:spTgt spid="901"/>
                                        </p:tgtEl>
                                        <p:attrNameLst>
                                          <p:attrName>style.visibility</p:attrName>
                                        </p:attrNameLst>
                                      </p:cBhvr>
                                      <p:to>
                                        <p:strVal val="visible"/>
                                      </p:to>
                                    </p:set>
                                  </p:childTnLst>
                                </p:cTn>
                              </p:par>
                              <p:par>
                                <p:cTn id="1793" presetID="1" presetClass="entr" presetSubtype="0" fill="hold" nodeType="withEffect">
                                  <p:stCondLst>
                                    <p:cond delay="0"/>
                                  </p:stCondLst>
                                  <p:childTnLst>
                                    <p:set>
                                      <p:cBhvr>
                                        <p:cTn id="1794" dur="1" fill="hold">
                                          <p:stCondLst>
                                            <p:cond delay="0"/>
                                          </p:stCondLst>
                                        </p:cTn>
                                        <p:tgtEl>
                                          <p:spTgt spid="902"/>
                                        </p:tgtEl>
                                        <p:attrNameLst>
                                          <p:attrName>style.visibility</p:attrName>
                                        </p:attrNameLst>
                                      </p:cBhvr>
                                      <p:to>
                                        <p:strVal val="visible"/>
                                      </p:to>
                                    </p:set>
                                  </p:childTnLst>
                                </p:cTn>
                              </p:par>
                              <p:par>
                                <p:cTn id="1795" presetID="1" presetClass="entr" presetSubtype="0" fill="hold" nodeType="withEffect">
                                  <p:stCondLst>
                                    <p:cond delay="0"/>
                                  </p:stCondLst>
                                  <p:childTnLst>
                                    <p:set>
                                      <p:cBhvr>
                                        <p:cTn id="1796" dur="1" fill="hold">
                                          <p:stCondLst>
                                            <p:cond delay="0"/>
                                          </p:stCondLst>
                                        </p:cTn>
                                        <p:tgtEl>
                                          <p:spTgt spid="903"/>
                                        </p:tgtEl>
                                        <p:attrNameLst>
                                          <p:attrName>style.visibility</p:attrName>
                                        </p:attrNameLst>
                                      </p:cBhvr>
                                      <p:to>
                                        <p:strVal val="visible"/>
                                      </p:to>
                                    </p:set>
                                  </p:childTnLst>
                                </p:cTn>
                              </p:par>
                              <p:par>
                                <p:cTn id="1797" presetID="1" presetClass="entr" presetSubtype="0" fill="hold" nodeType="withEffect">
                                  <p:stCondLst>
                                    <p:cond delay="0"/>
                                  </p:stCondLst>
                                  <p:childTnLst>
                                    <p:set>
                                      <p:cBhvr>
                                        <p:cTn id="1798" dur="1" fill="hold">
                                          <p:stCondLst>
                                            <p:cond delay="0"/>
                                          </p:stCondLst>
                                        </p:cTn>
                                        <p:tgtEl>
                                          <p:spTgt spid="904"/>
                                        </p:tgtEl>
                                        <p:attrNameLst>
                                          <p:attrName>style.visibility</p:attrName>
                                        </p:attrNameLst>
                                      </p:cBhvr>
                                      <p:to>
                                        <p:strVal val="visible"/>
                                      </p:to>
                                    </p:set>
                                  </p:childTnLst>
                                </p:cTn>
                              </p:par>
                              <p:par>
                                <p:cTn id="1799" presetID="1" presetClass="entr" presetSubtype="0" fill="hold" nodeType="withEffect">
                                  <p:stCondLst>
                                    <p:cond delay="0"/>
                                  </p:stCondLst>
                                  <p:childTnLst>
                                    <p:set>
                                      <p:cBhvr>
                                        <p:cTn id="1800" dur="1" fill="hold">
                                          <p:stCondLst>
                                            <p:cond delay="0"/>
                                          </p:stCondLst>
                                        </p:cTn>
                                        <p:tgtEl>
                                          <p:spTgt spid="905"/>
                                        </p:tgtEl>
                                        <p:attrNameLst>
                                          <p:attrName>style.visibility</p:attrName>
                                        </p:attrNameLst>
                                      </p:cBhvr>
                                      <p:to>
                                        <p:strVal val="visible"/>
                                      </p:to>
                                    </p:set>
                                  </p:childTnLst>
                                </p:cTn>
                              </p:par>
                              <p:par>
                                <p:cTn id="1801" presetID="1" presetClass="entr" presetSubtype="0" fill="hold" nodeType="withEffect">
                                  <p:stCondLst>
                                    <p:cond delay="0"/>
                                  </p:stCondLst>
                                  <p:childTnLst>
                                    <p:set>
                                      <p:cBhvr>
                                        <p:cTn id="1802" dur="1" fill="hold">
                                          <p:stCondLst>
                                            <p:cond delay="0"/>
                                          </p:stCondLst>
                                        </p:cTn>
                                        <p:tgtEl>
                                          <p:spTgt spid="906"/>
                                        </p:tgtEl>
                                        <p:attrNameLst>
                                          <p:attrName>style.visibility</p:attrName>
                                        </p:attrNameLst>
                                      </p:cBhvr>
                                      <p:to>
                                        <p:strVal val="visible"/>
                                      </p:to>
                                    </p:set>
                                  </p:childTnLst>
                                </p:cTn>
                              </p:par>
                              <p:par>
                                <p:cTn id="1803" presetID="1" presetClass="entr" presetSubtype="0" fill="hold" nodeType="withEffect">
                                  <p:stCondLst>
                                    <p:cond delay="0"/>
                                  </p:stCondLst>
                                  <p:childTnLst>
                                    <p:set>
                                      <p:cBhvr>
                                        <p:cTn id="1804" dur="1" fill="hold">
                                          <p:stCondLst>
                                            <p:cond delay="0"/>
                                          </p:stCondLst>
                                        </p:cTn>
                                        <p:tgtEl>
                                          <p:spTgt spid="907"/>
                                        </p:tgtEl>
                                        <p:attrNameLst>
                                          <p:attrName>style.visibility</p:attrName>
                                        </p:attrNameLst>
                                      </p:cBhvr>
                                      <p:to>
                                        <p:strVal val="visible"/>
                                      </p:to>
                                    </p:set>
                                  </p:childTnLst>
                                </p:cTn>
                              </p:par>
                              <p:par>
                                <p:cTn id="1805" presetID="1" presetClass="entr" presetSubtype="0" fill="hold" nodeType="withEffect">
                                  <p:stCondLst>
                                    <p:cond delay="0"/>
                                  </p:stCondLst>
                                  <p:childTnLst>
                                    <p:set>
                                      <p:cBhvr>
                                        <p:cTn id="1806" dur="1" fill="hold">
                                          <p:stCondLst>
                                            <p:cond delay="0"/>
                                          </p:stCondLst>
                                        </p:cTn>
                                        <p:tgtEl>
                                          <p:spTgt spid="908"/>
                                        </p:tgtEl>
                                        <p:attrNameLst>
                                          <p:attrName>style.visibility</p:attrName>
                                        </p:attrNameLst>
                                      </p:cBhvr>
                                      <p:to>
                                        <p:strVal val="visible"/>
                                      </p:to>
                                    </p:set>
                                  </p:childTnLst>
                                </p:cTn>
                              </p:par>
                              <p:par>
                                <p:cTn id="1807" presetID="1" presetClass="entr" presetSubtype="0" fill="hold" nodeType="withEffect">
                                  <p:stCondLst>
                                    <p:cond delay="0"/>
                                  </p:stCondLst>
                                  <p:childTnLst>
                                    <p:set>
                                      <p:cBhvr>
                                        <p:cTn id="1808" dur="1" fill="hold">
                                          <p:stCondLst>
                                            <p:cond delay="0"/>
                                          </p:stCondLst>
                                        </p:cTn>
                                        <p:tgtEl>
                                          <p:spTgt spid="909"/>
                                        </p:tgtEl>
                                        <p:attrNameLst>
                                          <p:attrName>style.visibility</p:attrName>
                                        </p:attrNameLst>
                                      </p:cBhvr>
                                      <p:to>
                                        <p:strVal val="visible"/>
                                      </p:to>
                                    </p:set>
                                  </p:childTnLst>
                                </p:cTn>
                              </p:par>
                              <p:par>
                                <p:cTn id="1809" presetID="1" presetClass="entr" presetSubtype="0" fill="hold" nodeType="withEffect">
                                  <p:stCondLst>
                                    <p:cond delay="0"/>
                                  </p:stCondLst>
                                  <p:childTnLst>
                                    <p:set>
                                      <p:cBhvr>
                                        <p:cTn id="1810" dur="1" fill="hold">
                                          <p:stCondLst>
                                            <p:cond delay="0"/>
                                          </p:stCondLst>
                                        </p:cTn>
                                        <p:tgtEl>
                                          <p:spTgt spid="910"/>
                                        </p:tgtEl>
                                        <p:attrNameLst>
                                          <p:attrName>style.visibility</p:attrName>
                                        </p:attrNameLst>
                                      </p:cBhvr>
                                      <p:to>
                                        <p:strVal val="visible"/>
                                      </p:to>
                                    </p:set>
                                  </p:childTnLst>
                                </p:cTn>
                              </p:par>
                              <p:par>
                                <p:cTn id="1811" presetID="1" presetClass="entr" presetSubtype="0" fill="hold" nodeType="withEffect">
                                  <p:stCondLst>
                                    <p:cond delay="0"/>
                                  </p:stCondLst>
                                  <p:childTnLst>
                                    <p:set>
                                      <p:cBhvr>
                                        <p:cTn id="1812" dur="1" fill="hold">
                                          <p:stCondLst>
                                            <p:cond delay="0"/>
                                          </p:stCondLst>
                                        </p:cTn>
                                        <p:tgtEl>
                                          <p:spTgt spid="911"/>
                                        </p:tgtEl>
                                        <p:attrNameLst>
                                          <p:attrName>style.visibility</p:attrName>
                                        </p:attrNameLst>
                                      </p:cBhvr>
                                      <p:to>
                                        <p:strVal val="visible"/>
                                      </p:to>
                                    </p:set>
                                  </p:childTnLst>
                                </p:cTn>
                              </p:par>
                              <p:par>
                                <p:cTn id="1813" presetID="1" presetClass="entr" presetSubtype="0" fill="hold" nodeType="withEffect">
                                  <p:stCondLst>
                                    <p:cond delay="0"/>
                                  </p:stCondLst>
                                  <p:childTnLst>
                                    <p:set>
                                      <p:cBhvr>
                                        <p:cTn id="1814" dur="1" fill="hold">
                                          <p:stCondLst>
                                            <p:cond delay="0"/>
                                          </p:stCondLst>
                                        </p:cTn>
                                        <p:tgtEl>
                                          <p:spTgt spid="912"/>
                                        </p:tgtEl>
                                        <p:attrNameLst>
                                          <p:attrName>style.visibility</p:attrName>
                                        </p:attrNameLst>
                                      </p:cBhvr>
                                      <p:to>
                                        <p:strVal val="visible"/>
                                      </p:to>
                                    </p:set>
                                  </p:childTnLst>
                                </p:cTn>
                              </p:par>
                              <p:par>
                                <p:cTn id="1815" presetID="1" presetClass="entr" presetSubtype="0" fill="hold" nodeType="withEffect">
                                  <p:stCondLst>
                                    <p:cond delay="0"/>
                                  </p:stCondLst>
                                  <p:childTnLst>
                                    <p:set>
                                      <p:cBhvr>
                                        <p:cTn id="1816" dur="1" fill="hold">
                                          <p:stCondLst>
                                            <p:cond delay="0"/>
                                          </p:stCondLst>
                                        </p:cTn>
                                        <p:tgtEl>
                                          <p:spTgt spid="913"/>
                                        </p:tgtEl>
                                        <p:attrNameLst>
                                          <p:attrName>style.visibility</p:attrName>
                                        </p:attrNameLst>
                                      </p:cBhvr>
                                      <p:to>
                                        <p:strVal val="visible"/>
                                      </p:to>
                                    </p:set>
                                  </p:childTnLst>
                                </p:cTn>
                              </p:par>
                              <p:par>
                                <p:cTn id="1817" presetID="1" presetClass="entr" presetSubtype="0" fill="hold" nodeType="withEffect">
                                  <p:stCondLst>
                                    <p:cond delay="0"/>
                                  </p:stCondLst>
                                  <p:childTnLst>
                                    <p:set>
                                      <p:cBhvr>
                                        <p:cTn id="1818" dur="1" fill="hold">
                                          <p:stCondLst>
                                            <p:cond delay="0"/>
                                          </p:stCondLst>
                                        </p:cTn>
                                        <p:tgtEl>
                                          <p:spTgt spid="914"/>
                                        </p:tgtEl>
                                        <p:attrNameLst>
                                          <p:attrName>style.visibility</p:attrName>
                                        </p:attrNameLst>
                                      </p:cBhvr>
                                      <p:to>
                                        <p:strVal val="visible"/>
                                      </p:to>
                                    </p:set>
                                  </p:childTnLst>
                                </p:cTn>
                              </p:par>
                              <p:par>
                                <p:cTn id="1819" presetID="1" presetClass="entr" presetSubtype="0" fill="hold" nodeType="withEffect">
                                  <p:stCondLst>
                                    <p:cond delay="0"/>
                                  </p:stCondLst>
                                  <p:childTnLst>
                                    <p:set>
                                      <p:cBhvr>
                                        <p:cTn id="1820" dur="1" fill="hold">
                                          <p:stCondLst>
                                            <p:cond delay="0"/>
                                          </p:stCondLst>
                                        </p:cTn>
                                        <p:tgtEl>
                                          <p:spTgt spid="915"/>
                                        </p:tgtEl>
                                        <p:attrNameLst>
                                          <p:attrName>style.visibility</p:attrName>
                                        </p:attrNameLst>
                                      </p:cBhvr>
                                      <p:to>
                                        <p:strVal val="visible"/>
                                      </p:to>
                                    </p:set>
                                  </p:childTnLst>
                                </p:cTn>
                              </p:par>
                              <p:par>
                                <p:cTn id="1821" presetID="1" presetClass="entr" presetSubtype="0" fill="hold" nodeType="withEffect">
                                  <p:stCondLst>
                                    <p:cond delay="0"/>
                                  </p:stCondLst>
                                  <p:childTnLst>
                                    <p:set>
                                      <p:cBhvr>
                                        <p:cTn id="1822" dur="1" fill="hold">
                                          <p:stCondLst>
                                            <p:cond delay="0"/>
                                          </p:stCondLst>
                                        </p:cTn>
                                        <p:tgtEl>
                                          <p:spTgt spid="916"/>
                                        </p:tgtEl>
                                        <p:attrNameLst>
                                          <p:attrName>style.visibility</p:attrName>
                                        </p:attrNameLst>
                                      </p:cBhvr>
                                      <p:to>
                                        <p:strVal val="visible"/>
                                      </p:to>
                                    </p:set>
                                  </p:childTnLst>
                                </p:cTn>
                              </p:par>
                              <p:par>
                                <p:cTn id="1823" presetID="1" presetClass="entr" presetSubtype="0" fill="hold" nodeType="withEffect">
                                  <p:stCondLst>
                                    <p:cond delay="0"/>
                                  </p:stCondLst>
                                  <p:childTnLst>
                                    <p:set>
                                      <p:cBhvr>
                                        <p:cTn id="1824" dur="1" fill="hold">
                                          <p:stCondLst>
                                            <p:cond delay="0"/>
                                          </p:stCondLst>
                                        </p:cTn>
                                        <p:tgtEl>
                                          <p:spTgt spid="917"/>
                                        </p:tgtEl>
                                        <p:attrNameLst>
                                          <p:attrName>style.visibility</p:attrName>
                                        </p:attrNameLst>
                                      </p:cBhvr>
                                      <p:to>
                                        <p:strVal val="visible"/>
                                      </p:to>
                                    </p:set>
                                  </p:childTnLst>
                                </p:cTn>
                              </p:par>
                              <p:par>
                                <p:cTn id="1825" presetID="1" presetClass="entr" presetSubtype="0" fill="hold" nodeType="withEffect">
                                  <p:stCondLst>
                                    <p:cond delay="0"/>
                                  </p:stCondLst>
                                  <p:childTnLst>
                                    <p:set>
                                      <p:cBhvr>
                                        <p:cTn id="1826" dur="1" fill="hold">
                                          <p:stCondLst>
                                            <p:cond delay="0"/>
                                          </p:stCondLst>
                                        </p:cTn>
                                        <p:tgtEl>
                                          <p:spTgt spid="918"/>
                                        </p:tgtEl>
                                        <p:attrNameLst>
                                          <p:attrName>style.visibility</p:attrName>
                                        </p:attrNameLst>
                                      </p:cBhvr>
                                      <p:to>
                                        <p:strVal val="visible"/>
                                      </p:to>
                                    </p:set>
                                  </p:childTnLst>
                                </p:cTn>
                              </p:par>
                              <p:par>
                                <p:cTn id="1827" presetID="1" presetClass="entr" presetSubtype="0" fill="hold" nodeType="withEffect">
                                  <p:stCondLst>
                                    <p:cond delay="0"/>
                                  </p:stCondLst>
                                  <p:childTnLst>
                                    <p:set>
                                      <p:cBhvr>
                                        <p:cTn id="1828" dur="1" fill="hold">
                                          <p:stCondLst>
                                            <p:cond delay="0"/>
                                          </p:stCondLst>
                                        </p:cTn>
                                        <p:tgtEl>
                                          <p:spTgt spid="919"/>
                                        </p:tgtEl>
                                        <p:attrNameLst>
                                          <p:attrName>style.visibility</p:attrName>
                                        </p:attrNameLst>
                                      </p:cBhvr>
                                      <p:to>
                                        <p:strVal val="visible"/>
                                      </p:to>
                                    </p:set>
                                  </p:childTnLst>
                                </p:cTn>
                              </p:par>
                              <p:par>
                                <p:cTn id="1829" presetID="1" presetClass="entr" presetSubtype="0" fill="hold" nodeType="withEffect">
                                  <p:stCondLst>
                                    <p:cond delay="0"/>
                                  </p:stCondLst>
                                  <p:childTnLst>
                                    <p:set>
                                      <p:cBhvr>
                                        <p:cTn id="1830" dur="1" fill="hold">
                                          <p:stCondLst>
                                            <p:cond delay="0"/>
                                          </p:stCondLst>
                                        </p:cTn>
                                        <p:tgtEl>
                                          <p:spTgt spid="920"/>
                                        </p:tgtEl>
                                        <p:attrNameLst>
                                          <p:attrName>style.visibility</p:attrName>
                                        </p:attrNameLst>
                                      </p:cBhvr>
                                      <p:to>
                                        <p:strVal val="visible"/>
                                      </p:to>
                                    </p:set>
                                  </p:childTnLst>
                                </p:cTn>
                              </p:par>
                              <p:par>
                                <p:cTn id="1831" presetID="1" presetClass="entr" presetSubtype="0" fill="hold" nodeType="withEffect">
                                  <p:stCondLst>
                                    <p:cond delay="0"/>
                                  </p:stCondLst>
                                  <p:childTnLst>
                                    <p:set>
                                      <p:cBhvr>
                                        <p:cTn id="1832" dur="1" fill="hold">
                                          <p:stCondLst>
                                            <p:cond delay="0"/>
                                          </p:stCondLst>
                                        </p:cTn>
                                        <p:tgtEl>
                                          <p:spTgt spid="921"/>
                                        </p:tgtEl>
                                        <p:attrNameLst>
                                          <p:attrName>style.visibility</p:attrName>
                                        </p:attrNameLst>
                                      </p:cBhvr>
                                      <p:to>
                                        <p:strVal val="visible"/>
                                      </p:to>
                                    </p:set>
                                  </p:childTnLst>
                                </p:cTn>
                              </p:par>
                              <p:par>
                                <p:cTn id="1833" presetID="1" presetClass="entr" presetSubtype="0" fill="hold" nodeType="withEffect">
                                  <p:stCondLst>
                                    <p:cond delay="0"/>
                                  </p:stCondLst>
                                  <p:childTnLst>
                                    <p:set>
                                      <p:cBhvr>
                                        <p:cTn id="1834" dur="1" fill="hold">
                                          <p:stCondLst>
                                            <p:cond delay="0"/>
                                          </p:stCondLst>
                                        </p:cTn>
                                        <p:tgtEl>
                                          <p:spTgt spid="922"/>
                                        </p:tgtEl>
                                        <p:attrNameLst>
                                          <p:attrName>style.visibility</p:attrName>
                                        </p:attrNameLst>
                                      </p:cBhvr>
                                      <p:to>
                                        <p:strVal val="visible"/>
                                      </p:to>
                                    </p:set>
                                  </p:childTnLst>
                                </p:cTn>
                              </p:par>
                              <p:par>
                                <p:cTn id="1835" presetID="1" presetClass="entr" presetSubtype="0" fill="hold" nodeType="withEffect">
                                  <p:stCondLst>
                                    <p:cond delay="0"/>
                                  </p:stCondLst>
                                  <p:childTnLst>
                                    <p:set>
                                      <p:cBhvr>
                                        <p:cTn id="1836" dur="1" fill="hold">
                                          <p:stCondLst>
                                            <p:cond delay="0"/>
                                          </p:stCondLst>
                                        </p:cTn>
                                        <p:tgtEl>
                                          <p:spTgt spid="923"/>
                                        </p:tgtEl>
                                        <p:attrNameLst>
                                          <p:attrName>style.visibility</p:attrName>
                                        </p:attrNameLst>
                                      </p:cBhvr>
                                      <p:to>
                                        <p:strVal val="visible"/>
                                      </p:to>
                                    </p:set>
                                  </p:childTnLst>
                                </p:cTn>
                              </p:par>
                              <p:par>
                                <p:cTn id="1837" presetID="1" presetClass="entr" presetSubtype="0" fill="hold" nodeType="withEffect">
                                  <p:stCondLst>
                                    <p:cond delay="0"/>
                                  </p:stCondLst>
                                  <p:childTnLst>
                                    <p:set>
                                      <p:cBhvr>
                                        <p:cTn id="1838" dur="1" fill="hold">
                                          <p:stCondLst>
                                            <p:cond delay="0"/>
                                          </p:stCondLst>
                                        </p:cTn>
                                        <p:tgtEl>
                                          <p:spTgt spid="924"/>
                                        </p:tgtEl>
                                        <p:attrNameLst>
                                          <p:attrName>style.visibility</p:attrName>
                                        </p:attrNameLst>
                                      </p:cBhvr>
                                      <p:to>
                                        <p:strVal val="visible"/>
                                      </p:to>
                                    </p:set>
                                  </p:childTnLst>
                                </p:cTn>
                              </p:par>
                              <p:par>
                                <p:cTn id="1839" presetID="1" presetClass="entr" presetSubtype="0" fill="hold" nodeType="withEffect">
                                  <p:stCondLst>
                                    <p:cond delay="0"/>
                                  </p:stCondLst>
                                  <p:childTnLst>
                                    <p:set>
                                      <p:cBhvr>
                                        <p:cTn id="1840" dur="1" fill="hold">
                                          <p:stCondLst>
                                            <p:cond delay="0"/>
                                          </p:stCondLst>
                                        </p:cTn>
                                        <p:tgtEl>
                                          <p:spTgt spid="925"/>
                                        </p:tgtEl>
                                        <p:attrNameLst>
                                          <p:attrName>style.visibility</p:attrName>
                                        </p:attrNameLst>
                                      </p:cBhvr>
                                      <p:to>
                                        <p:strVal val="visible"/>
                                      </p:to>
                                    </p:set>
                                  </p:childTnLst>
                                </p:cTn>
                              </p:par>
                              <p:par>
                                <p:cTn id="1841" presetID="1" presetClass="entr" presetSubtype="0" fill="hold" nodeType="withEffect">
                                  <p:stCondLst>
                                    <p:cond delay="0"/>
                                  </p:stCondLst>
                                  <p:childTnLst>
                                    <p:set>
                                      <p:cBhvr>
                                        <p:cTn id="1842" dur="1" fill="hold">
                                          <p:stCondLst>
                                            <p:cond delay="0"/>
                                          </p:stCondLst>
                                        </p:cTn>
                                        <p:tgtEl>
                                          <p:spTgt spid="926"/>
                                        </p:tgtEl>
                                        <p:attrNameLst>
                                          <p:attrName>style.visibility</p:attrName>
                                        </p:attrNameLst>
                                      </p:cBhvr>
                                      <p:to>
                                        <p:strVal val="visible"/>
                                      </p:to>
                                    </p:set>
                                  </p:childTnLst>
                                </p:cTn>
                              </p:par>
                              <p:par>
                                <p:cTn id="1843" presetID="1" presetClass="entr" presetSubtype="0" fill="hold" nodeType="withEffect">
                                  <p:stCondLst>
                                    <p:cond delay="0"/>
                                  </p:stCondLst>
                                  <p:childTnLst>
                                    <p:set>
                                      <p:cBhvr>
                                        <p:cTn id="1844" dur="1" fill="hold">
                                          <p:stCondLst>
                                            <p:cond delay="0"/>
                                          </p:stCondLst>
                                        </p:cTn>
                                        <p:tgtEl>
                                          <p:spTgt spid="927"/>
                                        </p:tgtEl>
                                        <p:attrNameLst>
                                          <p:attrName>style.visibility</p:attrName>
                                        </p:attrNameLst>
                                      </p:cBhvr>
                                      <p:to>
                                        <p:strVal val="visible"/>
                                      </p:to>
                                    </p:set>
                                  </p:childTnLst>
                                </p:cTn>
                              </p:par>
                              <p:par>
                                <p:cTn id="1845" presetID="1" presetClass="entr" presetSubtype="0" fill="hold" nodeType="withEffect">
                                  <p:stCondLst>
                                    <p:cond delay="0"/>
                                  </p:stCondLst>
                                  <p:childTnLst>
                                    <p:set>
                                      <p:cBhvr>
                                        <p:cTn id="1846" dur="1" fill="hold">
                                          <p:stCondLst>
                                            <p:cond delay="0"/>
                                          </p:stCondLst>
                                        </p:cTn>
                                        <p:tgtEl>
                                          <p:spTgt spid="928"/>
                                        </p:tgtEl>
                                        <p:attrNameLst>
                                          <p:attrName>style.visibility</p:attrName>
                                        </p:attrNameLst>
                                      </p:cBhvr>
                                      <p:to>
                                        <p:strVal val="visible"/>
                                      </p:to>
                                    </p:set>
                                  </p:childTnLst>
                                </p:cTn>
                              </p:par>
                              <p:par>
                                <p:cTn id="1847" presetID="1" presetClass="entr" presetSubtype="0" fill="hold" nodeType="withEffect">
                                  <p:stCondLst>
                                    <p:cond delay="0"/>
                                  </p:stCondLst>
                                  <p:childTnLst>
                                    <p:set>
                                      <p:cBhvr>
                                        <p:cTn id="1848" dur="1" fill="hold">
                                          <p:stCondLst>
                                            <p:cond delay="0"/>
                                          </p:stCondLst>
                                        </p:cTn>
                                        <p:tgtEl>
                                          <p:spTgt spid="929"/>
                                        </p:tgtEl>
                                        <p:attrNameLst>
                                          <p:attrName>style.visibility</p:attrName>
                                        </p:attrNameLst>
                                      </p:cBhvr>
                                      <p:to>
                                        <p:strVal val="visible"/>
                                      </p:to>
                                    </p:set>
                                  </p:childTnLst>
                                </p:cTn>
                              </p:par>
                              <p:par>
                                <p:cTn id="1849" presetID="1" presetClass="entr" presetSubtype="0" fill="hold" nodeType="withEffect">
                                  <p:stCondLst>
                                    <p:cond delay="0"/>
                                  </p:stCondLst>
                                  <p:childTnLst>
                                    <p:set>
                                      <p:cBhvr>
                                        <p:cTn id="1850" dur="1" fill="hold">
                                          <p:stCondLst>
                                            <p:cond delay="0"/>
                                          </p:stCondLst>
                                        </p:cTn>
                                        <p:tgtEl>
                                          <p:spTgt spid="930"/>
                                        </p:tgtEl>
                                        <p:attrNameLst>
                                          <p:attrName>style.visibility</p:attrName>
                                        </p:attrNameLst>
                                      </p:cBhvr>
                                      <p:to>
                                        <p:strVal val="visible"/>
                                      </p:to>
                                    </p:set>
                                  </p:childTnLst>
                                </p:cTn>
                              </p:par>
                              <p:par>
                                <p:cTn id="1851" presetID="1" presetClass="entr" presetSubtype="0" fill="hold" nodeType="withEffect">
                                  <p:stCondLst>
                                    <p:cond delay="0"/>
                                  </p:stCondLst>
                                  <p:childTnLst>
                                    <p:set>
                                      <p:cBhvr>
                                        <p:cTn id="1852" dur="1" fill="hold">
                                          <p:stCondLst>
                                            <p:cond delay="0"/>
                                          </p:stCondLst>
                                        </p:cTn>
                                        <p:tgtEl>
                                          <p:spTgt spid="931"/>
                                        </p:tgtEl>
                                        <p:attrNameLst>
                                          <p:attrName>style.visibility</p:attrName>
                                        </p:attrNameLst>
                                      </p:cBhvr>
                                      <p:to>
                                        <p:strVal val="visible"/>
                                      </p:to>
                                    </p:set>
                                  </p:childTnLst>
                                </p:cTn>
                              </p:par>
                              <p:par>
                                <p:cTn id="1853" presetID="1" presetClass="entr" presetSubtype="0" fill="hold" nodeType="withEffect">
                                  <p:stCondLst>
                                    <p:cond delay="0"/>
                                  </p:stCondLst>
                                  <p:childTnLst>
                                    <p:set>
                                      <p:cBhvr>
                                        <p:cTn id="1854" dur="1" fill="hold">
                                          <p:stCondLst>
                                            <p:cond delay="0"/>
                                          </p:stCondLst>
                                        </p:cTn>
                                        <p:tgtEl>
                                          <p:spTgt spid="932"/>
                                        </p:tgtEl>
                                        <p:attrNameLst>
                                          <p:attrName>style.visibility</p:attrName>
                                        </p:attrNameLst>
                                      </p:cBhvr>
                                      <p:to>
                                        <p:strVal val="visible"/>
                                      </p:to>
                                    </p:set>
                                  </p:childTnLst>
                                </p:cTn>
                              </p:par>
                              <p:par>
                                <p:cTn id="1855" presetID="1" presetClass="entr" presetSubtype="0" fill="hold" nodeType="withEffect">
                                  <p:stCondLst>
                                    <p:cond delay="0"/>
                                  </p:stCondLst>
                                  <p:childTnLst>
                                    <p:set>
                                      <p:cBhvr>
                                        <p:cTn id="1856" dur="1" fill="hold">
                                          <p:stCondLst>
                                            <p:cond delay="0"/>
                                          </p:stCondLst>
                                        </p:cTn>
                                        <p:tgtEl>
                                          <p:spTgt spid="933"/>
                                        </p:tgtEl>
                                        <p:attrNameLst>
                                          <p:attrName>style.visibility</p:attrName>
                                        </p:attrNameLst>
                                      </p:cBhvr>
                                      <p:to>
                                        <p:strVal val="visible"/>
                                      </p:to>
                                    </p:set>
                                  </p:childTnLst>
                                </p:cTn>
                              </p:par>
                              <p:par>
                                <p:cTn id="1857" presetID="1" presetClass="entr" presetSubtype="0" fill="hold" nodeType="withEffect">
                                  <p:stCondLst>
                                    <p:cond delay="0"/>
                                  </p:stCondLst>
                                  <p:childTnLst>
                                    <p:set>
                                      <p:cBhvr>
                                        <p:cTn id="1858" dur="1" fill="hold">
                                          <p:stCondLst>
                                            <p:cond delay="0"/>
                                          </p:stCondLst>
                                        </p:cTn>
                                        <p:tgtEl>
                                          <p:spTgt spid="934"/>
                                        </p:tgtEl>
                                        <p:attrNameLst>
                                          <p:attrName>style.visibility</p:attrName>
                                        </p:attrNameLst>
                                      </p:cBhvr>
                                      <p:to>
                                        <p:strVal val="visible"/>
                                      </p:to>
                                    </p:set>
                                  </p:childTnLst>
                                </p:cTn>
                              </p:par>
                              <p:par>
                                <p:cTn id="1859" presetID="1" presetClass="entr" presetSubtype="0" fill="hold" nodeType="withEffect">
                                  <p:stCondLst>
                                    <p:cond delay="0"/>
                                  </p:stCondLst>
                                  <p:childTnLst>
                                    <p:set>
                                      <p:cBhvr>
                                        <p:cTn id="1860" dur="1" fill="hold">
                                          <p:stCondLst>
                                            <p:cond delay="0"/>
                                          </p:stCondLst>
                                        </p:cTn>
                                        <p:tgtEl>
                                          <p:spTgt spid="935"/>
                                        </p:tgtEl>
                                        <p:attrNameLst>
                                          <p:attrName>style.visibility</p:attrName>
                                        </p:attrNameLst>
                                      </p:cBhvr>
                                      <p:to>
                                        <p:strVal val="visible"/>
                                      </p:to>
                                    </p:set>
                                  </p:childTnLst>
                                </p:cTn>
                              </p:par>
                              <p:par>
                                <p:cTn id="1861" presetID="1" presetClass="entr" presetSubtype="0" fill="hold" nodeType="withEffect">
                                  <p:stCondLst>
                                    <p:cond delay="0"/>
                                  </p:stCondLst>
                                  <p:childTnLst>
                                    <p:set>
                                      <p:cBhvr>
                                        <p:cTn id="1862" dur="1" fill="hold">
                                          <p:stCondLst>
                                            <p:cond delay="0"/>
                                          </p:stCondLst>
                                        </p:cTn>
                                        <p:tgtEl>
                                          <p:spTgt spid="936"/>
                                        </p:tgtEl>
                                        <p:attrNameLst>
                                          <p:attrName>style.visibility</p:attrName>
                                        </p:attrNameLst>
                                      </p:cBhvr>
                                      <p:to>
                                        <p:strVal val="visible"/>
                                      </p:to>
                                    </p:set>
                                  </p:childTnLst>
                                </p:cTn>
                              </p:par>
                              <p:par>
                                <p:cTn id="1863" presetID="1" presetClass="entr" presetSubtype="0" fill="hold" nodeType="withEffect">
                                  <p:stCondLst>
                                    <p:cond delay="0"/>
                                  </p:stCondLst>
                                  <p:childTnLst>
                                    <p:set>
                                      <p:cBhvr>
                                        <p:cTn id="1864" dur="1" fill="hold">
                                          <p:stCondLst>
                                            <p:cond delay="0"/>
                                          </p:stCondLst>
                                        </p:cTn>
                                        <p:tgtEl>
                                          <p:spTgt spid="937"/>
                                        </p:tgtEl>
                                        <p:attrNameLst>
                                          <p:attrName>style.visibility</p:attrName>
                                        </p:attrNameLst>
                                      </p:cBhvr>
                                      <p:to>
                                        <p:strVal val="visible"/>
                                      </p:to>
                                    </p:set>
                                  </p:childTnLst>
                                </p:cTn>
                              </p:par>
                              <p:par>
                                <p:cTn id="1865" presetID="1" presetClass="entr" presetSubtype="0" fill="hold" nodeType="withEffect">
                                  <p:stCondLst>
                                    <p:cond delay="0"/>
                                  </p:stCondLst>
                                  <p:childTnLst>
                                    <p:set>
                                      <p:cBhvr>
                                        <p:cTn id="1866" dur="1" fill="hold">
                                          <p:stCondLst>
                                            <p:cond delay="0"/>
                                          </p:stCondLst>
                                        </p:cTn>
                                        <p:tgtEl>
                                          <p:spTgt spid="938"/>
                                        </p:tgtEl>
                                        <p:attrNameLst>
                                          <p:attrName>style.visibility</p:attrName>
                                        </p:attrNameLst>
                                      </p:cBhvr>
                                      <p:to>
                                        <p:strVal val="visible"/>
                                      </p:to>
                                    </p:set>
                                  </p:childTnLst>
                                </p:cTn>
                              </p:par>
                              <p:par>
                                <p:cTn id="1867" presetID="1" presetClass="entr" presetSubtype="0" fill="hold" nodeType="withEffect">
                                  <p:stCondLst>
                                    <p:cond delay="0"/>
                                  </p:stCondLst>
                                  <p:childTnLst>
                                    <p:set>
                                      <p:cBhvr>
                                        <p:cTn id="1868" dur="1" fill="hold">
                                          <p:stCondLst>
                                            <p:cond delay="0"/>
                                          </p:stCondLst>
                                        </p:cTn>
                                        <p:tgtEl>
                                          <p:spTgt spid="939"/>
                                        </p:tgtEl>
                                        <p:attrNameLst>
                                          <p:attrName>style.visibility</p:attrName>
                                        </p:attrNameLst>
                                      </p:cBhvr>
                                      <p:to>
                                        <p:strVal val="visible"/>
                                      </p:to>
                                    </p:set>
                                  </p:childTnLst>
                                </p:cTn>
                              </p:par>
                              <p:par>
                                <p:cTn id="1869" presetID="1" presetClass="entr" presetSubtype="0" fill="hold" nodeType="withEffect">
                                  <p:stCondLst>
                                    <p:cond delay="0"/>
                                  </p:stCondLst>
                                  <p:childTnLst>
                                    <p:set>
                                      <p:cBhvr>
                                        <p:cTn id="1870" dur="1" fill="hold">
                                          <p:stCondLst>
                                            <p:cond delay="0"/>
                                          </p:stCondLst>
                                        </p:cTn>
                                        <p:tgtEl>
                                          <p:spTgt spid="940"/>
                                        </p:tgtEl>
                                        <p:attrNameLst>
                                          <p:attrName>style.visibility</p:attrName>
                                        </p:attrNameLst>
                                      </p:cBhvr>
                                      <p:to>
                                        <p:strVal val="visible"/>
                                      </p:to>
                                    </p:set>
                                  </p:childTnLst>
                                </p:cTn>
                              </p:par>
                              <p:par>
                                <p:cTn id="1871" presetID="1" presetClass="entr" presetSubtype="0" fill="hold" nodeType="withEffect">
                                  <p:stCondLst>
                                    <p:cond delay="0"/>
                                  </p:stCondLst>
                                  <p:childTnLst>
                                    <p:set>
                                      <p:cBhvr>
                                        <p:cTn id="1872" dur="1" fill="hold">
                                          <p:stCondLst>
                                            <p:cond delay="0"/>
                                          </p:stCondLst>
                                        </p:cTn>
                                        <p:tgtEl>
                                          <p:spTgt spid="941"/>
                                        </p:tgtEl>
                                        <p:attrNameLst>
                                          <p:attrName>style.visibility</p:attrName>
                                        </p:attrNameLst>
                                      </p:cBhvr>
                                      <p:to>
                                        <p:strVal val="visible"/>
                                      </p:to>
                                    </p:set>
                                  </p:childTnLst>
                                </p:cTn>
                              </p:par>
                              <p:par>
                                <p:cTn id="1873" presetID="1" presetClass="entr" presetSubtype="0" fill="hold" nodeType="withEffect">
                                  <p:stCondLst>
                                    <p:cond delay="0"/>
                                  </p:stCondLst>
                                  <p:childTnLst>
                                    <p:set>
                                      <p:cBhvr>
                                        <p:cTn id="1874" dur="1" fill="hold">
                                          <p:stCondLst>
                                            <p:cond delay="0"/>
                                          </p:stCondLst>
                                        </p:cTn>
                                        <p:tgtEl>
                                          <p:spTgt spid="942"/>
                                        </p:tgtEl>
                                        <p:attrNameLst>
                                          <p:attrName>style.visibility</p:attrName>
                                        </p:attrNameLst>
                                      </p:cBhvr>
                                      <p:to>
                                        <p:strVal val="visible"/>
                                      </p:to>
                                    </p:set>
                                  </p:childTnLst>
                                </p:cTn>
                              </p:par>
                              <p:par>
                                <p:cTn id="1875" presetID="1" presetClass="entr" presetSubtype="0" fill="hold" nodeType="withEffect">
                                  <p:stCondLst>
                                    <p:cond delay="0"/>
                                  </p:stCondLst>
                                  <p:childTnLst>
                                    <p:set>
                                      <p:cBhvr>
                                        <p:cTn id="1876" dur="1" fill="hold">
                                          <p:stCondLst>
                                            <p:cond delay="0"/>
                                          </p:stCondLst>
                                        </p:cTn>
                                        <p:tgtEl>
                                          <p:spTgt spid="943"/>
                                        </p:tgtEl>
                                        <p:attrNameLst>
                                          <p:attrName>style.visibility</p:attrName>
                                        </p:attrNameLst>
                                      </p:cBhvr>
                                      <p:to>
                                        <p:strVal val="visible"/>
                                      </p:to>
                                    </p:set>
                                  </p:childTnLst>
                                </p:cTn>
                              </p:par>
                              <p:par>
                                <p:cTn id="1877" presetID="1" presetClass="entr" presetSubtype="0" fill="hold" nodeType="withEffect">
                                  <p:stCondLst>
                                    <p:cond delay="0"/>
                                  </p:stCondLst>
                                  <p:childTnLst>
                                    <p:set>
                                      <p:cBhvr>
                                        <p:cTn id="1878" dur="1" fill="hold">
                                          <p:stCondLst>
                                            <p:cond delay="0"/>
                                          </p:stCondLst>
                                        </p:cTn>
                                        <p:tgtEl>
                                          <p:spTgt spid="944"/>
                                        </p:tgtEl>
                                        <p:attrNameLst>
                                          <p:attrName>style.visibility</p:attrName>
                                        </p:attrNameLst>
                                      </p:cBhvr>
                                      <p:to>
                                        <p:strVal val="visible"/>
                                      </p:to>
                                    </p:set>
                                  </p:childTnLst>
                                </p:cTn>
                              </p:par>
                              <p:par>
                                <p:cTn id="1879" presetID="1" presetClass="entr" presetSubtype="0" fill="hold" nodeType="withEffect">
                                  <p:stCondLst>
                                    <p:cond delay="0"/>
                                  </p:stCondLst>
                                  <p:childTnLst>
                                    <p:set>
                                      <p:cBhvr>
                                        <p:cTn id="1880" dur="1" fill="hold">
                                          <p:stCondLst>
                                            <p:cond delay="0"/>
                                          </p:stCondLst>
                                        </p:cTn>
                                        <p:tgtEl>
                                          <p:spTgt spid="945"/>
                                        </p:tgtEl>
                                        <p:attrNameLst>
                                          <p:attrName>style.visibility</p:attrName>
                                        </p:attrNameLst>
                                      </p:cBhvr>
                                      <p:to>
                                        <p:strVal val="visible"/>
                                      </p:to>
                                    </p:set>
                                  </p:childTnLst>
                                </p:cTn>
                              </p:par>
                              <p:par>
                                <p:cTn id="1881" presetID="1" presetClass="entr" presetSubtype="0" fill="hold" nodeType="withEffect">
                                  <p:stCondLst>
                                    <p:cond delay="0"/>
                                  </p:stCondLst>
                                  <p:childTnLst>
                                    <p:set>
                                      <p:cBhvr>
                                        <p:cTn id="1882" dur="1" fill="hold">
                                          <p:stCondLst>
                                            <p:cond delay="0"/>
                                          </p:stCondLst>
                                        </p:cTn>
                                        <p:tgtEl>
                                          <p:spTgt spid="946"/>
                                        </p:tgtEl>
                                        <p:attrNameLst>
                                          <p:attrName>style.visibility</p:attrName>
                                        </p:attrNameLst>
                                      </p:cBhvr>
                                      <p:to>
                                        <p:strVal val="visible"/>
                                      </p:to>
                                    </p:set>
                                  </p:childTnLst>
                                </p:cTn>
                              </p:par>
                              <p:par>
                                <p:cTn id="1883" presetID="1" presetClass="entr" presetSubtype="0" fill="hold" nodeType="withEffect">
                                  <p:stCondLst>
                                    <p:cond delay="0"/>
                                  </p:stCondLst>
                                  <p:childTnLst>
                                    <p:set>
                                      <p:cBhvr>
                                        <p:cTn id="1884" dur="1" fill="hold">
                                          <p:stCondLst>
                                            <p:cond delay="0"/>
                                          </p:stCondLst>
                                        </p:cTn>
                                        <p:tgtEl>
                                          <p:spTgt spid="947"/>
                                        </p:tgtEl>
                                        <p:attrNameLst>
                                          <p:attrName>style.visibility</p:attrName>
                                        </p:attrNameLst>
                                      </p:cBhvr>
                                      <p:to>
                                        <p:strVal val="visible"/>
                                      </p:to>
                                    </p:set>
                                  </p:childTnLst>
                                </p:cTn>
                              </p:par>
                              <p:par>
                                <p:cTn id="1885" presetID="1" presetClass="entr" presetSubtype="0" fill="hold" nodeType="withEffect">
                                  <p:stCondLst>
                                    <p:cond delay="0"/>
                                  </p:stCondLst>
                                  <p:childTnLst>
                                    <p:set>
                                      <p:cBhvr>
                                        <p:cTn id="1886" dur="1" fill="hold">
                                          <p:stCondLst>
                                            <p:cond delay="0"/>
                                          </p:stCondLst>
                                        </p:cTn>
                                        <p:tgtEl>
                                          <p:spTgt spid="948"/>
                                        </p:tgtEl>
                                        <p:attrNameLst>
                                          <p:attrName>style.visibility</p:attrName>
                                        </p:attrNameLst>
                                      </p:cBhvr>
                                      <p:to>
                                        <p:strVal val="visible"/>
                                      </p:to>
                                    </p:set>
                                  </p:childTnLst>
                                </p:cTn>
                              </p:par>
                              <p:par>
                                <p:cTn id="1887" presetID="1" presetClass="entr" presetSubtype="0" fill="hold" nodeType="withEffect">
                                  <p:stCondLst>
                                    <p:cond delay="0"/>
                                  </p:stCondLst>
                                  <p:childTnLst>
                                    <p:set>
                                      <p:cBhvr>
                                        <p:cTn id="1888" dur="1" fill="hold">
                                          <p:stCondLst>
                                            <p:cond delay="0"/>
                                          </p:stCondLst>
                                        </p:cTn>
                                        <p:tgtEl>
                                          <p:spTgt spid="949"/>
                                        </p:tgtEl>
                                        <p:attrNameLst>
                                          <p:attrName>style.visibility</p:attrName>
                                        </p:attrNameLst>
                                      </p:cBhvr>
                                      <p:to>
                                        <p:strVal val="visible"/>
                                      </p:to>
                                    </p:set>
                                  </p:childTnLst>
                                </p:cTn>
                              </p:par>
                              <p:par>
                                <p:cTn id="1889" presetID="1" presetClass="entr" presetSubtype="0" fill="hold" nodeType="withEffect">
                                  <p:stCondLst>
                                    <p:cond delay="0"/>
                                  </p:stCondLst>
                                  <p:childTnLst>
                                    <p:set>
                                      <p:cBhvr>
                                        <p:cTn id="1890" dur="1" fill="hold">
                                          <p:stCondLst>
                                            <p:cond delay="0"/>
                                          </p:stCondLst>
                                        </p:cTn>
                                        <p:tgtEl>
                                          <p:spTgt spid="950"/>
                                        </p:tgtEl>
                                        <p:attrNameLst>
                                          <p:attrName>style.visibility</p:attrName>
                                        </p:attrNameLst>
                                      </p:cBhvr>
                                      <p:to>
                                        <p:strVal val="visible"/>
                                      </p:to>
                                    </p:set>
                                  </p:childTnLst>
                                </p:cTn>
                              </p:par>
                              <p:par>
                                <p:cTn id="1891" presetID="1" presetClass="entr" presetSubtype="0" fill="hold" nodeType="withEffect">
                                  <p:stCondLst>
                                    <p:cond delay="0"/>
                                  </p:stCondLst>
                                  <p:childTnLst>
                                    <p:set>
                                      <p:cBhvr>
                                        <p:cTn id="1892" dur="1" fill="hold">
                                          <p:stCondLst>
                                            <p:cond delay="0"/>
                                          </p:stCondLst>
                                        </p:cTn>
                                        <p:tgtEl>
                                          <p:spTgt spid="951"/>
                                        </p:tgtEl>
                                        <p:attrNameLst>
                                          <p:attrName>style.visibility</p:attrName>
                                        </p:attrNameLst>
                                      </p:cBhvr>
                                      <p:to>
                                        <p:strVal val="visible"/>
                                      </p:to>
                                    </p:set>
                                  </p:childTnLst>
                                </p:cTn>
                              </p:par>
                              <p:par>
                                <p:cTn id="1893" presetID="1" presetClass="entr" presetSubtype="0" fill="hold" nodeType="withEffect">
                                  <p:stCondLst>
                                    <p:cond delay="0"/>
                                  </p:stCondLst>
                                  <p:childTnLst>
                                    <p:set>
                                      <p:cBhvr>
                                        <p:cTn id="1894" dur="1" fill="hold">
                                          <p:stCondLst>
                                            <p:cond delay="0"/>
                                          </p:stCondLst>
                                        </p:cTn>
                                        <p:tgtEl>
                                          <p:spTgt spid="952"/>
                                        </p:tgtEl>
                                        <p:attrNameLst>
                                          <p:attrName>style.visibility</p:attrName>
                                        </p:attrNameLst>
                                      </p:cBhvr>
                                      <p:to>
                                        <p:strVal val="visible"/>
                                      </p:to>
                                    </p:set>
                                  </p:childTnLst>
                                </p:cTn>
                              </p:par>
                              <p:par>
                                <p:cTn id="1895" presetID="1" presetClass="entr" presetSubtype="0" fill="hold" nodeType="withEffect">
                                  <p:stCondLst>
                                    <p:cond delay="0"/>
                                  </p:stCondLst>
                                  <p:childTnLst>
                                    <p:set>
                                      <p:cBhvr>
                                        <p:cTn id="1896" dur="1" fill="hold">
                                          <p:stCondLst>
                                            <p:cond delay="0"/>
                                          </p:stCondLst>
                                        </p:cTn>
                                        <p:tgtEl>
                                          <p:spTgt spid="953"/>
                                        </p:tgtEl>
                                        <p:attrNameLst>
                                          <p:attrName>style.visibility</p:attrName>
                                        </p:attrNameLst>
                                      </p:cBhvr>
                                      <p:to>
                                        <p:strVal val="visible"/>
                                      </p:to>
                                    </p:set>
                                  </p:childTnLst>
                                </p:cTn>
                              </p:par>
                              <p:par>
                                <p:cTn id="1897" presetID="1" presetClass="entr" presetSubtype="0" fill="hold" nodeType="withEffect">
                                  <p:stCondLst>
                                    <p:cond delay="0"/>
                                  </p:stCondLst>
                                  <p:childTnLst>
                                    <p:set>
                                      <p:cBhvr>
                                        <p:cTn id="1898" dur="1" fill="hold">
                                          <p:stCondLst>
                                            <p:cond delay="0"/>
                                          </p:stCondLst>
                                        </p:cTn>
                                        <p:tgtEl>
                                          <p:spTgt spid="954"/>
                                        </p:tgtEl>
                                        <p:attrNameLst>
                                          <p:attrName>style.visibility</p:attrName>
                                        </p:attrNameLst>
                                      </p:cBhvr>
                                      <p:to>
                                        <p:strVal val="visible"/>
                                      </p:to>
                                    </p:set>
                                  </p:childTnLst>
                                </p:cTn>
                              </p:par>
                              <p:par>
                                <p:cTn id="1899" presetID="1" presetClass="entr" presetSubtype="0" fill="hold" nodeType="withEffect">
                                  <p:stCondLst>
                                    <p:cond delay="0"/>
                                  </p:stCondLst>
                                  <p:childTnLst>
                                    <p:set>
                                      <p:cBhvr>
                                        <p:cTn id="1900" dur="1" fill="hold">
                                          <p:stCondLst>
                                            <p:cond delay="0"/>
                                          </p:stCondLst>
                                        </p:cTn>
                                        <p:tgtEl>
                                          <p:spTgt spid="955"/>
                                        </p:tgtEl>
                                        <p:attrNameLst>
                                          <p:attrName>style.visibility</p:attrName>
                                        </p:attrNameLst>
                                      </p:cBhvr>
                                      <p:to>
                                        <p:strVal val="visible"/>
                                      </p:to>
                                    </p:set>
                                  </p:childTnLst>
                                </p:cTn>
                              </p:par>
                              <p:par>
                                <p:cTn id="1901" presetID="1" presetClass="entr" presetSubtype="0" fill="hold" nodeType="withEffect">
                                  <p:stCondLst>
                                    <p:cond delay="0"/>
                                  </p:stCondLst>
                                  <p:childTnLst>
                                    <p:set>
                                      <p:cBhvr>
                                        <p:cTn id="1902" dur="1" fill="hold">
                                          <p:stCondLst>
                                            <p:cond delay="0"/>
                                          </p:stCondLst>
                                        </p:cTn>
                                        <p:tgtEl>
                                          <p:spTgt spid="956"/>
                                        </p:tgtEl>
                                        <p:attrNameLst>
                                          <p:attrName>style.visibility</p:attrName>
                                        </p:attrNameLst>
                                      </p:cBhvr>
                                      <p:to>
                                        <p:strVal val="visible"/>
                                      </p:to>
                                    </p:set>
                                  </p:childTnLst>
                                </p:cTn>
                              </p:par>
                              <p:par>
                                <p:cTn id="1903" presetID="1" presetClass="entr" presetSubtype="0" fill="hold" nodeType="withEffect">
                                  <p:stCondLst>
                                    <p:cond delay="0"/>
                                  </p:stCondLst>
                                  <p:childTnLst>
                                    <p:set>
                                      <p:cBhvr>
                                        <p:cTn id="1904" dur="1" fill="hold">
                                          <p:stCondLst>
                                            <p:cond delay="0"/>
                                          </p:stCondLst>
                                        </p:cTn>
                                        <p:tgtEl>
                                          <p:spTgt spid="957"/>
                                        </p:tgtEl>
                                        <p:attrNameLst>
                                          <p:attrName>style.visibility</p:attrName>
                                        </p:attrNameLst>
                                      </p:cBhvr>
                                      <p:to>
                                        <p:strVal val="visible"/>
                                      </p:to>
                                    </p:set>
                                  </p:childTnLst>
                                </p:cTn>
                              </p:par>
                              <p:par>
                                <p:cTn id="1905" presetID="1" presetClass="entr" presetSubtype="0" fill="hold" nodeType="withEffect">
                                  <p:stCondLst>
                                    <p:cond delay="0"/>
                                  </p:stCondLst>
                                  <p:childTnLst>
                                    <p:set>
                                      <p:cBhvr>
                                        <p:cTn id="1906" dur="1" fill="hold">
                                          <p:stCondLst>
                                            <p:cond delay="0"/>
                                          </p:stCondLst>
                                        </p:cTn>
                                        <p:tgtEl>
                                          <p:spTgt spid="958"/>
                                        </p:tgtEl>
                                        <p:attrNameLst>
                                          <p:attrName>style.visibility</p:attrName>
                                        </p:attrNameLst>
                                      </p:cBhvr>
                                      <p:to>
                                        <p:strVal val="visible"/>
                                      </p:to>
                                    </p:set>
                                  </p:childTnLst>
                                </p:cTn>
                              </p:par>
                              <p:par>
                                <p:cTn id="1907" presetID="1" presetClass="entr" presetSubtype="0" fill="hold" nodeType="withEffect">
                                  <p:stCondLst>
                                    <p:cond delay="0"/>
                                  </p:stCondLst>
                                  <p:childTnLst>
                                    <p:set>
                                      <p:cBhvr>
                                        <p:cTn id="1908" dur="1" fill="hold">
                                          <p:stCondLst>
                                            <p:cond delay="0"/>
                                          </p:stCondLst>
                                        </p:cTn>
                                        <p:tgtEl>
                                          <p:spTgt spid="959"/>
                                        </p:tgtEl>
                                        <p:attrNameLst>
                                          <p:attrName>style.visibility</p:attrName>
                                        </p:attrNameLst>
                                      </p:cBhvr>
                                      <p:to>
                                        <p:strVal val="visible"/>
                                      </p:to>
                                    </p:set>
                                  </p:childTnLst>
                                </p:cTn>
                              </p:par>
                              <p:par>
                                <p:cTn id="1909" presetID="1" presetClass="entr" presetSubtype="0" fill="hold" nodeType="withEffect">
                                  <p:stCondLst>
                                    <p:cond delay="0"/>
                                  </p:stCondLst>
                                  <p:childTnLst>
                                    <p:set>
                                      <p:cBhvr>
                                        <p:cTn id="1910" dur="1" fill="hold">
                                          <p:stCondLst>
                                            <p:cond delay="0"/>
                                          </p:stCondLst>
                                        </p:cTn>
                                        <p:tgtEl>
                                          <p:spTgt spid="960"/>
                                        </p:tgtEl>
                                        <p:attrNameLst>
                                          <p:attrName>style.visibility</p:attrName>
                                        </p:attrNameLst>
                                      </p:cBhvr>
                                      <p:to>
                                        <p:strVal val="visible"/>
                                      </p:to>
                                    </p:set>
                                  </p:childTnLst>
                                </p:cTn>
                              </p:par>
                              <p:par>
                                <p:cTn id="1911" presetID="1" presetClass="entr" presetSubtype="0" fill="hold" nodeType="withEffect">
                                  <p:stCondLst>
                                    <p:cond delay="0"/>
                                  </p:stCondLst>
                                  <p:childTnLst>
                                    <p:set>
                                      <p:cBhvr>
                                        <p:cTn id="1912" dur="1" fill="hold">
                                          <p:stCondLst>
                                            <p:cond delay="0"/>
                                          </p:stCondLst>
                                        </p:cTn>
                                        <p:tgtEl>
                                          <p:spTgt spid="961"/>
                                        </p:tgtEl>
                                        <p:attrNameLst>
                                          <p:attrName>style.visibility</p:attrName>
                                        </p:attrNameLst>
                                      </p:cBhvr>
                                      <p:to>
                                        <p:strVal val="visible"/>
                                      </p:to>
                                    </p:set>
                                  </p:childTnLst>
                                </p:cTn>
                              </p:par>
                              <p:par>
                                <p:cTn id="1913" presetID="1" presetClass="entr" presetSubtype="0" fill="hold" nodeType="withEffect">
                                  <p:stCondLst>
                                    <p:cond delay="0"/>
                                  </p:stCondLst>
                                  <p:childTnLst>
                                    <p:set>
                                      <p:cBhvr>
                                        <p:cTn id="1914" dur="1" fill="hold">
                                          <p:stCondLst>
                                            <p:cond delay="0"/>
                                          </p:stCondLst>
                                        </p:cTn>
                                        <p:tgtEl>
                                          <p:spTgt spid="962"/>
                                        </p:tgtEl>
                                        <p:attrNameLst>
                                          <p:attrName>style.visibility</p:attrName>
                                        </p:attrNameLst>
                                      </p:cBhvr>
                                      <p:to>
                                        <p:strVal val="visible"/>
                                      </p:to>
                                    </p:set>
                                  </p:childTnLst>
                                </p:cTn>
                              </p:par>
                              <p:par>
                                <p:cTn id="1915" presetID="1" presetClass="entr" presetSubtype="0" fill="hold" nodeType="withEffect">
                                  <p:stCondLst>
                                    <p:cond delay="0"/>
                                  </p:stCondLst>
                                  <p:childTnLst>
                                    <p:set>
                                      <p:cBhvr>
                                        <p:cTn id="1916" dur="1" fill="hold">
                                          <p:stCondLst>
                                            <p:cond delay="0"/>
                                          </p:stCondLst>
                                        </p:cTn>
                                        <p:tgtEl>
                                          <p:spTgt spid="963"/>
                                        </p:tgtEl>
                                        <p:attrNameLst>
                                          <p:attrName>style.visibility</p:attrName>
                                        </p:attrNameLst>
                                      </p:cBhvr>
                                      <p:to>
                                        <p:strVal val="visible"/>
                                      </p:to>
                                    </p:set>
                                  </p:childTnLst>
                                </p:cTn>
                              </p:par>
                              <p:par>
                                <p:cTn id="1917" presetID="1" presetClass="entr" presetSubtype="0" fill="hold" nodeType="withEffect">
                                  <p:stCondLst>
                                    <p:cond delay="0"/>
                                  </p:stCondLst>
                                  <p:childTnLst>
                                    <p:set>
                                      <p:cBhvr>
                                        <p:cTn id="1918" dur="1" fill="hold">
                                          <p:stCondLst>
                                            <p:cond delay="0"/>
                                          </p:stCondLst>
                                        </p:cTn>
                                        <p:tgtEl>
                                          <p:spTgt spid="964"/>
                                        </p:tgtEl>
                                        <p:attrNameLst>
                                          <p:attrName>style.visibility</p:attrName>
                                        </p:attrNameLst>
                                      </p:cBhvr>
                                      <p:to>
                                        <p:strVal val="visible"/>
                                      </p:to>
                                    </p:set>
                                  </p:childTnLst>
                                </p:cTn>
                              </p:par>
                              <p:par>
                                <p:cTn id="1919" presetID="1" presetClass="entr" presetSubtype="0" fill="hold" nodeType="withEffect">
                                  <p:stCondLst>
                                    <p:cond delay="0"/>
                                  </p:stCondLst>
                                  <p:childTnLst>
                                    <p:set>
                                      <p:cBhvr>
                                        <p:cTn id="1920" dur="1" fill="hold">
                                          <p:stCondLst>
                                            <p:cond delay="0"/>
                                          </p:stCondLst>
                                        </p:cTn>
                                        <p:tgtEl>
                                          <p:spTgt spid="965"/>
                                        </p:tgtEl>
                                        <p:attrNameLst>
                                          <p:attrName>style.visibility</p:attrName>
                                        </p:attrNameLst>
                                      </p:cBhvr>
                                      <p:to>
                                        <p:strVal val="visible"/>
                                      </p:to>
                                    </p:set>
                                  </p:childTnLst>
                                </p:cTn>
                              </p:par>
                              <p:par>
                                <p:cTn id="1921" presetID="1" presetClass="entr" presetSubtype="0" fill="hold" nodeType="withEffect">
                                  <p:stCondLst>
                                    <p:cond delay="0"/>
                                  </p:stCondLst>
                                  <p:childTnLst>
                                    <p:set>
                                      <p:cBhvr>
                                        <p:cTn id="1922" dur="1" fill="hold">
                                          <p:stCondLst>
                                            <p:cond delay="0"/>
                                          </p:stCondLst>
                                        </p:cTn>
                                        <p:tgtEl>
                                          <p:spTgt spid="966"/>
                                        </p:tgtEl>
                                        <p:attrNameLst>
                                          <p:attrName>style.visibility</p:attrName>
                                        </p:attrNameLst>
                                      </p:cBhvr>
                                      <p:to>
                                        <p:strVal val="visible"/>
                                      </p:to>
                                    </p:set>
                                  </p:childTnLst>
                                </p:cTn>
                              </p:par>
                              <p:par>
                                <p:cTn id="1923" presetID="1" presetClass="entr" presetSubtype="0" fill="hold" nodeType="withEffect">
                                  <p:stCondLst>
                                    <p:cond delay="0"/>
                                  </p:stCondLst>
                                  <p:childTnLst>
                                    <p:set>
                                      <p:cBhvr>
                                        <p:cTn id="1924" dur="1" fill="hold">
                                          <p:stCondLst>
                                            <p:cond delay="0"/>
                                          </p:stCondLst>
                                        </p:cTn>
                                        <p:tgtEl>
                                          <p:spTgt spid="967"/>
                                        </p:tgtEl>
                                        <p:attrNameLst>
                                          <p:attrName>style.visibility</p:attrName>
                                        </p:attrNameLst>
                                      </p:cBhvr>
                                      <p:to>
                                        <p:strVal val="visible"/>
                                      </p:to>
                                    </p:set>
                                  </p:childTnLst>
                                </p:cTn>
                              </p:par>
                              <p:par>
                                <p:cTn id="1925" presetID="1" presetClass="entr" presetSubtype="0" fill="hold" nodeType="withEffect">
                                  <p:stCondLst>
                                    <p:cond delay="0"/>
                                  </p:stCondLst>
                                  <p:childTnLst>
                                    <p:set>
                                      <p:cBhvr>
                                        <p:cTn id="1926" dur="1" fill="hold">
                                          <p:stCondLst>
                                            <p:cond delay="0"/>
                                          </p:stCondLst>
                                        </p:cTn>
                                        <p:tgtEl>
                                          <p:spTgt spid="968"/>
                                        </p:tgtEl>
                                        <p:attrNameLst>
                                          <p:attrName>style.visibility</p:attrName>
                                        </p:attrNameLst>
                                      </p:cBhvr>
                                      <p:to>
                                        <p:strVal val="visible"/>
                                      </p:to>
                                    </p:set>
                                  </p:childTnLst>
                                </p:cTn>
                              </p:par>
                              <p:par>
                                <p:cTn id="1927" presetID="1" presetClass="entr" presetSubtype="0" fill="hold" nodeType="withEffect">
                                  <p:stCondLst>
                                    <p:cond delay="0"/>
                                  </p:stCondLst>
                                  <p:childTnLst>
                                    <p:set>
                                      <p:cBhvr>
                                        <p:cTn id="1928" dur="1" fill="hold">
                                          <p:stCondLst>
                                            <p:cond delay="0"/>
                                          </p:stCondLst>
                                        </p:cTn>
                                        <p:tgtEl>
                                          <p:spTgt spid="969"/>
                                        </p:tgtEl>
                                        <p:attrNameLst>
                                          <p:attrName>style.visibility</p:attrName>
                                        </p:attrNameLst>
                                      </p:cBhvr>
                                      <p:to>
                                        <p:strVal val="visible"/>
                                      </p:to>
                                    </p:set>
                                  </p:childTnLst>
                                </p:cTn>
                              </p:par>
                              <p:par>
                                <p:cTn id="1929" presetID="1" presetClass="entr" presetSubtype="0" fill="hold" nodeType="withEffect">
                                  <p:stCondLst>
                                    <p:cond delay="0"/>
                                  </p:stCondLst>
                                  <p:childTnLst>
                                    <p:set>
                                      <p:cBhvr>
                                        <p:cTn id="1930" dur="1" fill="hold">
                                          <p:stCondLst>
                                            <p:cond delay="0"/>
                                          </p:stCondLst>
                                        </p:cTn>
                                        <p:tgtEl>
                                          <p:spTgt spid="970"/>
                                        </p:tgtEl>
                                        <p:attrNameLst>
                                          <p:attrName>style.visibility</p:attrName>
                                        </p:attrNameLst>
                                      </p:cBhvr>
                                      <p:to>
                                        <p:strVal val="visible"/>
                                      </p:to>
                                    </p:set>
                                  </p:childTnLst>
                                </p:cTn>
                              </p:par>
                              <p:par>
                                <p:cTn id="1931" presetID="1" presetClass="entr" presetSubtype="0" fill="hold" nodeType="withEffect">
                                  <p:stCondLst>
                                    <p:cond delay="0"/>
                                  </p:stCondLst>
                                  <p:childTnLst>
                                    <p:set>
                                      <p:cBhvr>
                                        <p:cTn id="1932" dur="1" fill="hold">
                                          <p:stCondLst>
                                            <p:cond delay="0"/>
                                          </p:stCondLst>
                                        </p:cTn>
                                        <p:tgtEl>
                                          <p:spTgt spid="971"/>
                                        </p:tgtEl>
                                        <p:attrNameLst>
                                          <p:attrName>style.visibility</p:attrName>
                                        </p:attrNameLst>
                                      </p:cBhvr>
                                      <p:to>
                                        <p:strVal val="visible"/>
                                      </p:to>
                                    </p:set>
                                  </p:childTnLst>
                                </p:cTn>
                              </p:par>
                              <p:par>
                                <p:cTn id="1933" presetID="1" presetClass="entr" presetSubtype="0" fill="hold" nodeType="withEffect">
                                  <p:stCondLst>
                                    <p:cond delay="0"/>
                                  </p:stCondLst>
                                  <p:childTnLst>
                                    <p:set>
                                      <p:cBhvr>
                                        <p:cTn id="1934" dur="1" fill="hold">
                                          <p:stCondLst>
                                            <p:cond delay="0"/>
                                          </p:stCondLst>
                                        </p:cTn>
                                        <p:tgtEl>
                                          <p:spTgt spid="972"/>
                                        </p:tgtEl>
                                        <p:attrNameLst>
                                          <p:attrName>style.visibility</p:attrName>
                                        </p:attrNameLst>
                                      </p:cBhvr>
                                      <p:to>
                                        <p:strVal val="visible"/>
                                      </p:to>
                                    </p:set>
                                  </p:childTnLst>
                                </p:cTn>
                              </p:par>
                              <p:par>
                                <p:cTn id="1935" presetID="1" presetClass="entr" presetSubtype="0" fill="hold" nodeType="withEffect">
                                  <p:stCondLst>
                                    <p:cond delay="0"/>
                                  </p:stCondLst>
                                  <p:childTnLst>
                                    <p:set>
                                      <p:cBhvr>
                                        <p:cTn id="1936" dur="1" fill="hold">
                                          <p:stCondLst>
                                            <p:cond delay="0"/>
                                          </p:stCondLst>
                                        </p:cTn>
                                        <p:tgtEl>
                                          <p:spTgt spid="973"/>
                                        </p:tgtEl>
                                        <p:attrNameLst>
                                          <p:attrName>style.visibility</p:attrName>
                                        </p:attrNameLst>
                                      </p:cBhvr>
                                      <p:to>
                                        <p:strVal val="visible"/>
                                      </p:to>
                                    </p:set>
                                  </p:childTnLst>
                                </p:cTn>
                              </p:par>
                              <p:par>
                                <p:cTn id="1937" presetID="1" presetClass="entr" presetSubtype="0" fill="hold" nodeType="withEffect">
                                  <p:stCondLst>
                                    <p:cond delay="0"/>
                                  </p:stCondLst>
                                  <p:childTnLst>
                                    <p:set>
                                      <p:cBhvr>
                                        <p:cTn id="1938" dur="1" fill="hold">
                                          <p:stCondLst>
                                            <p:cond delay="0"/>
                                          </p:stCondLst>
                                        </p:cTn>
                                        <p:tgtEl>
                                          <p:spTgt spid="974"/>
                                        </p:tgtEl>
                                        <p:attrNameLst>
                                          <p:attrName>style.visibility</p:attrName>
                                        </p:attrNameLst>
                                      </p:cBhvr>
                                      <p:to>
                                        <p:strVal val="visible"/>
                                      </p:to>
                                    </p:set>
                                  </p:childTnLst>
                                </p:cTn>
                              </p:par>
                              <p:par>
                                <p:cTn id="1939" presetID="1" presetClass="entr" presetSubtype="0" fill="hold" nodeType="withEffect">
                                  <p:stCondLst>
                                    <p:cond delay="0"/>
                                  </p:stCondLst>
                                  <p:childTnLst>
                                    <p:set>
                                      <p:cBhvr>
                                        <p:cTn id="1940" dur="1" fill="hold">
                                          <p:stCondLst>
                                            <p:cond delay="0"/>
                                          </p:stCondLst>
                                        </p:cTn>
                                        <p:tgtEl>
                                          <p:spTgt spid="975"/>
                                        </p:tgtEl>
                                        <p:attrNameLst>
                                          <p:attrName>style.visibility</p:attrName>
                                        </p:attrNameLst>
                                      </p:cBhvr>
                                      <p:to>
                                        <p:strVal val="visible"/>
                                      </p:to>
                                    </p:set>
                                  </p:childTnLst>
                                </p:cTn>
                              </p:par>
                              <p:par>
                                <p:cTn id="1941" presetID="1" presetClass="entr" presetSubtype="0" fill="hold" nodeType="withEffect">
                                  <p:stCondLst>
                                    <p:cond delay="0"/>
                                  </p:stCondLst>
                                  <p:childTnLst>
                                    <p:set>
                                      <p:cBhvr>
                                        <p:cTn id="1942" dur="1" fill="hold">
                                          <p:stCondLst>
                                            <p:cond delay="0"/>
                                          </p:stCondLst>
                                        </p:cTn>
                                        <p:tgtEl>
                                          <p:spTgt spid="976"/>
                                        </p:tgtEl>
                                        <p:attrNameLst>
                                          <p:attrName>style.visibility</p:attrName>
                                        </p:attrNameLst>
                                      </p:cBhvr>
                                      <p:to>
                                        <p:strVal val="visible"/>
                                      </p:to>
                                    </p:set>
                                  </p:childTnLst>
                                </p:cTn>
                              </p:par>
                              <p:par>
                                <p:cTn id="1943" presetID="1" presetClass="entr" presetSubtype="0" fill="hold" nodeType="withEffect">
                                  <p:stCondLst>
                                    <p:cond delay="0"/>
                                  </p:stCondLst>
                                  <p:childTnLst>
                                    <p:set>
                                      <p:cBhvr>
                                        <p:cTn id="1944" dur="1" fill="hold">
                                          <p:stCondLst>
                                            <p:cond delay="0"/>
                                          </p:stCondLst>
                                        </p:cTn>
                                        <p:tgtEl>
                                          <p:spTgt spid="977"/>
                                        </p:tgtEl>
                                        <p:attrNameLst>
                                          <p:attrName>style.visibility</p:attrName>
                                        </p:attrNameLst>
                                      </p:cBhvr>
                                      <p:to>
                                        <p:strVal val="visible"/>
                                      </p:to>
                                    </p:set>
                                  </p:childTnLst>
                                </p:cTn>
                              </p:par>
                              <p:par>
                                <p:cTn id="1945" presetID="1" presetClass="entr" presetSubtype="0" fill="hold" nodeType="withEffect">
                                  <p:stCondLst>
                                    <p:cond delay="0"/>
                                  </p:stCondLst>
                                  <p:childTnLst>
                                    <p:set>
                                      <p:cBhvr>
                                        <p:cTn id="1946" dur="1" fill="hold">
                                          <p:stCondLst>
                                            <p:cond delay="0"/>
                                          </p:stCondLst>
                                        </p:cTn>
                                        <p:tgtEl>
                                          <p:spTgt spid="978"/>
                                        </p:tgtEl>
                                        <p:attrNameLst>
                                          <p:attrName>style.visibility</p:attrName>
                                        </p:attrNameLst>
                                      </p:cBhvr>
                                      <p:to>
                                        <p:strVal val="visible"/>
                                      </p:to>
                                    </p:set>
                                  </p:childTnLst>
                                </p:cTn>
                              </p:par>
                              <p:par>
                                <p:cTn id="1947" presetID="1" presetClass="entr" presetSubtype="0" fill="hold" nodeType="withEffect">
                                  <p:stCondLst>
                                    <p:cond delay="0"/>
                                  </p:stCondLst>
                                  <p:childTnLst>
                                    <p:set>
                                      <p:cBhvr>
                                        <p:cTn id="1948" dur="1" fill="hold">
                                          <p:stCondLst>
                                            <p:cond delay="0"/>
                                          </p:stCondLst>
                                        </p:cTn>
                                        <p:tgtEl>
                                          <p:spTgt spid="979"/>
                                        </p:tgtEl>
                                        <p:attrNameLst>
                                          <p:attrName>style.visibility</p:attrName>
                                        </p:attrNameLst>
                                      </p:cBhvr>
                                      <p:to>
                                        <p:strVal val="visible"/>
                                      </p:to>
                                    </p:set>
                                  </p:childTnLst>
                                </p:cTn>
                              </p:par>
                              <p:par>
                                <p:cTn id="1949" presetID="1" presetClass="entr" presetSubtype="0" fill="hold" nodeType="withEffect">
                                  <p:stCondLst>
                                    <p:cond delay="0"/>
                                  </p:stCondLst>
                                  <p:childTnLst>
                                    <p:set>
                                      <p:cBhvr>
                                        <p:cTn id="1950" dur="1" fill="hold">
                                          <p:stCondLst>
                                            <p:cond delay="0"/>
                                          </p:stCondLst>
                                        </p:cTn>
                                        <p:tgtEl>
                                          <p:spTgt spid="980"/>
                                        </p:tgtEl>
                                        <p:attrNameLst>
                                          <p:attrName>style.visibility</p:attrName>
                                        </p:attrNameLst>
                                      </p:cBhvr>
                                      <p:to>
                                        <p:strVal val="visible"/>
                                      </p:to>
                                    </p:set>
                                  </p:childTnLst>
                                </p:cTn>
                              </p:par>
                              <p:par>
                                <p:cTn id="1951" presetID="1" presetClass="entr" presetSubtype="0" fill="hold" nodeType="withEffect">
                                  <p:stCondLst>
                                    <p:cond delay="0"/>
                                  </p:stCondLst>
                                  <p:childTnLst>
                                    <p:set>
                                      <p:cBhvr>
                                        <p:cTn id="1952" dur="1" fill="hold">
                                          <p:stCondLst>
                                            <p:cond delay="0"/>
                                          </p:stCondLst>
                                        </p:cTn>
                                        <p:tgtEl>
                                          <p:spTgt spid="981"/>
                                        </p:tgtEl>
                                        <p:attrNameLst>
                                          <p:attrName>style.visibility</p:attrName>
                                        </p:attrNameLst>
                                      </p:cBhvr>
                                      <p:to>
                                        <p:strVal val="visible"/>
                                      </p:to>
                                    </p:set>
                                  </p:childTnLst>
                                </p:cTn>
                              </p:par>
                              <p:par>
                                <p:cTn id="1953" presetID="1" presetClass="entr" presetSubtype="0" fill="hold" nodeType="withEffect">
                                  <p:stCondLst>
                                    <p:cond delay="0"/>
                                  </p:stCondLst>
                                  <p:childTnLst>
                                    <p:set>
                                      <p:cBhvr>
                                        <p:cTn id="1954" dur="1" fill="hold">
                                          <p:stCondLst>
                                            <p:cond delay="0"/>
                                          </p:stCondLst>
                                        </p:cTn>
                                        <p:tgtEl>
                                          <p:spTgt spid="982"/>
                                        </p:tgtEl>
                                        <p:attrNameLst>
                                          <p:attrName>style.visibility</p:attrName>
                                        </p:attrNameLst>
                                      </p:cBhvr>
                                      <p:to>
                                        <p:strVal val="visible"/>
                                      </p:to>
                                    </p:set>
                                  </p:childTnLst>
                                </p:cTn>
                              </p:par>
                              <p:par>
                                <p:cTn id="1955" presetID="1" presetClass="entr" presetSubtype="0" fill="hold" nodeType="withEffect">
                                  <p:stCondLst>
                                    <p:cond delay="0"/>
                                  </p:stCondLst>
                                  <p:childTnLst>
                                    <p:set>
                                      <p:cBhvr>
                                        <p:cTn id="1956" dur="1" fill="hold">
                                          <p:stCondLst>
                                            <p:cond delay="0"/>
                                          </p:stCondLst>
                                        </p:cTn>
                                        <p:tgtEl>
                                          <p:spTgt spid="983"/>
                                        </p:tgtEl>
                                        <p:attrNameLst>
                                          <p:attrName>style.visibility</p:attrName>
                                        </p:attrNameLst>
                                      </p:cBhvr>
                                      <p:to>
                                        <p:strVal val="visible"/>
                                      </p:to>
                                    </p:set>
                                  </p:childTnLst>
                                </p:cTn>
                              </p:par>
                              <p:par>
                                <p:cTn id="1957" presetID="1" presetClass="entr" presetSubtype="0" fill="hold" nodeType="withEffect">
                                  <p:stCondLst>
                                    <p:cond delay="0"/>
                                  </p:stCondLst>
                                  <p:childTnLst>
                                    <p:set>
                                      <p:cBhvr>
                                        <p:cTn id="1958" dur="1" fill="hold">
                                          <p:stCondLst>
                                            <p:cond delay="0"/>
                                          </p:stCondLst>
                                        </p:cTn>
                                        <p:tgtEl>
                                          <p:spTgt spid="984"/>
                                        </p:tgtEl>
                                        <p:attrNameLst>
                                          <p:attrName>style.visibility</p:attrName>
                                        </p:attrNameLst>
                                      </p:cBhvr>
                                      <p:to>
                                        <p:strVal val="visible"/>
                                      </p:to>
                                    </p:set>
                                  </p:childTnLst>
                                </p:cTn>
                              </p:par>
                              <p:par>
                                <p:cTn id="1959" presetID="1" presetClass="entr" presetSubtype="0" fill="hold" nodeType="withEffect">
                                  <p:stCondLst>
                                    <p:cond delay="0"/>
                                  </p:stCondLst>
                                  <p:childTnLst>
                                    <p:set>
                                      <p:cBhvr>
                                        <p:cTn id="1960" dur="1" fill="hold">
                                          <p:stCondLst>
                                            <p:cond delay="0"/>
                                          </p:stCondLst>
                                        </p:cTn>
                                        <p:tgtEl>
                                          <p:spTgt spid="985"/>
                                        </p:tgtEl>
                                        <p:attrNameLst>
                                          <p:attrName>style.visibility</p:attrName>
                                        </p:attrNameLst>
                                      </p:cBhvr>
                                      <p:to>
                                        <p:strVal val="visible"/>
                                      </p:to>
                                    </p:set>
                                  </p:childTnLst>
                                </p:cTn>
                              </p:par>
                              <p:par>
                                <p:cTn id="1961" presetID="1" presetClass="entr" presetSubtype="0" fill="hold" nodeType="withEffect">
                                  <p:stCondLst>
                                    <p:cond delay="0"/>
                                  </p:stCondLst>
                                  <p:childTnLst>
                                    <p:set>
                                      <p:cBhvr>
                                        <p:cTn id="1962" dur="1" fill="hold">
                                          <p:stCondLst>
                                            <p:cond delay="0"/>
                                          </p:stCondLst>
                                        </p:cTn>
                                        <p:tgtEl>
                                          <p:spTgt spid="986"/>
                                        </p:tgtEl>
                                        <p:attrNameLst>
                                          <p:attrName>style.visibility</p:attrName>
                                        </p:attrNameLst>
                                      </p:cBhvr>
                                      <p:to>
                                        <p:strVal val="visible"/>
                                      </p:to>
                                    </p:set>
                                  </p:childTnLst>
                                </p:cTn>
                              </p:par>
                              <p:par>
                                <p:cTn id="1963" presetID="1" presetClass="entr" presetSubtype="0" fill="hold" nodeType="withEffect">
                                  <p:stCondLst>
                                    <p:cond delay="0"/>
                                  </p:stCondLst>
                                  <p:childTnLst>
                                    <p:set>
                                      <p:cBhvr>
                                        <p:cTn id="1964" dur="1" fill="hold">
                                          <p:stCondLst>
                                            <p:cond delay="0"/>
                                          </p:stCondLst>
                                        </p:cTn>
                                        <p:tgtEl>
                                          <p:spTgt spid="987"/>
                                        </p:tgtEl>
                                        <p:attrNameLst>
                                          <p:attrName>style.visibility</p:attrName>
                                        </p:attrNameLst>
                                      </p:cBhvr>
                                      <p:to>
                                        <p:strVal val="visible"/>
                                      </p:to>
                                    </p:set>
                                  </p:childTnLst>
                                </p:cTn>
                              </p:par>
                              <p:par>
                                <p:cTn id="1965" presetID="1" presetClass="entr" presetSubtype="0" fill="hold" nodeType="withEffect">
                                  <p:stCondLst>
                                    <p:cond delay="0"/>
                                  </p:stCondLst>
                                  <p:childTnLst>
                                    <p:set>
                                      <p:cBhvr>
                                        <p:cTn id="1966" dur="1" fill="hold">
                                          <p:stCondLst>
                                            <p:cond delay="0"/>
                                          </p:stCondLst>
                                        </p:cTn>
                                        <p:tgtEl>
                                          <p:spTgt spid="988"/>
                                        </p:tgtEl>
                                        <p:attrNameLst>
                                          <p:attrName>style.visibility</p:attrName>
                                        </p:attrNameLst>
                                      </p:cBhvr>
                                      <p:to>
                                        <p:strVal val="visible"/>
                                      </p:to>
                                    </p:set>
                                  </p:childTnLst>
                                </p:cTn>
                              </p:par>
                              <p:par>
                                <p:cTn id="1967" presetID="1" presetClass="entr" presetSubtype="0" fill="hold" nodeType="withEffect">
                                  <p:stCondLst>
                                    <p:cond delay="0"/>
                                  </p:stCondLst>
                                  <p:childTnLst>
                                    <p:set>
                                      <p:cBhvr>
                                        <p:cTn id="1968" dur="1" fill="hold">
                                          <p:stCondLst>
                                            <p:cond delay="0"/>
                                          </p:stCondLst>
                                        </p:cTn>
                                        <p:tgtEl>
                                          <p:spTgt spid="989"/>
                                        </p:tgtEl>
                                        <p:attrNameLst>
                                          <p:attrName>style.visibility</p:attrName>
                                        </p:attrNameLst>
                                      </p:cBhvr>
                                      <p:to>
                                        <p:strVal val="visible"/>
                                      </p:to>
                                    </p:set>
                                  </p:childTnLst>
                                </p:cTn>
                              </p:par>
                              <p:par>
                                <p:cTn id="1969" presetID="1" presetClass="entr" presetSubtype="0" fill="hold" nodeType="withEffect">
                                  <p:stCondLst>
                                    <p:cond delay="0"/>
                                  </p:stCondLst>
                                  <p:childTnLst>
                                    <p:set>
                                      <p:cBhvr>
                                        <p:cTn id="1970" dur="1" fill="hold">
                                          <p:stCondLst>
                                            <p:cond delay="0"/>
                                          </p:stCondLst>
                                        </p:cTn>
                                        <p:tgtEl>
                                          <p:spTgt spid="990"/>
                                        </p:tgtEl>
                                        <p:attrNameLst>
                                          <p:attrName>style.visibility</p:attrName>
                                        </p:attrNameLst>
                                      </p:cBhvr>
                                      <p:to>
                                        <p:strVal val="visible"/>
                                      </p:to>
                                    </p:set>
                                  </p:childTnLst>
                                </p:cTn>
                              </p:par>
                              <p:par>
                                <p:cTn id="1971" presetID="1" presetClass="entr" presetSubtype="0" fill="hold" nodeType="withEffect">
                                  <p:stCondLst>
                                    <p:cond delay="0"/>
                                  </p:stCondLst>
                                  <p:childTnLst>
                                    <p:set>
                                      <p:cBhvr>
                                        <p:cTn id="1972" dur="1" fill="hold">
                                          <p:stCondLst>
                                            <p:cond delay="0"/>
                                          </p:stCondLst>
                                        </p:cTn>
                                        <p:tgtEl>
                                          <p:spTgt spid="991"/>
                                        </p:tgtEl>
                                        <p:attrNameLst>
                                          <p:attrName>style.visibility</p:attrName>
                                        </p:attrNameLst>
                                      </p:cBhvr>
                                      <p:to>
                                        <p:strVal val="visible"/>
                                      </p:to>
                                    </p:set>
                                  </p:childTnLst>
                                </p:cTn>
                              </p:par>
                              <p:par>
                                <p:cTn id="1973" presetID="1" presetClass="entr" presetSubtype="0" fill="hold" nodeType="withEffect">
                                  <p:stCondLst>
                                    <p:cond delay="0"/>
                                  </p:stCondLst>
                                  <p:childTnLst>
                                    <p:set>
                                      <p:cBhvr>
                                        <p:cTn id="1974" dur="1" fill="hold">
                                          <p:stCondLst>
                                            <p:cond delay="0"/>
                                          </p:stCondLst>
                                        </p:cTn>
                                        <p:tgtEl>
                                          <p:spTgt spid="992"/>
                                        </p:tgtEl>
                                        <p:attrNameLst>
                                          <p:attrName>style.visibility</p:attrName>
                                        </p:attrNameLst>
                                      </p:cBhvr>
                                      <p:to>
                                        <p:strVal val="visible"/>
                                      </p:to>
                                    </p:set>
                                  </p:childTnLst>
                                </p:cTn>
                              </p:par>
                              <p:par>
                                <p:cTn id="1975" presetID="1" presetClass="entr" presetSubtype="0" fill="hold" nodeType="withEffect">
                                  <p:stCondLst>
                                    <p:cond delay="0"/>
                                  </p:stCondLst>
                                  <p:childTnLst>
                                    <p:set>
                                      <p:cBhvr>
                                        <p:cTn id="1976" dur="1" fill="hold">
                                          <p:stCondLst>
                                            <p:cond delay="0"/>
                                          </p:stCondLst>
                                        </p:cTn>
                                        <p:tgtEl>
                                          <p:spTgt spid="993"/>
                                        </p:tgtEl>
                                        <p:attrNameLst>
                                          <p:attrName>style.visibility</p:attrName>
                                        </p:attrNameLst>
                                      </p:cBhvr>
                                      <p:to>
                                        <p:strVal val="visible"/>
                                      </p:to>
                                    </p:set>
                                  </p:childTnLst>
                                </p:cTn>
                              </p:par>
                              <p:par>
                                <p:cTn id="1977" presetID="1" presetClass="entr" presetSubtype="0" fill="hold" nodeType="withEffect">
                                  <p:stCondLst>
                                    <p:cond delay="0"/>
                                  </p:stCondLst>
                                  <p:childTnLst>
                                    <p:set>
                                      <p:cBhvr>
                                        <p:cTn id="1978" dur="1" fill="hold">
                                          <p:stCondLst>
                                            <p:cond delay="0"/>
                                          </p:stCondLst>
                                        </p:cTn>
                                        <p:tgtEl>
                                          <p:spTgt spid="994"/>
                                        </p:tgtEl>
                                        <p:attrNameLst>
                                          <p:attrName>style.visibility</p:attrName>
                                        </p:attrNameLst>
                                      </p:cBhvr>
                                      <p:to>
                                        <p:strVal val="visible"/>
                                      </p:to>
                                    </p:set>
                                  </p:childTnLst>
                                </p:cTn>
                              </p:par>
                              <p:par>
                                <p:cTn id="1979" presetID="1" presetClass="entr" presetSubtype="0" fill="hold" nodeType="withEffect">
                                  <p:stCondLst>
                                    <p:cond delay="0"/>
                                  </p:stCondLst>
                                  <p:childTnLst>
                                    <p:set>
                                      <p:cBhvr>
                                        <p:cTn id="1980" dur="1" fill="hold">
                                          <p:stCondLst>
                                            <p:cond delay="0"/>
                                          </p:stCondLst>
                                        </p:cTn>
                                        <p:tgtEl>
                                          <p:spTgt spid="995"/>
                                        </p:tgtEl>
                                        <p:attrNameLst>
                                          <p:attrName>style.visibility</p:attrName>
                                        </p:attrNameLst>
                                      </p:cBhvr>
                                      <p:to>
                                        <p:strVal val="visible"/>
                                      </p:to>
                                    </p:set>
                                  </p:childTnLst>
                                </p:cTn>
                              </p:par>
                              <p:par>
                                <p:cTn id="1981" presetID="1" presetClass="entr" presetSubtype="0" fill="hold" nodeType="withEffect">
                                  <p:stCondLst>
                                    <p:cond delay="0"/>
                                  </p:stCondLst>
                                  <p:childTnLst>
                                    <p:set>
                                      <p:cBhvr>
                                        <p:cTn id="1982" dur="1" fill="hold">
                                          <p:stCondLst>
                                            <p:cond delay="0"/>
                                          </p:stCondLst>
                                        </p:cTn>
                                        <p:tgtEl>
                                          <p:spTgt spid="996"/>
                                        </p:tgtEl>
                                        <p:attrNameLst>
                                          <p:attrName>style.visibility</p:attrName>
                                        </p:attrNameLst>
                                      </p:cBhvr>
                                      <p:to>
                                        <p:strVal val="visible"/>
                                      </p:to>
                                    </p:set>
                                  </p:childTnLst>
                                </p:cTn>
                              </p:par>
                              <p:par>
                                <p:cTn id="1983" presetID="1" presetClass="entr" presetSubtype="0" fill="hold" nodeType="withEffect">
                                  <p:stCondLst>
                                    <p:cond delay="0"/>
                                  </p:stCondLst>
                                  <p:childTnLst>
                                    <p:set>
                                      <p:cBhvr>
                                        <p:cTn id="1984" dur="1" fill="hold">
                                          <p:stCondLst>
                                            <p:cond delay="0"/>
                                          </p:stCondLst>
                                        </p:cTn>
                                        <p:tgtEl>
                                          <p:spTgt spid="997"/>
                                        </p:tgtEl>
                                        <p:attrNameLst>
                                          <p:attrName>style.visibility</p:attrName>
                                        </p:attrNameLst>
                                      </p:cBhvr>
                                      <p:to>
                                        <p:strVal val="visible"/>
                                      </p:to>
                                    </p:set>
                                  </p:childTnLst>
                                </p:cTn>
                              </p:par>
                              <p:par>
                                <p:cTn id="1985" presetID="1" presetClass="entr" presetSubtype="0" fill="hold" nodeType="withEffect">
                                  <p:stCondLst>
                                    <p:cond delay="0"/>
                                  </p:stCondLst>
                                  <p:childTnLst>
                                    <p:set>
                                      <p:cBhvr>
                                        <p:cTn id="1986" dur="1" fill="hold">
                                          <p:stCondLst>
                                            <p:cond delay="0"/>
                                          </p:stCondLst>
                                        </p:cTn>
                                        <p:tgtEl>
                                          <p:spTgt spid="998"/>
                                        </p:tgtEl>
                                        <p:attrNameLst>
                                          <p:attrName>style.visibility</p:attrName>
                                        </p:attrNameLst>
                                      </p:cBhvr>
                                      <p:to>
                                        <p:strVal val="visible"/>
                                      </p:to>
                                    </p:set>
                                  </p:childTnLst>
                                </p:cTn>
                              </p:par>
                              <p:par>
                                <p:cTn id="1987" presetID="1" presetClass="entr" presetSubtype="0" fill="hold" nodeType="withEffect">
                                  <p:stCondLst>
                                    <p:cond delay="0"/>
                                  </p:stCondLst>
                                  <p:childTnLst>
                                    <p:set>
                                      <p:cBhvr>
                                        <p:cTn id="1988" dur="1" fill="hold">
                                          <p:stCondLst>
                                            <p:cond delay="0"/>
                                          </p:stCondLst>
                                        </p:cTn>
                                        <p:tgtEl>
                                          <p:spTgt spid="999"/>
                                        </p:tgtEl>
                                        <p:attrNameLst>
                                          <p:attrName>style.visibility</p:attrName>
                                        </p:attrNameLst>
                                      </p:cBhvr>
                                      <p:to>
                                        <p:strVal val="visible"/>
                                      </p:to>
                                    </p:set>
                                  </p:childTnLst>
                                </p:cTn>
                              </p:par>
                              <p:par>
                                <p:cTn id="1989" presetID="1" presetClass="entr" presetSubtype="0" fill="hold" nodeType="withEffect">
                                  <p:stCondLst>
                                    <p:cond delay="0"/>
                                  </p:stCondLst>
                                  <p:childTnLst>
                                    <p:set>
                                      <p:cBhvr>
                                        <p:cTn id="1990" dur="1" fill="hold">
                                          <p:stCondLst>
                                            <p:cond delay="0"/>
                                          </p:stCondLst>
                                        </p:cTn>
                                        <p:tgtEl>
                                          <p:spTgt spid="1000"/>
                                        </p:tgtEl>
                                        <p:attrNameLst>
                                          <p:attrName>style.visibility</p:attrName>
                                        </p:attrNameLst>
                                      </p:cBhvr>
                                      <p:to>
                                        <p:strVal val="visible"/>
                                      </p:to>
                                    </p:set>
                                  </p:childTnLst>
                                </p:cTn>
                              </p:par>
                              <p:par>
                                <p:cTn id="1991" presetID="1" presetClass="entr" presetSubtype="0" fill="hold" nodeType="withEffect">
                                  <p:stCondLst>
                                    <p:cond delay="0"/>
                                  </p:stCondLst>
                                  <p:childTnLst>
                                    <p:set>
                                      <p:cBhvr>
                                        <p:cTn id="1992" dur="1" fill="hold">
                                          <p:stCondLst>
                                            <p:cond delay="0"/>
                                          </p:stCondLst>
                                        </p:cTn>
                                        <p:tgtEl>
                                          <p:spTgt spid="1001"/>
                                        </p:tgtEl>
                                        <p:attrNameLst>
                                          <p:attrName>style.visibility</p:attrName>
                                        </p:attrNameLst>
                                      </p:cBhvr>
                                      <p:to>
                                        <p:strVal val="visible"/>
                                      </p:to>
                                    </p:set>
                                  </p:childTnLst>
                                </p:cTn>
                              </p:par>
                              <p:par>
                                <p:cTn id="1993" presetID="1" presetClass="entr" presetSubtype="0" fill="hold" nodeType="withEffect">
                                  <p:stCondLst>
                                    <p:cond delay="0"/>
                                  </p:stCondLst>
                                  <p:childTnLst>
                                    <p:set>
                                      <p:cBhvr>
                                        <p:cTn id="1994" dur="1" fill="hold">
                                          <p:stCondLst>
                                            <p:cond delay="0"/>
                                          </p:stCondLst>
                                        </p:cTn>
                                        <p:tgtEl>
                                          <p:spTgt spid="1002"/>
                                        </p:tgtEl>
                                        <p:attrNameLst>
                                          <p:attrName>style.visibility</p:attrName>
                                        </p:attrNameLst>
                                      </p:cBhvr>
                                      <p:to>
                                        <p:strVal val="visible"/>
                                      </p:to>
                                    </p:set>
                                  </p:childTnLst>
                                </p:cTn>
                              </p:par>
                              <p:par>
                                <p:cTn id="1995" presetID="1" presetClass="entr" presetSubtype="0" fill="hold" nodeType="withEffect">
                                  <p:stCondLst>
                                    <p:cond delay="0"/>
                                  </p:stCondLst>
                                  <p:childTnLst>
                                    <p:set>
                                      <p:cBhvr>
                                        <p:cTn id="1996" dur="1" fill="hold">
                                          <p:stCondLst>
                                            <p:cond delay="0"/>
                                          </p:stCondLst>
                                        </p:cTn>
                                        <p:tgtEl>
                                          <p:spTgt spid="1003"/>
                                        </p:tgtEl>
                                        <p:attrNameLst>
                                          <p:attrName>style.visibility</p:attrName>
                                        </p:attrNameLst>
                                      </p:cBhvr>
                                      <p:to>
                                        <p:strVal val="visible"/>
                                      </p:to>
                                    </p:set>
                                  </p:childTnLst>
                                </p:cTn>
                              </p:par>
                              <p:par>
                                <p:cTn id="1997" presetID="1" presetClass="entr" presetSubtype="0" fill="hold" nodeType="withEffect">
                                  <p:stCondLst>
                                    <p:cond delay="0"/>
                                  </p:stCondLst>
                                  <p:childTnLst>
                                    <p:set>
                                      <p:cBhvr>
                                        <p:cTn id="1998" dur="1" fill="hold">
                                          <p:stCondLst>
                                            <p:cond delay="0"/>
                                          </p:stCondLst>
                                        </p:cTn>
                                        <p:tgtEl>
                                          <p:spTgt spid="1004"/>
                                        </p:tgtEl>
                                        <p:attrNameLst>
                                          <p:attrName>style.visibility</p:attrName>
                                        </p:attrNameLst>
                                      </p:cBhvr>
                                      <p:to>
                                        <p:strVal val="visible"/>
                                      </p:to>
                                    </p:set>
                                  </p:childTnLst>
                                </p:cTn>
                              </p:par>
                              <p:par>
                                <p:cTn id="1999" presetID="1" presetClass="entr" presetSubtype="0" fill="hold" nodeType="withEffect">
                                  <p:stCondLst>
                                    <p:cond delay="0"/>
                                  </p:stCondLst>
                                  <p:childTnLst>
                                    <p:set>
                                      <p:cBhvr>
                                        <p:cTn id="2000" dur="1" fill="hold">
                                          <p:stCondLst>
                                            <p:cond delay="0"/>
                                          </p:stCondLst>
                                        </p:cTn>
                                        <p:tgtEl>
                                          <p:spTgt spid="1005"/>
                                        </p:tgtEl>
                                        <p:attrNameLst>
                                          <p:attrName>style.visibility</p:attrName>
                                        </p:attrNameLst>
                                      </p:cBhvr>
                                      <p:to>
                                        <p:strVal val="visible"/>
                                      </p:to>
                                    </p:set>
                                  </p:childTnLst>
                                </p:cTn>
                              </p:par>
                              <p:par>
                                <p:cTn id="2001" presetID="1" presetClass="entr" presetSubtype="0" fill="hold" nodeType="withEffect">
                                  <p:stCondLst>
                                    <p:cond delay="0"/>
                                  </p:stCondLst>
                                  <p:childTnLst>
                                    <p:set>
                                      <p:cBhvr>
                                        <p:cTn id="2002" dur="1" fill="hold">
                                          <p:stCondLst>
                                            <p:cond delay="0"/>
                                          </p:stCondLst>
                                        </p:cTn>
                                        <p:tgtEl>
                                          <p:spTgt spid="1006"/>
                                        </p:tgtEl>
                                        <p:attrNameLst>
                                          <p:attrName>style.visibility</p:attrName>
                                        </p:attrNameLst>
                                      </p:cBhvr>
                                      <p:to>
                                        <p:strVal val="visible"/>
                                      </p:to>
                                    </p:set>
                                  </p:childTnLst>
                                </p:cTn>
                              </p:par>
                              <p:par>
                                <p:cTn id="2003" presetID="1" presetClass="entr" presetSubtype="0" fill="hold" nodeType="withEffect">
                                  <p:stCondLst>
                                    <p:cond delay="0"/>
                                  </p:stCondLst>
                                  <p:childTnLst>
                                    <p:set>
                                      <p:cBhvr>
                                        <p:cTn id="2004" dur="1" fill="hold">
                                          <p:stCondLst>
                                            <p:cond delay="0"/>
                                          </p:stCondLst>
                                        </p:cTn>
                                        <p:tgtEl>
                                          <p:spTgt spid="1007"/>
                                        </p:tgtEl>
                                        <p:attrNameLst>
                                          <p:attrName>style.visibility</p:attrName>
                                        </p:attrNameLst>
                                      </p:cBhvr>
                                      <p:to>
                                        <p:strVal val="visible"/>
                                      </p:to>
                                    </p:set>
                                  </p:childTnLst>
                                </p:cTn>
                              </p:par>
                              <p:par>
                                <p:cTn id="2005" presetID="1" presetClass="entr" presetSubtype="0" fill="hold" nodeType="withEffect">
                                  <p:stCondLst>
                                    <p:cond delay="0"/>
                                  </p:stCondLst>
                                  <p:childTnLst>
                                    <p:set>
                                      <p:cBhvr>
                                        <p:cTn id="2006" dur="1" fill="hold">
                                          <p:stCondLst>
                                            <p:cond delay="0"/>
                                          </p:stCondLst>
                                        </p:cTn>
                                        <p:tgtEl>
                                          <p:spTgt spid="1008"/>
                                        </p:tgtEl>
                                        <p:attrNameLst>
                                          <p:attrName>style.visibility</p:attrName>
                                        </p:attrNameLst>
                                      </p:cBhvr>
                                      <p:to>
                                        <p:strVal val="visible"/>
                                      </p:to>
                                    </p:set>
                                  </p:childTnLst>
                                </p:cTn>
                              </p:par>
                              <p:par>
                                <p:cTn id="2007" presetID="1" presetClass="entr" presetSubtype="0" fill="hold" nodeType="withEffect">
                                  <p:stCondLst>
                                    <p:cond delay="0"/>
                                  </p:stCondLst>
                                  <p:childTnLst>
                                    <p:set>
                                      <p:cBhvr>
                                        <p:cTn id="2008" dur="1" fill="hold">
                                          <p:stCondLst>
                                            <p:cond delay="0"/>
                                          </p:stCondLst>
                                        </p:cTn>
                                        <p:tgtEl>
                                          <p:spTgt spid="1009"/>
                                        </p:tgtEl>
                                        <p:attrNameLst>
                                          <p:attrName>style.visibility</p:attrName>
                                        </p:attrNameLst>
                                      </p:cBhvr>
                                      <p:to>
                                        <p:strVal val="visible"/>
                                      </p:to>
                                    </p:set>
                                  </p:childTnLst>
                                </p:cTn>
                              </p:par>
                              <p:par>
                                <p:cTn id="2009" presetID="1" presetClass="entr" presetSubtype="0" fill="hold" nodeType="withEffect">
                                  <p:stCondLst>
                                    <p:cond delay="0"/>
                                  </p:stCondLst>
                                  <p:childTnLst>
                                    <p:set>
                                      <p:cBhvr>
                                        <p:cTn id="2010" dur="1" fill="hold">
                                          <p:stCondLst>
                                            <p:cond delay="0"/>
                                          </p:stCondLst>
                                        </p:cTn>
                                        <p:tgtEl>
                                          <p:spTgt spid="1010"/>
                                        </p:tgtEl>
                                        <p:attrNameLst>
                                          <p:attrName>style.visibility</p:attrName>
                                        </p:attrNameLst>
                                      </p:cBhvr>
                                      <p:to>
                                        <p:strVal val="visible"/>
                                      </p:to>
                                    </p:set>
                                  </p:childTnLst>
                                </p:cTn>
                              </p:par>
                              <p:par>
                                <p:cTn id="2011" presetID="1" presetClass="entr" presetSubtype="0" fill="hold" nodeType="withEffect">
                                  <p:stCondLst>
                                    <p:cond delay="0"/>
                                  </p:stCondLst>
                                  <p:childTnLst>
                                    <p:set>
                                      <p:cBhvr>
                                        <p:cTn id="2012" dur="1" fill="hold">
                                          <p:stCondLst>
                                            <p:cond delay="0"/>
                                          </p:stCondLst>
                                        </p:cTn>
                                        <p:tgtEl>
                                          <p:spTgt spid="1011"/>
                                        </p:tgtEl>
                                        <p:attrNameLst>
                                          <p:attrName>style.visibility</p:attrName>
                                        </p:attrNameLst>
                                      </p:cBhvr>
                                      <p:to>
                                        <p:strVal val="visible"/>
                                      </p:to>
                                    </p:set>
                                  </p:childTnLst>
                                </p:cTn>
                              </p:par>
                              <p:par>
                                <p:cTn id="2013" presetID="1" presetClass="entr" presetSubtype="0" fill="hold" nodeType="withEffect">
                                  <p:stCondLst>
                                    <p:cond delay="0"/>
                                  </p:stCondLst>
                                  <p:childTnLst>
                                    <p:set>
                                      <p:cBhvr>
                                        <p:cTn id="2014" dur="1" fill="hold">
                                          <p:stCondLst>
                                            <p:cond delay="0"/>
                                          </p:stCondLst>
                                        </p:cTn>
                                        <p:tgtEl>
                                          <p:spTgt spid="1012"/>
                                        </p:tgtEl>
                                        <p:attrNameLst>
                                          <p:attrName>style.visibility</p:attrName>
                                        </p:attrNameLst>
                                      </p:cBhvr>
                                      <p:to>
                                        <p:strVal val="visible"/>
                                      </p:to>
                                    </p:set>
                                  </p:childTnLst>
                                </p:cTn>
                              </p:par>
                              <p:par>
                                <p:cTn id="2015" presetID="1" presetClass="entr" presetSubtype="0" fill="hold" nodeType="withEffect">
                                  <p:stCondLst>
                                    <p:cond delay="0"/>
                                  </p:stCondLst>
                                  <p:childTnLst>
                                    <p:set>
                                      <p:cBhvr>
                                        <p:cTn id="2016" dur="1" fill="hold">
                                          <p:stCondLst>
                                            <p:cond delay="0"/>
                                          </p:stCondLst>
                                        </p:cTn>
                                        <p:tgtEl>
                                          <p:spTgt spid="1013"/>
                                        </p:tgtEl>
                                        <p:attrNameLst>
                                          <p:attrName>style.visibility</p:attrName>
                                        </p:attrNameLst>
                                      </p:cBhvr>
                                      <p:to>
                                        <p:strVal val="visible"/>
                                      </p:to>
                                    </p:set>
                                  </p:childTnLst>
                                </p:cTn>
                              </p:par>
                              <p:par>
                                <p:cTn id="2017" presetID="1" presetClass="entr" presetSubtype="0" fill="hold" nodeType="withEffect">
                                  <p:stCondLst>
                                    <p:cond delay="0"/>
                                  </p:stCondLst>
                                  <p:childTnLst>
                                    <p:set>
                                      <p:cBhvr>
                                        <p:cTn id="2018" dur="1" fill="hold">
                                          <p:stCondLst>
                                            <p:cond delay="0"/>
                                          </p:stCondLst>
                                        </p:cTn>
                                        <p:tgtEl>
                                          <p:spTgt spid="1014"/>
                                        </p:tgtEl>
                                        <p:attrNameLst>
                                          <p:attrName>style.visibility</p:attrName>
                                        </p:attrNameLst>
                                      </p:cBhvr>
                                      <p:to>
                                        <p:strVal val="visible"/>
                                      </p:to>
                                    </p:set>
                                  </p:childTnLst>
                                </p:cTn>
                              </p:par>
                              <p:par>
                                <p:cTn id="2019" presetID="1" presetClass="entr" presetSubtype="0" fill="hold" nodeType="withEffect">
                                  <p:stCondLst>
                                    <p:cond delay="0"/>
                                  </p:stCondLst>
                                  <p:childTnLst>
                                    <p:set>
                                      <p:cBhvr>
                                        <p:cTn id="2020" dur="1" fill="hold">
                                          <p:stCondLst>
                                            <p:cond delay="0"/>
                                          </p:stCondLst>
                                        </p:cTn>
                                        <p:tgtEl>
                                          <p:spTgt spid="1015"/>
                                        </p:tgtEl>
                                        <p:attrNameLst>
                                          <p:attrName>style.visibility</p:attrName>
                                        </p:attrNameLst>
                                      </p:cBhvr>
                                      <p:to>
                                        <p:strVal val="visible"/>
                                      </p:to>
                                    </p:set>
                                  </p:childTnLst>
                                </p:cTn>
                              </p:par>
                              <p:par>
                                <p:cTn id="2021" presetID="1" presetClass="entr" presetSubtype="0" fill="hold" nodeType="withEffect">
                                  <p:stCondLst>
                                    <p:cond delay="0"/>
                                  </p:stCondLst>
                                  <p:childTnLst>
                                    <p:set>
                                      <p:cBhvr>
                                        <p:cTn id="2022" dur="1" fill="hold">
                                          <p:stCondLst>
                                            <p:cond delay="0"/>
                                          </p:stCondLst>
                                        </p:cTn>
                                        <p:tgtEl>
                                          <p:spTgt spid="1016"/>
                                        </p:tgtEl>
                                        <p:attrNameLst>
                                          <p:attrName>style.visibility</p:attrName>
                                        </p:attrNameLst>
                                      </p:cBhvr>
                                      <p:to>
                                        <p:strVal val="visible"/>
                                      </p:to>
                                    </p:set>
                                  </p:childTnLst>
                                </p:cTn>
                              </p:par>
                              <p:par>
                                <p:cTn id="2023" presetID="1" presetClass="entr" presetSubtype="0" fill="hold" nodeType="withEffect">
                                  <p:stCondLst>
                                    <p:cond delay="0"/>
                                  </p:stCondLst>
                                  <p:childTnLst>
                                    <p:set>
                                      <p:cBhvr>
                                        <p:cTn id="2024" dur="1" fill="hold">
                                          <p:stCondLst>
                                            <p:cond delay="0"/>
                                          </p:stCondLst>
                                        </p:cTn>
                                        <p:tgtEl>
                                          <p:spTgt spid="1017"/>
                                        </p:tgtEl>
                                        <p:attrNameLst>
                                          <p:attrName>style.visibility</p:attrName>
                                        </p:attrNameLst>
                                      </p:cBhvr>
                                      <p:to>
                                        <p:strVal val="visible"/>
                                      </p:to>
                                    </p:set>
                                  </p:childTnLst>
                                </p:cTn>
                              </p:par>
                              <p:par>
                                <p:cTn id="2025" presetID="1" presetClass="entr" presetSubtype="0" fill="hold" nodeType="withEffect">
                                  <p:stCondLst>
                                    <p:cond delay="0"/>
                                  </p:stCondLst>
                                  <p:childTnLst>
                                    <p:set>
                                      <p:cBhvr>
                                        <p:cTn id="2026" dur="1" fill="hold">
                                          <p:stCondLst>
                                            <p:cond delay="0"/>
                                          </p:stCondLst>
                                        </p:cTn>
                                        <p:tgtEl>
                                          <p:spTgt spid="1018"/>
                                        </p:tgtEl>
                                        <p:attrNameLst>
                                          <p:attrName>style.visibility</p:attrName>
                                        </p:attrNameLst>
                                      </p:cBhvr>
                                      <p:to>
                                        <p:strVal val="visible"/>
                                      </p:to>
                                    </p:set>
                                  </p:childTnLst>
                                </p:cTn>
                              </p:par>
                              <p:par>
                                <p:cTn id="2027" presetID="1" presetClass="entr" presetSubtype="0" fill="hold" nodeType="withEffect">
                                  <p:stCondLst>
                                    <p:cond delay="0"/>
                                  </p:stCondLst>
                                  <p:childTnLst>
                                    <p:set>
                                      <p:cBhvr>
                                        <p:cTn id="2028" dur="1" fill="hold">
                                          <p:stCondLst>
                                            <p:cond delay="0"/>
                                          </p:stCondLst>
                                        </p:cTn>
                                        <p:tgtEl>
                                          <p:spTgt spid="1019"/>
                                        </p:tgtEl>
                                        <p:attrNameLst>
                                          <p:attrName>style.visibility</p:attrName>
                                        </p:attrNameLst>
                                      </p:cBhvr>
                                      <p:to>
                                        <p:strVal val="visible"/>
                                      </p:to>
                                    </p:set>
                                  </p:childTnLst>
                                </p:cTn>
                              </p:par>
                              <p:par>
                                <p:cTn id="2029" presetID="1" presetClass="entr" presetSubtype="0" fill="hold" nodeType="withEffect">
                                  <p:stCondLst>
                                    <p:cond delay="0"/>
                                  </p:stCondLst>
                                  <p:childTnLst>
                                    <p:set>
                                      <p:cBhvr>
                                        <p:cTn id="2030" dur="1" fill="hold">
                                          <p:stCondLst>
                                            <p:cond delay="0"/>
                                          </p:stCondLst>
                                        </p:cTn>
                                        <p:tgtEl>
                                          <p:spTgt spid="1020"/>
                                        </p:tgtEl>
                                        <p:attrNameLst>
                                          <p:attrName>style.visibility</p:attrName>
                                        </p:attrNameLst>
                                      </p:cBhvr>
                                      <p:to>
                                        <p:strVal val="visible"/>
                                      </p:to>
                                    </p:set>
                                  </p:childTnLst>
                                </p:cTn>
                              </p:par>
                              <p:par>
                                <p:cTn id="2031" presetID="1" presetClass="entr" presetSubtype="0" fill="hold" nodeType="withEffect">
                                  <p:stCondLst>
                                    <p:cond delay="0"/>
                                  </p:stCondLst>
                                  <p:childTnLst>
                                    <p:set>
                                      <p:cBhvr>
                                        <p:cTn id="2032" dur="1" fill="hold">
                                          <p:stCondLst>
                                            <p:cond delay="0"/>
                                          </p:stCondLst>
                                        </p:cTn>
                                        <p:tgtEl>
                                          <p:spTgt spid="1021"/>
                                        </p:tgtEl>
                                        <p:attrNameLst>
                                          <p:attrName>style.visibility</p:attrName>
                                        </p:attrNameLst>
                                      </p:cBhvr>
                                      <p:to>
                                        <p:strVal val="visible"/>
                                      </p:to>
                                    </p:set>
                                  </p:childTnLst>
                                </p:cTn>
                              </p:par>
                              <p:par>
                                <p:cTn id="2033" presetID="1" presetClass="entr" presetSubtype="0" fill="hold" nodeType="withEffect">
                                  <p:stCondLst>
                                    <p:cond delay="0"/>
                                  </p:stCondLst>
                                  <p:childTnLst>
                                    <p:set>
                                      <p:cBhvr>
                                        <p:cTn id="2034" dur="1" fill="hold">
                                          <p:stCondLst>
                                            <p:cond delay="0"/>
                                          </p:stCondLst>
                                        </p:cTn>
                                        <p:tgtEl>
                                          <p:spTgt spid="1022"/>
                                        </p:tgtEl>
                                        <p:attrNameLst>
                                          <p:attrName>style.visibility</p:attrName>
                                        </p:attrNameLst>
                                      </p:cBhvr>
                                      <p:to>
                                        <p:strVal val="visible"/>
                                      </p:to>
                                    </p:set>
                                  </p:childTnLst>
                                </p:cTn>
                              </p:par>
                              <p:par>
                                <p:cTn id="2035" presetID="1" presetClass="entr" presetSubtype="0" fill="hold" nodeType="withEffect">
                                  <p:stCondLst>
                                    <p:cond delay="0"/>
                                  </p:stCondLst>
                                  <p:childTnLst>
                                    <p:set>
                                      <p:cBhvr>
                                        <p:cTn id="2036" dur="1" fill="hold">
                                          <p:stCondLst>
                                            <p:cond delay="0"/>
                                          </p:stCondLst>
                                        </p:cTn>
                                        <p:tgtEl>
                                          <p:spTgt spid="1023"/>
                                        </p:tgtEl>
                                        <p:attrNameLst>
                                          <p:attrName>style.visibility</p:attrName>
                                        </p:attrNameLst>
                                      </p:cBhvr>
                                      <p:to>
                                        <p:strVal val="visible"/>
                                      </p:to>
                                    </p:set>
                                  </p:childTnLst>
                                </p:cTn>
                              </p:par>
                              <p:par>
                                <p:cTn id="2037" presetID="1" presetClass="entr" presetSubtype="0" fill="hold" nodeType="withEffect">
                                  <p:stCondLst>
                                    <p:cond delay="0"/>
                                  </p:stCondLst>
                                  <p:childTnLst>
                                    <p:set>
                                      <p:cBhvr>
                                        <p:cTn id="2038" dur="1" fill="hold">
                                          <p:stCondLst>
                                            <p:cond delay="0"/>
                                          </p:stCondLst>
                                        </p:cTn>
                                        <p:tgtEl>
                                          <p:spTgt spid="1024"/>
                                        </p:tgtEl>
                                        <p:attrNameLst>
                                          <p:attrName>style.visibility</p:attrName>
                                        </p:attrNameLst>
                                      </p:cBhvr>
                                      <p:to>
                                        <p:strVal val="visible"/>
                                      </p:to>
                                    </p:set>
                                  </p:childTnLst>
                                </p:cTn>
                              </p:par>
                              <p:par>
                                <p:cTn id="2039" presetID="1" presetClass="entr" presetSubtype="0" fill="hold" nodeType="withEffect">
                                  <p:stCondLst>
                                    <p:cond delay="0"/>
                                  </p:stCondLst>
                                  <p:childTnLst>
                                    <p:set>
                                      <p:cBhvr>
                                        <p:cTn id="2040" dur="1" fill="hold">
                                          <p:stCondLst>
                                            <p:cond delay="0"/>
                                          </p:stCondLst>
                                        </p:cTn>
                                        <p:tgtEl>
                                          <p:spTgt spid="1025"/>
                                        </p:tgtEl>
                                        <p:attrNameLst>
                                          <p:attrName>style.visibility</p:attrName>
                                        </p:attrNameLst>
                                      </p:cBhvr>
                                      <p:to>
                                        <p:strVal val="visible"/>
                                      </p:to>
                                    </p:set>
                                  </p:childTnLst>
                                </p:cTn>
                              </p:par>
                              <p:par>
                                <p:cTn id="2041" presetID="1" presetClass="entr" presetSubtype="0" fill="hold" nodeType="withEffect">
                                  <p:stCondLst>
                                    <p:cond delay="0"/>
                                  </p:stCondLst>
                                  <p:childTnLst>
                                    <p:set>
                                      <p:cBhvr>
                                        <p:cTn id="2042" dur="1" fill="hold">
                                          <p:stCondLst>
                                            <p:cond delay="0"/>
                                          </p:stCondLst>
                                        </p:cTn>
                                        <p:tgtEl>
                                          <p:spTgt spid="1026"/>
                                        </p:tgtEl>
                                        <p:attrNameLst>
                                          <p:attrName>style.visibility</p:attrName>
                                        </p:attrNameLst>
                                      </p:cBhvr>
                                      <p:to>
                                        <p:strVal val="visible"/>
                                      </p:to>
                                    </p:set>
                                  </p:childTnLst>
                                </p:cTn>
                              </p:par>
                              <p:par>
                                <p:cTn id="2043" presetID="1" presetClass="entr" presetSubtype="0" fill="hold" nodeType="withEffect">
                                  <p:stCondLst>
                                    <p:cond delay="0"/>
                                  </p:stCondLst>
                                  <p:childTnLst>
                                    <p:set>
                                      <p:cBhvr>
                                        <p:cTn id="2044" dur="1" fill="hold">
                                          <p:stCondLst>
                                            <p:cond delay="0"/>
                                          </p:stCondLst>
                                        </p:cTn>
                                        <p:tgtEl>
                                          <p:spTgt spid="1027"/>
                                        </p:tgtEl>
                                        <p:attrNameLst>
                                          <p:attrName>style.visibility</p:attrName>
                                        </p:attrNameLst>
                                      </p:cBhvr>
                                      <p:to>
                                        <p:strVal val="visible"/>
                                      </p:to>
                                    </p:set>
                                  </p:childTnLst>
                                </p:cTn>
                              </p:par>
                              <p:par>
                                <p:cTn id="2045" presetID="1" presetClass="entr" presetSubtype="0" fill="hold" nodeType="withEffect">
                                  <p:stCondLst>
                                    <p:cond delay="0"/>
                                  </p:stCondLst>
                                  <p:childTnLst>
                                    <p:set>
                                      <p:cBhvr>
                                        <p:cTn id="2046" dur="1" fill="hold">
                                          <p:stCondLst>
                                            <p:cond delay="0"/>
                                          </p:stCondLst>
                                        </p:cTn>
                                        <p:tgtEl>
                                          <p:spTgt spid="1028"/>
                                        </p:tgtEl>
                                        <p:attrNameLst>
                                          <p:attrName>style.visibility</p:attrName>
                                        </p:attrNameLst>
                                      </p:cBhvr>
                                      <p:to>
                                        <p:strVal val="visible"/>
                                      </p:to>
                                    </p:set>
                                  </p:childTnLst>
                                </p:cTn>
                              </p:par>
                              <p:par>
                                <p:cTn id="2047" presetID="1" presetClass="entr" presetSubtype="0" fill="hold" nodeType="withEffect">
                                  <p:stCondLst>
                                    <p:cond delay="0"/>
                                  </p:stCondLst>
                                  <p:childTnLst>
                                    <p:set>
                                      <p:cBhvr>
                                        <p:cTn id="2048" dur="1" fill="hold">
                                          <p:stCondLst>
                                            <p:cond delay="0"/>
                                          </p:stCondLst>
                                        </p:cTn>
                                        <p:tgtEl>
                                          <p:spTgt spid="1029"/>
                                        </p:tgtEl>
                                        <p:attrNameLst>
                                          <p:attrName>style.visibility</p:attrName>
                                        </p:attrNameLst>
                                      </p:cBhvr>
                                      <p:to>
                                        <p:strVal val="visible"/>
                                      </p:to>
                                    </p:set>
                                  </p:childTnLst>
                                </p:cTn>
                              </p:par>
                              <p:par>
                                <p:cTn id="2049" presetID="1" presetClass="entr" presetSubtype="0" fill="hold" nodeType="withEffect">
                                  <p:stCondLst>
                                    <p:cond delay="0"/>
                                  </p:stCondLst>
                                  <p:childTnLst>
                                    <p:set>
                                      <p:cBhvr>
                                        <p:cTn id="2050" dur="1" fill="hold">
                                          <p:stCondLst>
                                            <p:cond delay="0"/>
                                          </p:stCondLst>
                                        </p:cTn>
                                        <p:tgtEl>
                                          <p:spTgt spid="1030"/>
                                        </p:tgtEl>
                                        <p:attrNameLst>
                                          <p:attrName>style.visibility</p:attrName>
                                        </p:attrNameLst>
                                      </p:cBhvr>
                                      <p:to>
                                        <p:strVal val="visible"/>
                                      </p:to>
                                    </p:set>
                                  </p:childTnLst>
                                </p:cTn>
                              </p:par>
                              <p:par>
                                <p:cTn id="2051" presetID="1" presetClass="entr" presetSubtype="0" fill="hold" nodeType="withEffect">
                                  <p:stCondLst>
                                    <p:cond delay="0"/>
                                  </p:stCondLst>
                                  <p:childTnLst>
                                    <p:set>
                                      <p:cBhvr>
                                        <p:cTn id="2052" dur="1" fill="hold">
                                          <p:stCondLst>
                                            <p:cond delay="0"/>
                                          </p:stCondLst>
                                        </p:cTn>
                                        <p:tgtEl>
                                          <p:spTgt spid="1031"/>
                                        </p:tgtEl>
                                        <p:attrNameLst>
                                          <p:attrName>style.visibility</p:attrName>
                                        </p:attrNameLst>
                                      </p:cBhvr>
                                      <p:to>
                                        <p:strVal val="visible"/>
                                      </p:to>
                                    </p:set>
                                  </p:childTnLst>
                                </p:cTn>
                              </p:par>
                              <p:par>
                                <p:cTn id="2053" presetID="1" presetClass="entr" presetSubtype="0" fill="hold" nodeType="withEffect">
                                  <p:stCondLst>
                                    <p:cond delay="0"/>
                                  </p:stCondLst>
                                  <p:childTnLst>
                                    <p:set>
                                      <p:cBhvr>
                                        <p:cTn id="2054" dur="1" fill="hold">
                                          <p:stCondLst>
                                            <p:cond delay="0"/>
                                          </p:stCondLst>
                                        </p:cTn>
                                        <p:tgtEl>
                                          <p:spTgt spid="1032"/>
                                        </p:tgtEl>
                                        <p:attrNameLst>
                                          <p:attrName>style.visibility</p:attrName>
                                        </p:attrNameLst>
                                      </p:cBhvr>
                                      <p:to>
                                        <p:strVal val="visible"/>
                                      </p:to>
                                    </p:set>
                                  </p:childTnLst>
                                </p:cTn>
                              </p:par>
                              <p:par>
                                <p:cTn id="2055" presetID="1" presetClass="entr" presetSubtype="0" fill="hold" nodeType="withEffect">
                                  <p:stCondLst>
                                    <p:cond delay="0"/>
                                  </p:stCondLst>
                                  <p:childTnLst>
                                    <p:set>
                                      <p:cBhvr>
                                        <p:cTn id="2056" dur="1" fill="hold">
                                          <p:stCondLst>
                                            <p:cond delay="0"/>
                                          </p:stCondLst>
                                        </p:cTn>
                                        <p:tgtEl>
                                          <p:spTgt spid="1033"/>
                                        </p:tgtEl>
                                        <p:attrNameLst>
                                          <p:attrName>style.visibility</p:attrName>
                                        </p:attrNameLst>
                                      </p:cBhvr>
                                      <p:to>
                                        <p:strVal val="visible"/>
                                      </p:to>
                                    </p:set>
                                  </p:childTnLst>
                                </p:cTn>
                              </p:par>
                              <p:par>
                                <p:cTn id="2057" presetID="1" presetClass="entr" presetSubtype="0" fill="hold" nodeType="withEffect">
                                  <p:stCondLst>
                                    <p:cond delay="0"/>
                                  </p:stCondLst>
                                  <p:childTnLst>
                                    <p:set>
                                      <p:cBhvr>
                                        <p:cTn id="2058" dur="1" fill="hold">
                                          <p:stCondLst>
                                            <p:cond delay="0"/>
                                          </p:stCondLst>
                                        </p:cTn>
                                        <p:tgtEl>
                                          <p:spTgt spid="1034"/>
                                        </p:tgtEl>
                                        <p:attrNameLst>
                                          <p:attrName>style.visibility</p:attrName>
                                        </p:attrNameLst>
                                      </p:cBhvr>
                                      <p:to>
                                        <p:strVal val="visible"/>
                                      </p:to>
                                    </p:set>
                                  </p:childTnLst>
                                </p:cTn>
                              </p:par>
                              <p:par>
                                <p:cTn id="2059" presetID="1" presetClass="entr" presetSubtype="0" fill="hold" nodeType="withEffect">
                                  <p:stCondLst>
                                    <p:cond delay="0"/>
                                  </p:stCondLst>
                                  <p:childTnLst>
                                    <p:set>
                                      <p:cBhvr>
                                        <p:cTn id="2060" dur="1" fill="hold">
                                          <p:stCondLst>
                                            <p:cond delay="0"/>
                                          </p:stCondLst>
                                        </p:cTn>
                                        <p:tgtEl>
                                          <p:spTgt spid="1035"/>
                                        </p:tgtEl>
                                        <p:attrNameLst>
                                          <p:attrName>style.visibility</p:attrName>
                                        </p:attrNameLst>
                                      </p:cBhvr>
                                      <p:to>
                                        <p:strVal val="visible"/>
                                      </p:to>
                                    </p:set>
                                  </p:childTnLst>
                                </p:cTn>
                              </p:par>
                              <p:par>
                                <p:cTn id="2061" presetID="1" presetClass="entr" presetSubtype="0" fill="hold" nodeType="withEffect">
                                  <p:stCondLst>
                                    <p:cond delay="0"/>
                                  </p:stCondLst>
                                  <p:childTnLst>
                                    <p:set>
                                      <p:cBhvr>
                                        <p:cTn id="2062" dur="1" fill="hold">
                                          <p:stCondLst>
                                            <p:cond delay="0"/>
                                          </p:stCondLst>
                                        </p:cTn>
                                        <p:tgtEl>
                                          <p:spTgt spid="1036"/>
                                        </p:tgtEl>
                                        <p:attrNameLst>
                                          <p:attrName>style.visibility</p:attrName>
                                        </p:attrNameLst>
                                      </p:cBhvr>
                                      <p:to>
                                        <p:strVal val="visible"/>
                                      </p:to>
                                    </p:set>
                                  </p:childTnLst>
                                </p:cTn>
                              </p:par>
                              <p:par>
                                <p:cTn id="2063" presetID="1" presetClass="entr" presetSubtype="0" fill="hold" nodeType="withEffect">
                                  <p:stCondLst>
                                    <p:cond delay="0"/>
                                  </p:stCondLst>
                                  <p:childTnLst>
                                    <p:set>
                                      <p:cBhvr>
                                        <p:cTn id="2064" dur="1" fill="hold">
                                          <p:stCondLst>
                                            <p:cond delay="0"/>
                                          </p:stCondLst>
                                        </p:cTn>
                                        <p:tgtEl>
                                          <p:spTgt spid="1037"/>
                                        </p:tgtEl>
                                        <p:attrNameLst>
                                          <p:attrName>style.visibility</p:attrName>
                                        </p:attrNameLst>
                                      </p:cBhvr>
                                      <p:to>
                                        <p:strVal val="visible"/>
                                      </p:to>
                                    </p:set>
                                  </p:childTnLst>
                                </p:cTn>
                              </p:par>
                              <p:par>
                                <p:cTn id="2065" presetID="1" presetClass="entr" presetSubtype="0" fill="hold" nodeType="withEffect">
                                  <p:stCondLst>
                                    <p:cond delay="0"/>
                                  </p:stCondLst>
                                  <p:childTnLst>
                                    <p:set>
                                      <p:cBhvr>
                                        <p:cTn id="2066" dur="1" fill="hold">
                                          <p:stCondLst>
                                            <p:cond delay="0"/>
                                          </p:stCondLst>
                                        </p:cTn>
                                        <p:tgtEl>
                                          <p:spTgt spid="1038"/>
                                        </p:tgtEl>
                                        <p:attrNameLst>
                                          <p:attrName>style.visibility</p:attrName>
                                        </p:attrNameLst>
                                      </p:cBhvr>
                                      <p:to>
                                        <p:strVal val="visible"/>
                                      </p:to>
                                    </p:set>
                                  </p:childTnLst>
                                </p:cTn>
                              </p:par>
                              <p:par>
                                <p:cTn id="2067" presetID="1" presetClass="entr" presetSubtype="0" fill="hold" nodeType="withEffect">
                                  <p:stCondLst>
                                    <p:cond delay="0"/>
                                  </p:stCondLst>
                                  <p:childTnLst>
                                    <p:set>
                                      <p:cBhvr>
                                        <p:cTn id="2068" dur="1" fill="hold">
                                          <p:stCondLst>
                                            <p:cond delay="0"/>
                                          </p:stCondLst>
                                        </p:cTn>
                                        <p:tgtEl>
                                          <p:spTgt spid="1039"/>
                                        </p:tgtEl>
                                        <p:attrNameLst>
                                          <p:attrName>style.visibility</p:attrName>
                                        </p:attrNameLst>
                                      </p:cBhvr>
                                      <p:to>
                                        <p:strVal val="visible"/>
                                      </p:to>
                                    </p:set>
                                  </p:childTnLst>
                                </p:cTn>
                              </p:par>
                              <p:par>
                                <p:cTn id="2069" presetID="1" presetClass="entr" presetSubtype="0" fill="hold" nodeType="withEffect">
                                  <p:stCondLst>
                                    <p:cond delay="0"/>
                                  </p:stCondLst>
                                  <p:childTnLst>
                                    <p:set>
                                      <p:cBhvr>
                                        <p:cTn id="2070" dur="1" fill="hold">
                                          <p:stCondLst>
                                            <p:cond delay="0"/>
                                          </p:stCondLst>
                                        </p:cTn>
                                        <p:tgtEl>
                                          <p:spTgt spid="1040"/>
                                        </p:tgtEl>
                                        <p:attrNameLst>
                                          <p:attrName>style.visibility</p:attrName>
                                        </p:attrNameLst>
                                      </p:cBhvr>
                                      <p:to>
                                        <p:strVal val="visible"/>
                                      </p:to>
                                    </p:set>
                                  </p:childTnLst>
                                </p:cTn>
                              </p:par>
                              <p:par>
                                <p:cTn id="2071" presetID="1" presetClass="entr" presetSubtype="0" fill="hold" nodeType="withEffect">
                                  <p:stCondLst>
                                    <p:cond delay="0"/>
                                  </p:stCondLst>
                                  <p:childTnLst>
                                    <p:set>
                                      <p:cBhvr>
                                        <p:cTn id="2072" dur="1" fill="hold">
                                          <p:stCondLst>
                                            <p:cond delay="0"/>
                                          </p:stCondLst>
                                        </p:cTn>
                                        <p:tgtEl>
                                          <p:spTgt spid="1041"/>
                                        </p:tgtEl>
                                        <p:attrNameLst>
                                          <p:attrName>style.visibility</p:attrName>
                                        </p:attrNameLst>
                                      </p:cBhvr>
                                      <p:to>
                                        <p:strVal val="visible"/>
                                      </p:to>
                                    </p:set>
                                  </p:childTnLst>
                                </p:cTn>
                              </p:par>
                              <p:par>
                                <p:cTn id="2073" presetID="1" presetClass="entr" presetSubtype="0" fill="hold" nodeType="withEffect">
                                  <p:stCondLst>
                                    <p:cond delay="0"/>
                                  </p:stCondLst>
                                  <p:childTnLst>
                                    <p:set>
                                      <p:cBhvr>
                                        <p:cTn id="2074" dur="1" fill="hold">
                                          <p:stCondLst>
                                            <p:cond delay="0"/>
                                          </p:stCondLst>
                                        </p:cTn>
                                        <p:tgtEl>
                                          <p:spTgt spid="1042"/>
                                        </p:tgtEl>
                                        <p:attrNameLst>
                                          <p:attrName>style.visibility</p:attrName>
                                        </p:attrNameLst>
                                      </p:cBhvr>
                                      <p:to>
                                        <p:strVal val="visible"/>
                                      </p:to>
                                    </p:set>
                                  </p:childTnLst>
                                </p:cTn>
                              </p:par>
                              <p:par>
                                <p:cTn id="2075" presetID="1" presetClass="entr" presetSubtype="0" fill="hold" nodeType="withEffect">
                                  <p:stCondLst>
                                    <p:cond delay="0"/>
                                  </p:stCondLst>
                                  <p:childTnLst>
                                    <p:set>
                                      <p:cBhvr>
                                        <p:cTn id="2076" dur="1" fill="hold">
                                          <p:stCondLst>
                                            <p:cond delay="0"/>
                                          </p:stCondLst>
                                        </p:cTn>
                                        <p:tgtEl>
                                          <p:spTgt spid="1043"/>
                                        </p:tgtEl>
                                        <p:attrNameLst>
                                          <p:attrName>style.visibility</p:attrName>
                                        </p:attrNameLst>
                                      </p:cBhvr>
                                      <p:to>
                                        <p:strVal val="visible"/>
                                      </p:to>
                                    </p:set>
                                  </p:childTnLst>
                                </p:cTn>
                              </p:par>
                              <p:par>
                                <p:cTn id="2077" presetID="1" presetClass="entr" presetSubtype="0" fill="hold" nodeType="withEffect">
                                  <p:stCondLst>
                                    <p:cond delay="0"/>
                                  </p:stCondLst>
                                  <p:childTnLst>
                                    <p:set>
                                      <p:cBhvr>
                                        <p:cTn id="2078" dur="1" fill="hold">
                                          <p:stCondLst>
                                            <p:cond delay="0"/>
                                          </p:stCondLst>
                                        </p:cTn>
                                        <p:tgtEl>
                                          <p:spTgt spid="1044"/>
                                        </p:tgtEl>
                                        <p:attrNameLst>
                                          <p:attrName>style.visibility</p:attrName>
                                        </p:attrNameLst>
                                      </p:cBhvr>
                                      <p:to>
                                        <p:strVal val="visible"/>
                                      </p:to>
                                    </p:set>
                                  </p:childTnLst>
                                </p:cTn>
                              </p:par>
                              <p:par>
                                <p:cTn id="2079" presetID="1" presetClass="entr" presetSubtype="0" fill="hold" nodeType="withEffect">
                                  <p:stCondLst>
                                    <p:cond delay="0"/>
                                  </p:stCondLst>
                                  <p:childTnLst>
                                    <p:set>
                                      <p:cBhvr>
                                        <p:cTn id="2080" dur="1" fill="hold">
                                          <p:stCondLst>
                                            <p:cond delay="0"/>
                                          </p:stCondLst>
                                        </p:cTn>
                                        <p:tgtEl>
                                          <p:spTgt spid="1045"/>
                                        </p:tgtEl>
                                        <p:attrNameLst>
                                          <p:attrName>style.visibility</p:attrName>
                                        </p:attrNameLst>
                                      </p:cBhvr>
                                      <p:to>
                                        <p:strVal val="visible"/>
                                      </p:to>
                                    </p:set>
                                  </p:childTnLst>
                                </p:cTn>
                              </p:par>
                              <p:par>
                                <p:cTn id="2081" presetID="1" presetClass="entr" presetSubtype="0" fill="hold" nodeType="withEffect">
                                  <p:stCondLst>
                                    <p:cond delay="0"/>
                                  </p:stCondLst>
                                  <p:childTnLst>
                                    <p:set>
                                      <p:cBhvr>
                                        <p:cTn id="2082" dur="1" fill="hold">
                                          <p:stCondLst>
                                            <p:cond delay="0"/>
                                          </p:stCondLst>
                                        </p:cTn>
                                        <p:tgtEl>
                                          <p:spTgt spid="1046"/>
                                        </p:tgtEl>
                                        <p:attrNameLst>
                                          <p:attrName>style.visibility</p:attrName>
                                        </p:attrNameLst>
                                      </p:cBhvr>
                                      <p:to>
                                        <p:strVal val="visible"/>
                                      </p:to>
                                    </p:set>
                                  </p:childTnLst>
                                </p:cTn>
                              </p:par>
                              <p:par>
                                <p:cTn id="2083" presetID="1" presetClass="entr" presetSubtype="0" fill="hold" nodeType="withEffect">
                                  <p:stCondLst>
                                    <p:cond delay="0"/>
                                  </p:stCondLst>
                                  <p:childTnLst>
                                    <p:set>
                                      <p:cBhvr>
                                        <p:cTn id="2084" dur="1" fill="hold">
                                          <p:stCondLst>
                                            <p:cond delay="0"/>
                                          </p:stCondLst>
                                        </p:cTn>
                                        <p:tgtEl>
                                          <p:spTgt spid="1047"/>
                                        </p:tgtEl>
                                        <p:attrNameLst>
                                          <p:attrName>style.visibility</p:attrName>
                                        </p:attrNameLst>
                                      </p:cBhvr>
                                      <p:to>
                                        <p:strVal val="visible"/>
                                      </p:to>
                                    </p:set>
                                  </p:childTnLst>
                                </p:cTn>
                              </p:par>
                              <p:par>
                                <p:cTn id="2085" presetID="1" presetClass="entr" presetSubtype="0" fill="hold" nodeType="withEffect">
                                  <p:stCondLst>
                                    <p:cond delay="0"/>
                                  </p:stCondLst>
                                  <p:childTnLst>
                                    <p:set>
                                      <p:cBhvr>
                                        <p:cTn id="2086" dur="1" fill="hold">
                                          <p:stCondLst>
                                            <p:cond delay="0"/>
                                          </p:stCondLst>
                                        </p:cTn>
                                        <p:tgtEl>
                                          <p:spTgt spid="1048"/>
                                        </p:tgtEl>
                                        <p:attrNameLst>
                                          <p:attrName>style.visibility</p:attrName>
                                        </p:attrNameLst>
                                      </p:cBhvr>
                                      <p:to>
                                        <p:strVal val="visible"/>
                                      </p:to>
                                    </p:set>
                                  </p:childTnLst>
                                </p:cTn>
                              </p:par>
                              <p:par>
                                <p:cTn id="2087" presetID="1" presetClass="entr" presetSubtype="0" fill="hold" nodeType="withEffect">
                                  <p:stCondLst>
                                    <p:cond delay="0"/>
                                  </p:stCondLst>
                                  <p:childTnLst>
                                    <p:set>
                                      <p:cBhvr>
                                        <p:cTn id="2088" dur="1" fill="hold">
                                          <p:stCondLst>
                                            <p:cond delay="0"/>
                                          </p:stCondLst>
                                        </p:cTn>
                                        <p:tgtEl>
                                          <p:spTgt spid="1049"/>
                                        </p:tgtEl>
                                        <p:attrNameLst>
                                          <p:attrName>style.visibility</p:attrName>
                                        </p:attrNameLst>
                                      </p:cBhvr>
                                      <p:to>
                                        <p:strVal val="visible"/>
                                      </p:to>
                                    </p:set>
                                  </p:childTnLst>
                                </p:cTn>
                              </p:par>
                              <p:par>
                                <p:cTn id="2089" presetID="1" presetClass="entr" presetSubtype="0" fill="hold" nodeType="withEffect">
                                  <p:stCondLst>
                                    <p:cond delay="0"/>
                                  </p:stCondLst>
                                  <p:childTnLst>
                                    <p:set>
                                      <p:cBhvr>
                                        <p:cTn id="2090" dur="1" fill="hold">
                                          <p:stCondLst>
                                            <p:cond delay="0"/>
                                          </p:stCondLst>
                                        </p:cTn>
                                        <p:tgtEl>
                                          <p:spTgt spid="1050"/>
                                        </p:tgtEl>
                                        <p:attrNameLst>
                                          <p:attrName>style.visibility</p:attrName>
                                        </p:attrNameLst>
                                      </p:cBhvr>
                                      <p:to>
                                        <p:strVal val="visible"/>
                                      </p:to>
                                    </p:set>
                                  </p:childTnLst>
                                </p:cTn>
                              </p:par>
                              <p:par>
                                <p:cTn id="2091" presetID="1" presetClass="entr" presetSubtype="0" fill="hold" nodeType="withEffect">
                                  <p:stCondLst>
                                    <p:cond delay="0"/>
                                  </p:stCondLst>
                                  <p:childTnLst>
                                    <p:set>
                                      <p:cBhvr>
                                        <p:cTn id="2092" dur="1" fill="hold">
                                          <p:stCondLst>
                                            <p:cond delay="0"/>
                                          </p:stCondLst>
                                        </p:cTn>
                                        <p:tgtEl>
                                          <p:spTgt spid="1051"/>
                                        </p:tgtEl>
                                        <p:attrNameLst>
                                          <p:attrName>style.visibility</p:attrName>
                                        </p:attrNameLst>
                                      </p:cBhvr>
                                      <p:to>
                                        <p:strVal val="visible"/>
                                      </p:to>
                                    </p:set>
                                  </p:childTnLst>
                                </p:cTn>
                              </p:par>
                              <p:par>
                                <p:cTn id="2093" presetID="1" presetClass="entr" presetSubtype="0" fill="hold" nodeType="withEffect">
                                  <p:stCondLst>
                                    <p:cond delay="0"/>
                                  </p:stCondLst>
                                  <p:childTnLst>
                                    <p:set>
                                      <p:cBhvr>
                                        <p:cTn id="2094" dur="1" fill="hold">
                                          <p:stCondLst>
                                            <p:cond delay="0"/>
                                          </p:stCondLst>
                                        </p:cTn>
                                        <p:tgtEl>
                                          <p:spTgt spid="1052"/>
                                        </p:tgtEl>
                                        <p:attrNameLst>
                                          <p:attrName>style.visibility</p:attrName>
                                        </p:attrNameLst>
                                      </p:cBhvr>
                                      <p:to>
                                        <p:strVal val="visible"/>
                                      </p:to>
                                    </p:set>
                                  </p:childTnLst>
                                </p:cTn>
                              </p:par>
                              <p:par>
                                <p:cTn id="2095" presetID="1" presetClass="entr" presetSubtype="0" fill="hold" nodeType="withEffect">
                                  <p:stCondLst>
                                    <p:cond delay="0"/>
                                  </p:stCondLst>
                                  <p:childTnLst>
                                    <p:set>
                                      <p:cBhvr>
                                        <p:cTn id="2096" dur="1" fill="hold">
                                          <p:stCondLst>
                                            <p:cond delay="0"/>
                                          </p:stCondLst>
                                        </p:cTn>
                                        <p:tgtEl>
                                          <p:spTgt spid="1053"/>
                                        </p:tgtEl>
                                        <p:attrNameLst>
                                          <p:attrName>style.visibility</p:attrName>
                                        </p:attrNameLst>
                                      </p:cBhvr>
                                      <p:to>
                                        <p:strVal val="visible"/>
                                      </p:to>
                                    </p:set>
                                  </p:childTnLst>
                                </p:cTn>
                              </p:par>
                              <p:par>
                                <p:cTn id="2097" presetID="1" presetClass="entr" presetSubtype="0" fill="hold" nodeType="withEffect">
                                  <p:stCondLst>
                                    <p:cond delay="0"/>
                                  </p:stCondLst>
                                  <p:childTnLst>
                                    <p:set>
                                      <p:cBhvr>
                                        <p:cTn id="2098" dur="1" fill="hold">
                                          <p:stCondLst>
                                            <p:cond delay="0"/>
                                          </p:stCondLst>
                                        </p:cTn>
                                        <p:tgtEl>
                                          <p:spTgt spid="1054"/>
                                        </p:tgtEl>
                                        <p:attrNameLst>
                                          <p:attrName>style.visibility</p:attrName>
                                        </p:attrNameLst>
                                      </p:cBhvr>
                                      <p:to>
                                        <p:strVal val="visible"/>
                                      </p:to>
                                    </p:set>
                                  </p:childTnLst>
                                </p:cTn>
                              </p:par>
                              <p:par>
                                <p:cTn id="2099" presetID="1" presetClass="entr" presetSubtype="0" fill="hold" nodeType="withEffect">
                                  <p:stCondLst>
                                    <p:cond delay="0"/>
                                  </p:stCondLst>
                                  <p:childTnLst>
                                    <p:set>
                                      <p:cBhvr>
                                        <p:cTn id="2100" dur="1" fill="hold">
                                          <p:stCondLst>
                                            <p:cond delay="0"/>
                                          </p:stCondLst>
                                        </p:cTn>
                                        <p:tgtEl>
                                          <p:spTgt spid="1055"/>
                                        </p:tgtEl>
                                        <p:attrNameLst>
                                          <p:attrName>style.visibility</p:attrName>
                                        </p:attrNameLst>
                                      </p:cBhvr>
                                      <p:to>
                                        <p:strVal val="visible"/>
                                      </p:to>
                                    </p:set>
                                  </p:childTnLst>
                                </p:cTn>
                              </p:par>
                              <p:par>
                                <p:cTn id="2101" presetID="1" presetClass="entr" presetSubtype="0" fill="hold" nodeType="withEffect">
                                  <p:stCondLst>
                                    <p:cond delay="0"/>
                                  </p:stCondLst>
                                  <p:childTnLst>
                                    <p:set>
                                      <p:cBhvr>
                                        <p:cTn id="2102" dur="1" fill="hold">
                                          <p:stCondLst>
                                            <p:cond delay="0"/>
                                          </p:stCondLst>
                                        </p:cTn>
                                        <p:tgtEl>
                                          <p:spTgt spid="1056"/>
                                        </p:tgtEl>
                                        <p:attrNameLst>
                                          <p:attrName>style.visibility</p:attrName>
                                        </p:attrNameLst>
                                      </p:cBhvr>
                                      <p:to>
                                        <p:strVal val="visible"/>
                                      </p:to>
                                    </p:set>
                                  </p:childTnLst>
                                </p:cTn>
                              </p:par>
                              <p:par>
                                <p:cTn id="2103" presetID="1" presetClass="entr" presetSubtype="0" fill="hold" nodeType="withEffect">
                                  <p:stCondLst>
                                    <p:cond delay="0"/>
                                  </p:stCondLst>
                                  <p:childTnLst>
                                    <p:set>
                                      <p:cBhvr>
                                        <p:cTn id="2104" dur="1" fill="hold">
                                          <p:stCondLst>
                                            <p:cond delay="0"/>
                                          </p:stCondLst>
                                        </p:cTn>
                                        <p:tgtEl>
                                          <p:spTgt spid="1057"/>
                                        </p:tgtEl>
                                        <p:attrNameLst>
                                          <p:attrName>style.visibility</p:attrName>
                                        </p:attrNameLst>
                                      </p:cBhvr>
                                      <p:to>
                                        <p:strVal val="visible"/>
                                      </p:to>
                                    </p:set>
                                  </p:childTnLst>
                                </p:cTn>
                              </p:par>
                              <p:par>
                                <p:cTn id="2105" presetID="1" presetClass="entr" presetSubtype="0" fill="hold" nodeType="withEffect">
                                  <p:stCondLst>
                                    <p:cond delay="0"/>
                                  </p:stCondLst>
                                  <p:childTnLst>
                                    <p:set>
                                      <p:cBhvr>
                                        <p:cTn id="2106" dur="1" fill="hold">
                                          <p:stCondLst>
                                            <p:cond delay="0"/>
                                          </p:stCondLst>
                                        </p:cTn>
                                        <p:tgtEl>
                                          <p:spTgt spid="1058"/>
                                        </p:tgtEl>
                                        <p:attrNameLst>
                                          <p:attrName>style.visibility</p:attrName>
                                        </p:attrNameLst>
                                      </p:cBhvr>
                                      <p:to>
                                        <p:strVal val="visible"/>
                                      </p:to>
                                    </p:set>
                                  </p:childTnLst>
                                </p:cTn>
                              </p:par>
                              <p:par>
                                <p:cTn id="2107" presetID="1" presetClass="entr" presetSubtype="0" fill="hold" nodeType="withEffect">
                                  <p:stCondLst>
                                    <p:cond delay="0"/>
                                  </p:stCondLst>
                                  <p:childTnLst>
                                    <p:set>
                                      <p:cBhvr>
                                        <p:cTn id="2108" dur="1" fill="hold">
                                          <p:stCondLst>
                                            <p:cond delay="0"/>
                                          </p:stCondLst>
                                        </p:cTn>
                                        <p:tgtEl>
                                          <p:spTgt spid="1059"/>
                                        </p:tgtEl>
                                        <p:attrNameLst>
                                          <p:attrName>style.visibility</p:attrName>
                                        </p:attrNameLst>
                                      </p:cBhvr>
                                      <p:to>
                                        <p:strVal val="visible"/>
                                      </p:to>
                                    </p:set>
                                  </p:childTnLst>
                                </p:cTn>
                              </p:par>
                              <p:par>
                                <p:cTn id="2109" presetID="1" presetClass="entr" presetSubtype="0" fill="hold" nodeType="withEffect">
                                  <p:stCondLst>
                                    <p:cond delay="0"/>
                                  </p:stCondLst>
                                  <p:childTnLst>
                                    <p:set>
                                      <p:cBhvr>
                                        <p:cTn id="2110" dur="1" fill="hold">
                                          <p:stCondLst>
                                            <p:cond delay="0"/>
                                          </p:stCondLst>
                                        </p:cTn>
                                        <p:tgtEl>
                                          <p:spTgt spid="1060"/>
                                        </p:tgtEl>
                                        <p:attrNameLst>
                                          <p:attrName>style.visibility</p:attrName>
                                        </p:attrNameLst>
                                      </p:cBhvr>
                                      <p:to>
                                        <p:strVal val="visible"/>
                                      </p:to>
                                    </p:set>
                                  </p:childTnLst>
                                </p:cTn>
                              </p:par>
                              <p:par>
                                <p:cTn id="2111" presetID="1" presetClass="entr" presetSubtype="0" fill="hold" nodeType="withEffect">
                                  <p:stCondLst>
                                    <p:cond delay="0"/>
                                  </p:stCondLst>
                                  <p:childTnLst>
                                    <p:set>
                                      <p:cBhvr>
                                        <p:cTn id="2112" dur="1" fill="hold">
                                          <p:stCondLst>
                                            <p:cond delay="0"/>
                                          </p:stCondLst>
                                        </p:cTn>
                                        <p:tgtEl>
                                          <p:spTgt spid="1061"/>
                                        </p:tgtEl>
                                        <p:attrNameLst>
                                          <p:attrName>style.visibility</p:attrName>
                                        </p:attrNameLst>
                                      </p:cBhvr>
                                      <p:to>
                                        <p:strVal val="visible"/>
                                      </p:to>
                                    </p:set>
                                  </p:childTnLst>
                                </p:cTn>
                              </p:par>
                              <p:par>
                                <p:cTn id="2113" presetID="1" presetClass="entr" presetSubtype="0" fill="hold" nodeType="withEffect">
                                  <p:stCondLst>
                                    <p:cond delay="0"/>
                                  </p:stCondLst>
                                  <p:childTnLst>
                                    <p:set>
                                      <p:cBhvr>
                                        <p:cTn id="2114" dur="1" fill="hold">
                                          <p:stCondLst>
                                            <p:cond delay="0"/>
                                          </p:stCondLst>
                                        </p:cTn>
                                        <p:tgtEl>
                                          <p:spTgt spid="1062"/>
                                        </p:tgtEl>
                                        <p:attrNameLst>
                                          <p:attrName>style.visibility</p:attrName>
                                        </p:attrNameLst>
                                      </p:cBhvr>
                                      <p:to>
                                        <p:strVal val="visible"/>
                                      </p:to>
                                    </p:set>
                                  </p:childTnLst>
                                </p:cTn>
                              </p:par>
                              <p:par>
                                <p:cTn id="2115" presetID="1" presetClass="entr" presetSubtype="0" fill="hold" nodeType="withEffect">
                                  <p:stCondLst>
                                    <p:cond delay="0"/>
                                  </p:stCondLst>
                                  <p:childTnLst>
                                    <p:set>
                                      <p:cBhvr>
                                        <p:cTn id="2116" dur="1" fill="hold">
                                          <p:stCondLst>
                                            <p:cond delay="0"/>
                                          </p:stCondLst>
                                        </p:cTn>
                                        <p:tgtEl>
                                          <p:spTgt spid="1063"/>
                                        </p:tgtEl>
                                        <p:attrNameLst>
                                          <p:attrName>style.visibility</p:attrName>
                                        </p:attrNameLst>
                                      </p:cBhvr>
                                      <p:to>
                                        <p:strVal val="visible"/>
                                      </p:to>
                                    </p:set>
                                  </p:childTnLst>
                                </p:cTn>
                              </p:par>
                              <p:par>
                                <p:cTn id="2117" presetID="1" presetClass="entr" presetSubtype="0" fill="hold" nodeType="withEffect">
                                  <p:stCondLst>
                                    <p:cond delay="0"/>
                                  </p:stCondLst>
                                  <p:childTnLst>
                                    <p:set>
                                      <p:cBhvr>
                                        <p:cTn id="2118" dur="1" fill="hold">
                                          <p:stCondLst>
                                            <p:cond delay="0"/>
                                          </p:stCondLst>
                                        </p:cTn>
                                        <p:tgtEl>
                                          <p:spTgt spid="1064"/>
                                        </p:tgtEl>
                                        <p:attrNameLst>
                                          <p:attrName>style.visibility</p:attrName>
                                        </p:attrNameLst>
                                      </p:cBhvr>
                                      <p:to>
                                        <p:strVal val="visible"/>
                                      </p:to>
                                    </p:set>
                                  </p:childTnLst>
                                </p:cTn>
                              </p:par>
                              <p:par>
                                <p:cTn id="2119" presetID="1" presetClass="entr" presetSubtype="0" fill="hold" nodeType="withEffect">
                                  <p:stCondLst>
                                    <p:cond delay="0"/>
                                  </p:stCondLst>
                                  <p:childTnLst>
                                    <p:set>
                                      <p:cBhvr>
                                        <p:cTn id="2120" dur="1" fill="hold">
                                          <p:stCondLst>
                                            <p:cond delay="0"/>
                                          </p:stCondLst>
                                        </p:cTn>
                                        <p:tgtEl>
                                          <p:spTgt spid="1065"/>
                                        </p:tgtEl>
                                        <p:attrNameLst>
                                          <p:attrName>style.visibility</p:attrName>
                                        </p:attrNameLst>
                                      </p:cBhvr>
                                      <p:to>
                                        <p:strVal val="visible"/>
                                      </p:to>
                                    </p:set>
                                  </p:childTnLst>
                                </p:cTn>
                              </p:par>
                              <p:par>
                                <p:cTn id="2121" presetID="1" presetClass="entr" presetSubtype="0" fill="hold" nodeType="withEffect">
                                  <p:stCondLst>
                                    <p:cond delay="0"/>
                                  </p:stCondLst>
                                  <p:childTnLst>
                                    <p:set>
                                      <p:cBhvr>
                                        <p:cTn id="2122" dur="1" fill="hold">
                                          <p:stCondLst>
                                            <p:cond delay="0"/>
                                          </p:stCondLst>
                                        </p:cTn>
                                        <p:tgtEl>
                                          <p:spTgt spid="1066"/>
                                        </p:tgtEl>
                                        <p:attrNameLst>
                                          <p:attrName>style.visibility</p:attrName>
                                        </p:attrNameLst>
                                      </p:cBhvr>
                                      <p:to>
                                        <p:strVal val="visible"/>
                                      </p:to>
                                    </p:set>
                                  </p:childTnLst>
                                </p:cTn>
                              </p:par>
                              <p:par>
                                <p:cTn id="2123" presetID="1" presetClass="entr" presetSubtype="0" fill="hold" nodeType="withEffect">
                                  <p:stCondLst>
                                    <p:cond delay="0"/>
                                  </p:stCondLst>
                                  <p:childTnLst>
                                    <p:set>
                                      <p:cBhvr>
                                        <p:cTn id="2124" dur="1" fill="hold">
                                          <p:stCondLst>
                                            <p:cond delay="0"/>
                                          </p:stCondLst>
                                        </p:cTn>
                                        <p:tgtEl>
                                          <p:spTgt spid="1067"/>
                                        </p:tgtEl>
                                        <p:attrNameLst>
                                          <p:attrName>style.visibility</p:attrName>
                                        </p:attrNameLst>
                                      </p:cBhvr>
                                      <p:to>
                                        <p:strVal val="visible"/>
                                      </p:to>
                                    </p:set>
                                  </p:childTnLst>
                                </p:cTn>
                              </p:par>
                              <p:par>
                                <p:cTn id="2125" presetID="1" presetClass="entr" presetSubtype="0" fill="hold" nodeType="withEffect">
                                  <p:stCondLst>
                                    <p:cond delay="0"/>
                                  </p:stCondLst>
                                  <p:childTnLst>
                                    <p:set>
                                      <p:cBhvr>
                                        <p:cTn id="2126" dur="1" fill="hold">
                                          <p:stCondLst>
                                            <p:cond delay="0"/>
                                          </p:stCondLst>
                                        </p:cTn>
                                        <p:tgtEl>
                                          <p:spTgt spid="1068"/>
                                        </p:tgtEl>
                                        <p:attrNameLst>
                                          <p:attrName>style.visibility</p:attrName>
                                        </p:attrNameLst>
                                      </p:cBhvr>
                                      <p:to>
                                        <p:strVal val="visible"/>
                                      </p:to>
                                    </p:set>
                                  </p:childTnLst>
                                </p:cTn>
                              </p:par>
                              <p:par>
                                <p:cTn id="2127" presetID="1" presetClass="entr" presetSubtype="0" fill="hold" nodeType="withEffect">
                                  <p:stCondLst>
                                    <p:cond delay="0"/>
                                  </p:stCondLst>
                                  <p:childTnLst>
                                    <p:set>
                                      <p:cBhvr>
                                        <p:cTn id="2128" dur="1" fill="hold">
                                          <p:stCondLst>
                                            <p:cond delay="0"/>
                                          </p:stCondLst>
                                        </p:cTn>
                                        <p:tgtEl>
                                          <p:spTgt spid="1069"/>
                                        </p:tgtEl>
                                        <p:attrNameLst>
                                          <p:attrName>style.visibility</p:attrName>
                                        </p:attrNameLst>
                                      </p:cBhvr>
                                      <p:to>
                                        <p:strVal val="visible"/>
                                      </p:to>
                                    </p:set>
                                  </p:childTnLst>
                                </p:cTn>
                              </p:par>
                              <p:par>
                                <p:cTn id="2129" presetID="1" presetClass="entr" presetSubtype="0" fill="hold" nodeType="withEffect">
                                  <p:stCondLst>
                                    <p:cond delay="0"/>
                                  </p:stCondLst>
                                  <p:childTnLst>
                                    <p:set>
                                      <p:cBhvr>
                                        <p:cTn id="2130" dur="1" fill="hold">
                                          <p:stCondLst>
                                            <p:cond delay="0"/>
                                          </p:stCondLst>
                                        </p:cTn>
                                        <p:tgtEl>
                                          <p:spTgt spid="1070"/>
                                        </p:tgtEl>
                                        <p:attrNameLst>
                                          <p:attrName>style.visibility</p:attrName>
                                        </p:attrNameLst>
                                      </p:cBhvr>
                                      <p:to>
                                        <p:strVal val="visible"/>
                                      </p:to>
                                    </p:set>
                                  </p:childTnLst>
                                </p:cTn>
                              </p:par>
                              <p:par>
                                <p:cTn id="2131" presetID="1" presetClass="entr" presetSubtype="0" fill="hold" nodeType="withEffect">
                                  <p:stCondLst>
                                    <p:cond delay="0"/>
                                  </p:stCondLst>
                                  <p:childTnLst>
                                    <p:set>
                                      <p:cBhvr>
                                        <p:cTn id="2132" dur="1" fill="hold">
                                          <p:stCondLst>
                                            <p:cond delay="0"/>
                                          </p:stCondLst>
                                        </p:cTn>
                                        <p:tgtEl>
                                          <p:spTgt spid="1071"/>
                                        </p:tgtEl>
                                        <p:attrNameLst>
                                          <p:attrName>style.visibility</p:attrName>
                                        </p:attrNameLst>
                                      </p:cBhvr>
                                      <p:to>
                                        <p:strVal val="visible"/>
                                      </p:to>
                                    </p:set>
                                  </p:childTnLst>
                                </p:cTn>
                              </p:par>
                              <p:par>
                                <p:cTn id="2133" presetID="1" presetClass="entr" presetSubtype="0" fill="hold" nodeType="withEffect">
                                  <p:stCondLst>
                                    <p:cond delay="0"/>
                                  </p:stCondLst>
                                  <p:childTnLst>
                                    <p:set>
                                      <p:cBhvr>
                                        <p:cTn id="2134" dur="1" fill="hold">
                                          <p:stCondLst>
                                            <p:cond delay="0"/>
                                          </p:stCondLst>
                                        </p:cTn>
                                        <p:tgtEl>
                                          <p:spTgt spid="1072"/>
                                        </p:tgtEl>
                                        <p:attrNameLst>
                                          <p:attrName>style.visibility</p:attrName>
                                        </p:attrNameLst>
                                      </p:cBhvr>
                                      <p:to>
                                        <p:strVal val="visible"/>
                                      </p:to>
                                    </p:set>
                                  </p:childTnLst>
                                </p:cTn>
                              </p:par>
                              <p:par>
                                <p:cTn id="2135" presetID="1" presetClass="entr" presetSubtype="0" fill="hold" nodeType="withEffect">
                                  <p:stCondLst>
                                    <p:cond delay="0"/>
                                  </p:stCondLst>
                                  <p:childTnLst>
                                    <p:set>
                                      <p:cBhvr>
                                        <p:cTn id="2136" dur="1" fill="hold">
                                          <p:stCondLst>
                                            <p:cond delay="0"/>
                                          </p:stCondLst>
                                        </p:cTn>
                                        <p:tgtEl>
                                          <p:spTgt spid="1073"/>
                                        </p:tgtEl>
                                        <p:attrNameLst>
                                          <p:attrName>style.visibility</p:attrName>
                                        </p:attrNameLst>
                                      </p:cBhvr>
                                      <p:to>
                                        <p:strVal val="visible"/>
                                      </p:to>
                                    </p:set>
                                  </p:childTnLst>
                                </p:cTn>
                              </p:par>
                              <p:par>
                                <p:cTn id="2137" presetID="1" presetClass="entr" presetSubtype="0" fill="hold" nodeType="withEffect">
                                  <p:stCondLst>
                                    <p:cond delay="0"/>
                                  </p:stCondLst>
                                  <p:childTnLst>
                                    <p:set>
                                      <p:cBhvr>
                                        <p:cTn id="2138" dur="1" fill="hold">
                                          <p:stCondLst>
                                            <p:cond delay="0"/>
                                          </p:stCondLst>
                                        </p:cTn>
                                        <p:tgtEl>
                                          <p:spTgt spid="1074"/>
                                        </p:tgtEl>
                                        <p:attrNameLst>
                                          <p:attrName>style.visibility</p:attrName>
                                        </p:attrNameLst>
                                      </p:cBhvr>
                                      <p:to>
                                        <p:strVal val="visible"/>
                                      </p:to>
                                    </p:set>
                                  </p:childTnLst>
                                </p:cTn>
                              </p:par>
                              <p:par>
                                <p:cTn id="2139" presetID="1" presetClass="entr" presetSubtype="0" fill="hold" nodeType="withEffect">
                                  <p:stCondLst>
                                    <p:cond delay="0"/>
                                  </p:stCondLst>
                                  <p:childTnLst>
                                    <p:set>
                                      <p:cBhvr>
                                        <p:cTn id="2140" dur="1" fill="hold">
                                          <p:stCondLst>
                                            <p:cond delay="0"/>
                                          </p:stCondLst>
                                        </p:cTn>
                                        <p:tgtEl>
                                          <p:spTgt spid="1075"/>
                                        </p:tgtEl>
                                        <p:attrNameLst>
                                          <p:attrName>style.visibility</p:attrName>
                                        </p:attrNameLst>
                                      </p:cBhvr>
                                      <p:to>
                                        <p:strVal val="visible"/>
                                      </p:to>
                                    </p:set>
                                  </p:childTnLst>
                                </p:cTn>
                              </p:par>
                              <p:par>
                                <p:cTn id="2141" presetID="1" presetClass="entr" presetSubtype="0" fill="hold" nodeType="withEffect">
                                  <p:stCondLst>
                                    <p:cond delay="0"/>
                                  </p:stCondLst>
                                  <p:childTnLst>
                                    <p:set>
                                      <p:cBhvr>
                                        <p:cTn id="2142" dur="1" fill="hold">
                                          <p:stCondLst>
                                            <p:cond delay="0"/>
                                          </p:stCondLst>
                                        </p:cTn>
                                        <p:tgtEl>
                                          <p:spTgt spid="1076"/>
                                        </p:tgtEl>
                                        <p:attrNameLst>
                                          <p:attrName>style.visibility</p:attrName>
                                        </p:attrNameLst>
                                      </p:cBhvr>
                                      <p:to>
                                        <p:strVal val="visible"/>
                                      </p:to>
                                    </p:set>
                                  </p:childTnLst>
                                </p:cTn>
                              </p:par>
                              <p:par>
                                <p:cTn id="2143" presetID="1" presetClass="entr" presetSubtype="0" fill="hold" nodeType="withEffect">
                                  <p:stCondLst>
                                    <p:cond delay="0"/>
                                  </p:stCondLst>
                                  <p:childTnLst>
                                    <p:set>
                                      <p:cBhvr>
                                        <p:cTn id="2144" dur="1" fill="hold">
                                          <p:stCondLst>
                                            <p:cond delay="0"/>
                                          </p:stCondLst>
                                        </p:cTn>
                                        <p:tgtEl>
                                          <p:spTgt spid="1077"/>
                                        </p:tgtEl>
                                        <p:attrNameLst>
                                          <p:attrName>style.visibility</p:attrName>
                                        </p:attrNameLst>
                                      </p:cBhvr>
                                      <p:to>
                                        <p:strVal val="visible"/>
                                      </p:to>
                                    </p:set>
                                  </p:childTnLst>
                                </p:cTn>
                              </p:par>
                              <p:par>
                                <p:cTn id="2145" presetID="1" presetClass="entr" presetSubtype="0" fill="hold" nodeType="withEffect">
                                  <p:stCondLst>
                                    <p:cond delay="0"/>
                                  </p:stCondLst>
                                  <p:childTnLst>
                                    <p:set>
                                      <p:cBhvr>
                                        <p:cTn id="2146" dur="1" fill="hold">
                                          <p:stCondLst>
                                            <p:cond delay="0"/>
                                          </p:stCondLst>
                                        </p:cTn>
                                        <p:tgtEl>
                                          <p:spTgt spid="1078"/>
                                        </p:tgtEl>
                                        <p:attrNameLst>
                                          <p:attrName>style.visibility</p:attrName>
                                        </p:attrNameLst>
                                      </p:cBhvr>
                                      <p:to>
                                        <p:strVal val="visible"/>
                                      </p:to>
                                    </p:set>
                                  </p:childTnLst>
                                </p:cTn>
                              </p:par>
                              <p:par>
                                <p:cTn id="2147" presetID="1" presetClass="entr" presetSubtype="0" fill="hold" nodeType="withEffect">
                                  <p:stCondLst>
                                    <p:cond delay="0"/>
                                  </p:stCondLst>
                                  <p:childTnLst>
                                    <p:set>
                                      <p:cBhvr>
                                        <p:cTn id="2148" dur="1" fill="hold">
                                          <p:stCondLst>
                                            <p:cond delay="0"/>
                                          </p:stCondLst>
                                        </p:cTn>
                                        <p:tgtEl>
                                          <p:spTgt spid="1079"/>
                                        </p:tgtEl>
                                        <p:attrNameLst>
                                          <p:attrName>style.visibility</p:attrName>
                                        </p:attrNameLst>
                                      </p:cBhvr>
                                      <p:to>
                                        <p:strVal val="visible"/>
                                      </p:to>
                                    </p:set>
                                  </p:childTnLst>
                                </p:cTn>
                              </p:par>
                              <p:par>
                                <p:cTn id="2149" presetID="1" presetClass="entr" presetSubtype="0" fill="hold" nodeType="withEffect">
                                  <p:stCondLst>
                                    <p:cond delay="0"/>
                                  </p:stCondLst>
                                  <p:childTnLst>
                                    <p:set>
                                      <p:cBhvr>
                                        <p:cTn id="2150" dur="1" fill="hold">
                                          <p:stCondLst>
                                            <p:cond delay="0"/>
                                          </p:stCondLst>
                                        </p:cTn>
                                        <p:tgtEl>
                                          <p:spTgt spid="1080"/>
                                        </p:tgtEl>
                                        <p:attrNameLst>
                                          <p:attrName>style.visibility</p:attrName>
                                        </p:attrNameLst>
                                      </p:cBhvr>
                                      <p:to>
                                        <p:strVal val="visible"/>
                                      </p:to>
                                    </p:set>
                                  </p:childTnLst>
                                </p:cTn>
                              </p:par>
                              <p:par>
                                <p:cTn id="2151" presetID="1" presetClass="entr" presetSubtype="0" fill="hold" nodeType="withEffect">
                                  <p:stCondLst>
                                    <p:cond delay="0"/>
                                  </p:stCondLst>
                                  <p:childTnLst>
                                    <p:set>
                                      <p:cBhvr>
                                        <p:cTn id="2152" dur="1" fill="hold">
                                          <p:stCondLst>
                                            <p:cond delay="0"/>
                                          </p:stCondLst>
                                        </p:cTn>
                                        <p:tgtEl>
                                          <p:spTgt spid="1081"/>
                                        </p:tgtEl>
                                        <p:attrNameLst>
                                          <p:attrName>style.visibility</p:attrName>
                                        </p:attrNameLst>
                                      </p:cBhvr>
                                      <p:to>
                                        <p:strVal val="visible"/>
                                      </p:to>
                                    </p:set>
                                  </p:childTnLst>
                                </p:cTn>
                              </p:par>
                              <p:par>
                                <p:cTn id="2153" presetID="1" presetClass="entr" presetSubtype="0" fill="hold" nodeType="withEffect">
                                  <p:stCondLst>
                                    <p:cond delay="0"/>
                                  </p:stCondLst>
                                  <p:childTnLst>
                                    <p:set>
                                      <p:cBhvr>
                                        <p:cTn id="2154" dur="1" fill="hold">
                                          <p:stCondLst>
                                            <p:cond delay="0"/>
                                          </p:stCondLst>
                                        </p:cTn>
                                        <p:tgtEl>
                                          <p:spTgt spid="1082"/>
                                        </p:tgtEl>
                                        <p:attrNameLst>
                                          <p:attrName>style.visibility</p:attrName>
                                        </p:attrNameLst>
                                      </p:cBhvr>
                                      <p:to>
                                        <p:strVal val="visible"/>
                                      </p:to>
                                    </p:set>
                                  </p:childTnLst>
                                </p:cTn>
                              </p:par>
                              <p:par>
                                <p:cTn id="2155" presetID="1" presetClass="entr" presetSubtype="0" fill="hold" nodeType="withEffect">
                                  <p:stCondLst>
                                    <p:cond delay="0"/>
                                  </p:stCondLst>
                                  <p:childTnLst>
                                    <p:set>
                                      <p:cBhvr>
                                        <p:cTn id="2156" dur="1" fill="hold">
                                          <p:stCondLst>
                                            <p:cond delay="0"/>
                                          </p:stCondLst>
                                        </p:cTn>
                                        <p:tgtEl>
                                          <p:spTgt spid="1083"/>
                                        </p:tgtEl>
                                        <p:attrNameLst>
                                          <p:attrName>style.visibility</p:attrName>
                                        </p:attrNameLst>
                                      </p:cBhvr>
                                      <p:to>
                                        <p:strVal val="visible"/>
                                      </p:to>
                                    </p:set>
                                  </p:childTnLst>
                                </p:cTn>
                              </p:par>
                              <p:par>
                                <p:cTn id="2157" presetID="1" presetClass="entr" presetSubtype="0" fill="hold" nodeType="withEffect">
                                  <p:stCondLst>
                                    <p:cond delay="0"/>
                                  </p:stCondLst>
                                  <p:childTnLst>
                                    <p:set>
                                      <p:cBhvr>
                                        <p:cTn id="2158" dur="1" fill="hold">
                                          <p:stCondLst>
                                            <p:cond delay="0"/>
                                          </p:stCondLst>
                                        </p:cTn>
                                        <p:tgtEl>
                                          <p:spTgt spid="1084"/>
                                        </p:tgtEl>
                                        <p:attrNameLst>
                                          <p:attrName>style.visibility</p:attrName>
                                        </p:attrNameLst>
                                      </p:cBhvr>
                                      <p:to>
                                        <p:strVal val="visible"/>
                                      </p:to>
                                    </p:set>
                                  </p:childTnLst>
                                </p:cTn>
                              </p:par>
                              <p:par>
                                <p:cTn id="2159" presetID="1" presetClass="entr" presetSubtype="0" fill="hold" nodeType="withEffect">
                                  <p:stCondLst>
                                    <p:cond delay="0"/>
                                  </p:stCondLst>
                                  <p:childTnLst>
                                    <p:set>
                                      <p:cBhvr>
                                        <p:cTn id="2160" dur="1" fill="hold">
                                          <p:stCondLst>
                                            <p:cond delay="0"/>
                                          </p:stCondLst>
                                        </p:cTn>
                                        <p:tgtEl>
                                          <p:spTgt spid="1085"/>
                                        </p:tgtEl>
                                        <p:attrNameLst>
                                          <p:attrName>style.visibility</p:attrName>
                                        </p:attrNameLst>
                                      </p:cBhvr>
                                      <p:to>
                                        <p:strVal val="visible"/>
                                      </p:to>
                                    </p:set>
                                  </p:childTnLst>
                                </p:cTn>
                              </p:par>
                              <p:par>
                                <p:cTn id="2161" presetID="1" presetClass="entr" presetSubtype="0" fill="hold" nodeType="withEffect">
                                  <p:stCondLst>
                                    <p:cond delay="0"/>
                                  </p:stCondLst>
                                  <p:childTnLst>
                                    <p:set>
                                      <p:cBhvr>
                                        <p:cTn id="2162" dur="1" fill="hold">
                                          <p:stCondLst>
                                            <p:cond delay="0"/>
                                          </p:stCondLst>
                                        </p:cTn>
                                        <p:tgtEl>
                                          <p:spTgt spid="1086"/>
                                        </p:tgtEl>
                                        <p:attrNameLst>
                                          <p:attrName>style.visibility</p:attrName>
                                        </p:attrNameLst>
                                      </p:cBhvr>
                                      <p:to>
                                        <p:strVal val="visible"/>
                                      </p:to>
                                    </p:set>
                                  </p:childTnLst>
                                </p:cTn>
                              </p:par>
                              <p:par>
                                <p:cTn id="2163" presetID="1" presetClass="entr" presetSubtype="0" fill="hold" nodeType="withEffect">
                                  <p:stCondLst>
                                    <p:cond delay="0"/>
                                  </p:stCondLst>
                                  <p:childTnLst>
                                    <p:set>
                                      <p:cBhvr>
                                        <p:cTn id="2164" dur="1" fill="hold">
                                          <p:stCondLst>
                                            <p:cond delay="0"/>
                                          </p:stCondLst>
                                        </p:cTn>
                                        <p:tgtEl>
                                          <p:spTgt spid="1087"/>
                                        </p:tgtEl>
                                        <p:attrNameLst>
                                          <p:attrName>style.visibility</p:attrName>
                                        </p:attrNameLst>
                                      </p:cBhvr>
                                      <p:to>
                                        <p:strVal val="visible"/>
                                      </p:to>
                                    </p:set>
                                  </p:childTnLst>
                                </p:cTn>
                              </p:par>
                              <p:par>
                                <p:cTn id="2165" presetID="1" presetClass="entr" presetSubtype="0" fill="hold" nodeType="withEffect">
                                  <p:stCondLst>
                                    <p:cond delay="0"/>
                                  </p:stCondLst>
                                  <p:childTnLst>
                                    <p:set>
                                      <p:cBhvr>
                                        <p:cTn id="2166" dur="1" fill="hold">
                                          <p:stCondLst>
                                            <p:cond delay="0"/>
                                          </p:stCondLst>
                                        </p:cTn>
                                        <p:tgtEl>
                                          <p:spTgt spid="1088"/>
                                        </p:tgtEl>
                                        <p:attrNameLst>
                                          <p:attrName>style.visibility</p:attrName>
                                        </p:attrNameLst>
                                      </p:cBhvr>
                                      <p:to>
                                        <p:strVal val="visible"/>
                                      </p:to>
                                    </p:set>
                                  </p:childTnLst>
                                </p:cTn>
                              </p:par>
                              <p:par>
                                <p:cTn id="2167" presetID="1" presetClass="entr" presetSubtype="0" fill="hold" nodeType="withEffect">
                                  <p:stCondLst>
                                    <p:cond delay="0"/>
                                  </p:stCondLst>
                                  <p:childTnLst>
                                    <p:set>
                                      <p:cBhvr>
                                        <p:cTn id="2168" dur="1" fill="hold">
                                          <p:stCondLst>
                                            <p:cond delay="0"/>
                                          </p:stCondLst>
                                        </p:cTn>
                                        <p:tgtEl>
                                          <p:spTgt spid="1089"/>
                                        </p:tgtEl>
                                        <p:attrNameLst>
                                          <p:attrName>style.visibility</p:attrName>
                                        </p:attrNameLst>
                                      </p:cBhvr>
                                      <p:to>
                                        <p:strVal val="visible"/>
                                      </p:to>
                                    </p:set>
                                  </p:childTnLst>
                                </p:cTn>
                              </p:par>
                              <p:par>
                                <p:cTn id="2169" presetID="1" presetClass="entr" presetSubtype="0" fill="hold" nodeType="withEffect">
                                  <p:stCondLst>
                                    <p:cond delay="0"/>
                                  </p:stCondLst>
                                  <p:childTnLst>
                                    <p:set>
                                      <p:cBhvr>
                                        <p:cTn id="2170" dur="1" fill="hold">
                                          <p:stCondLst>
                                            <p:cond delay="0"/>
                                          </p:stCondLst>
                                        </p:cTn>
                                        <p:tgtEl>
                                          <p:spTgt spid="1090"/>
                                        </p:tgtEl>
                                        <p:attrNameLst>
                                          <p:attrName>style.visibility</p:attrName>
                                        </p:attrNameLst>
                                      </p:cBhvr>
                                      <p:to>
                                        <p:strVal val="visible"/>
                                      </p:to>
                                    </p:set>
                                  </p:childTnLst>
                                </p:cTn>
                              </p:par>
                              <p:par>
                                <p:cTn id="2171" presetID="1" presetClass="entr" presetSubtype="0" fill="hold" nodeType="withEffect">
                                  <p:stCondLst>
                                    <p:cond delay="0"/>
                                  </p:stCondLst>
                                  <p:childTnLst>
                                    <p:set>
                                      <p:cBhvr>
                                        <p:cTn id="2172" dur="1" fill="hold">
                                          <p:stCondLst>
                                            <p:cond delay="0"/>
                                          </p:stCondLst>
                                        </p:cTn>
                                        <p:tgtEl>
                                          <p:spTgt spid="1091"/>
                                        </p:tgtEl>
                                        <p:attrNameLst>
                                          <p:attrName>style.visibility</p:attrName>
                                        </p:attrNameLst>
                                      </p:cBhvr>
                                      <p:to>
                                        <p:strVal val="visible"/>
                                      </p:to>
                                    </p:set>
                                  </p:childTnLst>
                                </p:cTn>
                              </p:par>
                              <p:par>
                                <p:cTn id="2173" presetID="1" presetClass="entr" presetSubtype="0" fill="hold" nodeType="withEffect">
                                  <p:stCondLst>
                                    <p:cond delay="0"/>
                                  </p:stCondLst>
                                  <p:childTnLst>
                                    <p:set>
                                      <p:cBhvr>
                                        <p:cTn id="2174" dur="1" fill="hold">
                                          <p:stCondLst>
                                            <p:cond delay="0"/>
                                          </p:stCondLst>
                                        </p:cTn>
                                        <p:tgtEl>
                                          <p:spTgt spid="1092"/>
                                        </p:tgtEl>
                                        <p:attrNameLst>
                                          <p:attrName>style.visibility</p:attrName>
                                        </p:attrNameLst>
                                      </p:cBhvr>
                                      <p:to>
                                        <p:strVal val="visible"/>
                                      </p:to>
                                    </p:set>
                                  </p:childTnLst>
                                </p:cTn>
                              </p:par>
                              <p:par>
                                <p:cTn id="2175" presetID="1" presetClass="entr" presetSubtype="0" fill="hold" nodeType="withEffect">
                                  <p:stCondLst>
                                    <p:cond delay="0"/>
                                  </p:stCondLst>
                                  <p:childTnLst>
                                    <p:set>
                                      <p:cBhvr>
                                        <p:cTn id="2176" dur="1" fill="hold">
                                          <p:stCondLst>
                                            <p:cond delay="0"/>
                                          </p:stCondLst>
                                        </p:cTn>
                                        <p:tgtEl>
                                          <p:spTgt spid="1093"/>
                                        </p:tgtEl>
                                        <p:attrNameLst>
                                          <p:attrName>style.visibility</p:attrName>
                                        </p:attrNameLst>
                                      </p:cBhvr>
                                      <p:to>
                                        <p:strVal val="visible"/>
                                      </p:to>
                                    </p:set>
                                  </p:childTnLst>
                                </p:cTn>
                              </p:par>
                              <p:par>
                                <p:cTn id="2177" presetID="1" presetClass="entr" presetSubtype="0" fill="hold" nodeType="withEffect">
                                  <p:stCondLst>
                                    <p:cond delay="0"/>
                                  </p:stCondLst>
                                  <p:childTnLst>
                                    <p:set>
                                      <p:cBhvr>
                                        <p:cTn id="2178" dur="1" fill="hold">
                                          <p:stCondLst>
                                            <p:cond delay="0"/>
                                          </p:stCondLst>
                                        </p:cTn>
                                        <p:tgtEl>
                                          <p:spTgt spid="1094"/>
                                        </p:tgtEl>
                                        <p:attrNameLst>
                                          <p:attrName>style.visibility</p:attrName>
                                        </p:attrNameLst>
                                      </p:cBhvr>
                                      <p:to>
                                        <p:strVal val="visible"/>
                                      </p:to>
                                    </p:set>
                                  </p:childTnLst>
                                </p:cTn>
                              </p:par>
                              <p:par>
                                <p:cTn id="2179" presetID="1" presetClass="entr" presetSubtype="0" fill="hold" nodeType="withEffect">
                                  <p:stCondLst>
                                    <p:cond delay="0"/>
                                  </p:stCondLst>
                                  <p:childTnLst>
                                    <p:set>
                                      <p:cBhvr>
                                        <p:cTn id="2180" dur="1" fill="hold">
                                          <p:stCondLst>
                                            <p:cond delay="0"/>
                                          </p:stCondLst>
                                        </p:cTn>
                                        <p:tgtEl>
                                          <p:spTgt spid="1095"/>
                                        </p:tgtEl>
                                        <p:attrNameLst>
                                          <p:attrName>style.visibility</p:attrName>
                                        </p:attrNameLst>
                                      </p:cBhvr>
                                      <p:to>
                                        <p:strVal val="visible"/>
                                      </p:to>
                                    </p:set>
                                  </p:childTnLst>
                                </p:cTn>
                              </p:par>
                              <p:par>
                                <p:cTn id="2181" presetID="1" presetClass="entr" presetSubtype="0" fill="hold" nodeType="withEffect">
                                  <p:stCondLst>
                                    <p:cond delay="0"/>
                                  </p:stCondLst>
                                  <p:childTnLst>
                                    <p:set>
                                      <p:cBhvr>
                                        <p:cTn id="2182" dur="1" fill="hold">
                                          <p:stCondLst>
                                            <p:cond delay="0"/>
                                          </p:stCondLst>
                                        </p:cTn>
                                        <p:tgtEl>
                                          <p:spTgt spid="1096"/>
                                        </p:tgtEl>
                                        <p:attrNameLst>
                                          <p:attrName>style.visibility</p:attrName>
                                        </p:attrNameLst>
                                      </p:cBhvr>
                                      <p:to>
                                        <p:strVal val="visible"/>
                                      </p:to>
                                    </p:set>
                                  </p:childTnLst>
                                </p:cTn>
                              </p:par>
                              <p:par>
                                <p:cTn id="2183" presetID="1" presetClass="entr" presetSubtype="0" fill="hold" nodeType="withEffect">
                                  <p:stCondLst>
                                    <p:cond delay="0"/>
                                  </p:stCondLst>
                                  <p:childTnLst>
                                    <p:set>
                                      <p:cBhvr>
                                        <p:cTn id="2184" dur="1" fill="hold">
                                          <p:stCondLst>
                                            <p:cond delay="0"/>
                                          </p:stCondLst>
                                        </p:cTn>
                                        <p:tgtEl>
                                          <p:spTgt spid="1097"/>
                                        </p:tgtEl>
                                        <p:attrNameLst>
                                          <p:attrName>style.visibility</p:attrName>
                                        </p:attrNameLst>
                                      </p:cBhvr>
                                      <p:to>
                                        <p:strVal val="visible"/>
                                      </p:to>
                                    </p:set>
                                  </p:childTnLst>
                                </p:cTn>
                              </p:par>
                              <p:par>
                                <p:cTn id="2185" presetID="1" presetClass="entr" presetSubtype="0" fill="hold" nodeType="withEffect">
                                  <p:stCondLst>
                                    <p:cond delay="0"/>
                                  </p:stCondLst>
                                  <p:childTnLst>
                                    <p:set>
                                      <p:cBhvr>
                                        <p:cTn id="2186" dur="1" fill="hold">
                                          <p:stCondLst>
                                            <p:cond delay="0"/>
                                          </p:stCondLst>
                                        </p:cTn>
                                        <p:tgtEl>
                                          <p:spTgt spid="1098"/>
                                        </p:tgtEl>
                                        <p:attrNameLst>
                                          <p:attrName>style.visibility</p:attrName>
                                        </p:attrNameLst>
                                      </p:cBhvr>
                                      <p:to>
                                        <p:strVal val="visible"/>
                                      </p:to>
                                    </p:set>
                                  </p:childTnLst>
                                </p:cTn>
                              </p:par>
                              <p:par>
                                <p:cTn id="2187" presetID="1" presetClass="entr" presetSubtype="0" fill="hold" nodeType="withEffect">
                                  <p:stCondLst>
                                    <p:cond delay="0"/>
                                  </p:stCondLst>
                                  <p:childTnLst>
                                    <p:set>
                                      <p:cBhvr>
                                        <p:cTn id="2188" dur="1" fill="hold">
                                          <p:stCondLst>
                                            <p:cond delay="0"/>
                                          </p:stCondLst>
                                        </p:cTn>
                                        <p:tgtEl>
                                          <p:spTgt spid="1099"/>
                                        </p:tgtEl>
                                        <p:attrNameLst>
                                          <p:attrName>style.visibility</p:attrName>
                                        </p:attrNameLst>
                                      </p:cBhvr>
                                      <p:to>
                                        <p:strVal val="visible"/>
                                      </p:to>
                                    </p:set>
                                  </p:childTnLst>
                                </p:cTn>
                              </p:par>
                              <p:par>
                                <p:cTn id="2189" presetID="1" presetClass="entr" presetSubtype="0" fill="hold" nodeType="withEffect">
                                  <p:stCondLst>
                                    <p:cond delay="0"/>
                                  </p:stCondLst>
                                  <p:childTnLst>
                                    <p:set>
                                      <p:cBhvr>
                                        <p:cTn id="2190" dur="1" fill="hold">
                                          <p:stCondLst>
                                            <p:cond delay="0"/>
                                          </p:stCondLst>
                                        </p:cTn>
                                        <p:tgtEl>
                                          <p:spTgt spid="1100"/>
                                        </p:tgtEl>
                                        <p:attrNameLst>
                                          <p:attrName>style.visibility</p:attrName>
                                        </p:attrNameLst>
                                      </p:cBhvr>
                                      <p:to>
                                        <p:strVal val="visible"/>
                                      </p:to>
                                    </p:set>
                                  </p:childTnLst>
                                </p:cTn>
                              </p:par>
                              <p:par>
                                <p:cTn id="2191" presetID="1" presetClass="entr" presetSubtype="0" fill="hold" nodeType="withEffect">
                                  <p:stCondLst>
                                    <p:cond delay="0"/>
                                  </p:stCondLst>
                                  <p:childTnLst>
                                    <p:set>
                                      <p:cBhvr>
                                        <p:cTn id="2192" dur="1" fill="hold">
                                          <p:stCondLst>
                                            <p:cond delay="0"/>
                                          </p:stCondLst>
                                        </p:cTn>
                                        <p:tgtEl>
                                          <p:spTgt spid="1101"/>
                                        </p:tgtEl>
                                        <p:attrNameLst>
                                          <p:attrName>style.visibility</p:attrName>
                                        </p:attrNameLst>
                                      </p:cBhvr>
                                      <p:to>
                                        <p:strVal val="visible"/>
                                      </p:to>
                                    </p:set>
                                  </p:childTnLst>
                                </p:cTn>
                              </p:par>
                              <p:par>
                                <p:cTn id="2193" presetID="1" presetClass="entr" presetSubtype="0" fill="hold" nodeType="withEffect">
                                  <p:stCondLst>
                                    <p:cond delay="0"/>
                                  </p:stCondLst>
                                  <p:childTnLst>
                                    <p:set>
                                      <p:cBhvr>
                                        <p:cTn id="2194" dur="1" fill="hold">
                                          <p:stCondLst>
                                            <p:cond delay="0"/>
                                          </p:stCondLst>
                                        </p:cTn>
                                        <p:tgtEl>
                                          <p:spTgt spid="1102"/>
                                        </p:tgtEl>
                                        <p:attrNameLst>
                                          <p:attrName>style.visibility</p:attrName>
                                        </p:attrNameLst>
                                      </p:cBhvr>
                                      <p:to>
                                        <p:strVal val="visible"/>
                                      </p:to>
                                    </p:set>
                                  </p:childTnLst>
                                </p:cTn>
                              </p:par>
                              <p:par>
                                <p:cTn id="2195" presetID="1" presetClass="entr" presetSubtype="0" fill="hold" nodeType="withEffect">
                                  <p:stCondLst>
                                    <p:cond delay="0"/>
                                  </p:stCondLst>
                                  <p:childTnLst>
                                    <p:set>
                                      <p:cBhvr>
                                        <p:cTn id="2196" dur="1" fill="hold">
                                          <p:stCondLst>
                                            <p:cond delay="0"/>
                                          </p:stCondLst>
                                        </p:cTn>
                                        <p:tgtEl>
                                          <p:spTgt spid="1103"/>
                                        </p:tgtEl>
                                        <p:attrNameLst>
                                          <p:attrName>style.visibility</p:attrName>
                                        </p:attrNameLst>
                                      </p:cBhvr>
                                      <p:to>
                                        <p:strVal val="visible"/>
                                      </p:to>
                                    </p:set>
                                  </p:childTnLst>
                                </p:cTn>
                              </p:par>
                              <p:par>
                                <p:cTn id="2197" presetID="1" presetClass="entr" presetSubtype="0" fill="hold" nodeType="withEffect">
                                  <p:stCondLst>
                                    <p:cond delay="0"/>
                                  </p:stCondLst>
                                  <p:childTnLst>
                                    <p:set>
                                      <p:cBhvr>
                                        <p:cTn id="2198" dur="1" fill="hold">
                                          <p:stCondLst>
                                            <p:cond delay="0"/>
                                          </p:stCondLst>
                                        </p:cTn>
                                        <p:tgtEl>
                                          <p:spTgt spid="1104"/>
                                        </p:tgtEl>
                                        <p:attrNameLst>
                                          <p:attrName>style.visibility</p:attrName>
                                        </p:attrNameLst>
                                      </p:cBhvr>
                                      <p:to>
                                        <p:strVal val="visible"/>
                                      </p:to>
                                    </p:set>
                                  </p:childTnLst>
                                </p:cTn>
                              </p:par>
                              <p:par>
                                <p:cTn id="2199" presetID="1" presetClass="entr" presetSubtype="0" fill="hold" nodeType="withEffect">
                                  <p:stCondLst>
                                    <p:cond delay="0"/>
                                  </p:stCondLst>
                                  <p:childTnLst>
                                    <p:set>
                                      <p:cBhvr>
                                        <p:cTn id="2200" dur="1" fill="hold">
                                          <p:stCondLst>
                                            <p:cond delay="0"/>
                                          </p:stCondLst>
                                        </p:cTn>
                                        <p:tgtEl>
                                          <p:spTgt spid="1105"/>
                                        </p:tgtEl>
                                        <p:attrNameLst>
                                          <p:attrName>style.visibility</p:attrName>
                                        </p:attrNameLst>
                                      </p:cBhvr>
                                      <p:to>
                                        <p:strVal val="visible"/>
                                      </p:to>
                                    </p:set>
                                  </p:childTnLst>
                                </p:cTn>
                              </p:par>
                              <p:par>
                                <p:cTn id="2201" presetID="1" presetClass="entr" presetSubtype="0" fill="hold" nodeType="withEffect">
                                  <p:stCondLst>
                                    <p:cond delay="0"/>
                                  </p:stCondLst>
                                  <p:childTnLst>
                                    <p:set>
                                      <p:cBhvr>
                                        <p:cTn id="2202" dur="1" fill="hold">
                                          <p:stCondLst>
                                            <p:cond delay="0"/>
                                          </p:stCondLst>
                                        </p:cTn>
                                        <p:tgtEl>
                                          <p:spTgt spid="1106"/>
                                        </p:tgtEl>
                                        <p:attrNameLst>
                                          <p:attrName>style.visibility</p:attrName>
                                        </p:attrNameLst>
                                      </p:cBhvr>
                                      <p:to>
                                        <p:strVal val="visible"/>
                                      </p:to>
                                    </p:set>
                                  </p:childTnLst>
                                </p:cTn>
                              </p:par>
                              <p:par>
                                <p:cTn id="2203" presetID="1" presetClass="entr" presetSubtype="0" fill="hold" nodeType="withEffect">
                                  <p:stCondLst>
                                    <p:cond delay="0"/>
                                  </p:stCondLst>
                                  <p:childTnLst>
                                    <p:set>
                                      <p:cBhvr>
                                        <p:cTn id="2204" dur="1" fill="hold">
                                          <p:stCondLst>
                                            <p:cond delay="0"/>
                                          </p:stCondLst>
                                        </p:cTn>
                                        <p:tgtEl>
                                          <p:spTgt spid="1107"/>
                                        </p:tgtEl>
                                        <p:attrNameLst>
                                          <p:attrName>style.visibility</p:attrName>
                                        </p:attrNameLst>
                                      </p:cBhvr>
                                      <p:to>
                                        <p:strVal val="visible"/>
                                      </p:to>
                                    </p:set>
                                  </p:childTnLst>
                                </p:cTn>
                              </p:par>
                              <p:par>
                                <p:cTn id="2205" presetID="1" presetClass="entr" presetSubtype="0" fill="hold" nodeType="withEffect">
                                  <p:stCondLst>
                                    <p:cond delay="0"/>
                                  </p:stCondLst>
                                  <p:childTnLst>
                                    <p:set>
                                      <p:cBhvr>
                                        <p:cTn id="2206" dur="1" fill="hold">
                                          <p:stCondLst>
                                            <p:cond delay="0"/>
                                          </p:stCondLst>
                                        </p:cTn>
                                        <p:tgtEl>
                                          <p:spTgt spid="1108"/>
                                        </p:tgtEl>
                                        <p:attrNameLst>
                                          <p:attrName>style.visibility</p:attrName>
                                        </p:attrNameLst>
                                      </p:cBhvr>
                                      <p:to>
                                        <p:strVal val="visible"/>
                                      </p:to>
                                    </p:set>
                                  </p:childTnLst>
                                </p:cTn>
                              </p:par>
                              <p:par>
                                <p:cTn id="2207" presetID="1" presetClass="entr" presetSubtype="0" fill="hold" nodeType="withEffect">
                                  <p:stCondLst>
                                    <p:cond delay="0"/>
                                  </p:stCondLst>
                                  <p:childTnLst>
                                    <p:set>
                                      <p:cBhvr>
                                        <p:cTn id="2208" dur="1" fill="hold">
                                          <p:stCondLst>
                                            <p:cond delay="0"/>
                                          </p:stCondLst>
                                        </p:cTn>
                                        <p:tgtEl>
                                          <p:spTgt spid="1109"/>
                                        </p:tgtEl>
                                        <p:attrNameLst>
                                          <p:attrName>style.visibility</p:attrName>
                                        </p:attrNameLst>
                                      </p:cBhvr>
                                      <p:to>
                                        <p:strVal val="visible"/>
                                      </p:to>
                                    </p:set>
                                  </p:childTnLst>
                                </p:cTn>
                              </p:par>
                              <p:par>
                                <p:cTn id="2209" presetID="1" presetClass="entr" presetSubtype="0" fill="hold" nodeType="withEffect">
                                  <p:stCondLst>
                                    <p:cond delay="0"/>
                                  </p:stCondLst>
                                  <p:childTnLst>
                                    <p:set>
                                      <p:cBhvr>
                                        <p:cTn id="2210" dur="1" fill="hold">
                                          <p:stCondLst>
                                            <p:cond delay="0"/>
                                          </p:stCondLst>
                                        </p:cTn>
                                        <p:tgtEl>
                                          <p:spTgt spid="1110"/>
                                        </p:tgtEl>
                                        <p:attrNameLst>
                                          <p:attrName>style.visibility</p:attrName>
                                        </p:attrNameLst>
                                      </p:cBhvr>
                                      <p:to>
                                        <p:strVal val="visible"/>
                                      </p:to>
                                    </p:set>
                                  </p:childTnLst>
                                </p:cTn>
                              </p:par>
                              <p:par>
                                <p:cTn id="2211" presetID="1" presetClass="entr" presetSubtype="0" fill="hold" nodeType="withEffect">
                                  <p:stCondLst>
                                    <p:cond delay="0"/>
                                  </p:stCondLst>
                                  <p:childTnLst>
                                    <p:set>
                                      <p:cBhvr>
                                        <p:cTn id="2212" dur="1" fill="hold">
                                          <p:stCondLst>
                                            <p:cond delay="0"/>
                                          </p:stCondLst>
                                        </p:cTn>
                                        <p:tgtEl>
                                          <p:spTgt spid="1111"/>
                                        </p:tgtEl>
                                        <p:attrNameLst>
                                          <p:attrName>style.visibility</p:attrName>
                                        </p:attrNameLst>
                                      </p:cBhvr>
                                      <p:to>
                                        <p:strVal val="visible"/>
                                      </p:to>
                                    </p:set>
                                  </p:childTnLst>
                                </p:cTn>
                              </p:par>
                              <p:par>
                                <p:cTn id="2213" presetID="1" presetClass="entr" presetSubtype="0" fill="hold" nodeType="withEffect">
                                  <p:stCondLst>
                                    <p:cond delay="0"/>
                                  </p:stCondLst>
                                  <p:childTnLst>
                                    <p:set>
                                      <p:cBhvr>
                                        <p:cTn id="2214" dur="1" fill="hold">
                                          <p:stCondLst>
                                            <p:cond delay="0"/>
                                          </p:stCondLst>
                                        </p:cTn>
                                        <p:tgtEl>
                                          <p:spTgt spid="1112"/>
                                        </p:tgtEl>
                                        <p:attrNameLst>
                                          <p:attrName>style.visibility</p:attrName>
                                        </p:attrNameLst>
                                      </p:cBhvr>
                                      <p:to>
                                        <p:strVal val="visible"/>
                                      </p:to>
                                    </p:set>
                                  </p:childTnLst>
                                </p:cTn>
                              </p:par>
                              <p:par>
                                <p:cTn id="2215" presetID="1" presetClass="entr" presetSubtype="0" fill="hold" nodeType="withEffect">
                                  <p:stCondLst>
                                    <p:cond delay="0"/>
                                  </p:stCondLst>
                                  <p:childTnLst>
                                    <p:set>
                                      <p:cBhvr>
                                        <p:cTn id="2216" dur="1" fill="hold">
                                          <p:stCondLst>
                                            <p:cond delay="0"/>
                                          </p:stCondLst>
                                        </p:cTn>
                                        <p:tgtEl>
                                          <p:spTgt spid="1113"/>
                                        </p:tgtEl>
                                        <p:attrNameLst>
                                          <p:attrName>style.visibility</p:attrName>
                                        </p:attrNameLst>
                                      </p:cBhvr>
                                      <p:to>
                                        <p:strVal val="visible"/>
                                      </p:to>
                                    </p:set>
                                  </p:childTnLst>
                                </p:cTn>
                              </p:par>
                              <p:par>
                                <p:cTn id="2217" presetID="1" presetClass="entr" presetSubtype="0" fill="hold" nodeType="withEffect">
                                  <p:stCondLst>
                                    <p:cond delay="0"/>
                                  </p:stCondLst>
                                  <p:childTnLst>
                                    <p:set>
                                      <p:cBhvr>
                                        <p:cTn id="2218" dur="1" fill="hold">
                                          <p:stCondLst>
                                            <p:cond delay="0"/>
                                          </p:stCondLst>
                                        </p:cTn>
                                        <p:tgtEl>
                                          <p:spTgt spid="1114"/>
                                        </p:tgtEl>
                                        <p:attrNameLst>
                                          <p:attrName>style.visibility</p:attrName>
                                        </p:attrNameLst>
                                      </p:cBhvr>
                                      <p:to>
                                        <p:strVal val="visible"/>
                                      </p:to>
                                    </p:set>
                                  </p:childTnLst>
                                </p:cTn>
                              </p:par>
                              <p:par>
                                <p:cTn id="2219" presetID="1" presetClass="entr" presetSubtype="0" fill="hold" nodeType="withEffect">
                                  <p:stCondLst>
                                    <p:cond delay="0"/>
                                  </p:stCondLst>
                                  <p:childTnLst>
                                    <p:set>
                                      <p:cBhvr>
                                        <p:cTn id="2220" dur="1" fill="hold">
                                          <p:stCondLst>
                                            <p:cond delay="0"/>
                                          </p:stCondLst>
                                        </p:cTn>
                                        <p:tgtEl>
                                          <p:spTgt spid="1115"/>
                                        </p:tgtEl>
                                        <p:attrNameLst>
                                          <p:attrName>style.visibility</p:attrName>
                                        </p:attrNameLst>
                                      </p:cBhvr>
                                      <p:to>
                                        <p:strVal val="visible"/>
                                      </p:to>
                                    </p:set>
                                  </p:childTnLst>
                                </p:cTn>
                              </p:par>
                              <p:par>
                                <p:cTn id="2221" presetID="1" presetClass="entr" presetSubtype="0" fill="hold" nodeType="withEffect">
                                  <p:stCondLst>
                                    <p:cond delay="0"/>
                                  </p:stCondLst>
                                  <p:childTnLst>
                                    <p:set>
                                      <p:cBhvr>
                                        <p:cTn id="2222" dur="1" fill="hold">
                                          <p:stCondLst>
                                            <p:cond delay="0"/>
                                          </p:stCondLst>
                                        </p:cTn>
                                        <p:tgtEl>
                                          <p:spTgt spid="1116"/>
                                        </p:tgtEl>
                                        <p:attrNameLst>
                                          <p:attrName>style.visibility</p:attrName>
                                        </p:attrNameLst>
                                      </p:cBhvr>
                                      <p:to>
                                        <p:strVal val="visible"/>
                                      </p:to>
                                    </p:set>
                                  </p:childTnLst>
                                </p:cTn>
                              </p:par>
                              <p:par>
                                <p:cTn id="2223" presetID="1" presetClass="entr" presetSubtype="0" fill="hold" nodeType="withEffect">
                                  <p:stCondLst>
                                    <p:cond delay="0"/>
                                  </p:stCondLst>
                                  <p:childTnLst>
                                    <p:set>
                                      <p:cBhvr>
                                        <p:cTn id="2224" dur="1" fill="hold">
                                          <p:stCondLst>
                                            <p:cond delay="0"/>
                                          </p:stCondLst>
                                        </p:cTn>
                                        <p:tgtEl>
                                          <p:spTgt spid="1117"/>
                                        </p:tgtEl>
                                        <p:attrNameLst>
                                          <p:attrName>style.visibility</p:attrName>
                                        </p:attrNameLst>
                                      </p:cBhvr>
                                      <p:to>
                                        <p:strVal val="visible"/>
                                      </p:to>
                                    </p:set>
                                  </p:childTnLst>
                                </p:cTn>
                              </p:par>
                              <p:par>
                                <p:cTn id="2225" presetID="1" presetClass="entr" presetSubtype="0" fill="hold" nodeType="withEffect">
                                  <p:stCondLst>
                                    <p:cond delay="0"/>
                                  </p:stCondLst>
                                  <p:childTnLst>
                                    <p:set>
                                      <p:cBhvr>
                                        <p:cTn id="2226" dur="1" fill="hold">
                                          <p:stCondLst>
                                            <p:cond delay="0"/>
                                          </p:stCondLst>
                                        </p:cTn>
                                        <p:tgtEl>
                                          <p:spTgt spid="1118"/>
                                        </p:tgtEl>
                                        <p:attrNameLst>
                                          <p:attrName>style.visibility</p:attrName>
                                        </p:attrNameLst>
                                      </p:cBhvr>
                                      <p:to>
                                        <p:strVal val="visible"/>
                                      </p:to>
                                    </p:set>
                                  </p:childTnLst>
                                </p:cTn>
                              </p:par>
                              <p:par>
                                <p:cTn id="2227" presetID="1" presetClass="entr" presetSubtype="0" fill="hold" nodeType="withEffect">
                                  <p:stCondLst>
                                    <p:cond delay="0"/>
                                  </p:stCondLst>
                                  <p:childTnLst>
                                    <p:set>
                                      <p:cBhvr>
                                        <p:cTn id="2228" dur="1" fill="hold">
                                          <p:stCondLst>
                                            <p:cond delay="0"/>
                                          </p:stCondLst>
                                        </p:cTn>
                                        <p:tgtEl>
                                          <p:spTgt spid="1119"/>
                                        </p:tgtEl>
                                        <p:attrNameLst>
                                          <p:attrName>style.visibility</p:attrName>
                                        </p:attrNameLst>
                                      </p:cBhvr>
                                      <p:to>
                                        <p:strVal val="visible"/>
                                      </p:to>
                                    </p:set>
                                  </p:childTnLst>
                                </p:cTn>
                              </p:par>
                              <p:par>
                                <p:cTn id="2229" presetID="1" presetClass="entr" presetSubtype="0" fill="hold" nodeType="withEffect">
                                  <p:stCondLst>
                                    <p:cond delay="0"/>
                                  </p:stCondLst>
                                  <p:childTnLst>
                                    <p:set>
                                      <p:cBhvr>
                                        <p:cTn id="2230" dur="1" fill="hold">
                                          <p:stCondLst>
                                            <p:cond delay="0"/>
                                          </p:stCondLst>
                                        </p:cTn>
                                        <p:tgtEl>
                                          <p:spTgt spid="1120"/>
                                        </p:tgtEl>
                                        <p:attrNameLst>
                                          <p:attrName>style.visibility</p:attrName>
                                        </p:attrNameLst>
                                      </p:cBhvr>
                                      <p:to>
                                        <p:strVal val="visible"/>
                                      </p:to>
                                    </p:set>
                                  </p:childTnLst>
                                </p:cTn>
                              </p:par>
                              <p:par>
                                <p:cTn id="2231" presetID="1" presetClass="entr" presetSubtype="0" fill="hold" nodeType="withEffect">
                                  <p:stCondLst>
                                    <p:cond delay="0"/>
                                  </p:stCondLst>
                                  <p:childTnLst>
                                    <p:set>
                                      <p:cBhvr>
                                        <p:cTn id="2232" dur="1" fill="hold">
                                          <p:stCondLst>
                                            <p:cond delay="0"/>
                                          </p:stCondLst>
                                        </p:cTn>
                                        <p:tgtEl>
                                          <p:spTgt spid="1121"/>
                                        </p:tgtEl>
                                        <p:attrNameLst>
                                          <p:attrName>style.visibility</p:attrName>
                                        </p:attrNameLst>
                                      </p:cBhvr>
                                      <p:to>
                                        <p:strVal val="visible"/>
                                      </p:to>
                                    </p:set>
                                  </p:childTnLst>
                                </p:cTn>
                              </p:par>
                              <p:par>
                                <p:cTn id="2233" presetID="1" presetClass="entr" presetSubtype="0" fill="hold" nodeType="withEffect">
                                  <p:stCondLst>
                                    <p:cond delay="0"/>
                                  </p:stCondLst>
                                  <p:childTnLst>
                                    <p:set>
                                      <p:cBhvr>
                                        <p:cTn id="2234" dur="1" fill="hold">
                                          <p:stCondLst>
                                            <p:cond delay="0"/>
                                          </p:stCondLst>
                                        </p:cTn>
                                        <p:tgtEl>
                                          <p:spTgt spid="1122"/>
                                        </p:tgtEl>
                                        <p:attrNameLst>
                                          <p:attrName>style.visibility</p:attrName>
                                        </p:attrNameLst>
                                      </p:cBhvr>
                                      <p:to>
                                        <p:strVal val="visible"/>
                                      </p:to>
                                    </p:set>
                                  </p:childTnLst>
                                </p:cTn>
                              </p:par>
                              <p:par>
                                <p:cTn id="2235" presetID="1" presetClass="entr" presetSubtype="0" fill="hold" nodeType="withEffect">
                                  <p:stCondLst>
                                    <p:cond delay="0"/>
                                  </p:stCondLst>
                                  <p:childTnLst>
                                    <p:set>
                                      <p:cBhvr>
                                        <p:cTn id="2236" dur="1" fill="hold">
                                          <p:stCondLst>
                                            <p:cond delay="0"/>
                                          </p:stCondLst>
                                        </p:cTn>
                                        <p:tgtEl>
                                          <p:spTgt spid="1123"/>
                                        </p:tgtEl>
                                        <p:attrNameLst>
                                          <p:attrName>style.visibility</p:attrName>
                                        </p:attrNameLst>
                                      </p:cBhvr>
                                      <p:to>
                                        <p:strVal val="visible"/>
                                      </p:to>
                                    </p:set>
                                  </p:childTnLst>
                                </p:cTn>
                              </p:par>
                              <p:par>
                                <p:cTn id="2237" presetID="1" presetClass="entr" presetSubtype="0" fill="hold" nodeType="withEffect">
                                  <p:stCondLst>
                                    <p:cond delay="0"/>
                                  </p:stCondLst>
                                  <p:childTnLst>
                                    <p:set>
                                      <p:cBhvr>
                                        <p:cTn id="2238" dur="1" fill="hold">
                                          <p:stCondLst>
                                            <p:cond delay="0"/>
                                          </p:stCondLst>
                                        </p:cTn>
                                        <p:tgtEl>
                                          <p:spTgt spid="1124"/>
                                        </p:tgtEl>
                                        <p:attrNameLst>
                                          <p:attrName>style.visibility</p:attrName>
                                        </p:attrNameLst>
                                      </p:cBhvr>
                                      <p:to>
                                        <p:strVal val="visible"/>
                                      </p:to>
                                    </p:set>
                                  </p:childTnLst>
                                </p:cTn>
                              </p:par>
                              <p:par>
                                <p:cTn id="2239" presetID="1" presetClass="entr" presetSubtype="0" fill="hold" nodeType="withEffect">
                                  <p:stCondLst>
                                    <p:cond delay="0"/>
                                  </p:stCondLst>
                                  <p:childTnLst>
                                    <p:set>
                                      <p:cBhvr>
                                        <p:cTn id="2240" dur="1" fill="hold">
                                          <p:stCondLst>
                                            <p:cond delay="0"/>
                                          </p:stCondLst>
                                        </p:cTn>
                                        <p:tgtEl>
                                          <p:spTgt spid="1125"/>
                                        </p:tgtEl>
                                        <p:attrNameLst>
                                          <p:attrName>style.visibility</p:attrName>
                                        </p:attrNameLst>
                                      </p:cBhvr>
                                      <p:to>
                                        <p:strVal val="visible"/>
                                      </p:to>
                                    </p:set>
                                  </p:childTnLst>
                                </p:cTn>
                              </p:par>
                              <p:par>
                                <p:cTn id="2241" presetID="1" presetClass="entr" presetSubtype="0" fill="hold" nodeType="withEffect">
                                  <p:stCondLst>
                                    <p:cond delay="0"/>
                                  </p:stCondLst>
                                  <p:childTnLst>
                                    <p:set>
                                      <p:cBhvr>
                                        <p:cTn id="2242" dur="1" fill="hold">
                                          <p:stCondLst>
                                            <p:cond delay="0"/>
                                          </p:stCondLst>
                                        </p:cTn>
                                        <p:tgtEl>
                                          <p:spTgt spid="1126"/>
                                        </p:tgtEl>
                                        <p:attrNameLst>
                                          <p:attrName>style.visibility</p:attrName>
                                        </p:attrNameLst>
                                      </p:cBhvr>
                                      <p:to>
                                        <p:strVal val="visible"/>
                                      </p:to>
                                    </p:set>
                                  </p:childTnLst>
                                </p:cTn>
                              </p:par>
                              <p:par>
                                <p:cTn id="2243" presetID="1" presetClass="entr" presetSubtype="0" fill="hold" nodeType="withEffect">
                                  <p:stCondLst>
                                    <p:cond delay="0"/>
                                  </p:stCondLst>
                                  <p:childTnLst>
                                    <p:set>
                                      <p:cBhvr>
                                        <p:cTn id="2244" dur="1" fill="hold">
                                          <p:stCondLst>
                                            <p:cond delay="0"/>
                                          </p:stCondLst>
                                        </p:cTn>
                                        <p:tgtEl>
                                          <p:spTgt spid="1127"/>
                                        </p:tgtEl>
                                        <p:attrNameLst>
                                          <p:attrName>style.visibility</p:attrName>
                                        </p:attrNameLst>
                                      </p:cBhvr>
                                      <p:to>
                                        <p:strVal val="visible"/>
                                      </p:to>
                                    </p:set>
                                  </p:childTnLst>
                                </p:cTn>
                              </p:par>
                              <p:par>
                                <p:cTn id="2245" presetID="1" presetClass="entr" presetSubtype="0" fill="hold" nodeType="withEffect">
                                  <p:stCondLst>
                                    <p:cond delay="0"/>
                                  </p:stCondLst>
                                  <p:childTnLst>
                                    <p:set>
                                      <p:cBhvr>
                                        <p:cTn id="2246" dur="1" fill="hold">
                                          <p:stCondLst>
                                            <p:cond delay="0"/>
                                          </p:stCondLst>
                                        </p:cTn>
                                        <p:tgtEl>
                                          <p:spTgt spid="1128"/>
                                        </p:tgtEl>
                                        <p:attrNameLst>
                                          <p:attrName>style.visibility</p:attrName>
                                        </p:attrNameLst>
                                      </p:cBhvr>
                                      <p:to>
                                        <p:strVal val="visible"/>
                                      </p:to>
                                    </p:set>
                                  </p:childTnLst>
                                </p:cTn>
                              </p:par>
                              <p:par>
                                <p:cTn id="2247" presetID="1" presetClass="entr" presetSubtype="0" fill="hold" nodeType="withEffect">
                                  <p:stCondLst>
                                    <p:cond delay="0"/>
                                  </p:stCondLst>
                                  <p:childTnLst>
                                    <p:set>
                                      <p:cBhvr>
                                        <p:cTn id="2248" dur="1" fill="hold">
                                          <p:stCondLst>
                                            <p:cond delay="0"/>
                                          </p:stCondLst>
                                        </p:cTn>
                                        <p:tgtEl>
                                          <p:spTgt spid="1129"/>
                                        </p:tgtEl>
                                        <p:attrNameLst>
                                          <p:attrName>style.visibility</p:attrName>
                                        </p:attrNameLst>
                                      </p:cBhvr>
                                      <p:to>
                                        <p:strVal val="visible"/>
                                      </p:to>
                                    </p:set>
                                  </p:childTnLst>
                                </p:cTn>
                              </p:par>
                              <p:par>
                                <p:cTn id="2249" presetID="1" presetClass="entr" presetSubtype="0" fill="hold" nodeType="withEffect">
                                  <p:stCondLst>
                                    <p:cond delay="0"/>
                                  </p:stCondLst>
                                  <p:childTnLst>
                                    <p:set>
                                      <p:cBhvr>
                                        <p:cTn id="2250" dur="1" fill="hold">
                                          <p:stCondLst>
                                            <p:cond delay="0"/>
                                          </p:stCondLst>
                                        </p:cTn>
                                        <p:tgtEl>
                                          <p:spTgt spid="1130"/>
                                        </p:tgtEl>
                                        <p:attrNameLst>
                                          <p:attrName>style.visibility</p:attrName>
                                        </p:attrNameLst>
                                      </p:cBhvr>
                                      <p:to>
                                        <p:strVal val="visible"/>
                                      </p:to>
                                    </p:set>
                                  </p:childTnLst>
                                </p:cTn>
                              </p:par>
                              <p:par>
                                <p:cTn id="2251" presetID="1" presetClass="entr" presetSubtype="0" fill="hold" nodeType="withEffect">
                                  <p:stCondLst>
                                    <p:cond delay="0"/>
                                  </p:stCondLst>
                                  <p:childTnLst>
                                    <p:set>
                                      <p:cBhvr>
                                        <p:cTn id="2252" dur="1" fill="hold">
                                          <p:stCondLst>
                                            <p:cond delay="0"/>
                                          </p:stCondLst>
                                        </p:cTn>
                                        <p:tgtEl>
                                          <p:spTgt spid="1131"/>
                                        </p:tgtEl>
                                        <p:attrNameLst>
                                          <p:attrName>style.visibility</p:attrName>
                                        </p:attrNameLst>
                                      </p:cBhvr>
                                      <p:to>
                                        <p:strVal val="visible"/>
                                      </p:to>
                                    </p:set>
                                  </p:childTnLst>
                                </p:cTn>
                              </p:par>
                              <p:par>
                                <p:cTn id="2253" presetID="1" presetClass="entr" presetSubtype="0" fill="hold" nodeType="withEffect">
                                  <p:stCondLst>
                                    <p:cond delay="0"/>
                                  </p:stCondLst>
                                  <p:childTnLst>
                                    <p:set>
                                      <p:cBhvr>
                                        <p:cTn id="2254" dur="1" fill="hold">
                                          <p:stCondLst>
                                            <p:cond delay="0"/>
                                          </p:stCondLst>
                                        </p:cTn>
                                        <p:tgtEl>
                                          <p:spTgt spid="1132"/>
                                        </p:tgtEl>
                                        <p:attrNameLst>
                                          <p:attrName>style.visibility</p:attrName>
                                        </p:attrNameLst>
                                      </p:cBhvr>
                                      <p:to>
                                        <p:strVal val="visible"/>
                                      </p:to>
                                    </p:set>
                                  </p:childTnLst>
                                </p:cTn>
                              </p:par>
                              <p:par>
                                <p:cTn id="2255" presetID="1" presetClass="entr" presetSubtype="0" fill="hold" nodeType="withEffect">
                                  <p:stCondLst>
                                    <p:cond delay="0"/>
                                  </p:stCondLst>
                                  <p:childTnLst>
                                    <p:set>
                                      <p:cBhvr>
                                        <p:cTn id="2256" dur="1" fill="hold">
                                          <p:stCondLst>
                                            <p:cond delay="0"/>
                                          </p:stCondLst>
                                        </p:cTn>
                                        <p:tgtEl>
                                          <p:spTgt spid="1133"/>
                                        </p:tgtEl>
                                        <p:attrNameLst>
                                          <p:attrName>style.visibility</p:attrName>
                                        </p:attrNameLst>
                                      </p:cBhvr>
                                      <p:to>
                                        <p:strVal val="visible"/>
                                      </p:to>
                                    </p:set>
                                  </p:childTnLst>
                                </p:cTn>
                              </p:par>
                              <p:par>
                                <p:cTn id="2257" presetID="1" presetClass="entr" presetSubtype="0" fill="hold" nodeType="withEffect">
                                  <p:stCondLst>
                                    <p:cond delay="0"/>
                                  </p:stCondLst>
                                  <p:childTnLst>
                                    <p:set>
                                      <p:cBhvr>
                                        <p:cTn id="2258" dur="1" fill="hold">
                                          <p:stCondLst>
                                            <p:cond delay="0"/>
                                          </p:stCondLst>
                                        </p:cTn>
                                        <p:tgtEl>
                                          <p:spTgt spid="1134"/>
                                        </p:tgtEl>
                                        <p:attrNameLst>
                                          <p:attrName>style.visibility</p:attrName>
                                        </p:attrNameLst>
                                      </p:cBhvr>
                                      <p:to>
                                        <p:strVal val="visible"/>
                                      </p:to>
                                    </p:set>
                                  </p:childTnLst>
                                </p:cTn>
                              </p:par>
                              <p:par>
                                <p:cTn id="2259" presetID="1" presetClass="entr" presetSubtype="0" fill="hold" nodeType="withEffect">
                                  <p:stCondLst>
                                    <p:cond delay="0"/>
                                  </p:stCondLst>
                                  <p:childTnLst>
                                    <p:set>
                                      <p:cBhvr>
                                        <p:cTn id="2260" dur="1" fill="hold">
                                          <p:stCondLst>
                                            <p:cond delay="0"/>
                                          </p:stCondLst>
                                        </p:cTn>
                                        <p:tgtEl>
                                          <p:spTgt spid="1135"/>
                                        </p:tgtEl>
                                        <p:attrNameLst>
                                          <p:attrName>style.visibility</p:attrName>
                                        </p:attrNameLst>
                                      </p:cBhvr>
                                      <p:to>
                                        <p:strVal val="visible"/>
                                      </p:to>
                                    </p:set>
                                  </p:childTnLst>
                                </p:cTn>
                              </p:par>
                              <p:par>
                                <p:cTn id="2261" presetID="1" presetClass="entr" presetSubtype="0" fill="hold" nodeType="withEffect">
                                  <p:stCondLst>
                                    <p:cond delay="0"/>
                                  </p:stCondLst>
                                  <p:childTnLst>
                                    <p:set>
                                      <p:cBhvr>
                                        <p:cTn id="2262" dur="1" fill="hold">
                                          <p:stCondLst>
                                            <p:cond delay="0"/>
                                          </p:stCondLst>
                                        </p:cTn>
                                        <p:tgtEl>
                                          <p:spTgt spid="1136"/>
                                        </p:tgtEl>
                                        <p:attrNameLst>
                                          <p:attrName>style.visibility</p:attrName>
                                        </p:attrNameLst>
                                      </p:cBhvr>
                                      <p:to>
                                        <p:strVal val="visible"/>
                                      </p:to>
                                    </p:set>
                                  </p:childTnLst>
                                </p:cTn>
                              </p:par>
                              <p:par>
                                <p:cTn id="2263" presetID="1" presetClass="entr" presetSubtype="0" fill="hold" nodeType="withEffect">
                                  <p:stCondLst>
                                    <p:cond delay="0"/>
                                  </p:stCondLst>
                                  <p:childTnLst>
                                    <p:set>
                                      <p:cBhvr>
                                        <p:cTn id="2264" dur="1" fill="hold">
                                          <p:stCondLst>
                                            <p:cond delay="0"/>
                                          </p:stCondLst>
                                        </p:cTn>
                                        <p:tgtEl>
                                          <p:spTgt spid="1137"/>
                                        </p:tgtEl>
                                        <p:attrNameLst>
                                          <p:attrName>style.visibility</p:attrName>
                                        </p:attrNameLst>
                                      </p:cBhvr>
                                      <p:to>
                                        <p:strVal val="visible"/>
                                      </p:to>
                                    </p:set>
                                  </p:childTnLst>
                                </p:cTn>
                              </p:par>
                              <p:par>
                                <p:cTn id="2265" presetID="1" presetClass="entr" presetSubtype="0" fill="hold" nodeType="withEffect">
                                  <p:stCondLst>
                                    <p:cond delay="0"/>
                                  </p:stCondLst>
                                  <p:childTnLst>
                                    <p:set>
                                      <p:cBhvr>
                                        <p:cTn id="2266" dur="1" fill="hold">
                                          <p:stCondLst>
                                            <p:cond delay="0"/>
                                          </p:stCondLst>
                                        </p:cTn>
                                        <p:tgtEl>
                                          <p:spTgt spid="1138"/>
                                        </p:tgtEl>
                                        <p:attrNameLst>
                                          <p:attrName>style.visibility</p:attrName>
                                        </p:attrNameLst>
                                      </p:cBhvr>
                                      <p:to>
                                        <p:strVal val="visible"/>
                                      </p:to>
                                    </p:set>
                                  </p:childTnLst>
                                </p:cTn>
                              </p:par>
                              <p:par>
                                <p:cTn id="2267" presetID="1" presetClass="entr" presetSubtype="0" fill="hold" nodeType="withEffect">
                                  <p:stCondLst>
                                    <p:cond delay="0"/>
                                  </p:stCondLst>
                                  <p:childTnLst>
                                    <p:set>
                                      <p:cBhvr>
                                        <p:cTn id="2268" dur="1" fill="hold">
                                          <p:stCondLst>
                                            <p:cond delay="0"/>
                                          </p:stCondLst>
                                        </p:cTn>
                                        <p:tgtEl>
                                          <p:spTgt spid="1139"/>
                                        </p:tgtEl>
                                        <p:attrNameLst>
                                          <p:attrName>style.visibility</p:attrName>
                                        </p:attrNameLst>
                                      </p:cBhvr>
                                      <p:to>
                                        <p:strVal val="visible"/>
                                      </p:to>
                                    </p:set>
                                  </p:childTnLst>
                                </p:cTn>
                              </p:par>
                              <p:par>
                                <p:cTn id="2269" presetID="1" presetClass="entr" presetSubtype="0" fill="hold" nodeType="withEffect">
                                  <p:stCondLst>
                                    <p:cond delay="0"/>
                                  </p:stCondLst>
                                  <p:childTnLst>
                                    <p:set>
                                      <p:cBhvr>
                                        <p:cTn id="2270" dur="1" fill="hold">
                                          <p:stCondLst>
                                            <p:cond delay="0"/>
                                          </p:stCondLst>
                                        </p:cTn>
                                        <p:tgtEl>
                                          <p:spTgt spid="1140"/>
                                        </p:tgtEl>
                                        <p:attrNameLst>
                                          <p:attrName>style.visibility</p:attrName>
                                        </p:attrNameLst>
                                      </p:cBhvr>
                                      <p:to>
                                        <p:strVal val="visible"/>
                                      </p:to>
                                    </p:set>
                                  </p:childTnLst>
                                </p:cTn>
                              </p:par>
                              <p:par>
                                <p:cTn id="2271" presetID="1" presetClass="entr" presetSubtype="0" fill="hold" nodeType="withEffect">
                                  <p:stCondLst>
                                    <p:cond delay="0"/>
                                  </p:stCondLst>
                                  <p:childTnLst>
                                    <p:set>
                                      <p:cBhvr>
                                        <p:cTn id="2272" dur="1" fill="hold">
                                          <p:stCondLst>
                                            <p:cond delay="0"/>
                                          </p:stCondLst>
                                        </p:cTn>
                                        <p:tgtEl>
                                          <p:spTgt spid="1141"/>
                                        </p:tgtEl>
                                        <p:attrNameLst>
                                          <p:attrName>style.visibility</p:attrName>
                                        </p:attrNameLst>
                                      </p:cBhvr>
                                      <p:to>
                                        <p:strVal val="visible"/>
                                      </p:to>
                                    </p:set>
                                  </p:childTnLst>
                                </p:cTn>
                              </p:par>
                              <p:par>
                                <p:cTn id="2273" presetID="1" presetClass="entr" presetSubtype="0" fill="hold" nodeType="withEffect">
                                  <p:stCondLst>
                                    <p:cond delay="0"/>
                                  </p:stCondLst>
                                  <p:childTnLst>
                                    <p:set>
                                      <p:cBhvr>
                                        <p:cTn id="2274" dur="1" fill="hold">
                                          <p:stCondLst>
                                            <p:cond delay="0"/>
                                          </p:stCondLst>
                                        </p:cTn>
                                        <p:tgtEl>
                                          <p:spTgt spid="1142"/>
                                        </p:tgtEl>
                                        <p:attrNameLst>
                                          <p:attrName>style.visibility</p:attrName>
                                        </p:attrNameLst>
                                      </p:cBhvr>
                                      <p:to>
                                        <p:strVal val="visible"/>
                                      </p:to>
                                    </p:set>
                                  </p:childTnLst>
                                </p:cTn>
                              </p:par>
                              <p:par>
                                <p:cTn id="2275" presetID="1" presetClass="entr" presetSubtype="0" fill="hold" nodeType="withEffect">
                                  <p:stCondLst>
                                    <p:cond delay="0"/>
                                  </p:stCondLst>
                                  <p:childTnLst>
                                    <p:set>
                                      <p:cBhvr>
                                        <p:cTn id="2276" dur="1" fill="hold">
                                          <p:stCondLst>
                                            <p:cond delay="0"/>
                                          </p:stCondLst>
                                        </p:cTn>
                                        <p:tgtEl>
                                          <p:spTgt spid="1143"/>
                                        </p:tgtEl>
                                        <p:attrNameLst>
                                          <p:attrName>style.visibility</p:attrName>
                                        </p:attrNameLst>
                                      </p:cBhvr>
                                      <p:to>
                                        <p:strVal val="visible"/>
                                      </p:to>
                                    </p:set>
                                  </p:childTnLst>
                                </p:cTn>
                              </p:par>
                              <p:par>
                                <p:cTn id="2277" presetID="1" presetClass="entr" presetSubtype="0" fill="hold" nodeType="withEffect">
                                  <p:stCondLst>
                                    <p:cond delay="0"/>
                                  </p:stCondLst>
                                  <p:childTnLst>
                                    <p:set>
                                      <p:cBhvr>
                                        <p:cTn id="2278" dur="1" fill="hold">
                                          <p:stCondLst>
                                            <p:cond delay="0"/>
                                          </p:stCondLst>
                                        </p:cTn>
                                        <p:tgtEl>
                                          <p:spTgt spid="1144"/>
                                        </p:tgtEl>
                                        <p:attrNameLst>
                                          <p:attrName>style.visibility</p:attrName>
                                        </p:attrNameLst>
                                      </p:cBhvr>
                                      <p:to>
                                        <p:strVal val="visible"/>
                                      </p:to>
                                    </p:set>
                                  </p:childTnLst>
                                </p:cTn>
                              </p:par>
                              <p:par>
                                <p:cTn id="2279" presetID="1" presetClass="entr" presetSubtype="0" fill="hold" nodeType="withEffect">
                                  <p:stCondLst>
                                    <p:cond delay="0"/>
                                  </p:stCondLst>
                                  <p:childTnLst>
                                    <p:set>
                                      <p:cBhvr>
                                        <p:cTn id="2280" dur="1" fill="hold">
                                          <p:stCondLst>
                                            <p:cond delay="0"/>
                                          </p:stCondLst>
                                        </p:cTn>
                                        <p:tgtEl>
                                          <p:spTgt spid="1145"/>
                                        </p:tgtEl>
                                        <p:attrNameLst>
                                          <p:attrName>style.visibility</p:attrName>
                                        </p:attrNameLst>
                                      </p:cBhvr>
                                      <p:to>
                                        <p:strVal val="visible"/>
                                      </p:to>
                                    </p:set>
                                  </p:childTnLst>
                                </p:cTn>
                              </p:par>
                              <p:par>
                                <p:cTn id="2281" presetID="1" presetClass="entr" presetSubtype="0" fill="hold" nodeType="withEffect">
                                  <p:stCondLst>
                                    <p:cond delay="0"/>
                                  </p:stCondLst>
                                  <p:childTnLst>
                                    <p:set>
                                      <p:cBhvr>
                                        <p:cTn id="2282" dur="1" fill="hold">
                                          <p:stCondLst>
                                            <p:cond delay="0"/>
                                          </p:stCondLst>
                                        </p:cTn>
                                        <p:tgtEl>
                                          <p:spTgt spid="1146"/>
                                        </p:tgtEl>
                                        <p:attrNameLst>
                                          <p:attrName>style.visibility</p:attrName>
                                        </p:attrNameLst>
                                      </p:cBhvr>
                                      <p:to>
                                        <p:strVal val="visible"/>
                                      </p:to>
                                    </p:set>
                                  </p:childTnLst>
                                </p:cTn>
                              </p:par>
                              <p:par>
                                <p:cTn id="2283" presetID="1" presetClass="entr" presetSubtype="0" fill="hold" nodeType="withEffect">
                                  <p:stCondLst>
                                    <p:cond delay="0"/>
                                  </p:stCondLst>
                                  <p:childTnLst>
                                    <p:set>
                                      <p:cBhvr>
                                        <p:cTn id="2284" dur="1" fill="hold">
                                          <p:stCondLst>
                                            <p:cond delay="0"/>
                                          </p:stCondLst>
                                        </p:cTn>
                                        <p:tgtEl>
                                          <p:spTgt spid="1147"/>
                                        </p:tgtEl>
                                        <p:attrNameLst>
                                          <p:attrName>style.visibility</p:attrName>
                                        </p:attrNameLst>
                                      </p:cBhvr>
                                      <p:to>
                                        <p:strVal val="visible"/>
                                      </p:to>
                                    </p:set>
                                  </p:childTnLst>
                                </p:cTn>
                              </p:par>
                              <p:par>
                                <p:cTn id="2285" presetID="1" presetClass="entr" presetSubtype="0" fill="hold" nodeType="withEffect">
                                  <p:stCondLst>
                                    <p:cond delay="0"/>
                                  </p:stCondLst>
                                  <p:childTnLst>
                                    <p:set>
                                      <p:cBhvr>
                                        <p:cTn id="2286" dur="1" fill="hold">
                                          <p:stCondLst>
                                            <p:cond delay="0"/>
                                          </p:stCondLst>
                                        </p:cTn>
                                        <p:tgtEl>
                                          <p:spTgt spid="1148"/>
                                        </p:tgtEl>
                                        <p:attrNameLst>
                                          <p:attrName>style.visibility</p:attrName>
                                        </p:attrNameLst>
                                      </p:cBhvr>
                                      <p:to>
                                        <p:strVal val="visible"/>
                                      </p:to>
                                    </p:set>
                                  </p:childTnLst>
                                </p:cTn>
                              </p:par>
                              <p:par>
                                <p:cTn id="2287" presetID="1" presetClass="entr" presetSubtype="0" fill="hold" nodeType="withEffect">
                                  <p:stCondLst>
                                    <p:cond delay="0"/>
                                  </p:stCondLst>
                                  <p:childTnLst>
                                    <p:set>
                                      <p:cBhvr>
                                        <p:cTn id="2288" dur="1" fill="hold">
                                          <p:stCondLst>
                                            <p:cond delay="0"/>
                                          </p:stCondLst>
                                        </p:cTn>
                                        <p:tgtEl>
                                          <p:spTgt spid="1149"/>
                                        </p:tgtEl>
                                        <p:attrNameLst>
                                          <p:attrName>style.visibility</p:attrName>
                                        </p:attrNameLst>
                                      </p:cBhvr>
                                      <p:to>
                                        <p:strVal val="visible"/>
                                      </p:to>
                                    </p:set>
                                  </p:childTnLst>
                                </p:cTn>
                              </p:par>
                              <p:par>
                                <p:cTn id="2289" presetID="1" presetClass="entr" presetSubtype="0" fill="hold" nodeType="withEffect">
                                  <p:stCondLst>
                                    <p:cond delay="0"/>
                                  </p:stCondLst>
                                  <p:childTnLst>
                                    <p:set>
                                      <p:cBhvr>
                                        <p:cTn id="2290" dur="1" fill="hold">
                                          <p:stCondLst>
                                            <p:cond delay="0"/>
                                          </p:stCondLst>
                                        </p:cTn>
                                        <p:tgtEl>
                                          <p:spTgt spid="1150"/>
                                        </p:tgtEl>
                                        <p:attrNameLst>
                                          <p:attrName>style.visibility</p:attrName>
                                        </p:attrNameLst>
                                      </p:cBhvr>
                                      <p:to>
                                        <p:strVal val="visible"/>
                                      </p:to>
                                    </p:set>
                                  </p:childTnLst>
                                </p:cTn>
                              </p:par>
                              <p:par>
                                <p:cTn id="2291" presetID="1" presetClass="entr" presetSubtype="0" fill="hold" nodeType="withEffect">
                                  <p:stCondLst>
                                    <p:cond delay="0"/>
                                  </p:stCondLst>
                                  <p:childTnLst>
                                    <p:set>
                                      <p:cBhvr>
                                        <p:cTn id="2292" dur="1" fill="hold">
                                          <p:stCondLst>
                                            <p:cond delay="0"/>
                                          </p:stCondLst>
                                        </p:cTn>
                                        <p:tgtEl>
                                          <p:spTgt spid="1151"/>
                                        </p:tgtEl>
                                        <p:attrNameLst>
                                          <p:attrName>style.visibility</p:attrName>
                                        </p:attrNameLst>
                                      </p:cBhvr>
                                      <p:to>
                                        <p:strVal val="visible"/>
                                      </p:to>
                                    </p:set>
                                  </p:childTnLst>
                                </p:cTn>
                              </p:par>
                              <p:par>
                                <p:cTn id="2293" presetID="1" presetClass="entr" presetSubtype="0" fill="hold" nodeType="withEffect">
                                  <p:stCondLst>
                                    <p:cond delay="0"/>
                                  </p:stCondLst>
                                  <p:childTnLst>
                                    <p:set>
                                      <p:cBhvr>
                                        <p:cTn id="2294" dur="1" fill="hold">
                                          <p:stCondLst>
                                            <p:cond delay="0"/>
                                          </p:stCondLst>
                                        </p:cTn>
                                        <p:tgtEl>
                                          <p:spTgt spid="1152"/>
                                        </p:tgtEl>
                                        <p:attrNameLst>
                                          <p:attrName>style.visibility</p:attrName>
                                        </p:attrNameLst>
                                      </p:cBhvr>
                                      <p:to>
                                        <p:strVal val="visible"/>
                                      </p:to>
                                    </p:set>
                                  </p:childTnLst>
                                </p:cTn>
                              </p:par>
                              <p:par>
                                <p:cTn id="2295" presetID="1" presetClass="entr" presetSubtype="0" fill="hold" nodeType="withEffect">
                                  <p:stCondLst>
                                    <p:cond delay="0"/>
                                  </p:stCondLst>
                                  <p:childTnLst>
                                    <p:set>
                                      <p:cBhvr>
                                        <p:cTn id="2296" dur="1" fill="hold">
                                          <p:stCondLst>
                                            <p:cond delay="0"/>
                                          </p:stCondLst>
                                        </p:cTn>
                                        <p:tgtEl>
                                          <p:spTgt spid="1153"/>
                                        </p:tgtEl>
                                        <p:attrNameLst>
                                          <p:attrName>style.visibility</p:attrName>
                                        </p:attrNameLst>
                                      </p:cBhvr>
                                      <p:to>
                                        <p:strVal val="visible"/>
                                      </p:to>
                                    </p:set>
                                  </p:childTnLst>
                                </p:cTn>
                              </p:par>
                              <p:par>
                                <p:cTn id="2297" presetID="1" presetClass="entr" presetSubtype="0" fill="hold" nodeType="withEffect">
                                  <p:stCondLst>
                                    <p:cond delay="0"/>
                                  </p:stCondLst>
                                  <p:childTnLst>
                                    <p:set>
                                      <p:cBhvr>
                                        <p:cTn id="2298" dur="1" fill="hold">
                                          <p:stCondLst>
                                            <p:cond delay="0"/>
                                          </p:stCondLst>
                                        </p:cTn>
                                        <p:tgtEl>
                                          <p:spTgt spid="1154"/>
                                        </p:tgtEl>
                                        <p:attrNameLst>
                                          <p:attrName>style.visibility</p:attrName>
                                        </p:attrNameLst>
                                      </p:cBhvr>
                                      <p:to>
                                        <p:strVal val="visible"/>
                                      </p:to>
                                    </p:set>
                                  </p:childTnLst>
                                </p:cTn>
                              </p:par>
                              <p:par>
                                <p:cTn id="2299" presetID="1" presetClass="entr" presetSubtype="0" fill="hold" nodeType="withEffect">
                                  <p:stCondLst>
                                    <p:cond delay="0"/>
                                  </p:stCondLst>
                                  <p:childTnLst>
                                    <p:set>
                                      <p:cBhvr>
                                        <p:cTn id="2300" dur="1" fill="hold">
                                          <p:stCondLst>
                                            <p:cond delay="0"/>
                                          </p:stCondLst>
                                        </p:cTn>
                                        <p:tgtEl>
                                          <p:spTgt spid="1155"/>
                                        </p:tgtEl>
                                        <p:attrNameLst>
                                          <p:attrName>style.visibility</p:attrName>
                                        </p:attrNameLst>
                                      </p:cBhvr>
                                      <p:to>
                                        <p:strVal val="visible"/>
                                      </p:to>
                                    </p:set>
                                  </p:childTnLst>
                                </p:cTn>
                              </p:par>
                              <p:par>
                                <p:cTn id="2301" presetID="1" presetClass="entr" presetSubtype="0" fill="hold" nodeType="withEffect">
                                  <p:stCondLst>
                                    <p:cond delay="0"/>
                                  </p:stCondLst>
                                  <p:childTnLst>
                                    <p:set>
                                      <p:cBhvr>
                                        <p:cTn id="2302" dur="1" fill="hold">
                                          <p:stCondLst>
                                            <p:cond delay="0"/>
                                          </p:stCondLst>
                                        </p:cTn>
                                        <p:tgtEl>
                                          <p:spTgt spid="1156"/>
                                        </p:tgtEl>
                                        <p:attrNameLst>
                                          <p:attrName>style.visibility</p:attrName>
                                        </p:attrNameLst>
                                      </p:cBhvr>
                                      <p:to>
                                        <p:strVal val="visible"/>
                                      </p:to>
                                    </p:set>
                                  </p:childTnLst>
                                </p:cTn>
                              </p:par>
                              <p:par>
                                <p:cTn id="2303" presetID="1" presetClass="entr" presetSubtype="0" fill="hold" nodeType="withEffect">
                                  <p:stCondLst>
                                    <p:cond delay="0"/>
                                  </p:stCondLst>
                                  <p:childTnLst>
                                    <p:set>
                                      <p:cBhvr>
                                        <p:cTn id="2304" dur="1" fill="hold">
                                          <p:stCondLst>
                                            <p:cond delay="0"/>
                                          </p:stCondLst>
                                        </p:cTn>
                                        <p:tgtEl>
                                          <p:spTgt spid="1157"/>
                                        </p:tgtEl>
                                        <p:attrNameLst>
                                          <p:attrName>style.visibility</p:attrName>
                                        </p:attrNameLst>
                                      </p:cBhvr>
                                      <p:to>
                                        <p:strVal val="visible"/>
                                      </p:to>
                                    </p:set>
                                  </p:childTnLst>
                                </p:cTn>
                              </p:par>
                              <p:par>
                                <p:cTn id="2305" presetID="1" presetClass="entr" presetSubtype="0" fill="hold" nodeType="withEffect">
                                  <p:stCondLst>
                                    <p:cond delay="0"/>
                                  </p:stCondLst>
                                  <p:childTnLst>
                                    <p:set>
                                      <p:cBhvr>
                                        <p:cTn id="2306" dur="1" fill="hold">
                                          <p:stCondLst>
                                            <p:cond delay="0"/>
                                          </p:stCondLst>
                                        </p:cTn>
                                        <p:tgtEl>
                                          <p:spTgt spid="1158"/>
                                        </p:tgtEl>
                                        <p:attrNameLst>
                                          <p:attrName>style.visibility</p:attrName>
                                        </p:attrNameLst>
                                      </p:cBhvr>
                                      <p:to>
                                        <p:strVal val="visible"/>
                                      </p:to>
                                    </p:set>
                                  </p:childTnLst>
                                </p:cTn>
                              </p:par>
                              <p:par>
                                <p:cTn id="2307" presetID="1" presetClass="entr" presetSubtype="0" fill="hold" nodeType="withEffect">
                                  <p:stCondLst>
                                    <p:cond delay="0"/>
                                  </p:stCondLst>
                                  <p:childTnLst>
                                    <p:set>
                                      <p:cBhvr>
                                        <p:cTn id="2308" dur="1" fill="hold">
                                          <p:stCondLst>
                                            <p:cond delay="0"/>
                                          </p:stCondLst>
                                        </p:cTn>
                                        <p:tgtEl>
                                          <p:spTgt spid="1159"/>
                                        </p:tgtEl>
                                        <p:attrNameLst>
                                          <p:attrName>style.visibility</p:attrName>
                                        </p:attrNameLst>
                                      </p:cBhvr>
                                      <p:to>
                                        <p:strVal val="visible"/>
                                      </p:to>
                                    </p:set>
                                  </p:childTnLst>
                                </p:cTn>
                              </p:par>
                              <p:par>
                                <p:cTn id="2309" presetID="1" presetClass="entr" presetSubtype="0" fill="hold" nodeType="withEffect">
                                  <p:stCondLst>
                                    <p:cond delay="0"/>
                                  </p:stCondLst>
                                  <p:childTnLst>
                                    <p:set>
                                      <p:cBhvr>
                                        <p:cTn id="2310" dur="1" fill="hold">
                                          <p:stCondLst>
                                            <p:cond delay="0"/>
                                          </p:stCondLst>
                                        </p:cTn>
                                        <p:tgtEl>
                                          <p:spTgt spid="1160"/>
                                        </p:tgtEl>
                                        <p:attrNameLst>
                                          <p:attrName>style.visibility</p:attrName>
                                        </p:attrNameLst>
                                      </p:cBhvr>
                                      <p:to>
                                        <p:strVal val="visible"/>
                                      </p:to>
                                    </p:set>
                                  </p:childTnLst>
                                </p:cTn>
                              </p:par>
                              <p:par>
                                <p:cTn id="2311" presetID="1" presetClass="entr" presetSubtype="0" fill="hold" nodeType="withEffect">
                                  <p:stCondLst>
                                    <p:cond delay="0"/>
                                  </p:stCondLst>
                                  <p:childTnLst>
                                    <p:set>
                                      <p:cBhvr>
                                        <p:cTn id="2312" dur="1" fill="hold">
                                          <p:stCondLst>
                                            <p:cond delay="0"/>
                                          </p:stCondLst>
                                        </p:cTn>
                                        <p:tgtEl>
                                          <p:spTgt spid="1161"/>
                                        </p:tgtEl>
                                        <p:attrNameLst>
                                          <p:attrName>style.visibility</p:attrName>
                                        </p:attrNameLst>
                                      </p:cBhvr>
                                      <p:to>
                                        <p:strVal val="visible"/>
                                      </p:to>
                                    </p:set>
                                  </p:childTnLst>
                                </p:cTn>
                              </p:par>
                              <p:par>
                                <p:cTn id="2313" presetID="1" presetClass="entr" presetSubtype="0" fill="hold" nodeType="withEffect">
                                  <p:stCondLst>
                                    <p:cond delay="0"/>
                                  </p:stCondLst>
                                  <p:childTnLst>
                                    <p:set>
                                      <p:cBhvr>
                                        <p:cTn id="2314" dur="1" fill="hold">
                                          <p:stCondLst>
                                            <p:cond delay="0"/>
                                          </p:stCondLst>
                                        </p:cTn>
                                        <p:tgtEl>
                                          <p:spTgt spid="1162"/>
                                        </p:tgtEl>
                                        <p:attrNameLst>
                                          <p:attrName>style.visibility</p:attrName>
                                        </p:attrNameLst>
                                      </p:cBhvr>
                                      <p:to>
                                        <p:strVal val="visible"/>
                                      </p:to>
                                    </p:set>
                                  </p:childTnLst>
                                </p:cTn>
                              </p:par>
                              <p:par>
                                <p:cTn id="2315" presetID="1" presetClass="entr" presetSubtype="0" fill="hold" nodeType="withEffect">
                                  <p:stCondLst>
                                    <p:cond delay="0"/>
                                  </p:stCondLst>
                                  <p:childTnLst>
                                    <p:set>
                                      <p:cBhvr>
                                        <p:cTn id="2316" dur="1" fill="hold">
                                          <p:stCondLst>
                                            <p:cond delay="0"/>
                                          </p:stCondLst>
                                        </p:cTn>
                                        <p:tgtEl>
                                          <p:spTgt spid="1163"/>
                                        </p:tgtEl>
                                        <p:attrNameLst>
                                          <p:attrName>style.visibility</p:attrName>
                                        </p:attrNameLst>
                                      </p:cBhvr>
                                      <p:to>
                                        <p:strVal val="visible"/>
                                      </p:to>
                                    </p:set>
                                  </p:childTnLst>
                                </p:cTn>
                              </p:par>
                              <p:par>
                                <p:cTn id="2317" presetID="1" presetClass="entr" presetSubtype="0" fill="hold" nodeType="withEffect">
                                  <p:stCondLst>
                                    <p:cond delay="0"/>
                                  </p:stCondLst>
                                  <p:childTnLst>
                                    <p:set>
                                      <p:cBhvr>
                                        <p:cTn id="2318" dur="1" fill="hold">
                                          <p:stCondLst>
                                            <p:cond delay="0"/>
                                          </p:stCondLst>
                                        </p:cTn>
                                        <p:tgtEl>
                                          <p:spTgt spid="1164"/>
                                        </p:tgtEl>
                                        <p:attrNameLst>
                                          <p:attrName>style.visibility</p:attrName>
                                        </p:attrNameLst>
                                      </p:cBhvr>
                                      <p:to>
                                        <p:strVal val="visible"/>
                                      </p:to>
                                    </p:set>
                                  </p:childTnLst>
                                </p:cTn>
                              </p:par>
                              <p:par>
                                <p:cTn id="2319" presetID="1" presetClass="entr" presetSubtype="0" fill="hold" nodeType="withEffect">
                                  <p:stCondLst>
                                    <p:cond delay="0"/>
                                  </p:stCondLst>
                                  <p:childTnLst>
                                    <p:set>
                                      <p:cBhvr>
                                        <p:cTn id="2320" dur="1" fill="hold">
                                          <p:stCondLst>
                                            <p:cond delay="0"/>
                                          </p:stCondLst>
                                        </p:cTn>
                                        <p:tgtEl>
                                          <p:spTgt spid="1165"/>
                                        </p:tgtEl>
                                        <p:attrNameLst>
                                          <p:attrName>style.visibility</p:attrName>
                                        </p:attrNameLst>
                                      </p:cBhvr>
                                      <p:to>
                                        <p:strVal val="visible"/>
                                      </p:to>
                                    </p:set>
                                  </p:childTnLst>
                                </p:cTn>
                              </p:par>
                              <p:par>
                                <p:cTn id="2321" presetID="1" presetClass="entr" presetSubtype="0" fill="hold" nodeType="withEffect">
                                  <p:stCondLst>
                                    <p:cond delay="0"/>
                                  </p:stCondLst>
                                  <p:childTnLst>
                                    <p:set>
                                      <p:cBhvr>
                                        <p:cTn id="2322" dur="1" fill="hold">
                                          <p:stCondLst>
                                            <p:cond delay="0"/>
                                          </p:stCondLst>
                                        </p:cTn>
                                        <p:tgtEl>
                                          <p:spTgt spid="1166"/>
                                        </p:tgtEl>
                                        <p:attrNameLst>
                                          <p:attrName>style.visibility</p:attrName>
                                        </p:attrNameLst>
                                      </p:cBhvr>
                                      <p:to>
                                        <p:strVal val="visible"/>
                                      </p:to>
                                    </p:set>
                                  </p:childTnLst>
                                </p:cTn>
                              </p:par>
                              <p:par>
                                <p:cTn id="2323" presetID="1" presetClass="entr" presetSubtype="0" fill="hold" nodeType="withEffect">
                                  <p:stCondLst>
                                    <p:cond delay="0"/>
                                  </p:stCondLst>
                                  <p:childTnLst>
                                    <p:set>
                                      <p:cBhvr>
                                        <p:cTn id="2324" dur="1" fill="hold">
                                          <p:stCondLst>
                                            <p:cond delay="0"/>
                                          </p:stCondLst>
                                        </p:cTn>
                                        <p:tgtEl>
                                          <p:spTgt spid="1167"/>
                                        </p:tgtEl>
                                        <p:attrNameLst>
                                          <p:attrName>style.visibility</p:attrName>
                                        </p:attrNameLst>
                                      </p:cBhvr>
                                      <p:to>
                                        <p:strVal val="visible"/>
                                      </p:to>
                                    </p:set>
                                  </p:childTnLst>
                                </p:cTn>
                              </p:par>
                              <p:par>
                                <p:cTn id="2325" presetID="1" presetClass="entr" presetSubtype="0" fill="hold" nodeType="withEffect">
                                  <p:stCondLst>
                                    <p:cond delay="0"/>
                                  </p:stCondLst>
                                  <p:childTnLst>
                                    <p:set>
                                      <p:cBhvr>
                                        <p:cTn id="2326" dur="1" fill="hold">
                                          <p:stCondLst>
                                            <p:cond delay="0"/>
                                          </p:stCondLst>
                                        </p:cTn>
                                        <p:tgtEl>
                                          <p:spTgt spid="1168"/>
                                        </p:tgtEl>
                                        <p:attrNameLst>
                                          <p:attrName>style.visibility</p:attrName>
                                        </p:attrNameLst>
                                      </p:cBhvr>
                                      <p:to>
                                        <p:strVal val="visible"/>
                                      </p:to>
                                    </p:set>
                                  </p:childTnLst>
                                </p:cTn>
                              </p:par>
                              <p:par>
                                <p:cTn id="2327" presetID="1" presetClass="entr" presetSubtype="0" fill="hold" nodeType="withEffect">
                                  <p:stCondLst>
                                    <p:cond delay="0"/>
                                  </p:stCondLst>
                                  <p:childTnLst>
                                    <p:set>
                                      <p:cBhvr>
                                        <p:cTn id="2328" dur="1" fill="hold">
                                          <p:stCondLst>
                                            <p:cond delay="0"/>
                                          </p:stCondLst>
                                        </p:cTn>
                                        <p:tgtEl>
                                          <p:spTgt spid="1169"/>
                                        </p:tgtEl>
                                        <p:attrNameLst>
                                          <p:attrName>style.visibility</p:attrName>
                                        </p:attrNameLst>
                                      </p:cBhvr>
                                      <p:to>
                                        <p:strVal val="visible"/>
                                      </p:to>
                                    </p:set>
                                  </p:childTnLst>
                                </p:cTn>
                              </p:par>
                              <p:par>
                                <p:cTn id="2329" presetID="1" presetClass="entr" presetSubtype="0" fill="hold" nodeType="withEffect">
                                  <p:stCondLst>
                                    <p:cond delay="0"/>
                                  </p:stCondLst>
                                  <p:childTnLst>
                                    <p:set>
                                      <p:cBhvr>
                                        <p:cTn id="2330" dur="1" fill="hold">
                                          <p:stCondLst>
                                            <p:cond delay="0"/>
                                          </p:stCondLst>
                                        </p:cTn>
                                        <p:tgtEl>
                                          <p:spTgt spid="1170"/>
                                        </p:tgtEl>
                                        <p:attrNameLst>
                                          <p:attrName>style.visibility</p:attrName>
                                        </p:attrNameLst>
                                      </p:cBhvr>
                                      <p:to>
                                        <p:strVal val="visible"/>
                                      </p:to>
                                    </p:set>
                                  </p:childTnLst>
                                </p:cTn>
                              </p:par>
                              <p:par>
                                <p:cTn id="2331" presetID="1" presetClass="entr" presetSubtype="0" fill="hold" nodeType="withEffect">
                                  <p:stCondLst>
                                    <p:cond delay="0"/>
                                  </p:stCondLst>
                                  <p:childTnLst>
                                    <p:set>
                                      <p:cBhvr>
                                        <p:cTn id="2332" dur="1" fill="hold">
                                          <p:stCondLst>
                                            <p:cond delay="0"/>
                                          </p:stCondLst>
                                        </p:cTn>
                                        <p:tgtEl>
                                          <p:spTgt spid="1171"/>
                                        </p:tgtEl>
                                        <p:attrNameLst>
                                          <p:attrName>style.visibility</p:attrName>
                                        </p:attrNameLst>
                                      </p:cBhvr>
                                      <p:to>
                                        <p:strVal val="visible"/>
                                      </p:to>
                                    </p:set>
                                  </p:childTnLst>
                                </p:cTn>
                              </p:par>
                              <p:par>
                                <p:cTn id="2333" presetID="1" presetClass="entr" presetSubtype="0" fill="hold" nodeType="withEffect">
                                  <p:stCondLst>
                                    <p:cond delay="0"/>
                                  </p:stCondLst>
                                  <p:childTnLst>
                                    <p:set>
                                      <p:cBhvr>
                                        <p:cTn id="2334" dur="1" fill="hold">
                                          <p:stCondLst>
                                            <p:cond delay="0"/>
                                          </p:stCondLst>
                                        </p:cTn>
                                        <p:tgtEl>
                                          <p:spTgt spid="1172"/>
                                        </p:tgtEl>
                                        <p:attrNameLst>
                                          <p:attrName>style.visibility</p:attrName>
                                        </p:attrNameLst>
                                      </p:cBhvr>
                                      <p:to>
                                        <p:strVal val="visible"/>
                                      </p:to>
                                    </p:set>
                                  </p:childTnLst>
                                </p:cTn>
                              </p:par>
                              <p:par>
                                <p:cTn id="2335" presetID="1" presetClass="entr" presetSubtype="0" fill="hold" nodeType="withEffect">
                                  <p:stCondLst>
                                    <p:cond delay="0"/>
                                  </p:stCondLst>
                                  <p:childTnLst>
                                    <p:set>
                                      <p:cBhvr>
                                        <p:cTn id="2336" dur="1" fill="hold">
                                          <p:stCondLst>
                                            <p:cond delay="0"/>
                                          </p:stCondLst>
                                        </p:cTn>
                                        <p:tgtEl>
                                          <p:spTgt spid="1173"/>
                                        </p:tgtEl>
                                        <p:attrNameLst>
                                          <p:attrName>style.visibility</p:attrName>
                                        </p:attrNameLst>
                                      </p:cBhvr>
                                      <p:to>
                                        <p:strVal val="visible"/>
                                      </p:to>
                                    </p:set>
                                  </p:childTnLst>
                                </p:cTn>
                              </p:par>
                              <p:par>
                                <p:cTn id="2337" presetID="1" presetClass="entr" presetSubtype="0" fill="hold" nodeType="withEffect">
                                  <p:stCondLst>
                                    <p:cond delay="0"/>
                                  </p:stCondLst>
                                  <p:childTnLst>
                                    <p:set>
                                      <p:cBhvr>
                                        <p:cTn id="2338" dur="1" fill="hold">
                                          <p:stCondLst>
                                            <p:cond delay="0"/>
                                          </p:stCondLst>
                                        </p:cTn>
                                        <p:tgtEl>
                                          <p:spTgt spid="1174"/>
                                        </p:tgtEl>
                                        <p:attrNameLst>
                                          <p:attrName>style.visibility</p:attrName>
                                        </p:attrNameLst>
                                      </p:cBhvr>
                                      <p:to>
                                        <p:strVal val="visible"/>
                                      </p:to>
                                    </p:set>
                                  </p:childTnLst>
                                </p:cTn>
                              </p:par>
                              <p:par>
                                <p:cTn id="2339" presetID="1" presetClass="entr" presetSubtype="0" fill="hold" nodeType="withEffect">
                                  <p:stCondLst>
                                    <p:cond delay="0"/>
                                  </p:stCondLst>
                                  <p:childTnLst>
                                    <p:set>
                                      <p:cBhvr>
                                        <p:cTn id="2340" dur="1" fill="hold">
                                          <p:stCondLst>
                                            <p:cond delay="0"/>
                                          </p:stCondLst>
                                        </p:cTn>
                                        <p:tgtEl>
                                          <p:spTgt spid="1175"/>
                                        </p:tgtEl>
                                        <p:attrNameLst>
                                          <p:attrName>style.visibility</p:attrName>
                                        </p:attrNameLst>
                                      </p:cBhvr>
                                      <p:to>
                                        <p:strVal val="visible"/>
                                      </p:to>
                                    </p:set>
                                  </p:childTnLst>
                                </p:cTn>
                              </p:par>
                              <p:par>
                                <p:cTn id="2341" presetID="1" presetClass="entr" presetSubtype="0" fill="hold" nodeType="withEffect">
                                  <p:stCondLst>
                                    <p:cond delay="0"/>
                                  </p:stCondLst>
                                  <p:childTnLst>
                                    <p:set>
                                      <p:cBhvr>
                                        <p:cTn id="2342" dur="1" fill="hold">
                                          <p:stCondLst>
                                            <p:cond delay="0"/>
                                          </p:stCondLst>
                                        </p:cTn>
                                        <p:tgtEl>
                                          <p:spTgt spid="1176"/>
                                        </p:tgtEl>
                                        <p:attrNameLst>
                                          <p:attrName>style.visibility</p:attrName>
                                        </p:attrNameLst>
                                      </p:cBhvr>
                                      <p:to>
                                        <p:strVal val="visible"/>
                                      </p:to>
                                    </p:set>
                                  </p:childTnLst>
                                </p:cTn>
                              </p:par>
                              <p:par>
                                <p:cTn id="2343" presetID="1" presetClass="entr" presetSubtype="0" fill="hold" nodeType="withEffect">
                                  <p:stCondLst>
                                    <p:cond delay="0"/>
                                  </p:stCondLst>
                                  <p:childTnLst>
                                    <p:set>
                                      <p:cBhvr>
                                        <p:cTn id="2344" dur="1" fill="hold">
                                          <p:stCondLst>
                                            <p:cond delay="0"/>
                                          </p:stCondLst>
                                        </p:cTn>
                                        <p:tgtEl>
                                          <p:spTgt spid="1177"/>
                                        </p:tgtEl>
                                        <p:attrNameLst>
                                          <p:attrName>style.visibility</p:attrName>
                                        </p:attrNameLst>
                                      </p:cBhvr>
                                      <p:to>
                                        <p:strVal val="visible"/>
                                      </p:to>
                                    </p:set>
                                  </p:childTnLst>
                                </p:cTn>
                              </p:par>
                              <p:par>
                                <p:cTn id="2345" presetID="1" presetClass="entr" presetSubtype="0" fill="hold" nodeType="withEffect">
                                  <p:stCondLst>
                                    <p:cond delay="0"/>
                                  </p:stCondLst>
                                  <p:childTnLst>
                                    <p:set>
                                      <p:cBhvr>
                                        <p:cTn id="2346" dur="1" fill="hold">
                                          <p:stCondLst>
                                            <p:cond delay="0"/>
                                          </p:stCondLst>
                                        </p:cTn>
                                        <p:tgtEl>
                                          <p:spTgt spid="1178"/>
                                        </p:tgtEl>
                                        <p:attrNameLst>
                                          <p:attrName>style.visibility</p:attrName>
                                        </p:attrNameLst>
                                      </p:cBhvr>
                                      <p:to>
                                        <p:strVal val="visible"/>
                                      </p:to>
                                    </p:set>
                                  </p:childTnLst>
                                </p:cTn>
                              </p:par>
                              <p:par>
                                <p:cTn id="2347" presetID="1" presetClass="entr" presetSubtype="0" fill="hold" nodeType="withEffect">
                                  <p:stCondLst>
                                    <p:cond delay="0"/>
                                  </p:stCondLst>
                                  <p:childTnLst>
                                    <p:set>
                                      <p:cBhvr>
                                        <p:cTn id="2348" dur="1" fill="hold">
                                          <p:stCondLst>
                                            <p:cond delay="0"/>
                                          </p:stCondLst>
                                        </p:cTn>
                                        <p:tgtEl>
                                          <p:spTgt spid="1179"/>
                                        </p:tgtEl>
                                        <p:attrNameLst>
                                          <p:attrName>style.visibility</p:attrName>
                                        </p:attrNameLst>
                                      </p:cBhvr>
                                      <p:to>
                                        <p:strVal val="visible"/>
                                      </p:to>
                                    </p:set>
                                  </p:childTnLst>
                                </p:cTn>
                              </p:par>
                              <p:par>
                                <p:cTn id="2349" presetID="1" presetClass="entr" presetSubtype="0" fill="hold" nodeType="withEffect">
                                  <p:stCondLst>
                                    <p:cond delay="0"/>
                                  </p:stCondLst>
                                  <p:childTnLst>
                                    <p:set>
                                      <p:cBhvr>
                                        <p:cTn id="2350" dur="1" fill="hold">
                                          <p:stCondLst>
                                            <p:cond delay="0"/>
                                          </p:stCondLst>
                                        </p:cTn>
                                        <p:tgtEl>
                                          <p:spTgt spid="1180"/>
                                        </p:tgtEl>
                                        <p:attrNameLst>
                                          <p:attrName>style.visibility</p:attrName>
                                        </p:attrNameLst>
                                      </p:cBhvr>
                                      <p:to>
                                        <p:strVal val="visible"/>
                                      </p:to>
                                    </p:set>
                                  </p:childTnLst>
                                </p:cTn>
                              </p:par>
                              <p:par>
                                <p:cTn id="2351" presetID="1" presetClass="entr" presetSubtype="0" fill="hold" nodeType="withEffect">
                                  <p:stCondLst>
                                    <p:cond delay="0"/>
                                  </p:stCondLst>
                                  <p:childTnLst>
                                    <p:set>
                                      <p:cBhvr>
                                        <p:cTn id="2352" dur="1" fill="hold">
                                          <p:stCondLst>
                                            <p:cond delay="0"/>
                                          </p:stCondLst>
                                        </p:cTn>
                                        <p:tgtEl>
                                          <p:spTgt spid="1181"/>
                                        </p:tgtEl>
                                        <p:attrNameLst>
                                          <p:attrName>style.visibility</p:attrName>
                                        </p:attrNameLst>
                                      </p:cBhvr>
                                      <p:to>
                                        <p:strVal val="visible"/>
                                      </p:to>
                                    </p:set>
                                  </p:childTnLst>
                                </p:cTn>
                              </p:par>
                              <p:par>
                                <p:cTn id="2353" presetID="1" presetClass="entr" presetSubtype="0" fill="hold" nodeType="withEffect">
                                  <p:stCondLst>
                                    <p:cond delay="0"/>
                                  </p:stCondLst>
                                  <p:childTnLst>
                                    <p:set>
                                      <p:cBhvr>
                                        <p:cTn id="2354" dur="1" fill="hold">
                                          <p:stCondLst>
                                            <p:cond delay="0"/>
                                          </p:stCondLst>
                                        </p:cTn>
                                        <p:tgtEl>
                                          <p:spTgt spid="1182"/>
                                        </p:tgtEl>
                                        <p:attrNameLst>
                                          <p:attrName>style.visibility</p:attrName>
                                        </p:attrNameLst>
                                      </p:cBhvr>
                                      <p:to>
                                        <p:strVal val="visible"/>
                                      </p:to>
                                    </p:set>
                                  </p:childTnLst>
                                </p:cTn>
                              </p:par>
                              <p:par>
                                <p:cTn id="2355" presetID="1" presetClass="entr" presetSubtype="0" fill="hold" nodeType="withEffect">
                                  <p:stCondLst>
                                    <p:cond delay="0"/>
                                  </p:stCondLst>
                                  <p:childTnLst>
                                    <p:set>
                                      <p:cBhvr>
                                        <p:cTn id="2356" dur="1" fill="hold">
                                          <p:stCondLst>
                                            <p:cond delay="0"/>
                                          </p:stCondLst>
                                        </p:cTn>
                                        <p:tgtEl>
                                          <p:spTgt spid="1183"/>
                                        </p:tgtEl>
                                        <p:attrNameLst>
                                          <p:attrName>style.visibility</p:attrName>
                                        </p:attrNameLst>
                                      </p:cBhvr>
                                      <p:to>
                                        <p:strVal val="visible"/>
                                      </p:to>
                                    </p:set>
                                  </p:childTnLst>
                                </p:cTn>
                              </p:par>
                              <p:par>
                                <p:cTn id="2357" presetID="1" presetClass="entr" presetSubtype="0" fill="hold" nodeType="withEffect">
                                  <p:stCondLst>
                                    <p:cond delay="0"/>
                                  </p:stCondLst>
                                  <p:childTnLst>
                                    <p:set>
                                      <p:cBhvr>
                                        <p:cTn id="2358" dur="1" fill="hold">
                                          <p:stCondLst>
                                            <p:cond delay="0"/>
                                          </p:stCondLst>
                                        </p:cTn>
                                        <p:tgtEl>
                                          <p:spTgt spid="1184"/>
                                        </p:tgtEl>
                                        <p:attrNameLst>
                                          <p:attrName>style.visibility</p:attrName>
                                        </p:attrNameLst>
                                      </p:cBhvr>
                                      <p:to>
                                        <p:strVal val="visible"/>
                                      </p:to>
                                    </p:set>
                                  </p:childTnLst>
                                </p:cTn>
                              </p:par>
                              <p:par>
                                <p:cTn id="2359" presetID="1" presetClass="entr" presetSubtype="0" fill="hold" nodeType="withEffect">
                                  <p:stCondLst>
                                    <p:cond delay="0"/>
                                  </p:stCondLst>
                                  <p:childTnLst>
                                    <p:set>
                                      <p:cBhvr>
                                        <p:cTn id="2360" dur="1" fill="hold">
                                          <p:stCondLst>
                                            <p:cond delay="0"/>
                                          </p:stCondLst>
                                        </p:cTn>
                                        <p:tgtEl>
                                          <p:spTgt spid="1185"/>
                                        </p:tgtEl>
                                        <p:attrNameLst>
                                          <p:attrName>style.visibility</p:attrName>
                                        </p:attrNameLst>
                                      </p:cBhvr>
                                      <p:to>
                                        <p:strVal val="visible"/>
                                      </p:to>
                                    </p:set>
                                  </p:childTnLst>
                                </p:cTn>
                              </p:par>
                              <p:par>
                                <p:cTn id="2361" presetID="1" presetClass="entr" presetSubtype="0" fill="hold" nodeType="withEffect">
                                  <p:stCondLst>
                                    <p:cond delay="0"/>
                                  </p:stCondLst>
                                  <p:childTnLst>
                                    <p:set>
                                      <p:cBhvr>
                                        <p:cTn id="2362" dur="1" fill="hold">
                                          <p:stCondLst>
                                            <p:cond delay="0"/>
                                          </p:stCondLst>
                                        </p:cTn>
                                        <p:tgtEl>
                                          <p:spTgt spid="1186"/>
                                        </p:tgtEl>
                                        <p:attrNameLst>
                                          <p:attrName>style.visibility</p:attrName>
                                        </p:attrNameLst>
                                      </p:cBhvr>
                                      <p:to>
                                        <p:strVal val="visible"/>
                                      </p:to>
                                    </p:set>
                                  </p:childTnLst>
                                </p:cTn>
                              </p:par>
                              <p:par>
                                <p:cTn id="2363" presetID="1" presetClass="entr" presetSubtype="0" fill="hold" nodeType="withEffect">
                                  <p:stCondLst>
                                    <p:cond delay="0"/>
                                  </p:stCondLst>
                                  <p:childTnLst>
                                    <p:set>
                                      <p:cBhvr>
                                        <p:cTn id="2364" dur="1" fill="hold">
                                          <p:stCondLst>
                                            <p:cond delay="0"/>
                                          </p:stCondLst>
                                        </p:cTn>
                                        <p:tgtEl>
                                          <p:spTgt spid="1187"/>
                                        </p:tgtEl>
                                        <p:attrNameLst>
                                          <p:attrName>style.visibility</p:attrName>
                                        </p:attrNameLst>
                                      </p:cBhvr>
                                      <p:to>
                                        <p:strVal val="visible"/>
                                      </p:to>
                                    </p:set>
                                  </p:childTnLst>
                                </p:cTn>
                              </p:par>
                              <p:par>
                                <p:cTn id="2365" presetID="1" presetClass="entr" presetSubtype="0" fill="hold" nodeType="withEffect">
                                  <p:stCondLst>
                                    <p:cond delay="0"/>
                                  </p:stCondLst>
                                  <p:childTnLst>
                                    <p:set>
                                      <p:cBhvr>
                                        <p:cTn id="2366" dur="1" fill="hold">
                                          <p:stCondLst>
                                            <p:cond delay="0"/>
                                          </p:stCondLst>
                                        </p:cTn>
                                        <p:tgtEl>
                                          <p:spTgt spid="1188"/>
                                        </p:tgtEl>
                                        <p:attrNameLst>
                                          <p:attrName>style.visibility</p:attrName>
                                        </p:attrNameLst>
                                      </p:cBhvr>
                                      <p:to>
                                        <p:strVal val="visible"/>
                                      </p:to>
                                    </p:set>
                                  </p:childTnLst>
                                </p:cTn>
                              </p:par>
                              <p:par>
                                <p:cTn id="2367" presetID="1" presetClass="entr" presetSubtype="0" fill="hold" nodeType="withEffect">
                                  <p:stCondLst>
                                    <p:cond delay="0"/>
                                  </p:stCondLst>
                                  <p:childTnLst>
                                    <p:set>
                                      <p:cBhvr>
                                        <p:cTn id="2368" dur="1" fill="hold">
                                          <p:stCondLst>
                                            <p:cond delay="0"/>
                                          </p:stCondLst>
                                        </p:cTn>
                                        <p:tgtEl>
                                          <p:spTgt spid="1189"/>
                                        </p:tgtEl>
                                        <p:attrNameLst>
                                          <p:attrName>style.visibility</p:attrName>
                                        </p:attrNameLst>
                                      </p:cBhvr>
                                      <p:to>
                                        <p:strVal val="visible"/>
                                      </p:to>
                                    </p:set>
                                  </p:childTnLst>
                                </p:cTn>
                              </p:par>
                              <p:par>
                                <p:cTn id="2369" presetID="1" presetClass="entr" presetSubtype="0" fill="hold" nodeType="withEffect">
                                  <p:stCondLst>
                                    <p:cond delay="0"/>
                                  </p:stCondLst>
                                  <p:childTnLst>
                                    <p:set>
                                      <p:cBhvr>
                                        <p:cTn id="2370" dur="1" fill="hold">
                                          <p:stCondLst>
                                            <p:cond delay="0"/>
                                          </p:stCondLst>
                                        </p:cTn>
                                        <p:tgtEl>
                                          <p:spTgt spid="1190"/>
                                        </p:tgtEl>
                                        <p:attrNameLst>
                                          <p:attrName>style.visibility</p:attrName>
                                        </p:attrNameLst>
                                      </p:cBhvr>
                                      <p:to>
                                        <p:strVal val="visible"/>
                                      </p:to>
                                    </p:set>
                                  </p:childTnLst>
                                </p:cTn>
                              </p:par>
                              <p:par>
                                <p:cTn id="2371" presetID="1" presetClass="entr" presetSubtype="0" fill="hold" nodeType="withEffect">
                                  <p:stCondLst>
                                    <p:cond delay="0"/>
                                  </p:stCondLst>
                                  <p:childTnLst>
                                    <p:set>
                                      <p:cBhvr>
                                        <p:cTn id="2372" dur="1" fill="hold">
                                          <p:stCondLst>
                                            <p:cond delay="0"/>
                                          </p:stCondLst>
                                        </p:cTn>
                                        <p:tgtEl>
                                          <p:spTgt spid="1191"/>
                                        </p:tgtEl>
                                        <p:attrNameLst>
                                          <p:attrName>style.visibility</p:attrName>
                                        </p:attrNameLst>
                                      </p:cBhvr>
                                      <p:to>
                                        <p:strVal val="visible"/>
                                      </p:to>
                                    </p:set>
                                  </p:childTnLst>
                                </p:cTn>
                              </p:par>
                              <p:par>
                                <p:cTn id="2373" presetID="1" presetClass="entr" presetSubtype="0" fill="hold" nodeType="withEffect">
                                  <p:stCondLst>
                                    <p:cond delay="0"/>
                                  </p:stCondLst>
                                  <p:childTnLst>
                                    <p:set>
                                      <p:cBhvr>
                                        <p:cTn id="2374" dur="1" fill="hold">
                                          <p:stCondLst>
                                            <p:cond delay="0"/>
                                          </p:stCondLst>
                                        </p:cTn>
                                        <p:tgtEl>
                                          <p:spTgt spid="1192"/>
                                        </p:tgtEl>
                                        <p:attrNameLst>
                                          <p:attrName>style.visibility</p:attrName>
                                        </p:attrNameLst>
                                      </p:cBhvr>
                                      <p:to>
                                        <p:strVal val="visible"/>
                                      </p:to>
                                    </p:set>
                                  </p:childTnLst>
                                </p:cTn>
                              </p:par>
                              <p:par>
                                <p:cTn id="2375" presetID="1" presetClass="entr" presetSubtype="0" fill="hold" nodeType="withEffect">
                                  <p:stCondLst>
                                    <p:cond delay="0"/>
                                  </p:stCondLst>
                                  <p:childTnLst>
                                    <p:set>
                                      <p:cBhvr>
                                        <p:cTn id="2376" dur="1" fill="hold">
                                          <p:stCondLst>
                                            <p:cond delay="0"/>
                                          </p:stCondLst>
                                        </p:cTn>
                                        <p:tgtEl>
                                          <p:spTgt spid="1193"/>
                                        </p:tgtEl>
                                        <p:attrNameLst>
                                          <p:attrName>style.visibility</p:attrName>
                                        </p:attrNameLst>
                                      </p:cBhvr>
                                      <p:to>
                                        <p:strVal val="visible"/>
                                      </p:to>
                                    </p:set>
                                  </p:childTnLst>
                                </p:cTn>
                              </p:par>
                              <p:par>
                                <p:cTn id="2377" presetID="1" presetClass="entr" presetSubtype="0" fill="hold" nodeType="withEffect">
                                  <p:stCondLst>
                                    <p:cond delay="0"/>
                                  </p:stCondLst>
                                  <p:childTnLst>
                                    <p:set>
                                      <p:cBhvr>
                                        <p:cTn id="2378" dur="1" fill="hold">
                                          <p:stCondLst>
                                            <p:cond delay="0"/>
                                          </p:stCondLst>
                                        </p:cTn>
                                        <p:tgtEl>
                                          <p:spTgt spid="1194"/>
                                        </p:tgtEl>
                                        <p:attrNameLst>
                                          <p:attrName>style.visibility</p:attrName>
                                        </p:attrNameLst>
                                      </p:cBhvr>
                                      <p:to>
                                        <p:strVal val="visible"/>
                                      </p:to>
                                    </p:set>
                                  </p:childTnLst>
                                </p:cTn>
                              </p:par>
                              <p:par>
                                <p:cTn id="2379" presetID="1" presetClass="entr" presetSubtype="0" fill="hold" nodeType="withEffect">
                                  <p:stCondLst>
                                    <p:cond delay="0"/>
                                  </p:stCondLst>
                                  <p:childTnLst>
                                    <p:set>
                                      <p:cBhvr>
                                        <p:cTn id="2380" dur="1" fill="hold">
                                          <p:stCondLst>
                                            <p:cond delay="0"/>
                                          </p:stCondLst>
                                        </p:cTn>
                                        <p:tgtEl>
                                          <p:spTgt spid="1195"/>
                                        </p:tgtEl>
                                        <p:attrNameLst>
                                          <p:attrName>style.visibility</p:attrName>
                                        </p:attrNameLst>
                                      </p:cBhvr>
                                      <p:to>
                                        <p:strVal val="visible"/>
                                      </p:to>
                                    </p:set>
                                  </p:childTnLst>
                                </p:cTn>
                              </p:par>
                              <p:par>
                                <p:cTn id="2381" presetID="1" presetClass="entr" presetSubtype="0" fill="hold" nodeType="withEffect">
                                  <p:stCondLst>
                                    <p:cond delay="0"/>
                                  </p:stCondLst>
                                  <p:childTnLst>
                                    <p:set>
                                      <p:cBhvr>
                                        <p:cTn id="2382" dur="1" fill="hold">
                                          <p:stCondLst>
                                            <p:cond delay="0"/>
                                          </p:stCondLst>
                                        </p:cTn>
                                        <p:tgtEl>
                                          <p:spTgt spid="1196"/>
                                        </p:tgtEl>
                                        <p:attrNameLst>
                                          <p:attrName>style.visibility</p:attrName>
                                        </p:attrNameLst>
                                      </p:cBhvr>
                                      <p:to>
                                        <p:strVal val="visible"/>
                                      </p:to>
                                    </p:set>
                                  </p:childTnLst>
                                </p:cTn>
                              </p:par>
                              <p:par>
                                <p:cTn id="2383" presetID="1" presetClass="entr" presetSubtype="0" fill="hold" nodeType="withEffect">
                                  <p:stCondLst>
                                    <p:cond delay="0"/>
                                  </p:stCondLst>
                                  <p:childTnLst>
                                    <p:set>
                                      <p:cBhvr>
                                        <p:cTn id="2384" dur="1" fill="hold">
                                          <p:stCondLst>
                                            <p:cond delay="0"/>
                                          </p:stCondLst>
                                        </p:cTn>
                                        <p:tgtEl>
                                          <p:spTgt spid="1197"/>
                                        </p:tgtEl>
                                        <p:attrNameLst>
                                          <p:attrName>style.visibility</p:attrName>
                                        </p:attrNameLst>
                                      </p:cBhvr>
                                      <p:to>
                                        <p:strVal val="visible"/>
                                      </p:to>
                                    </p:set>
                                  </p:childTnLst>
                                </p:cTn>
                              </p:par>
                              <p:par>
                                <p:cTn id="2385" presetID="1" presetClass="entr" presetSubtype="0" fill="hold" nodeType="withEffect">
                                  <p:stCondLst>
                                    <p:cond delay="0"/>
                                  </p:stCondLst>
                                  <p:childTnLst>
                                    <p:set>
                                      <p:cBhvr>
                                        <p:cTn id="2386" dur="1" fill="hold">
                                          <p:stCondLst>
                                            <p:cond delay="0"/>
                                          </p:stCondLst>
                                        </p:cTn>
                                        <p:tgtEl>
                                          <p:spTgt spid="1198"/>
                                        </p:tgtEl>
                                        <p:attrNameLst>
                                          <p:attrName>style.visibility</p:attrName>
                                        </p:attrNameLst>
                                      </p:cBhvr>
                                      <p:to>
                                        <p:strVal val="visible"/>
                                      </p:to>
                                    </p:set>
                                  </p:childTnLst>
                                </p:cTn>
                              </p:par>
                              <p:par>
                                <p:cTn id="2387" presetID="1" presetClass="entr" presetSubtype="0" fill="hold" nodeType="withEffect">
                                  <p:stCondLst>
                                    <p:cond delay="0"/>
                                  </p:stCondLst>
                                  <p:childTnLst>
                                    <p:set>
                                      <p:cBhvr>
                                        <p:cTn id="2388" dur="1" fill="hold">
                                          <p:stCondLst>
                                            <p:cond delay="0"/>
                                          </p:stCondLst>
                                        </p:cTn>
                                        <p:tgtEl>
                                          <p:spTgt spid="1199"/>
                                        </p:tgtEl>
                                        <p:attrNameLst>
                                          <p:attrName>style.visibility</p:attrName>
                                        </p:attrNameLst>
                                      </p:cBhvr>
                                      <p:to>
                                        <p:strVal val="visible"/>
                                      </p:to>
                                    </p:set>
                                  </p:childTnLst>
                                </p:cTn>
                              </p:par>
                              <p:par>
                                <p:cTn id="2389" presetID="1" presetClass="entr" presetSubtype="0" fill="hold" nodeType="withEffect">
                                  <p:stCondLst>
                                    <p:cond delay="0"/>
                                  </p:stCondLst>
                                  <p:childTnLst>
                                    <p:set>
                                      <p:cBhvr>
                                        <p:cTn id="2390" dur="1" fill="hold">
                                          <p:stCondLst>
                                            <p:cond delay="0"/>
                                          </p:stCondLst>
                                        </p:cTn>
                                        <p:tgtEl>
                                          <p:spTgt spid="1200"/>
                                        </p:tgtEl>
                                        <p:attrNameLst>
                                          <p:attrName>style.visibility</p:attrName>
                                        </p:attrNameLst>
                                      </p:cBhvr>
                                      <p:to>
                                        <p:strVal val="visible"/>
                                      </p:to>
                                    </p:set>
                                  </p:childTnLst>
                                </p:cTn>
                              </p:par>
                              <p:par>
                                <p:cTn id="2391" presetID="1" presetClass="entr" presetSubtype="0" fill="hold" nodeType="withEffect">
                                  <p:stCondLst>
                                    <p:cond delay="0"/>
                                  </p:stCondLst>
                                  <p:childTnLst>
                                    <p:set>
                                      <p:cBhvr>
                                        <p:cTn id="2392" dur="1" fill="hold">
                                          <p:stCondLst>
                                            <p:cond delay="0"/>
                                          </p:stCondLst>
                                        </p:cTn>
                                        <p:tgtEl>
                                          <p:spTgt spid="1201"/>
                                        </p:tgtEl>
                                        <p:attrNameLst>
                                          <p:attrName>style.visibility</p:attrName>
                                        </p:attrNameLst>
                                      </p:cBhvr>
                                      <p:to>
                                        <p:strVal val="visible"/>
                                      </p:to>
                                    </p:set>
                                  </p:childTnLst>
                                </p:cTn>
                              </p:par>
                              <p:par>
                                <p:cTn id="2393" presetID="1" presetClass="entr" presetSubtype="0" fill="hold" nodeType="withEffect">
                                  <p:stCondLst>
                                    <p:cond delay="0"/>
                                  </p:stCondLst>
                                  <p:childTnLst>
                                    <p:set>
                                      <p:cBhvr>
                                        <p:cTn id="2394" dur="1" fill="hold">
                                          <p:stCondLst>
                                            <p:cond delay="0"/>
                                          </p:stCondLst>
                                        </p:cTn>
                                        <p:tgtEl>
                                          <p:spTgt spid="1202"/>
                                        </p:tgtEl>
                                        <p:attrNameLst>
                                          <p:attrName>style.visibility</p:attrName>
                                        </p:attrNameLst>
                                      </p:cBhvr>
                                      <p:to>
                                        <p:strVal val="visible"/>
                                      </p:to>
                                    </p:set>
                                  </p:childTnLst>
                                </p:cTn>
                              </p:par>
                              <p:par>
                                <p:cTn id="2395" presetID="1" presetClass="entr" presetSubtype="0" fill="hold" nodeType="withEffect">
                                  <p:stCondLst>
                                    <p:cond delay="0"/>
                                  </p:stCondLst>
                                  <p:childTnLst>
                                    <p:set>
                                      <p:cBhvr>
                                        <p:cTn id="2396" dur="1" fill="hold">
                                          <p:stCondLst>
                                            <p:cond delay="0"/>
                                          </p:stCondLst>
                                        </p:cTn>
                                        <p:tgtEl>
                                          <p:spTgt spid="1203"/>
                                        </p:tgtEl>
                                        <p:attrNameLst>
                                          <p:attrName>style.visibility</p:attrName>
                                        </p:attrNameLst>
                                      </p:cBhvr>
                                      <p:to>
                                        <p:strVal val="visible"/>
                                      </p:to>
                                    </p:set>
                                  </p:childTnLst>
                                </p:cTn>
                              </p:par>
                              <p:par>
                                <p:cTn id="2397" presetID="1" presetClass="entr" presetSubtype="0" fill="hold" nodeType="withEffect">
                                  <p:stCondLst>
                                    <p:cond delay="0"/>
                                  </p:stCondLst>
                                  <p:childTnLst>
                                    <p:set>
                                      <p:cBhvr>
                                        <p:cTn id="2398" dur="1" fill="hold">
                                          <p:stCondLst>
                                            <p:cond delay="0"/>
                                          </p:stCondLst>
                                        </p:cTn>
                                        <p:tgtEl>
                                          <p:spTgt spid="1204"/>
                                        </p:tgtEl>
                                        <p:attrNameLst>
                                          <p:attrName>style.visibility</p:attrName>
                                        </p:attrNameLst>
                                      </p:cBhvr>
                                      <p:to>
                                        <p:strVal val="visible"/>
                                      </p:to>
                                    </p:set>
                                  </p:childTnLst>
                                </p:cTn>
                              </p:par>
                              <p:par>
                                <p:cTn id="2399" presetID="1" presetClass="entr" presetSubtype="0" fill="hold" nodeType="withEffect">
                                  <p:stCondLst>
                                    <p:cond delay="0"/>
                                  </p:stCondLst>
                                  <p:childTnLst>
                                    <p:set>
                                      <p:cBhvr>
                                        <p:cTn id="2400" dur="1" fill="hold">
                                          <p:stCondLst>
                                            <p:cond delay="0"/>
                                          </p:stCondLst>
                                        </p:cTn>
                                        <p:tgtEl>
                                          <p:spTgt spid="1205"/>
                                        </p:tgtEl>
                                        <p:attrNameLst>
                                          <p:attrName>style.visibility</p:attrName>
                                        </p:attrNameLst>
                                      </p:cBhvr>
                                      <p:to>
                                        <p:strVal val="visible"/>
                                      </p:to>
                                    </p:set>
                                  </p:childTnLst>
                                </p:cTn>
                              </p:par>
                              <p:par>
                                <p:cTn id="2401" presetID="1" presetClass="entr" presetSubtype="0" fill="hold" nodeType="withEffect">
                                  <p:stCondLst>
                                    <p:cond delay="0"/>
                                  </p:stCondLst>
                                  <p:childTnLst>
                                    <p:set>
                                      <p:cBhvr>
                                        <p:cTn id="2402" dur="1" fill="hold">
                                          <p:stCondLst>
                                            <p:cond delay="0"/>
                                          </p:stCondLst>
                                        </p:cTn>
                                        <p:tgtEl>
                                          <p:spTgt spid="1206"/>
                                        </p:tgtEl>
                                        <p:attrNameLst>
                                          <p:attrName>style.visibility</p:attrName>
                                        </p:attrNameLst>
                                      </p:cBhvr>
                                      <p:to>
                                        <p:strVal val="visible"/>
                                      </p:to>
                                    </p:set>
                                  </p:childTnLst>
                                </p:cTn>
                              </p:par>
                              <p:par>
                                <p:cTn id="2403" presetID="1" presetClass="entr" presetSubtype="0" fill="hold" nodeType="withEffect">
                                  <p:stCondLst>
                                    <p:cond delay="0"/>
                                  </p:stCondLst>
                                  <p:childTnLst>
                                    <p:set>
                                      <p:cBhvr>
                                        <p:cTn id="2404" dur="1" fill="hold">
                                          <p:stCondLst>
                                            <p:cond delay="0"/>
                                          </p:stCondLst>
                                        </p:cTn>
                                        <p:tgtEl>
                                          <p:spTgt spid="1207"/>
                                        </p:tgtEl>
                                        <p:attrNameLst>
                                          <p:attrName>style.visibility</p:attrName>
                                        </p:attrNameLst>
                                      </p:cBhvr>
                                      <p:to>
                                        <p:strVal val="visible"/>
                                      </p:to>
                                    </p:set>
                                  </p:childTnLst>
                                </p:cTn>
                              </p:par>
                              <p:par>
                                <p:cTn id="2405" presetID="1" presetClass="entr" presetSubtype="0" fill="hold" nodeType="withEffect">
                                  <p:stCondLst>
                                    <p:cond delay="0"/>
                                  </p:stCondLst>
                                  <p:childTnLst>
                                    <p:set>
                                      <p:cBhvr>
                                        <p:cTn id="2406" dur="1" fill="hold">
                                          <p:stCondLst>
                                            <p:cond delay="0"/>
                                          </p:stCondLst>
                                        </p:cTn>
                                        <p:tgtEl>
                                          <p:spTgt spid="1208"/>
                                        </p:tgtEl>
                                        <p:attrNameLst>
                                          <p:attrName>style.visibility</p:attrName>
                                        </p:attrNameLst>
                                      </p:cBhvr>
                                      <p:to>
                                        <p:strVal val="visible"/>
                                      </p:to>
                                    </p:set>
                                  </p:childTnLst>
                                </p:cTn>
                              </p:par>
                              <p:par>
                                <p:cTn id="2407" presetID="1" presetClass="entr" presetSubtype="0" fill="hold" nodeType="withEffect">
                                  <p:stCondLst>
                                    <p:cond delay="0"/>
                                  </p:stCondLst>
                                  <p:childTnLst>
                                    <p:set>
                                      <p:cBhvr>
                                        <p:cTn id="2408" dur="1" fill="hold">
                                          <p:stCondLst>
                                            <p:cond delay="0"/>
                                          </p:stCondLst>
                                        </p:cTn>
                                        <p:tgtEl>
                                          <p:spTgt spid="1209"/>
                                        </p:tgtEl>
                                        <p:attrNameLst>
                                          <p:attrName>style.visibility</p:attrName>
                                        </p:attrNameLst>
                                      </p:cBhvr>
                                      <p:to>
                                        <p:strVal val="visible"/>
                                      </p:to>
                                    </p:set>
                                  </p:childTnLst>
                                </p:cTn>
                              </p:par>
                              <p:par>
                                <p:cTn id="2409" presetID="1" presetClass="entr" presetSubtype="0" fill="hold" nodeType="withEffect">
                                  <p:stCondLst>
                                    <p:cond delay="0"/>
                                  </p:stCondLst>
                                  <p:childTnLst>
                                    <p:set>
                                      <p:cBhvr>
                                        <p:cTn id="2410" dur="1" fill="hold">
                                          <p:stCondLst>
                                            <p:cond delay="0"/>
                                          </p:stCondLst>
                                        </p:cTn>
                                        <p:tgtEl>
                                          <p:spTgt spid="1210"/>
                                        </p:tgtEl>
                                        <p:attrNameLst>
                                          <p:attrName>style.visibility</p:attrName>
                                        </p:attrNameLst>
                                      </p:cBhvr>
                                      <p:to>
                                        <p:strVal val="visible"/>
                                      </p:to>
                                    </p:set>
                                  </p:childTnLst>
                                </p:cTn>
                              </p:par>
                              <p:par>
                                <p:cTn id="2411" presetID="1" presetClass="entr" presetSubtype="0" fill="hold" nodeType="withEffect">
                                  <p:stCondLst>
                                    <p:cond delay="0"/>
                                  </p:stCondLst>
                                  <p:childTnLst>
                                    <p:set>
                                      <p:cBhvr>
                                        <p:cTn id="2412" dur="1" fill="hold">
                                          <p:stCondLst>
                                            <p:cond delay="0"/>
                                          </p:stCondLst>
                                        </p:cTn>
                                        <p:tgtEl>
                                          <p:spTgt spid="1211"/>
                                        </p:tgtEl>
                                        <p:attrNameLst>
                                          <p:attrName>style.visibility</p:attrName>
                                        </p:attrNameLst>
                                      </p:cBhvr>
                                      <p:to>
                                        <p:strVal val="visible"/>
                                      </p:to>
                                    </p:set>
                                  </p:childTnLst>
                                </p:cTn>
                              </p:par>
                              <p:par>
                                <p:cTn id="2413" presetID="1" presetClass="entr" presetSubtype="0" fill="hold" grpId="0" nodeType="withEffect">
                                  <p:stCondLst>
                                    <p:cond delay="0"/>
                                  </p:stCondLst>
                                  <p:childTnLst>
                                    <p:set>
                                      <p:cBhvr>
                                        <p:cTn id="2414" dur="1" fill="hold">
                                          <p:stCondLst>
                                            <p:cond delay="0"/>
                                          </p:stCondLst>
                                        </p:cTn>
                                        <p:tgtEl>
                                          <p:spTgt spid="1212"/>
                                        </p:tgtEl>
                                        <p:attrNameLst>
                                          <p:attrName>style.visibility</p:attrName>
                                        </p:attrNameLst>
                                      </p:cBhvr>
                                      <p:to>
                                        <p:strVal val="visible"/>
                                      </p:to>
                                    </p:set>
                                  </p:childTnLst>
                                </p:cTn>
                              </p:par>
                            </p:childTnLst>
                          </p:cTn>
                        </p:par>
                      </p:childTnLst>
                    </p:cTn>
                  </p:par>
                  <p:par>
                    <p:cTn id="2415" fill="hold">
                      <p:stCondLst>
                        <p:cond delay="indefinite"/>
                      </p:stCondLst>
                      <p:childTnLst>
                        <p:par>
                          <p:cTn id="2416" fill="hold">
                            <p:stCondLst>
                              <p:cond delay="0"/>
                            </p:stCondLst>
                            <p:childTnLst>
                              <p:par>
                                <p:cTn id="2417" presetID="1" presetClass="entr" presetSubtype="0" fill="hold" grpId="0" nodeType="clickEffect">
                                  <p:stCondLst>
                                    <p:cond delay="0"/>
                                  </p:stCondLst>
                                  <p:childTnLst>
                                    <p:set>
                                      <p:cBhvr>
                                        <p:cTn id="2418" dur="1" fill="hold">
                                          <p:stCondLst>
                                            <p:cond delay="0"/>
                                          </p:stCondLst>
                                        </p:cTn>
                                        <p:tgtEl>
                                          <p:spTgt spid="12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8" grpId="0"/>
      <p:bldP spid="810" grpId="0"/>
      <p:bldP spid="1212" grpId="0"/>
      <p:bldP spid="1213" grpId="0"/>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7" name="object-1">
            <a:extLst>
              <a:ext uri="{FF2B5EF4-FFF2-40B4-BE49-F238E27FC236}">
                <a16:creationId xmlns:a16="http://schemas.microsoft.com/office/drawing/2014/main" id="{7839F8F5-D598-4738-AC0A-D3965BD97094}"/>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6A78F8C7-234E-4231-AA54-55E59E8A1A92}"/>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D41A6E30-82D3-493D-932D-8CFF1BB511B5}"/>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Try these questions.</a:t>
            </a:r>
          </a:p>
        </p:txBody>
      </p:sp>
      <p:sp>
        <p:nvSpPr>
          <p:cNvPr id="4" name="object-4">
            <a:extLst>
              <a:ext uri="{FF2B5EF4-FFF2-40B4-BE49-F238E27FC236}">
                <a16:creationId xmlns:a16="http://schemas.microsoft.com/office/drawing/2014/main" id="{29E090C9-8448-4BB1-A81E-BE62DA0B4145}"/>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4F319B2A-06F6-4CF8-8F28-A6C9815D2FF7}"/>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Compare fractions decimals and percentages</a:t>
            </a:r>
          </a:p>
        </p:txBody>
      </p:sp>
      <p:sp>
        <p:nvSpPr>
          <p:cNvPr id="6" name="object-6">
            <a:extLst>
              <a:ext uri="{FF2B5EF4-FFF2-40B4-BE49-F238E27FC236}">
                <a16:creationId xmlns:a16="http://schemas.microsoft.com/office/drawing/2014/main" id="{04595BD0-C77D-4DD4-9EE0-3F1F2D540E0E}"/>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6</a:t>
            </a:r>
          </a:p>
        </p:txBody>
      </p:sp>
      <p:sp>
        <p:nvSpPr>
          <p:cNvPr id="7" name="object-7">
            <a:extLst>
              <a:ext uri="{FF2B5EF4-FFF2-40B4-BE49-F238E27FC236}">
                <a16:creationId xmlns:a16="http://schemas.microsoft.com/office/drawing/2014/main" id="{320384B3-9481-411B-9880-A51239B74AA1}"/>
              </a:ext>
            </a:extLst>
          </p:cNvPr>
          <p:cNvSpPr>
            <a:spLocks noGrp="1"/>
          </p:cNvSpPr>
          <p:nvPr/>
        </p:nvSpPr>
        <p:spPr>
          <a:xfrm>
            <a:off x="773906"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a:t>
            </a:r>
          </a:p>
        </p:txBody>
      </p:sp>
      <p:sp>
        <p:nvSpPr>
          <p:cNvPr id="8" name="object-8">
            <a:extLst>
              <a:ext uri="{FF2B5EF4-FFF2-40B4-BE49-F238E27FC236}">
                <a16:creationId xmlns:a16="http://schemas.microsoft.com/office/drawing/2014/main" id="{F386FBB1-E419-4B00-9803-8EECB29C780D}"/>
              </a:ext>
            </a:extLst>
          </p:cNvPr>
          <p:cNvSpPr>
            <a:spLocks noGrp="1"/>
          </p:cNvSpPr>
          <p:nvPr/>
        </p:nvSpPr>
        <p:spPr>
          <a:xfrm>
            <a:off x="1464469" y="2512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Order 3/5, 0.58 and 62% from least to greatest.</a:t>
            </a:r>
          </a:p>
        </p:txBody>
      </p:sp>
      <p:sp>
        <p:nvSpPr>
          <p:cNvPr id="9" name="object-9">
            <a:extLst>
              <a:ext uri="{FF2B5EF4-FFF2-40B4-BE49-F238E27FC236}">
                <a16:creationId xmlns:a16="http://schemas.microsoft.com/office/drawing/2014/main" id="{E093DDEB-AAA8-4615-8608-E04B639A88EF}"/>
              </a:ext>
            </a:extLst>
          </p:cNvPr>
          <p:cNvSpPr>
            <a:spLocks noGrp="1"/>
          </p:cNvSpPr>
          <p:nvPr/>
        </p:nvSpPr>
        <p:spPr>
          <a:xfrm>
            <a:off x="773906"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2.</a:t>
            </a:r>
          </a:p>
        </p:txBody>
      </p:sp>
      <p:sp>
        <p:nvSpPr>
          <p:cNvPr id="10" name="object-10">
            <a:extLst>
              <a:ext uri="{FF2B5EF4-FFF2-40B4-BE49-F238E27FC236}">
                <a16:creationId xmlns:a16="http://schemas.microsoft.com/office/drawing/2014/main" id="{82825B7A-4CBB-4F8F-A5DB-D1D5CBDBF418}"/>
              </a:ext>
            </a:extLst>
          </p:cNvPr>
          <p:cNvSpPr>
            <a:spLocks noGrp="1"/>
          </p:cNvSpPr>
          <p:nvPr/>
        </p:nvSpPr>
        <p:spPr>
          <a:xfrm>
            <a:off x="1464469" y="35599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Complete: 9/25 = __ = __%.</a:t>
            </a:r>
          </a:p>
        </p:txBody>
      </p:sp>
      <p:sp>
        <p:nvSpPr>
          <p:cNvPr id="11" name="object-11">
            <a:extLst>
              <a:ext uri="{FF2B5EF4-FFF2-40B4-BE49-F238E27FC236}">
                <a16:creationId xmlns:a16="http://schemas.microsoft.com/office/drawing/2014/main" id="{3B44D18F-ED38-4405-9C9F-7A9E49F1747B}"/>
              </a:ext>
            </a:extLst>
          </p:cNvPr>
          <p:cNvSpPr>
            <a:spLocks noGrp="1"/>
          </p:cNvSpPr>
          <p:nvPr/>
        </p:nvSpPr>
        <p:spPr>
          <a:xfrm>
            <a:off x="773906"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3.</a:t>
            </a:r>
          </a:p>
        </p:txBody>
      </p:sp>
      <p:sp>
        <p:nvSpPr>
          <p:cNvPr id="12" name="object-12">
            <a:extLst>
              <a:ext uri="{FF2B5EF4-FFF2-40B4-BE49-F238E27FC236}">
                <a16:creationId xmlns:a16="http://schemas.microsoft.com/office/drawing/2014/main" id="{2B955F41-BD25-4828-8FE0-F40A130400CD}"/>
              </a:ext>
            </a:extLst>
          </p:cNvPr>
          <p:cNvSpPr>
            <a:spLocks noGrp="1"/>
          </p:cNvSpPr>
          <p:nvPr/>
        </p:nvSpPr>
        <p:spPr>
          <a:xfrm>
            <a:off x="1464469" y="46077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Write 7/20 as a decimal.</a:t>
            </a:r>
          </a:p>
        </p:txBody>
      </p:sp>
      <p:sp>
        <p:nvSpPr>
          <p:cNvPr id="13" name="object-13">
            <a:extLst>
              <a:ext uri="{FF2B5EF4-FFF2-40B4-BE49-F238E27FC236}">
                <a16:creationId xmlns:a16="http://schemas.microsoft.com/office/drawing/2014/main" id="{1F8A5731-7329-4020-94AE-B67DC7B65487}"/>
              </a:ext>
            </a:extLst>
          </p:cNvPr>
          <p:cNvSpPr>
            <a:spLocks noGrp="1"/>
          </p:cNvSpPr>
          <p:nvPr/>
        </p:nvSpPr>
        <p:spPr>
          <a:xfrm>
            <a:off x="773906"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4.</a:t>
            </a:r>
          </a:p>
        </p:txBody>
      </p:sp>
      <p:sp>
        <p:nvSpPr>
          <p:cNvPr id="14" name="object-14">
            <a:extLst>
              <a:ext uri="{FF2B5EF4-FFF2-40B4-BE49-F238E27FC236}">
                <a16:creationId xmlns:a16="http://schemas.microsoft.com/office/drawing/2014/main" id="{30F8F46A-795D-4307-9AB9-A4BECAD83D27}"/>
              </a:ext>
            </a:extLst>
          </p:cNvPr>
          <p:cNvSpPr>
            <a:spLocks noGrp="1"/>
          </p:cNvSpPr>
          <p:nvPr/>
        </p:nvSpPr>
        <p:spPr>
          <a:xfrm>
            <a:off x="1464469" y="56554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Solve this independently and show every stage: Order 3/5, 0.58 and 62% from least to greatest.</a:t>
            </a:r>
          </a:p>
        </p:txBody>
      </p:sp>
      <p:sp>
        <p:nvSpPr>
          <p:cNvPr id="15" name="object-15">
            <a:extLst>
              <a:ext uri="{FF2B5EF4-FFF2-40B4-BE49-F238E27FC236}">
                <a16:creationId xmlns:a16="http://schemas.microsoft.com/office/drawing/2014/main" id="{2822153A-2BA4-4923-A8DD-2F93E58F6318}"/>
              </a:ext>
            </a:extLst>
          </p:cNvPr>
          <p:cNvSpPr>
            <a:spLocks noGrp="1"/>
          </p:cNvSpPr>
          <p:nvPr/>
        </p:nvSpPr>
        <p:spPr>
          <a:xfrm>
            <a:off x="773906"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5.</a:t>
            </a:r>
          </a:p>
        </p:txBody>
      </p:sp>
      <p:sp>
        <p:nvSpPr>
          <p:cNvPr id="16" name="object-16">
            <a:extLst>
              <a:ext uri="{FF2B5EF4-FFF2-40B4-BE49-F238E27FC236}">
                <a16:creationId xmlns:a16="http://schemas.microsoft.com/office/drawing/2014/main" id="{C0C2E55F-B1A4-490C-B56F-261F9B79D870}"/>
              </a:ext>
            </a:extLst>
          </p:cNvPr>
          <p:cNvSpPr>
            <a:spLocks noGrp="1"/>
          </p:cNvSpPr>
          <p:nvPr/>
        </p:nvSpPr>
        <p:spPr>
          <a:xfrm>
            <a:off x="1464469" y="6703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Use a second method or representation for: Complete: 9/25 = __ = __%.</a:t>
            </a:r>
          </a:p>
        </p:txBody>
      </p:sp>
      <p:sp>
        <p:nvSpPr>
          <p:cNvPr id="17" name="object-17">
            <a:extLst>
              <a:ext uri="{FF2B5EF4-FFF2-40B4-BE49-F238E27FC236}">
                <a16:creationId xmlns:a16="http://schemas.microsoft.com/office/drawing/2014/main" id="{36EC863A-353E-4873-B73D-4A35C7676D91}"/>
              </a:ext>
            </a:extLst>
          </p:cNvPr>
          <p:cNvSpPr>
            <a:spLocks noGrp="1"/>
          </p:cNvSpPr>
          <p:nvPr/>
        </p:nvSpPr>
        <p:spPr>
          <a:xfrm>
            <a:off x="8215313"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6.</a:t>
            </a:r>
          </a:p>
        </p:txBody>
      </p:sp>
      <p:sp>
        <p:nvSpPr>
          <p:cNvPr id="18" name="object-18">
            <a:extLst>
              <a:ext uri="{FF2B5EF4-FFF2-40B4-BE49-F238E27FC236}">
                <a16:creationId xmlns:a16="http://schemas.microsoft.com/office/drawing/2014/main" id="{D0A65BDF-2D46-4EF2-9992-521047ED5AA7}"/>
              </a:ext>
            </a:extLst>
          </p:cNvPr>
          <p:cNvSpPr>
            <a:spLocks noGrp="1"/>
          </p:cNvSpPr>
          <p:nvPr/>
        </p:nvSpPr>
        <p:spPr>
          <a:xfrm>
            <a:off x="8905875" y="2512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Check this result using an inverse, estimate or known fact: Write 7/20 as a decimal.</a:t>
            </a:r>
          </a:p>
        </p:txBody>
      </p:sp>
      <p:sp>
        <p:nvSpPr>
          <p:cNvPr id="19" name="object-19">
            <a:extLst>
              <a:ext uri="{FF2B5EF4-FFF2-40B4-BE49-F238E27FC236}">
                <a16:creationId xmlns:a16="http://schemas.microsoft.com/office/drawing/2014/main" id="{A9034418-CC6F-4CCE-BE24-5462FE210E13}"/>
              </a:ext>
            </a:extLst>
          </p:cNvPr>
          <p:cNvSpPr>
            <a:spLocks noGrp="1"/>
          </p:cNvSpPr>
          <p:nvPr/>
        </p:nvSpPr>
        <p:spPr>
          <a:xfrm>
            <a:off x="8215313"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7.</a:t>
            </a:r>
          </a:p>
        </p:txBody>
      </p:sp>
      <p:sp>
        <p:nvSpPr>
          <p:cNvPr id="20" name="object-20">
            <a:extLst>
              <a:ext uri="{FF2B5EF4-FFF2-40B4-BE49-F238E27FC236}">
                <a16:creationId xmlns:a16="http://schemas.microsoft.com/office/drawing/2014/main" id="{F858CCFA-3674-4A6C-B009-DB95A0D8F3CB}"/>
              </a:ext>
            </a:extLst>
          </p:cNvPr>
          <p:cNvSpPr>
            <a:spLocks noGrp="1"/>
          </p:cNvSpPr>
          <p:nvPr/>
        </p:nvSpPr>
        <p:spPr>
          <a:xfrm>
            <a:off x="8905875" y="35599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Prove or explain your reasoning: Write 0.625 as a percentage.</a:t>
            </a:r>
          </a:p>
        </p:txBody>
      </p:sp>
      <p:sp>
        <p:nvSpPr>
          <p:cNvPr id="21" name="object-21">
            <a:extLst>
              <a:ext uri="{FF2B5EF4-FFF2-40B4-BE49-F238E27FC236}">
                <a16:creationId xmlns:a16="http://schemas.microsoft.com/office/drawing/2014/main" id="{1737BACD-9723-46C7-AE46-03B32D478A0F}"/>
              </a:ext>
            </a:extLst>
          </p:cNvPr>
          <p:cNvSpPr>
            <a:spLocks noGrp="1"/>
          </p:cNvSpPr>
          <p:nvPr/>
        </p:nvSpPr>
        <p:spPr>
          <a:xfrm>
            <a:off x="8215313"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8.</a:t>
            </a:r>
          </a:p>
        </p:txBody>
      </p:sp>
      <p:sp>
        <p:nvSpPr>
          <p:cNvPr id="22" name="object-22">
            <a:extLst>
              <a:ext uri="{FF2B5EF4-FFF2-40B4-BE49-F238E27FC236}">
                <a16:creationId xmlns:a16="http://schemas.microsoft.com/office/drawing/2014/main" id="{DF6C7FB6-D770-4A08-A810-41F3CD973660}"/>
              </a:ext>
            </a:extLst>
          </p:cNvPr>
          <p:cNvSpPr>
            <a:spLocks noGrp="1"/>
          </p:cNvSpPr>
          <p:nvPr/>
        </p:nvSpPr>
        <p:spPr>
          <a:xfrm>
            <a:off x="8905875" y="46077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Identify and correct this misconception: Miro moves the decimal point without considering the value.</a:t>
            </a:r>
          </a:p>
        </p:txBody>
      </p:sp>
      <p:sp>
        <p:nvSpPr>
          <p:cNvPr id="23" name="object-23">
            <a:extLst>
              <a:ext uri="{FF2B5EF4-FFF2-40B4-BE49-F238E27FC236}">
                <a16:creationId xmlns:a16="http://schemas.microsoft.com/office/drawing/2014/main" id="{91B8A9E6-C4EC-4A16-92E9-97C590172CFD}"/>
              </a:ext>
            </a:extLst>
          </p:cNvPr>
          <p:cNvSpPr>
            <a:spLocks noGrp="1"/>
          </p:cNvSpPr>
          <p:nvPr/>
        </p:nvSpPr>
        <p:spPr>
          <a:xfrm>
            <a:off x="8215313"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9.</a:t>
            </a:r>
          </a:p>
        </p:txBody>
      </p:sp>
      <p:sp>
        <p:nvSpPr>
          <p:cNvPr id="24" name="object-24">
            <a:extLst>
              <a:ext uri="{FF2B5EF4-FFF2-40B4-BE49-F238E27FC236}">
                <a16:creationId xmlns:a16="http://schemas.microsoft.com/office/drawing/2014/main" id="{CA609E69-469F-46BF-9A07-15999A07D677}"/>
              </a:ext>
            </a:extLst>
          </p:cNvPr>
          <p:cNvSpPr>
            <a:spLocks noGrp="1"/>
          </p:cNvSpPr>
          <p:nvPr/>
        </p:nvSpPr>
        <p:spPr>
          <a:xfrm>
            <a:off x="8905875" y="56554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Write a complete sentence explaining how you checked one answer.</a:t>
            </a:r>
          </a:p>
        </p:txBody>
      </p:sp>
      <p:sp>
        <p:nvSpPr>
          <p:cNvPr id="25" name="object-25">
            <a:extLst>
              <a:ext uri="{FF2B5EF4-FFF2-40B4-BE49-F238E27FC236}">
                <a16:creationId xmlns:a16="http://schemas.microsoft.com/office/drawing/2014/main" id="{46E62555-96F6-48ED-B25E-D83410904D05}"/>
              </a:ext>
            </a:extLst>
          </p:cNvPr>
          <p:cNvSpPr>
            <a:spLocks noGrp="1"/>
          </p:cNvSpPr>
          <p:nvPr/>
        </p:nvSpPr>
        <p:spPr>
          <a:xfrm>
            <a:off x="8215313"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10.</a:t>
            </a:r>
          </a:p>
        </p:txBody>
      </p:sp>
      <p:sp>
        <p:nvSpPr>
          <p:cNvPr id="26" name="object-26">
            <a:extLst>
              <a:ext uri="{FF2B5EF4-FFF2-40B4-BE49-F238E27FC236}">
                <a16:creationId xmlns:a16="http://schemas.microsoft.com/office/drawing/2014/main" id="{63B69D6F-0988-403F-959A-2E2479EDB1E8}"/>
              </a:ext>
            </a:extLst>
          </p:cNvPr>
          <p:cNvSpPr>
            <a:spLocks noGrp="1"/>
          </p:cNvSpPr>
          <p:nvPr/>
        </p:nvSpPr>
        <p:spPr>
          <a:xfrm>
            <a:off x="8905875" y="6703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Write and solve a similar question to: Write 7/20 as a decimal.</a:t>
            </a:r>
          </a:p>
        </p:txBody>
      </p:sp>
    </p:spTree>
    <p:extLst>
      <p:ext uri="{BB962C8B-B14F-4D97-AF65-F5344CB8AC3E}">
        <p14:creationId xmlns:p14="http://schemas.microsoft.com/office/powerpoint/2010/main" val="15314532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6" name="object-1">
            <a:extLst>
              <a:ext uri="{FF2B5EF4-FFF2-40B4-BE49-F238E27FC236}">
                <a16:creationId xmlns:a16="http://schemas.microsoft.com/office/drawing/2014/main" id="{BE34E65A-7C2A-4D77-B942-D23EAC82FD16}"/>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Answers</a:t>
            </a:r>
          </a:p>
        </p:txBody>
      </p:sp>
      <p:sp>
        <p:nvSpPr>
          <p:cNvPr id="2" name="object-2">
            <a:extLst>
              <a:ext uri="{FF2B5EF4-FFF2-40B4-BE49-F238E27FC236}">
                <a16:creationId xmlns:a16="http://schemas.microsoft.com/office/drawing/2014/main" id="{7351C3E9-6F84-4E08-8BDF-7CE41FBA53B5}"/>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Check your answers. Explain any corrections.</a:t>
            </a:r>
          </a:p>
        </p:txBody>
      </p:sp>
      <p:sp>
        <p:nvSpPr>
          <p:cNvPr id="3" name="object-3">
            <a:extLst>
              <a:ext uri="{FF2B5EF4-FFF2-40B4-BE49-F238E27FC236}">
                <a16:creationId xmlns:a16="http://schemas.microsoft.com/office/drawing/2014/main" id="{AA3E7F88-F68A-4790-A014-B030F9921C9F}"/>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6CD075E7-EBA7-4A3E-A779-A117216E76BC}"/>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Compare fractions decimals and percentages</a:t>
            </a:r>
          </a:p>
        </p:txBody>
      </p:sp>
      <p:sp>
        <p:nvSpPr>
          <p:cNvPr id="5" name="object-5">
            <a:extLst>
              <a:ext uri="{FF2B5EF4-FFF2-40B4-BE49-F238E27FC236}">
                <a16:creationId xmlns:a16="http://schemas.microsoft.com/office/drawing/2014/main" id="{ECE15BF3-B372-4410-8248-3DA59DF50334}"/>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7</a:t>
            </a:r>
          </a:p>
        </p:txBody>
      </p:sp>
      <p:sp>
        <p:nvSpPr>
          <p:cNvPr id="6" name="object-6">
            <a:extLst>
              <a:ext uri="{FF2B5EF4-FFF2-40B4-BE49-F238E27FC236}">
                <a16:creationId xmlns:a16="http://schemas.microsoft.com/office/drawing/2014/main" id="{39F86F15-EFA0-40F0-8D2C-6DE7C4E25E24}"/>
              </a:ext>
            </a:extLst>
          </p:cNvPr>
          <p:cNvSpPr>
            <a:spLocks noGrp="1"/>
          </p:cNvSpPr>
          <p:nvPr/>
        </p:nvSpPr>
        <p:spPr>
          <a:xfrm>
            <a:off x="773906"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a:t>
            </a:r>
          </a:p>
        </p:txBody>
      </p:sp>
      <p:sp>
        <p:nvSpPr>
          <p:cNvPr id="7" name="object-7">
            <a:extLst>
              <a:ext uri="{FF2B5EF4-FFF2-40B4-BE49-F238E27FC236}">
                <a16:creationId xmlns:a16="http://schemas.microsoft.com/office/drawing/2014/main" id="{270B0A1A-94D2-414C-ABEC-E10BF927EC72}"/>
              </a:ext>
            </a:extLst>
          </p:cNvPr>
          <p:cNvSpPr>
            <a:spLocks noGrp="1"/>
          </p:cNvSpPr>
          <p:nvPr/>
        </p:nvSpPr>
        <p:spPr>
          <a:xfrm>
            <a:off x="1464469" y="2512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0.58, 3/5, 62%.</a:t>
            </a:r>
          </a:p>
        </p:txBody>
      </p:sp>
      <p:sp>
        <p:nvSpPr>
          <p:cNvPr id="8" name="object-8">
            <a:extLst>
              <a:ext uri="{FF2B5EF4-FFF2-40B4-BE49-F238E27FC236}">
                <a16:creationId xmlns:a16="http://schemas.microsoft.com/office/drawing/2014/main" id="{B13C9B97-9336-43BF-8C9D-5452ADF63632}"/>
              </a:ext>
            </a:extLst>
          </p:cNvPr>
          <p:cNvSpPr>
            <a:spLocks noGrp="1"/>
          </p:cNvSpPr>
          <p:nvPr/>
        </p:nvSpPr>
        <p:spPr>
          <a:xfrm>
            <a:off x="773906"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2.</a:t>
            </a:r>
          </a:p>
        </p:txBody>
      </p:sp>
      <p:sp>
        <p:nvSpPr>
          <p:cNvPr id="9" name="object-9">
            <a:extLst>
              <a:ext uri="{FF2B5EF4-FFF2-40B4-BE49-F238E27FC236}">
                <a16:creationId xmlns:a16="http://schemas.microsoft.com/office/drawing/2014/main" id="{975BEDE8-F6C4-4C10-964D-584DDF54BE3E}"/>
              </a:ext>
            </a:extLst>
          </p:cNvPr>
          <p:cNvSpPr>
            <a:spLocks noGrp="1"/>
          </p:cNvSpPr>
          <p:nvPr/>
        </p:nvSpPr>
        <p:spPr>
          <a:xfrm>
            <a:off x="1464469" y="35599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0.36 and 36%.</a:t>
            </a:r>
          </a:p>
        </p:txBody>
      </p:sp>
      <p:sp>
        <p:nvSpPr>
          <p:cNvPr id="10" name="object-10">
            <a:extLst>
              <a:ext uri="{FF2B5EF4-FFF2-40B4-BE49-F238E27FC236}">
                <a16:creationId xmlns:a16="http://schemas.microsoft.com/office/drawing/2014/main" id="{9CDCC1C7-7D27-4296-BD09-4793AA32DCFB}"/>
              </a:ext>
            </a:extLst>
          </p:cNvPr>
          <p:cNvSpPr>
            <a:spLocks noGrp="1"/>
          </p:cNvSpPr>
          <p:nvPr/>
        </p:nvSpPr>
        <p:spPr>
          <a:xfrm>
            <a:off x="773906"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3.</a:t>
            </a:r>
          </a:p>
        </p:txBody>
      </p:sp>
      <p:sp>
        <p:nvSpPr>
          <p:cNvPr id="11" name="object-11">
            <a:extLst>
              <a:ext uri="{FF2B5EF4-FFF2-40B4-BE49-F238E27FC236}">
                <a16:creationId xmlns:a16="http://schemas.microsoft.com/office/drawing/2014/main" id="{DBAE974C-8E22-4796-9F31-F7D40E4C29B1}"/>
              </a:ext>
            </a:extLst>
          </p:cNvPr>
          <p:cNvSpPr>
            <a:spLocks noGrp="1"/>
          </p:cNvSpPr>
          <p:nvPr/>
        </p:nvSpPr>
        <p:spPr>
          <a:xfrm>
            <a:off x="1464469" y="46077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0.35.</a:t>
            </a:r>
          </a:p>
        </p:txBody>
      </p:sp>
      <p:sp>
        <p:nvSpPr>
          <p:cNvPr id="12" name="object-12">
            <a:extLst>
              <a:ext uri="{FF2B5EF4-FFF2-40B4-BE49-F238E27FC236}">
                <a16:creationId xmlns:a16="http://schemas.microsoft.com/office/drawing/2014/main" id="{783FF0C1-7985-4623-893F-C0A140B0114F}"/>
              </a:ext>
            </a:extLst>
          </p:cNvPr>
          <p:cNvSpPr>
            <a:spLocks noGrp="1"/>
          </p:cNvSpPr>
          <p:nvPr/>
        </p:nvSpPr>
        <p:spPr>
          <a:xfrm>
            <a:off x="773906"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4.</a:t>
            </a:r>
          </a:p>
        </p:txBody>
      </p:sp>
      <p:sp>
        <p:nvSpPr>
          <p:cNvPr id="13" name="object-13">
            <a:extLst>
              <a:ext uri="{FF2B5EF4-FFF2-40B4-BE49-F238E27FC236}">
                <a16:creationId xmlns:a16="http://schemas.microsoft.com/office/drawing/2014/main" id="{49167A1D-31A0-4616-8413-044154360F37}"/>
              </a:ext>
            </a:extLst>
          </p:cNvPr>
          <p:cNvSpPr>
            <a:spLocks noGrp="1"/>
          </p:cNvSpPr>
          <p:nvPr/>
        </p:nvSpPr>
        <p:spPr>
          <a:xfrm>
            <a:off x="1464469" y="56554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0.58, 3/5, 62%.</a:t>
            </a:r>
          </a:p>
        </p:txBody>
      </p:sp>
      <p:sp>
        <p:nvSpPr>
          <p:cNvPr id="14" name="object-14">
            <a:extLst>
              <a:ext uri="{FF2B5EF4-FFF2-40B4-BE49-F238E27FC236}">
                <a16:creationId xmlns:a16="http://schemas.microsoft.com/office/drawing/2014/main" id="{15CB3F6B-5833-4633-A912-4911A87C83B0}"/>
              </a:ext>
            </a:extLst>
          </p:cNvPr>
          <p:cNvSpPr>
            <a:spLocks noGrp="1"/>
          </p:cNvSpPr>
          <p:nvPr/>
        </p:nvSpPr>
        <p:spPr>
          <a:xfrm>
            <a:off x="773906"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5.</a:t>
            </a:r>
          </a:p>
        </p:txBody>
      </p:sp>
      <p:sp>
        <p:nvSpPr>
          <p:cNvPr id="15" name="object-15">
            <a:extLst>
              <a:ext uri="{FF2B5EF4-FFF2-40B4-BE49-F238E27FC236}">
                <a16:creationId xmlns:a16="http://schemas.microsoft.com/office/drawing/2014/main" id="{7D8C2195-7A2D-4E9A-B47C-16C939EEB298}"/>
              </a:ext>
            </a:extLst>
          </p:cNvPr>
          <p:cNvSpPr>
            <a:spLocks noGrp="1"/>
          </p:cNvSpPr>
          <p:nvPr/>
        </p:nvSpPr>
        <p:spPr>
          <a:xfrm>
            <a:off x="1464469" y="6703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Expected result: 0.36 and 36%. Method or representation may vary.</a:t>
            </a:r>
          </a:p>
        </p:txBody>
      </p:sp>
      <p:sp>
        <p:nvSpPr>
          <p:cNvPr id="16" name="object-16">
            <a:extLst>
              <a:ext uri="{FF2B5EF4-FFF2-40B4-BE49-F238E27FC236}">
                <a16:creationId xmlns:a16="http://schemas.microsoft.com/office/drawing/2014/main" id="{3A71832F-F369-4E00-8FB0-E003456F35A3}"/>
              </a:ext>
            </a:extLst>
          </p:cNvPr>
          <p:cNvSpPr>
            <a:spLocks noGrp="1"/>
          </p:cNvSpPr>
          <p:nvPr/>
        </p:nvSpPr>
        <p:spPr>
          <a:xfrm>
            <a:off x="8215313"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6.</a:t>
            </a:r>
          </a:p>
        </p:txBody>
      </p:sp>
      <p:sp>
        <p:nvSpPr>
          <p:cNvPr id="17" name="object-17">
            <a:extLst>
              <a:ext uri="{FF2B5EF4-FFF2-40B4-BE49-F238E27FC236}">
                <a16:creationId xmlns:a16="http://schemas.microsoft.com/office/drawing/2014/main" id="{E435AACC-1ED9-4E9E-B64F-AC9E1A23985E}"/>
              </a:ext>
            </a:extLst>
          </p:cNvPr>
          <p:cNvSpPr>
            <a:spLocks noGrp="1"/>
          </p:cNvSpPr>
          <p:nvPr/>
        </p:nvSpPr>
        <p:spPr>
          <a:xfrm>
            <a:off x="8905875" y="2512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Expected result: 0.35. A valid check must be shown.</a:t>
            </a:r>
          </a:p>
        </p:txBody>
      </p:sp>
      <p:sp>
        <p:nvSpPr>
          <p:cNvPr id="18" name="object-18">
            <a:extLst>
              <a:ext uri="{FF2B5EF4-FFF2-40B4-BE49-F238E27FC236}">
                <a16:creationId xmlns:a16="http://schemas.microsoft.com/office/drawing/2014/main" id="{43261BE9-8F19-4DD7-8D7E-15EBDBDB7AB4}"/>
              </a:ext>
            </a:extLst>
          </p:cNvPr>
          <p:cNvSpPr>
            <a:spLocks noGrp="1"/>
          </p:cNvSpPr>
          <p:nvPr/>
        </p:nvSpPr>
        <p:spPr>
          <a:xfrm>
            <a:off x="8215313"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7.</a:t>
            </a:r>
          </a:p>
        </p:txBody>
      </p:sp>
      <p:sp>
        <p:nvSpPr>
          <p:cNvPr id="19" name="object-19">
            <a:extLst>
              <a:ext uri="{FF2B5EF4-FFF2-40B4-BE49-F238E27FC236}">
                <a16:creationId xmlns:a16="http://schemas.microsoft.com/office/drawing/2014/main" id="{08473D41-3CAC-4E77-9B9B-1A750C80AC9E}"/>
              </a:ext>
            </a:extLst>
          </p:cNvPr>
          <p:cNvSpPr>
            <a:spLocks noGrp="1"/>
          </p:cNvSpPr>
          <p:nvPr/>
        </p:nvSpPr>
        <p:spPr>
          <a:xfrm>
            <a:off x="8905875" y="35599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62.5%. The explanation must show why the method works.</a:t>
            </a:r>
          </a:p>
        </p:txBody>
      </p:sp>
      <p:sp>
        <p:nvSpPr>
          <p:cNvPr id="20" name="object-20">
            <a:extLst>
              <a:ext uri="{FF2B5EF4-FFF2-40B4-BE49-F238E27FC236}">
                <a16:creationId xmlns:a16="http://schemas.microsoft.com/office/drawing/2014/main" id="{089AE6F2-FBB5-4471-8D3F-DC5A07D99EA1}"/>
              </a:ext>
            </a:extLst>
          </p:cNvPr>
          <p:cNvSpPr>
            <a:spLocks noGrp="1"/>
          </p:cNvSpPr>
          <p:nvPr/>
        </p:nvSpPr>
        <p:spPr>
          <a:xfrm>
            <a:off x="8215313"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8.</a:t>
            </a:r>
          </a:p>
        </p:txBody>
      </p:sp>
      <p:sp>
        <p:nvSpPr>
          <p:cNvPr id="21" name="object-21">
            <a:extLst>
              <a:ext uri="{FF2B5EF4-FFF2-40B4-BE49-F238E27FC236}">
                <a16:creationId xmlns:a16="http://schemas.microsoft.com/office/drawing/2014/main" id="{4A31750A-FDB8-4A57-9354-B62614B96FF5}"/>
              </a:ext>
            </a:extLst>
          </p:cNvPr>
          <p:cNvSpPr>
            <a:spLocks noGrp="1"/>
          </p:cNvSpPr>
          <p:nvPr/>
        </p:nvSpPr>
        <p:spPr>
          <a:xfrm>
            <a:off x="8905875" y="46077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Use a hundred-square model or multiplication and division by 100, then check against a known benchmark.</a:t>
            </a:r>
          </a:p>
        </p:txBody>
      </p:sp>
      <p:sp>
        <p:nvSpPr>
          <p:cNvPr id="22" name="object-22">
            <a:extLst>
              <a:ext uri="{FF2B5EF4-FFF2-40B4-BE49-F238E27FC236}">
                <a16:creationId xmlns:a16="http://schemas.microsoft.com/office/drawing/2014/main" id="{E9104716-5152-42A3-A9F8-AA06737022E7}"/>
              </a:ext>
            </a:extLst>
          </p:cNvPr>
          <p:cNvSpPr>
            <a:spLocks noGrp="1"/>
          </p:cNvSpPr>
          <p:nvPr/>
        </p:nvSpPr>
        <p:spPr>
          <a:xfrm>
            <a:off x="8215313"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9.</a:t>
            </a:r>
          </a:p>
        </p:txBody>
      </p:sp>
      <p:sp>
        <p:nvSpPr>
          <p:cNvPr id="23" name="object-23">
            <a:extLst>
              <a:ext uri="{FF2B5EF4-FFF2-40B4-BE49-F238E27FC236}">
                <a16:creationId xmlns:a16="http://schemas.microsoft.com/office/drawing/2014/main" id="{5A21FFAE-52C2-4DE5-A308-C25377FB1FE1}"/>
              </a:ext>
            </a:extLst>
          </p:cNvPr>
          <p:cNvSpPr>
            <a:spLocks noGrp="1"/>
          </p:cNvSpPr>
          <p:nvPr/>
        </p:nvSpPr>
        <p:spPr>
          <a:xfrm>
            <a:off x="8905875" y="56554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Answer should name an inverse, estimate, boundary, known fact or equivalent representation.</a:t>
            </a:r>
          </a:p>
        </p:txBody>
      </p:sp>
      <p:sp>
        <p:nvSpPr>
          <p:cNvPr id="24" name="object-24">
            <a:extLst>
              <a:ext uri="{FF2B5EF4-FFF2-40B4-BE49-F238E27FC236}">
                <a16:creationId xmlns:a16="http://schemas.microsoft.com/office/drawing/2014/main" id="{4E6A466E-2A3F-4D0A-AF5D-76E8EE90F11E}"/>
              </a:ext>
            </a:extLst>
          </p:cNvPr>
          <p:cNvSpPr>
            <a:spLocks noGrp="1"/>
          </p:cNvSpPr>
          <p:nvPr/>
        </p:nvSpPr>
        <p:spPr>
          <a:xfrm>
            <a:off x="8215313"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10.</a:t>
            </a:r>
          </a:p>
        </p:txBody>
      </p:sp>
      <p:sp>
        <p:nvSpPr>
          <p:cNvPr id="25" name="object-25">
            <a:extLst>
              <a:ext uri="{FF2B5EF4-FFF2-40B4-BE49-F238E27FC236}">
                <a16:creationId xmlns:a16="http://schemas.microsoft.com/office/drawing/2014/main" id="{4A4C9C64-8891-4AB7-8C8A-BE6B45A96191}"/>
              </a:ext>
            </a:extLst>
          </p:cNvPr>
          <p:cNvSpPr>
            <a:spLocks noGrp="1"/>
          </p:cNvSpPr>
          <p:nvPr/>
        </p:nvSpPr>
        <p:spPr>
          <a:xfrm>
            <a:off x="8905875" y="6703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Answers vary. The new question must use the same mathematical structure and include a correct solution.</a:t>
            </a:r>
          </a:p>
        </p:txBody>
      </p:sp>
    </p:spTree>
    <p:extLst>
      <p:ext uri="{BB962C8B-B14F-4D97-AF65-F5344CB8AC3E}">
        <p14:creationId xmlns:p14="http://schemas.microsoft.com/office/powerpoint/2010/main" val="1404386231"/>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912</Words>
  <Application>Microsoft Office PowerPoint</Application>
  <DocSecurity>0</DocSecurity>
  <PresentationFormat>Custom</PresentationFormat>
  <Paragraphs>114</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Garima Sharma</cp:lastModifiedBy>
  <cp:revision>1</cp:revision>
  <dcterms:created xsi:type="dcterms:W3CDTF">2026-09-14T13:19:17Z</dcterms:created>
  <dcterms:modified xsi:type="dcterms:W3CDTF">2026-09-14T13:20:18Z</dcterms:modified>
</cp:coreProperties>
</file>