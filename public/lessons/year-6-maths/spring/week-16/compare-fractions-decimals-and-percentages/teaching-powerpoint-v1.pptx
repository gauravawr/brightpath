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850ba512d4e98" /><Relationship Type="http://schemas.openxmlformats.org/officeDocument/2006/relationships/extended-properties" Target="/docProps/app.xml" Id="R077ac4a3ea364d4b" /><Relationship Type="http://schemas.openxmlformats.org/officeDocument/2006/relationships/officeDocument" Target="/ppt/presentation.xml" Id="R7bc90b05c58946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91c8086c604b5b"/>
  </p:sldMasterIdLst>
  <p:notesMasterIdLst>
    <p:notesMasterId xmlns:r="http://schemas.openxmlformats.org/officeDocument/2006/relationships" r:id="Rd7455bfa87304cdb"/>
  </p:notesMasterIdLst>
  <p:sldIdLst>
    <p:sldId xmlns:r="http://schemas.openxmlformats.org/officeDocument/2006/relationships" id="256" r:id="R5e927e4549fc435d"/>
    <p:sldId xmlns:r="http://schemas.openxmlformats.org/officeDocument/2006/relationships" id="257" r:id="Rb64de8a1f71f411e"/>
    <p:sldId xmlns:r="http://schemas.openxmlformats.org/officeDocument/2006/relationships" id="258" r:id="Re668a22264a446ff"/>
    <p:sldId xmlns:r="http://schemas.openxmlformats.org/officeDocument/2006/relationships" id="259" r:id="R36ed03a586e84713"/>
    <p:sldId xmlns:r="http://schemas.openxmlformats.org/officeDocument/2006/relationships" id="260" r:id="Red725d86a18b492c"/>
    <p:sldId xmlns:r="http://schemas.openxmlformats.org/officeDocument/2006/relationships" id="261" r:id="R079f9fc30da848d7"/>
    <p:sldId xmlns:r="http://schemas.openxmlformats.org/officeDocument/2006/relationships" id="262" r:id="R58fb95022a604c12"/>
    <p:sldId xmlns:r="http://schemas.openxmlformats.org/officeDocument/2006/relationships" id="263" r:id="R9af0e0c42fc04676"/>
    <p:sldId xmlns:r="http://schemas.openxmlformats.org/officeDocument/2006/relationships" id="264" r:id="R7c8d1b88b87a458a"/>
    <p:sldId xmlns:r="http://schemas.openxmlformats.org/officeDocument/2006/relationships" id="265" r:id="R4bece6b65491486e"/>
    <p:sldId xmlns:r="http://schemas.openxmlformats.org/officeDocument/2006/relationships" id="266" r:id="R1f209b5bce1c40f8"/>
    <p:sldId xmlns:r="http://schemas.openxmlformats.org/officeDocument/2006/relationships" id="267" r:id="R91074fcb070d43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16885c9d424d51" /><Relationship Type="http://schemas.openxmlformats.org/officeDocument/2006/relationships/slideMaster" Target="/ppt/slideMasters/slideMaster1.xml" Id="Ra491c8086c604b5b" /><Relationship Type="http://schemas.openxmlformats.org/officeDocument/2006/relationships/notesMaster" Target="/ppt/notesMasters/notesMaster1.xml" Id="Rd7455bfa87304cdb" /><Relationship Type="http://schemas.openxmlformats.org/officeDocument/2006/relationships/presProps" Target="/ppt/presProps.xml" Id="R5300e40f67724b00" /><Relationship Type="http://schemas.openxmlformats.org/officeDocument/2006/relationships/tableStyles" Target="/ppt/tableStyles.xml" Id="Rb22ee98ad2d44807" /><Relationship Type="http://schemas.openxmlformats.org/officeDocument/2006/relationships/slide" Target="/ppt/slides/slide1.xml" Id="R5e927e4549fc435d" /><Relationship Type="http://schemas.openxmlformats.org/officeDocument/2006/relationships/slide" Target="/ppt/slides/slide2.xml" Id="Rb64de8a1f71f411e" /><Relationship Type="http://schemas.openxmlformats.org/officeDocument/2006/relationships/slide" Target="/ppt/slides/slide3.xml" Id="Re668a22264a446ff" /><Relationship Type="http://schemas.openxmlformats.org/officeDocument/2006/relationships/slide" Target="/ppt/slides/slide4.xml" Id="R36ed03a586e84713" /><Relationship Type="http://schemas.openxmlformats.org/officeDocument/2006/relationships/slide" Target="/ppt/slides/slide5.xml" Id="Red725d86a18b492c" /><Relationship Type="http://schemas.openxmlformats.org/officeDocument/2006/relationships/slide" Target="/ppt/slides/slide6.xml" Id="R079f9fc30da848d7" /><Relationship Type="http://schemas.openxmlformats.org/officeDocument/2006/relationships/slide" Target="/ppt/slides/slide7.xml" Id="R58fb95022a604c12" /><Relationship Type="http://schemas.openxmlformats.org/officeDocument/2006/relationships/slide" Target="/ppt/slides/slide8.xml" Id="R9af0e0c42fc04676" /><Relationship Type="http://schemas.openxmlformats.org/officeDocument/2006/relationships/slide" Target="/ppt/slides/slide9.xml" Id="R7c8d1b88b87a458a" /><Relationship Type="http://schemas.openxmlformats.org/officeDocument/2006/relationships/slide" Target="/ppt/slides/slide10.xml" Id="R4bece6b65491486e" /><Relationship Type="http://schemas.openxmlformats.org/officeDocument/2006/relationships/slide" Target="/ppt/slides/slide11.xml" Id="R1f209b5bce1c40f8" /><Relationship Type="http://schemas.openxmlformats.org/officeDocument/2006/relationships/slide" Target="/ppt/slides/slide12.xml" Id="R91074fcb070d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5f4ad1c51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34b52476624e53" /><Relationship Type="http://schemas.openxmlformats.org/officeDocument/2006/relationships/notesMaster" Target="/ppt/notesMasters/notesMaster1.xml" Id="R0d042f1cd76c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81775ce7f54bed" /><Relationship Type="http://schemas.openxmlformats.org/officeDocument/2006/relationships/notesMaster" Target="/ppt/notesMasters/notesMaster1.xml" Id="R8b7b7619870b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6194be80d44d32" /><Relationship Type="http://schemas.openxmlformats.org/officeDocument/2006/relationships/notesMaster" Target="/ppt/notesMasters/notesMaster1.xml" Id="R2eafb78e1bfe48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2fba86c895478b" /><Relationship Type="http://schemas.openxmlformats.org/officeDocument/2006/relationships/notesMaster" Target="/ppt/notesMasters/notesMaster1.xml" Id="R277cade9a82b41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4a05abf4c24d01" /><Relationship Type="http://schemas.openxmlformats.org/officeDocument/2006/relationships/notesMaster" Target="/ppt/notesMasters/notesMaster1.xml" Id="Rdebc8bd5018e42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773a98ec8b4308" /><Relationship Type="http://schemas.openxmlformats.org/officeDocument/2006/relationships/notesMaster" Target="/ppt/notesMasters/notesMaster1.xml" Id="R21b17353678547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05a65376bc4f89" /><Relationship Type="http://schemas.openxmlformats.org/officeDocument/2006/relationships/notesMaster" Target="/ppt/notesMasters/notesMaster1.xml" Id="R5dbacb16480c45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53f74c45b4494d" /><Relationship Type="http://schemas.openxmlformats.org/officeDocument/2006/relationships/notesMaster" Target="/ppt/notesMasters/notesMaster1.xml" Id="R3b099923d92c4c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821ccfc25d42f7" /><Relationship Type="http://schemas.openxmlformats.org/officeDocument/2006/relationships/notesMaster" Target="/ppt/notesMasters/notesMaster1.xml" Id="R6e6c0808499542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178554694c4607" /><Relationship Type="http://schemas.openxmlformats.org/officeDocument/2006/relationships/notesMaster" Target="/ppt/notesMasters/notesMaster1.xml" Id="R9b27224a250247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1d7002d111494b" /><Relationship Type="http://schemas.openxmlformats.org/officeDocument/2006/relationships/notesMaster" Target="/ppt/notesMasters/notesMaster1.xml" Id="R1755e81febaf47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7e652efc7e4534" /><Relationship Type="http://schemas.openxmlformats.org/officeDocument/2006/relationships/notesMaster" Target="/ppt/notesMasters/notesMaster1.xml" Id="Rdd515af8f02345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Hundred squares, fraction strips, double number lines, conversion grids,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0.36 and 36%. | Choose a representation out of 100 or use division. |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fraction, decimal, percentage, equivalent, hundredths, convert.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0.58, 3/5, 62%.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0.36 and 36%.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 hundred-square model or multiplication and division by 100, then check against a known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0.36 and 36%..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0.35..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62.5%.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0.35.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0.35. | Use a hundred-square model or multiplication and division by 100, then check against a known benchmark.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4bafae6bd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476b78a94b4d2f" /><Relationship Type="http://schemas.openxmlformats.org/officeDocument/2006/relationships/slideLayout" Target="/ppt/slideLayouts/slideLayout1.xml" Id="R56d6d505986e43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6d505986e43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361e1a95e4983" /><Relationship Type="http://schemas.openxmlformats.org/officeDocument/2006/relationships/notesSlide" Target="/ppt/notesSlides/notesSlide1.xml" Id="Ra2ee4641876b45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f7db317f54515" /><Relationship Type="http://schemas.openxmlformats.org/officeDocument/2006/relationships/notesSlide" Target="/ppt/notesSlides/notesSlide2.xml" Id="R7c7b9705f13e4f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aad643f0943b8" /><Relationship Type="http://schemas.openxmlformats.org/officeDocument/2006/relationships/notesSlide" Target="/ppt/notesSlides/notesSlide3.xml" Id="R0be2203ab68643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92046d3ad4e7f" /><Relationship Type="http://schemas.openxmlformats.org/officeDocument/2006/relationships/notesSlide" Target="/ppt/notesSlides/notesSlide4.xml" Id="Rfa9c1ce23d2f4a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6f4f488da48d8" /><Relationship Type="http://schemas.openxmlformats.org/officeDocument/2006/relationships/notesSlide" Target="/ppt/notesSlides/notesSlide5.xml" Id="R2ef40dc79b2a4e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0b1ec27604154" /><Relationship Type="http://schemas.openxmlformats.org/officeDocument/2006/relationships/notesSlide" Target="/ppt/notesSlides/notesSlide6.xml" Id="R668a794386994d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97e8863624601" /><Relationship Type="http://schemas.openxmlformats.org/officeDocument/2006/relationships/image" Target="/ppt/media/image.png" Id="Rca319b93bc484b78" /><Relationship Type="http://schemas.openxmlformats.org/officeDocument/2006/relationships/notesSlide" Target="/ppt/notesSlides/notesSlide7.xml" Id="R649c2e70595d44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57cdbbcc84c91" /><Relationship Type="http://schemas.openxmlformats.org/officeDocument/2006/relationships/notesSlide" Target="/ppt/notesSlides/notesSlide8.xml" Id="Rdd1a883be5924b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8f6bec6a84f86" /><Relationship Type="http://schemas.openxmlformats.org/officeDocument/2006/relationships/notesSlide" Target="/ppt/notesSlides/notesSlide9.xml" Id="R8a8f8eb0437444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d95b76e6a4c25" /><Relationship Type="http://schemas.openxmlformats.org/officeDocument/2006/relationships/notesSlide" Target="/ppt/notesSlides/notesSlide10.xml" Id="R7d0e7a65b33048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551f93d3849c7" /><Relationship Type="http://schemas.openxmlformats.org/officeDocument/2006/relationships/notesSlide" Target="/ppt/notesSlides/notesSlide11.xml" Id="R67c2b89986a44f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7043d59814700" /><Relationship Type="http://schemas.openxmlformats.org/officeDocument/2006/relationships/notesSlide" Target="/ppt/notesSlides/notesSlide12.xml" Id="R76afe966ff93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626A2-9FFF-402C-AEF7-E1D6E97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BAE80-3181-41F9-AB9E-F1C224D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C9073-AEFD-45DA-8CBF-04CEE24C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33D2A-D9C4-45BD-BC5B-9270DCD2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EE74B-C0A0-4AC6-BF74-115809D3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4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3647D-AC43-47E0-B4B0-C2834995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8C52-D04B-42F7-BB56-5A0D1C0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2AAF2-63F8-4AB7-A74D-E0351FAF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values written in different forms.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FDDD1-76F9-4A4E-BF4A-89B8F60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A1DA4-4FF6-4253-B83A-A0E49C43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Hundred squares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E2E60-BAFD-4A39-BF7B-1C378CC9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589353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84D4F-EEB8-410E-A531-F621ED97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9F66-5DAF-44DD-A14B-176024FB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6EF87-AF53-4399-82EF-2AC998FF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EFB00-F7EB-4868-93B7-728DE178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F4E24-6327-4CAA-9F37-2FC05ABA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86785-13C1-4E27-9750-50B0350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F0157-2B83-4F35-A364-C4BCC41D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967A2-2F5F-4223-B3FB-A57D1B1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5B7A6-9004-417A-82CA-0343DAD2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6D69E-B0F4-445A-96DD-7AD811B6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AD39E-07CC-4D98-B36D-0702E336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E1342-B014-426A-998E-5413BFDB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0DB60-EE0C-4131-AD74-525A4B4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common equivalences and convert between fractions, decimals and percentages.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7A71C-A128-48DB-8F84-F61FDAAA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BFD75-6E10-40D9-B685-A361E7AA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E4045-748D-41EA-8E1A-CD30EEEE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9E7DC-81CD-46A7-8BF9-FDCE7C6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Complete: 9/25 = __ = __%.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2CF59-9FEE-4483-AA71-76A022CF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4D3EB-6F79-4EB7-B923-52515EAC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CE55E-832C-4AEC-9DE5-5AA755C0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A6F46-F9B9-4D38-B8F3-B5DBD925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Order 3/5, 0.58 and 62% from least to greatest.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E8DD6-8E36-478A-A34E-325F64A5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21030482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6D5B5-5E42-4586-88B7-D5EB993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567A1-EFE9-45FA-BA81-AF918D5D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0B7C7-200E-4B0E-B89C-E119E472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992AF-20F5-49E8-8729-3B1BE75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F3623-4620-4D69-8DCA-27D8BEF3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EF8AB-83E0-4888-AFA1-7DA691A6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C45FB-61F0-4007-8C3E-72401BA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60C7D-67A4-4A3B-B3F9-88653C3C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01DFC-D532-4052-9882-B5C55E22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4B60E-3F13-43DB-936B-AC20DCE0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values written in different forms.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FEBBE-DD97-46D0-8254-16FEE401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93835-6EE1-4C5B-8EC6-E5179701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Choose a representation out of 100 or use division.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446A7-F328-403B-B0CB-D6B03EE0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carefully while preserving the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E6E22-B527-4BAC-84FB-D45CDBB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three forms against a benchmark such as one half.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804F7-C503-447E-9573-12810CD8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fraction  |  decimal  |  percentage  |  equivalent  |  hundredths  |  convert</a:t>
            </a:r>
          </a:p>
        </p:txBody>
      </p:sp>
    </p:spTree>
    <p:extLst>
      <p:ext uri="{BB962C8B-B14F-4D97-AF65-F5344CB8AC3E}">
        <p14:creationId xmlns:p14="http://schemas.microsoft.com/office/powerpoint/2010/main" val="4952126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FAADF-E38C-409E-9833-6BDEB811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AFC2C-D18B-4B41-92F8-BDB8E1C6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6DFFF-14ED-4156-BCB6-2E2E1923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E0F62-E533-4D3C-AECE-64A26BC7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C2267-0A27-4349-92B8-1DD5032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DFDBD-42F3-4AC1-8ECE-1F2A194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0D829-CA61-49D9-AA21-A41AB7F7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20A45-DF13-42BC-A3DB-0204A9BC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BAA42-7189-4008-9843-E48F168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055E0-9AD5-4132-8CDD-402F15FB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3/5, 0.58 and 62% from least to greatest.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DA243-CB2A-48F0-8C90-887C5CF2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11170-2606-4A33-B06B-183B1B66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5D6AF-488E-4699-9D70-8BEB3388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3/5, 0.58, 62%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37E43-59B7-44C2-95E1-7D0F7FCB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C5C71-8302-4DAA-9668-217C841D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397F7-66FC-4B63-BC57-90FECCFA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3/5 = 0.60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2334B-8ACC-4893-BFAD-973E0FBE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BF997-5256-48DF-9B04-A49D5ADB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A777D-08DD-4A58-8E81-D01C0B8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62% = 0.62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514CE-4F6A-4BC0-8216-E9DD5E26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C679E-D6E8-46F7-838A-E3F387D7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08397-4289-4155-B26B-2EBAB3DC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0.58 &lt; 0.60 &lt; 0.62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DB925-2C4F-4674-9CC9-05D7ABF2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2DC7A-677D-4060-B9BD-C64D6809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EBDB7-D590-4498-BB55-16224BAE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0.58, 3/5, 62%</a:t>
            </a:r>
          </a:p>
        </p:txBody>
      </p:sp>
    </p:spTree>
    <p:extLst>
      <p:ext uri="{BB962C8B-B14F-4D97-AF65-F5344CB8AC3E}">
        <p14:creationId xmlns:p14="http://schemas.microsoft.com/office/powerpoint/2010/main" val="208858399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474EE-7724-4978-83FF-3D669429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3909-2646-43B0-A730-C4918566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EBCD7-D3D9-43B3-9930-053E3C4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DA3E7-6300-475F-946A-DAD4421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8D663-9BCF-4055-A9D3-6C6A1177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0A1CB-3E6D-4273-85DA-FB08E1A1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BA725-B2D9-4940-88EF-F9CA8F85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E21BE-1AC4-4AC3-BDB0-E20E5C6B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3310F-7C78-49BC-8009-B209AEE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6E671-F006-4BDE-8873-A16F2D05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7F950-25F1-4DE7-AFC5-ADE060B0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0.58, 3/5, 62%.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B88D9-FF15-440C-917A-20854861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5DE71-E4FA-4CE2-ABA4-7AA113DB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three forms against a benchmark such as one half.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BA45C-BAF4-4ECD-8CF9-E31FDEC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9230877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F726A-9DA6-4262-8787-B3E9264E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9D8D7-9EED-4CE3-91D4-038BDFEC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F9955-3375-4568-A495-5A09902D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0D691-99E7-4401-B6BD-0F8E1FE0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A327E-FD16-4259-A8D8-DEAB8EB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D28DC-1F21-424C-BA7F-21D7104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F8BE3-CC4A-4D45-8564-DDE214EB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F05ED-0FC7-4C4B-AF47-8DF0690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70528-75BF-4D74-8B8F-F86B5B4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19820-36BF-4FB4-95EC-EED2E477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Complete: 9/25 = __ = __%.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4D7E3-BC81-4239-A3B4-9AD0AAD8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686B1-13BC-4C3E-A1FA-BB5CF29E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FE65E-40D3-4825-983C-54A9148B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6B9ED-F254-464C-A6FC-467A9DDF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0E0DA-E570-4D63-859B-B694B091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0.36 and 36%.</a:t>
            </a:r>
          </a:p>
        </p:txBody>
      </p:sp>
    </p:spTree>
    <p:extLst>
      <p:ext uri="{BB962C8B-B14F-4D97-AF65-F5344CB8AC3E}">
        <p14:creationId xmlns:p14="http://schemas.microsoft.com/office/powerpoint/2010/main" val="14086925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75E5B-7C6D-49DB-86EB-DF6DE8DF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FF347-2BF2-4F4F-B857-88C69B80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6613F-7C6B-47F6-BE69-B0F18965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FE16F-E340-42BB-8D0A-ED111631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C839B-97CA-4AA0-8E49-C7DD909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E9262-C63D-414D-A01A-4BB5FF5B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27AEC-A963-4A30-97EC-23DFED07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C5902-7384-4B28-93B9-575E0F6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069EA-613C-4997-A31A-13A8F20A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19b93bc484b78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D0B26-E395-4194-8E51-6E59B430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25C25-3FFB-4C67-9038-37DA27F5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moves the decimal point without considering the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487D8-E5D0-4589-9D5B-EF34A882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44199-629C-43EC-BDF2-AB1F47A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3C80E-4482-4FFD-AD40-248E5607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 hundred-square model or multiplication and division by 100, then check against a known benchmark.</a:t>
            </a:r>
          </a:p>
        </p:txBody>
      </p:sp>
    </p:spTree>
    <p:extLst>
      <p:ext uri="{BB962C8B-B14F-4D97-AF65-F5344CB8AC3E}">
        <p14:creationId xmlns:p14="http://schemas.microsoft.com/office/powerpoint/2010/main" val="10211693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33391-ECCC-4886-A291-A3A51915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05484-7DD1-4DEC-9FC6-CA4F31F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E4C3B-1ED3-463E-8244-64AAFB35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F3E83-1814-458C-8E2B-DD8C079F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04340-CD22-46AF-B6A9-F2A1330D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24593-D678-46B6-81EE-47C2EF86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F4B2-2F34-4401-80B2-B28FADBA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5B11A-3108-4484-BB44-D1C110A1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C684D-58F8-41C7-A74B-538CFBC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EE191-DAD5-404A-940A-65913353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BA80E-2F25-4DDA-B49F-B7515219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87119-EF1D-4E9D-9249-18AD5A4D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B1466-A878-4A29-9BE1-D77328C6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Complete: 9/25 = __ = __%.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8D006-2E08-43D5-BF1A-DB6A6F7A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18BC4-30F7-4256-BAFE-300B7D2E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8BED-D0C8-4220-A8EC-30BDF8AA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CEC71-8B47-4464-9351-43055DE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C5771-1E20-489F-9AA5-822F356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2E8FD-E17C-4F3F-A270-9719185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CB5B7-3992-4797-91F6-83FBF303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2AE6B-7855-4BAA-A30C-A867B33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0.36 and 36%.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3597E-B580-4DBF-9CA7-5470DC7C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670511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F5A98-8451-4BC7-B19F-853679A1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F429A-68BC-4754-B174-75E9F075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1D7A0-B617-485D-83FD-F5C0253C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D8A8-423F-4109-A93B-367F1DAE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4BD20-97BC-43B0-9506-478337C5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C4914-7898-4F64-BB46-B7774747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06BD7-2370-47DF-B8B0-1498B75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FA1FB-22DD-457E-AD08-CF8EA9D5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D997F-16F8-44FD-928F-F846BEF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87D1B-1EA9-4676-AB40-91CEA79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B74F2-3887-40EE-A4CA-823EF8E2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B8106-CB98-4728-945A-E0B9EF30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AFF89-5FD5-4262-9C1F-DA077D7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7/20 as a decimal.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EFA81-DE80-4C50-BAB1-C30B1061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AE451-A682-4BA8-BA84-45F3628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B635D-FE36-488F-9462-E772B60D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F3E2D-6E7F-41EA-BFA2-96F844F0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D754E-2663-429C-8EF4-DDC465ED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144B5-8BFA-40A7-AAC6-BCBF597F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6FFB0-CFCF-4AE5-BBA2-D2ECD5F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0AF8C-3A65-40EB-9A97-4A4CFB56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1379907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2994F-3723-4FB6-8DDB-E4E8365D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BC48A-C711-4682-BC0A-571C9607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A908D-D59E-45BF-BB76-D6D6BBC6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6E2BF-D2FC-41B3-B4B8-847D508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56F44-7E92-4E77-924A-95803204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8ABB9-4C5F-43BD-9D93-62D2BC6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33A2B-A929-494E-BCDF-1716A8DE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D1B0A-AD05-460E-BF55-B1733B64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29A35-C18C-44F0-A22D-3BBF1A6E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14EBD-F020-4DE7-90CB-AEDDCFEF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Write 0.625 as a percentage.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FC70F-FF50-4484-A194-5D306094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CF538-0546-4CD5-B8C8-CCBA4DB8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2326F-DE24-41DD-8F93-66DEAAB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62.5%.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3368464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C21E2-DBB2-46E9-A6E4-553B825F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5EE2B-995D-4E55-BEB3-4E07FCFF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A654B-6C95-4E06-BD61-C0D31BB3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193E1-A440-43A0-AE18-26E07322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B796D-FFC6-488C-B9EF-7B8763AF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BDBD4-DC0C-4F13-8BB1-1E507E45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249F3-5D13-44DC-AB31-D644370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3F03-A31D-449C-BD10-6C15DC1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D3F37-A391-4A16-A7D8-0782C36C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1B67E-37B4-418A-9430-DF5CD3AB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134A8-59F0-43D8-9A20-DF683649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97673-2163-4013-B1AE-65FCD94D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7/20 as a decimal.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6963-8943-4361-868A-942F0E80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DB0DC-AAF0-467A-87A8-FA64D6F8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56206-3987-422D-AE28-BC7DEF2D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98962-6528-42F6-993F-1DA99269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0.35.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A9C69-99D5-466C-984A-0049873A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81D1E-B3F0-4850-8F95-2B4D36AD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5669103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546A6-F0BB-41CB-93A4-408224F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DEB4A-A695-4038-91FB-404E2B4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98FF3-DF08-4883-87D3-0BA1FDA4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980AC-E962-497B-AF0A-687B7FCC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39965-CDD4-4DE0-9EA2-5AD4224E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7486A-7A2E-48F1-9314-14866D83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71069-2040-43AE-BB0C-84EC2F85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77296-8FF9-4EE5-BD44-B1E18E9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8DE1F-8838-49DE-BD92-A853EA7C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 decimals and percentages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80973-2D45-4E53-ADEC-BDA123FE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57F83-9F92-4538-A5F5-85B54BE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DBC6F-7B84-4ED8-9F78-0D5469A8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BB962-6A50-4DB6-8671-6ED9699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7/20 as a decimal.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3AAE6-EABD-42B7-818F-75E447F1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632A4-7D66-404F-BBE2-F2662515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AEF95-C281-46A4-90AB-F711442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45331-980C-47CC-BA25-D4AB2978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moves the decimal point without considering the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FD9F5-461C-4A77-AA68-7D53AC3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3FB25-02AD-4CC0-BC25-551459B8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30329-8B1F-4B1A-8894-8C46CAA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E9525-BBA1-4002-9D4C-639E5513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C4F32-B161-4DF2-B0C8-DF15DADE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9846844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2026-09-09T22:14:03.7240000Z</dcterms:created>
  <dcterms:modified xsi:type="dcterms:W3CDTF">2026-09-09T22:14:03.7240000Z</dcterms:modified>
</coreProperties>
</file>