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d24c8c68ff4202" /><Relationship Type="http://schemas.openxmlformats.org/officeDocument/2006/relationships/extended-properties" Target="/docProps/app.xml" Id="Rbf4a719833f046ee" /><Relationship Type="http://schemas.openxmlformats.org/officeDocument/2006/relationships/officeDocument" Target="/ppt/presentation.xml" Id="R2e5aa25bd15f44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dfe5f28c2f496a"/>
  </p:sldMasterIdLst>
  <p:notesMasterIdLst>
    <p:notesMasterId xmlns:r="http://schemas.openxmlformats.org/officeDocument/2006/relationships" r:id="R1d58badb27084719"/>
  </p:notesMasterIdLst>
  <p:sldIdLst>
    <p:sldId xmlns:r="http://schemas.openxmlformats.org/officeDocument/2006/relationships" id="256" r:id="Rfe65d6b23a224c32"/>
    <p:sldId xmlns:r="http://schemas.openxmlformats.org/officeDocument/2006/relationships" id="257" r:id="R2663bed6a4204240"/>
    <p:sldId xmlns:r="http://schemas.openxmlformats.org/officeDocument/2006/relationships" id="258" r:id="Rb3dd2341af0c465b"/>
    <p:sldId xmlns:r="http://schemas.openxmlformats.org/officeDocument/2006/relationships" id="259" r:id="Rd97bfdf3f67a4cf1"/>
    <p:sldId xmlns:r="http://schemas.openxmlformats.org/officeDocument/2006/relationships" id="260" r:id="Rc524c8762d2d4e74"/>
    <p:sldId xmlns:r="http://schemas.openxmlformats.org/officeDocument/2006/relationships" id="261" r:id="R824e5e548b9b4922"/>
    <p:sldId xmlns:r="http://schemas.openxmlformats.org/officeDocument/2006/relationships" id="262" r:id="R88e4d0ffd8414d89"/>
    <p:sldId xmlns:r="http://schemas.openxmlformats.org/officeDocument/2006/relationships" id="263" r:id="Rb9aa3a5d4836408a"/>
    <p:sldId xmlns:r="http://schemas.openxmlformats.org/officeDocument/2006/relationships" id="264" r:id="Ra104fd32336e453a"/>
    <p:sldId xmlns:r="http://schemas.openxmlformats.org/officeDocument/2006/relationships" id="265" r:id="R4bc319ccb38b432a"/>
    <p:sldId xmlns:r="http://schemas.openxmlformats.org/officeDocument/2006/relationships" id="266" r:id="Rc1bb7cf793204a5b"/>
    <p:sldId xmlns:r="http://schemas.openxmlformats.org/officeDocument/2006/relationships" id="267" r:id="R0e57855439364a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0d424922854489" /><Relationship Type="http://schemas.openxmlformats.org/officeDocument/2006/relationships/slideMaster" Target="/ppt/slideMasters/slideMaster1.xml" Id="R26dfe5f28c2f496a" /><Relationship Type="http://schemas.openxmlformats.org/officeDocument/2006/relationships/notesMaster" Target="/ppt/notesMasters/notesMaster1.xml" Id="R1d58badb27084719" /><Relationship Type="http://schemas.openxmlformats.org/officeDocument/2006/relationships/presProps" Target="/ppt/presProps.xml" Id="Rb676540c3bbb47b4" /><Relationship Type="http://schemas.openxmlformats.org/officeDocument/2006/relationships/tableStyles" Target="/ppt/tableStyles.xml" Id="R1e0bda99df8446c6" /><Relationship Type="http://schemas.openxmlformats.org/officeDocument/2006/relationships/slide" Target="/ppt/slides/slide1.xml" Id="Rfe65d6b23a224c32" /><Relationship Type="http://schemas.openxmlformats.org/officeDocument/2006/relationships/slide" Target="/ppt/slides/slide2.xml" Id="R2663bed6a4204240" /><Relationship Type="http://schemas.openxmlformats.org/officeDocument/2006/relationships/slide" Target="/ppt/slides/slide3.xml" Id="Rb3dd2341af0c465b" /><Relationship Type="http://schemas.openxmlformats.org/officeDocument/2006/relationships/slide" Target="/ppt/slides/slide4.xml" Id="Rd97bfdf3f67a4cf1" /><Relationship Type="http://schemas.openxmlformats.org/officeDocument/2006/relationships/slide" Target="/ppt/slides/slide5.xml" Id="Rc524c8762d2d4e74" /><Relationship Type="http://schemas.openxmlformats.org/officeDocument/2006/relationships/slide" Target="/ppt/slides/slide6.xml" Id="R824e5e548b9b4922" /><Relationship Type="http://schemas.openxmlformats.org/officeDocument/2006/relationships/slide" Target="/ppt/slides/slide7.xml" Id="R88e4d0ffd8414d89" /><Relationship Type="http://schemas.openxmlformats.org/officeDocument/2006/relationships/slide" Target="/ppt/slides/slide8.xml" Id="Rb9aa3a5d4836408a" /><Relationship Type="http://schemas.openxmlformats.org/officeDocument/2006/relationships/slide" Target="/ppt/slides/slide9.xml" Id="Ra104fd32336e453a" /><Relationship Type="http://schemas.openxmlformats.org/officeDocument/2006/relationships/slide" Target="/ppt/slides/slide10.xml" Id="R4bc319ccb38b432a" /><Relationship Type="http://schemas.openxmlformats.org/officeDocument/2006/relationships/slide" Target="/ppt/slides/slide11.xml" Id="Rc1bb7cf793204a5b" /><Relationship Type="http://schemas.openxmlformats.org/officeDocument/2006/relationships/slide" Target="/ppt/slides/slide12.xml" Id="R0e57855439364a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960a77bd3d44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24baac302b4cca" /><Relationship Type="http://schemas.openxmlformats.org/officeDocument/2006/relationships/notesMaster" Target="/ppt/notesMasters/notesMaster1.xml" Id="Ref16403d27b94d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c569032709426d" /><Relationship Type="http://schemas.openxmlformats.org/officeDocument/2006/relationships/notesMaster" Target="/ppt/notesMasters/notesMaster1.xml" Id="R5466004eb27541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9a53effe454a4f" /><Relationship Type="http://schemas.openxmlformats.org/officeDocument/2006/relationships/notesMaster" Target="/ppt/notesMasters/notesMaster1.xml" Id="R26b019bc408240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a284fe076a41a4" /><Relationship Type="http://schemas.openxmlformats.org/officeDocument/2006/relationships/notesMaster" Target="/ppt/notesMasters/notesMaster1.xml" Id="R9706df9346cd47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1d86a717254dd1" /><Relationship Type="http://schemas.openxmlformats.org/officeDocument/2006/relationships/notesMaster" Target="/ppt/notesMasters/notesMaster1.xml" Id="R4f0c9a849d7f43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3c4438c2b2479e" /><Relationship Type="http://schemas.openxmlformats.org/officeDocument/2006/relationships/notesMaster" Target="/ppt/notesMasters/notesMaster1.xml" Id="Redcc887868034c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0033f84ac64761" /><Relationship Type="http://schemas.openxmlformats.org/officeDocument/2006/relationships/notesMaster" Target="/ppt/notesMasters/notesMaster1.xml" Id="Ra1af56c609ee41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5ed071b3a043d7" /><Relationship Type="http://schemas.openxmlformats.org/officeDocument/2006/relationships/notesMaster" Target="/ppt/notesMasters/notesMaster1.xml" Id="R578adbcc0b5f4b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04ad28248f4786" /><Relationship Type="http://schemas.openxmlformats.org/officeDocument/2006/relationships/notesMaster" Target="/ppt/notesMasters/notesMaster1.xml" Id="Rae739e3c4cdc482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3777919bfd4f33" /><Relationship Type="http://schemas.openxmlformats.org/officeDocument/2006/relationships/notesMaster" Target="/ppt/notesMasters/notesMaster1.xml" Id="Rfdbbf146e51449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54968f31d64d40" /><Relationship Type="http://schemas.openxmlformats.org/officeDocument/2006/relationships/notesMaster" Target="/ppt/notesMasters/notesMaster1.xml" Id="Ra2dca3c05c6945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32cb65eaf44405" /><Relationship Type="http://schemas.openxmlformats.org/officeDocument/2006/relationships/notesMaster" Target="/ppt/notesMasters/notesMaster1.xml" Id="R34ea9a96c83d41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counters,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3/4. | Represent the fraction as equal parts or use an equivalent multiplication. |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divide, share, quotient, unit fraction, non-unit fraction, reciprocal.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5/18.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3/4..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7/24 litre..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1/12.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7/24 litre.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7/24 litre. | Division changes the size of each share. Use a bar model or multiply by the unit fraction, then simplify.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8cc954927648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9d5ce044294c31" /><Relationship Type="http://schemas.openxmlformats.org/officeDocument/2006/relationships/slideLayout" Target="/ppt/slideLayouts/slideLayout1.xml" Id="Ra45d329502df46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5d329502df46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a4166768c4d6f" /><Relationship Type="http://schemas.openxmlformats.org/officeDocument/2006/relationships/notesSlide" Target="/ppt/notesSlides/notesSlide1.xml" Id="Rbc6ac02db23b49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d1697b3a14f96" /><Relationship Type="http://schemas.openxmlformats.org/officeDocument/2006/relationships/notesSlide" Target="/ppt/notesSlides/notesSlide2.xml" Id="R32d2dce1a2b649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9423703c04647" /><Relationship Type="http://schemas.openxmlformats.org/officeDocument/2006/relationships/notesSlide" Target="/ppt/notesSlides/notesSlide3.xml" Id="R2636ad9875d64a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3de2d80fa4ceb" /><Relationship Type="http://schemas.openxmlformats.org/officeDocument/2006/relationships/notesSlide" Target="/ppt/notesSlides/notesSlide4.xml" Id="R81beb5d739df49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927c262604d15" /><Relationship Type="http://schemas.openxmlformats.org/officeDocument/2006/relationships/notesSlide" Target="/ppt/notesSlides/notesSlide5.xml" Id="R9de2c3b2886248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4e8062159440c" /><Relationship Type="http://schemas.openxmlformats.org/officeDocument/2006/relationships/notesSlide" Target="/ppt/notesSlides/notesSlide6.xml" Id="R697bf4f1328a4c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aed308c5646e3" /><Relationship Type="http://schemas.openxmlformats.org/officeDocument/2006/relationships/image" Target="/ppt/media/image.png" Id="Rfcd51ac617084561" /><Relationship Type="http://schemas.openxmlformats.org/officeDocument/2006/relationships/notesSlide" Target="/ppt/notesSlides/notesSlide7.xml" Id="Rfee6ebfb32fd46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ef7eab3ea48a5" /><Relationship Type="http://schemas.openxmlformats.org/officeDocument/2006/relationships/notesSlide" Target="/ppt/notesSlides/notesSlide8.xml" Id="Rb01df6f0c96543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aeae0a7e594cc8" /><Relationship Type="http://schemas.openxmlformats.org/officeDocument/2006/relationships/notesSlide" Target="/ppt/notesSlides/notesSlide9.xml" Id="R9587b2890ed54b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9bc9b3621482a" /><Relationship Type="http://schemas.openxmlformats.org/officeDocument/2006/relationships/notesSlide" Target="/ppt/notesSlides/notesSlide10.xml" Id="R4dca9cc87b074dc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58ff78c8a4981" /><Relationship Type="http://schemas.openxmlformats.org/officeDocument/2006/relationships/notesSlide" Target="/ppt/notesSlides/notesSlide11.xml" Id="R1f198983556e49b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add4ebc084c7c" /><Relationship Type="http://schemas.openxmlformats.org/officeDocument/2006/relationships/notesSlide" Target="/ppt/notesSlides/notesSlide12.xml" Id="R062d7f9bb42744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C8BFE-FBD2-474D-80AE-02D0E9E5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CDDC1-EFF9-431C-9CA6-F214A525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A56BB7-DFD4-4E78-B17E-4F9003DC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9FF22-E39E-4EB8-B5A5-06A6D838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735A9-F594-41DB-BE98-CD089BB1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38638-CCE7-420F-BE72-E19BF99C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5CE42-0310-4BFF-8E9B-C29C45F3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C8A50-570E-4613-8488-6E9502DE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 equivalent fraction that supports division.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89144F-80E3-4641-9798-261BB304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7A026-0827-4E20-8F12-9C0957AC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8CCBA-053F-4ACC-9FAC-CD54DD01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100443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EFB3DF-7356-4726-9984-74AED848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814CC-825D-40C2-86EC-A9EEAFC2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9ABEF-4BEF-487E-8609-C4265373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3E4A8-9DDE-4770-B09C-8F0BFE51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E1227-8455-464C-A5F0-74A0F993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1858F-F444-4EA6-AC6C-FBC294E5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3EF0F7-5561-46D2-9079-21893D1D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AB244-232F-436D-9B7D-A733120E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ADCEE-C3AF-48D8-B8CB-396C33B8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14124-9979-4A72-992C-706B70AE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3CDC8-262F-4E1D-A5F1-CB2DD11C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7F6D2-F15D-4F69-8126-35202FE7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59559-528E-428E-AEC5-DF89E946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Share unit and non-unit fractions equally and connect division with multiplication by a unit fraction.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DFD326-A28C-438B-9D89-64AA0844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6F9F3D-D607-4FF3-AEAD-517F1B5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C60183-61A0-4B06-9DB9-184E8C4C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7CA98-094D-4AD6-8D39-99A3B54C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06E26-5D39-40CD-879B-85EEFC5F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BB86B5-1F34-4DD4-9B2C-88CA11BF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7221B7-A2DC-4F57-BDFD-70AD3EF9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CC16A-8B4C-4561-92C4-BB798249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5/6 divided by 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F128D1-ACC9-4CEE-A6D7-F7F6B670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835638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8A6D-B77B-40B8-AECE-DB822FDC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3B5B8-65FF-4FF9-A7B4-B55D7189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1B312-6A61-4668-8239-31D01C86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48EBD-CF30-43AF-9F66-6B13E4D3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51885-9F6E-49C8-9137-FED49698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CA816-EC00-4873-842E-9119AE23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A5003-B05E-43EF-9F61-74826396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EDE82-010D-4226-97A8-FD010449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1B55E4-F993-43F8-AAF5-49DDB972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19E3A-C630-43A1-8278-1480CC30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 equivalent fraction that supports division.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2EB76-FFF3-4B06-ABC2-36BD0E68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AF6AD-D530-47CB-AB0D-166E0704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Represent the fraction as equal parts or use an equivalent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46758-CCBB-4FEF-8462-B6CEF175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the numerator when possible or multiply the denominator by the whole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3D8F1-98DB-4714-99BA-1A6D1531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check by multiplying 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B5E31-2BCC-47D2-B9F5-491E5736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  |  share  |  quotient  |  unit fraction  |  non-unit fraction  |  reciprocal</a:t>
            </a:r>
          </a:p>
        </p:txBody>
      </p:sp>
    </p:spTree>
    <p:extLst>
      <p:ext uri="{BB962C8B-B14F-4D97-AF65-F5344CB8AC3E}">
        <p14:creationId xmlns:p14="http://schemas.microsoft.com/office/powerpoint/2010/main" val="12092552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ABC8EE-4513-40CB-8FCB-79B6CA5C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1F447-F6D9-471A-B04F-C7E45DFD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705D1-7DE3-4FFE-A99D-51E894A4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72EE3-B8F8-4902-B941-2D086DD7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407D7-D85E-4838-90DF-1E0C448F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4016C3-CA05-4487-8818-CEDF5DA8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23BF5-CB70-406B-BD7E-9E57CD91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EA82D5-089F-42FD-A5BD-E4471CF3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C1F3A-F592-403E-8345-5A910527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DD9ACD-5AAD-402A-92AA-C71A1018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972B4-8A7F-4C6D-A69C-8AF5D81B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46732-6EC3-43E3-A1E2-821AD069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6BEAA8-7EDC-4D5F-91DD-0216AB74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Represent the fraction as equal parts or use an equivalent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43813F-5366-4D0A-807D-B95F631D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4A544-ACBA-4A2E-80FB-C04B59DB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7E274-7EDF-442B-AB14-89B21617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Divide the numerator when possible or multiply the denominator by the whole number.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A497A7-EC3A-4156-B020-7E468FE4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A8B61E-7291-4616-B216-A01C43E9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F5D67-35A9-45FE-A32A-7A8F0515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5/18.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E88C8-31AD-4F97-9740-488FF826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23AD05-885D-4B26-90D9-716F475B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F364AE-CECB-40AA-8ABE-4342732E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check by multiplying back.</a:t>
            </a:r>
          </a:p>
        </p:txBody>
      </p:sp>
    </p:spTree>
    <p:extLst>
      <p:ext uri="{BB962C8B-B14F-4D97-AF65-F5344CB8AC3E}">
        <p14:creationId xmlns:p14="http://schemas.microsoft.com/office/powerpoint/2010/main" val="6194130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29FB5-68A2-4ACF-AAAB-2EE22790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6DE60-8A38-44C0-B72F-E5E60E7A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67A3DD-FD94-41C1-958D-8152C239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5ECEE-93AE-4896-BFF3-6F9BEC78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63734-E5D3-4BC3-949D-13BFCA4C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40447-ACB3-4590-BB5D-84739E65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CC517-5E10-472F-9952-426D0016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5F715-6BD3-4393-BBD9-6FB30F56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A920B-1D25-4B53-99A1-F52A67D5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F7EE1-F494-4531-84B9-B1C1FB7C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C94DE-000B-4E7E-A98D-491C26FA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5/18.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1BB1F1-98F6-4978-9569-3BA1A1F1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95F59F-BD72-4563-BD6A-6493CEB4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check by multiplying 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39301-ACDE-446B-A380-A4B7ECF1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092892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BFD19C-3ECD-47D7-B569-E2E960E2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809196-4021-4B50-BE35-DE9454AF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EB547-19F0-4C15-9F30-44325A72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75365-FB6D-4975-9A83-80FAE566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B54129-4A12-4F4F-9DA6-7CE3AEAF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2DBC1-35C0-49E1-8D33-8DEBBF26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39EA88-BB2F-4495-B0F5-F0DE61EB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50A883-D9EA-4D6C-ABE7-FB80065D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C40B86-2590-41ED-9E87-44478439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CA869-381D-441E-80AC-3A344A8B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A8FB13-91F5-46C6-8E1E-2D165175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D2C41-5DA6-407B-BB16-EEB587CA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374E51-946A-41A8-AD27-8875FF4A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3A8202-1C07-47F6-A764-6450D0F4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86E20-5EC7-4B8D-85CC-EB770D70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3/4.</a:t>
            </a:r>
          </a:p>
        </p:txBody>
      </p:sp>
    </p:spTree>
    <p:extLst>
      <p:ext uri="{BB962C8B-B14F-4D97-AF65-F5344CB8AC3E}">
        <p14:creationId xmlns:p14="http://schemas.microsoft.com/office/powerpoint/2010/main" val="849561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FA6917-7E54-42C3-8983-50488156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4D9B1-6E16-431E-954A-F5AB581A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9DCE5-880C-47D4-BAC0-CFF9ACF4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A84E2-2CB7-4ABB-BF7A-9F90D422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02E26-EB84-4D53-9D1D-12D63527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EF625-5203-4CAE-BE55-46F54768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4D0434-F463-4108-89F9-E924F2D5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6C465-D516-4CDA-88C6-C5F09BE5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5C6F5-3FA1-403E-8DA6-AD377862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51ac61708456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6AE65C-A5CF-4BEA-A487-7310DC25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6BDB34-EA6F-49E0-BBB2-8961D747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both the numerator and denominator by the whole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51299-8561-496C-AB2E-EE102F23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A7DDF6-59F0-4D03-8660-FCE0D99A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AD369C-B211-429B-A126-683D5737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</p:spTree>
    <p:extLst>
      <p:ext uri="{BB962C8B-B14F-4D97-AF65-F5344CB8AC3E}">
        <p14:creationId xmlns:p14="http://schemas.microsoft.com/office/powerpoint/2010/main" val="18358621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B2CD6E-CFB5-4853-B512-239E6540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0A24E-6387-459C-BC22-DEEB8FFD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EA7A03-41F6-4242-8D61-33ADE884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4837A-D129-416C-99DF-5A2551B9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1AE5A-2DF7-42FB-BC19-178C4B09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E97CA-BFEC-4F2B-A9A8-1F145D42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929D7-BADA-4653-B58E-5289AD6F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D907DB-1FFA-489A-A088-6CAA1516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4BC20-D228-482C-B63F-AC8A9E85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017EA-80B9-44DF-811A-12BFA72C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F2C52-62D1-4157-8EB9-0E9F76CA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23F37-23A7-45AC-BBAB-B6F695E3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843C57-4D39-45DC-B34C-C0660613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33455-0D9A-4B16-B95D-D2BF884E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86D41-D83C-4B57-804D-DD518F2A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435580-1FE7-412B-8379-B7647324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A3A58-ADB4-4369-A0C3-000E0E2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A35116-6274-4349-9E60-FBB5653B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448144-D48A-4511-9EC7-6567D62D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C0675-A21A-469E-A795-EA006A5C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FFE147-11CD-458B-B9F3-12176721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3/4.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2E7C22-03DC-48D0-A3DB-D12FBF44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430658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8FBB44-C262-4DAB-AC89-259166D7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F5B4D-84C8-48EF-88F7-4669B185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7DDF7-2FCD-42A4-A629-73FF94C7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8850F-9F2D-4030-9112-841633D5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FC215-DFDE-4E63-8F52-FFE78F42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FE0E2-5F1B-4B6E-BE9A-7A885715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114F56-9620-4FB7-A689-0212D95C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A8EAF-FB19-4D22-84A4-5A056E5B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C5F8D-3103-45D0-A61F-4DA190B6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44805-7FA0-41B1-856E-6A33D2F7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6F08B9-8938-4086-9D71-3DC8E013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28C05-D0B2-4F7F-9A32-2E98D26C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F9F7B1-FA20-4069-BE7B-3861CE3C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8B80F-2177-44E2-861C-20522616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D67A5-8713-4B4B-90CC-4398463A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D6581-2166-4946-9FA5-33F5CD5C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625B5A-24DE-48C0-95E2-04CC9BAC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336E6E-85C8-4B83-8D34-7BDBDEFE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77ED69-3A3D-477D-8EDC-0314AAD5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C4D7FE-D53A-4BAB-835E-4E69DF60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392645-321F-4B1E-82C0-F1886770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298616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3ACB4-95D1-4810-9E3C-2BB73CA5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06461-BBF7-4927-9B09-32092460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7914E-9EB8-4C4D-8E7C-A78F9B4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B1C55-7FBF-42A4-88DE-363D1C18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EC894-79C5-483E-A895-D046D35A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5BF7A-0BB8-47FB-B714-43A15FCC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39F89-9696-43AA-BDCF-1543ACFD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8A8C7-FEC2-4DCB-AAF0-8E93394E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8B3D5-7DE3-4311-8D35-193C9992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500009-2CD9-4DF2-BD82-9B435ED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1/3 divided by 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2443B3-6A39-4F6E-9CFB-DE2D8F98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5178C-54AD-44EC-8623-86635594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CB1881-E2DE-4191-A3FD-8754471C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1/12.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4451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2BBEF-496E-4FD9-938F-4D5789B7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5DF93-8C74-465D-859A-0EFBF192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C1757-E33D-4D81-B0D1-F4E8FA34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ACC28-1D9E-468E-BEEE-F1568781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1AAFF0-BA0F-4AA4-8226-841F38CF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E3BEB-CBC6-4201-A813-94866076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94211A-4A9E-40D0-8537-26C74BBA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AAC93-1300-4757-AC06-9AD50857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DC4099-5D81-4746-A0C4-8C3F92F2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994D11-04E7-4AF6-8B7F-F467604C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83716-F0BA-4047-87BE-A152ECD7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8B94B-8E01-4964-876C-8F040A94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00AEB2-4F20-4295-8750-3C0BCB09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E1361-AD91-4385-BFAA-6469F5BB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A514C-6F50-4106-9F3C-FC5FC6B1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9839CA-E93E-4C75-895E-58259079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7/24 litre.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5DE2CB-DA99-41DB-8A07-1E3B7D04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DBD3F6-57CA-49C1-A7CA-78354A78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361278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3E52C5-6B37-4E21-A2D1-7E5B8D8E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0CAE43-1F41-4949-AB16-0D7A402A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1E9375-28C8-4AAE-A2FB-6F58E80B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2C009-6042-4647-9547-9C73F1AE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F267F-F809-4A50-89FB-DC494F4C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23DE9-A5EC-4A99-99A2-36F87E85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39CC9-E523-4D35-BBB4-7E9690A2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0A2887-95B1-40CB-BFC0-393102FF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92979-294F-4308-A35D-F6B352F4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7BAA04-CE9C-4ADE-BCB1-32D0A6ED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E9AC42-F8DB-46A7-AF17-C2C42F70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24BDD8-8F53-44F2-AF51-7F60EDF7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6D1E66-B549-48E5-925C-03E39911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B8C06-038F-4150-9B6E-6CD9D28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32AAB2-A6C3-4498-89B9-94E93C46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76CB9C-F04A-4BA4-A99C-37F80A33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9910A6-1B19-4BA9-812A-8BD4FFE9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both the numerator and denominator by the whole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21FD7-AABD-4865-BC89-C0D2BA70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BD7090-57CC-4B2F-8DFF-7B3811DD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B3D427-3D37-4386-9775-ADECCA50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E2C013-8FD0-49E4-BE0B-13D5EC2E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27F9E-A4B0-4AE7-A9CD-852E3792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55506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2026-09-09T20:46:46.3860000Z</dcterms:created>
  <dcterms:modified xsi:type="dcterms:W3CDTF">2026-09-09T20:46:46.3860000Z</dcterms:modified>
</coreProperties>
</file>