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Use equivalent fractions when dividing.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equivalent fractions when dividing.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1A35F29D-3BA9-4174-AF57-4E8A273A928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Use equivalent fractions when dividing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260F30BB-510B-4090-B3BB-4ECDEFEEB230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C14DFE3-FD23-4FFC-BEA9-39C82A3DF16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77C6126-683E-4E2F-BD0B-19F660992BF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D9FB535-B43E-40E2-8191-4C6B172EC4D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156B0147-5099-4E96-9EAA-409AD2B47E07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choose an equivalent fraction that supports division.</a:t>
            </a:r>
          </a:p>
        </p:txBody>
      </p:sp>
    </p:spTree>
    <p:extLst>
      <p:ext uri="{BB962C8B-B14F-4D97-AF65-F5344CB8AC3E}">
        <p14:creationId xmlns:p14="http://schemas.microsoft.com/office/powerpoint/2010/main" val="5823306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788460DB-4A72-4D7B-B0DB-548573153C2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62C109D-69E5-42EB-9DD1-EF8F3D84E60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B1DD4C69-4CDD-4061-8076-4D06949B3B5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9FE517D-2F35-41B5-8C30-ADBC110BDD7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AEFBB578-096D-4CDB-814C-645460629F4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7C269F7-B894-4D4F-ABF3-BD87DC88A659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82EA231-D101-4DE7-B50C-52715AB20C24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6 + 5 = 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4C68EEB-17B5-4843-ACBC-E3B54AE97473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6F1DCBD-9D08-48C1-B9A4-1A8B7FD8DD7E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8617976-43C6-4912-9352-FB5C381C7025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F4269C1-8120-4CB6-9412-08D269D88318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855D94D-E3D9-4F7A-A8FC-ABF428BB8CFF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2589CAD-129E-4E31-B7A8-640D8EB3E39B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14C735E-C569-407D-9278-2B0B4D946D7A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A20712B-FAB5-481E-8A0F-E3283C9D1482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689834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object-1">
            <a:extLst>
              <a:ext uri="{FF2B5EF4-FFF2-40B4-BE49-F238E27FC236}">
                <a16:creationId xmlns:a16="http://schemas.microsoft.com/office/drawing/2014/main" id="{8388A13D-129D-4BC8-96E3-617DA1AE0FA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4C26C7A-AA62-42C7-83BA-555E12EA7B25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FC95126-7C72-4014-A64B-7496E4589E0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8AA4F1B-4A04-49A5-BA5A-B5BB87131B73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EC3628D-98FA-40C4-9CFE-BD67519DEDA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3DD2345-1D7B-484B-8CFF-CD14F7EB3FC2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30D6373-508D-4740-A9F8-31AEDFFADF36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3A865DD3-E6D6-496B-8D8D-B5C245A75D47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0EC1D7E-8834-4F44-978A-EED527B5346A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655AEC4E-4F70-4B11-810E-68651B359E31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1E8386A-EAB3-4298-B4BD-E20797644CFF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0FD55749-92CA-409F-8CDF-8A43E489F510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215031E6-7271-49F1-9368-AC6FA5795FB0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992187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E49884A-309B-48BE-A2B5-4D4E0CD06A5B}"/>
              </a:ext>
            </a:extLst>
          </p:cNvPr>
          <p:cNvSpPr>
            <a:spLocks noGrp="1"/>
          </p:cNvSpPr>
          <p:nvPr/>
        </p:nvSpPr>
        <p:spPr>
          <a:xfrm>
            <a:off x="8493125" y="3333750"/>
            <a:ext cx="992187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D61FEBB2-BD3A-49E6-9DCC-CF972FF8C5D3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992187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6510B4A-018B-42ED-B4FB-905ECC180790}"/>
              </a:ext>
            </a:extLst>
          </p:cNvPr>
          <p:cNvSpPr>
            <a:spLocks noGrp="1"/>
          </p:cNvSpPr>
          <p:nvPr/>
        </p:nvSpPr>
        <p:spPr>
          <a:xfrm>
            <a:off x="10477500" y="3333750"/>
            <a:ext cx="992187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E8878EA-3720-4B0D-BD93-C61C273233AB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992187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35A6367-578C-4232-84F6-7D01E4AE5D65}"/>
              </a:ext>
            </a:extLst>
          </p:cNvPr>
          <p:cNvSpPr>
            <a:spLocks noGrp="1"/>
          </p:cNvSpPr>
          <p:nvPr/>
        </p:nvSpPr>
        <p:spPr>
          <a:xfrm>
            <a:off x="12461875" y="3333750"/>
            <a:ext cx="992187" cy="773906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A1991AB-0F58-4760-985A-9C298A250A04}"/>
              </a:ext>
            </a:extLst>
          </p:cNvPr>
          <p:cNvSpPr>
            <a:spLocks noGrp="1"/>
          </p:cNvSpPr>
          <p:nvPr/>
        </p:nvSpPr>
        <p:spPr>
          <a:xfrm>
            <a:off x="78316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BCA44E93-5644-49F8-AE6D-CCF328E45693}"/>
              </a:ext>
            </a:extLst>
          </p:cNvPr>
          <p:cNvSpPr>
            <a:spLocks noGrp="1"/>
          </p:cNvSpPr>
          <p:nvPr/>
        </p:nvSpPr>
        <p:spPr>
          <a:xfrm>
            <a:off x="81623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EA6F855C-8BD1-4D19-A68B-F1642D1494ED}"/>
              </a:ext>
            </a:extLst>
          </p:cNvPr>
          <p:cNvSpPr>
            <a:spLocks noGrp="1"/>
          </p:cNvSpPr>
          <p:nvPr/>
        </p:nvSpPr>
        <p:spPr>
          <a:xfrm>
            <a:off x="88238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4F8FD8C9-41D9-48BE-B3FD-1B336D01E208}"/>
              </a:ext>
            </a:extLst>
          </p:cNvPr>
          <p:cNvSpPr>
            <a:spLocks noGrp="1"/>
          </p:cNvSpPr>
          <p:nvPr/>
        </p:nvSpPr>
        <p:spPr>
          <a:xfrm>
            <a:off x="915458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CF448C8-7EB8-4060-98D8-1D129683E37E}"/>
              </a:ext>
            </a:extLst>
          </p:cNvPr>
          <p:cNvSpPr>
            <a:spLocks noGrp="1"/>
          </p:cNvSpPr>
          <p:nvPr/>
        </p:nvSpPr>
        <p:spPr>
          <a:xfrm>
            <a:off x="981604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561332C-A8CE-49D4-9905-D1E46134922B}"/>
              </a:ext>
            </a:extLst>
          </p:cNvPr>
          <p:cNvSpPr>
            <a:spLocks noGrp="1"/>
          </p:cNvSpPr>
          <p:nvPr/>
        </p:nvSpPr>
        <p:spPr>
          <a:xfrm>
            <a:off x="101467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001A7E9-FBFE-4A80-BF59-7C2E4CE92B01}"/>
              </a:ext>
            </a:extLst>
          </p:cNvPr>
          <p:cNvSpPr>
            <a:spLocks noGrp="1"/>
          </p:cNvSpPr>
          <p:nvPr/>
        </p:nvSpPr>
        <p:spPr>
          <a:xfrm>
            <a:off x="108082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DD4CAB7-F3C4-4F12-85A8-C5B63EF41C7F}"/>
              </a:ext>
            </a:extLst>
          </p:cNvPr>
          <p:cNvSpPr>
            <a:spLocks noGrp="1"/>
          </p:cNvSpPr>
          <p:nvPr/>
        </p:nvSpPr>
        <p:spPr>
          <a:xfrm>
            <a:off x="1113895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BB27EB9E-C58E-4847-88A2-58070792E0DA}"/>
              </a:ext>
            </a:extLst>
          </p:cNvPr>
          <p:cNvSpPr>
            <a:spLocks noGrp="1"/>
          </p:cNvSpPr>
          <p:nvPr/>
        </p:nvSpPr>
        <p:spPr>
          <a:xfrm>
            <a:off x="1180041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EBB9ADD9-1B62-48F4-853E-B5BFD5C3156D}"/>
              </a:ext>
            </a:extLst>
          </p:cNvPr>
          <p:cNvSpPr>
            <a:spLocks noGrp="1"/>
          </p:cNvSpPr>
          <p:nvPr/>
        </p:nvSpPr>
        <p:spPr>
          <a:xfrm>
            <a:off x="121311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076BD5E7-5A60-4EA3-A0B3-4A96D210CD19}"/>
              </a:ext>
            </a:extLst>
          </p:cNvPr>
          <p:cNvSpPr>
            <a:spLocks noGrp="1"/>
          </p:cNvSpPr>
          <p:nvPr/>
        </p:nvSpPr>
        <p:spPr>
          <a:xfrm>
            <a:off x="127926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09DA5F97-578F-466B-8569-9F67D4C75CA6}"/>
              </a:ext>
            </a:extLst>
          </p:cNvPr>
          <p:cNvSpPr>
            <a:spLocks noGrp="1"/>
          </p:cNvSpPr>
          <p:nvPr/>
        </p:nvSpPr>
        <p:spPr>
          <a:xfrm>
            <a:off x="131233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E0739EE-AF27-4B6D-BF17-F4C91C14A09C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1/6 is split into 3 equal pieces.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7F805C44-17AD-4917-A47B-4ED4E3959D8F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5/18</a:t>
            </a:r>
          </a:p>
        </p:txBody>
      </p:sp>
    </p:spTree>
    <p:extLst>
      <p:ext uri="{BB962C8B-B14F-4D97-AF65-F5344CB8AC3E}">
        <p14:creationId xmlns:p14="http://schemas.microsoft.com/office/powerpoint/2010/main" val="719666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3BD46447-4021-4D7D-8BBF-AA66997537AA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67B2A8F-AA56-4FC3-A68E-E8178ABFBEB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6822057-CDE6-41F8-8D20-A58DECDCFB4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5/6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469CA8B-088F-4FF1-AB75-BAAE0FABE62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7C04294-D40D-4C05-AA1F-19B2C4B076EF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C985881-EE54-4ACF-8363-68DFC0273BB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05E5AB7-7C70-49AB-8C1A-19F4D0C91313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5/6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B5A16B8-E1EE-41A5-8B9B-3A7E1C08D5F8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6 + 5 = 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A1AF4BF-79F0-4214-B15A-26ED080A799D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AA389B9-028F-463F-9DE8-25EC451198DB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05ECCD6-B324-42AD-90E2-B39E1E1C855E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D2862F4-A93D-446D-9542-C5840598D42B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AE1AA0ED-2864-404F-A1F9-026B7B4BB2B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F089938-8F6A-4928-9850-768A8AA8E1B2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F7C7729-05B9-487D-A395-82A1826A4322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2DE0161-79C9-4123-9C0D-9E094A6D6971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0709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object-1">
            <a:extLst>
              <a:ext uri="{FF2B5EF4-FFF2-40B4-BE49-F238E27FC236}">
                <a16:creationId xmlns:a16="http://schemas.microsoft.com/office/drawing/2014/main" id="{AF672AB1-9E2E-455F-8CB5-B54CB497492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D3840CB-BDD6-4EEE-89D9-A64D2C91E6F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E26EC9D-931C-43EC-9629-86093A0CBBB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5/6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6C54E9C-712E-4BFB-AF40-3FFE3553C4BB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B2BA39E-C95E-478B-ADA3-0D17861351C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F888018-DC08-4265-83AB-DB343FB3BA6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3CAE602-2EA9-4F1F-A1A0-D2EF884CD0AF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77CDEB1-E05D-42E7-9DA2-51E83603B0DB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E449FEC-4B4D-4B8A-8739-47ECE3DC310B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9E0BA40-B92E-4CB5-9405-E68DCA0220D7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025CBFA-334F-4B18-A80B-AD4ECE4285F8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CF95E9C-E4AB-472A-BC2E-44F55CE93D3E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CBF728D-66DD-45D7-806E-FA5CEDAD5DC8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2F2A4B1-C2CC-479C-B59E-B0930A7F2D85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A9FF1BE-7E7D-442A-8379-73B246DD89B3}"/>
              </a:ext>
            </a:extLst>
          </p:cNvPr>
          <p:cNvSpPr>
            <a:spLocks noGrp="1"/>
          </p:cNvSpPr>
          <p:nvPr/>
        </p:nvSpPr>
        <p:spPr>
          <a:xfrm>
            <a:off x="8042131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41EB739-6713-457A-9341-F177BED2D258}"/>
              </a:ext>
            </a:extLst>
          </p:cNvPr>
          <p:cNvSpPr>
            <a:spLocks noGrp="1"/>
          </p:cNvSpPr>
          <p:nvPr/>
        </p:nvSpPr>
        <p:spPr>
          <a:xfrm>
            <a:off x="8583324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74A05B7-EF36-472D-B1BC-7B1A93C49D6D}"/>
              </a:ext>
            </a:extLst>
          </p:cNvPr>
          <p:cNvSpPr>
            <a:spLocks noGrp="1"/>
          </p:cNvSpPr>
          <p:nvPr/>
        </p:nvSpPr>
        <p:spPr>
          <a:xfrm>
            <a:off x="9124517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1659264-CB62-4AC9-BDFE-F167B7E18899}"/>
              </a:ext>
            </a:extLst>
          </p:cNvPr>
          <p:cNvSpPr>
            <a:spLocks noGrp="1"/>
          </p:cNvSpPr>
          <p:nvPr/>
        </p:nvSpPr>
        <p:spPr>
          <a:xfrm>
            <a:off x="9665710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180581D-3312-463B-8E82-A5A269DE254C}"/>
              </a:ext>
            </a:extLst>
          </p:cNvPr>
          <p:cNvSpPr>
            <a:spLocks noGrp="1"/>
          </p:cNvSpPr>
          <p:nvPr/>
        </p:nvSpPr>
        <p:spPr>
          <a:xfrm>
            <a:off x="10206903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6C4E720-8827-4777-B8B7-BCABA009DD5E}"/>
              </a:ext>
            </a:extLst>
          </p:cNvPr>
          <p:cNvSpPr>
            <a:spLocks noGrp="1"/>
          </p:cNvSpPr>
          <p:nvPr/>
        </p:nvSpPr>
        <p:spPr>
          <a:xfrm>
            <a:off x="10748097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B5AF14C-565E-4906-B891-BE733130B369}"/>
              </a:ext>
            </a:extLst>
          </p:cNvPr>
          <p:cNvSpPr>
            <a:spLocks noGrp="1"/>
          </p:cNvSpPr>
          <p:nvPr/>
        </p:nvSpPr>
        <p:spPr>
          <a:xfrm>
            <a:off x="11289290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BC1BC7B1-F16C-4086-B6B3-4F347CDAE1CB}"/>
              </a:ext>
            </a:extLst>
          </p:cNvPr>
          <p:cNvSpPr>
            <a:spLocks noGrp="1"/>
          </p:cNvSpPr>
          <p:nvPr/>
        </p:nvSpPr>
        <p:spPr>
          <a:xfrm>
            <a:off x="11830483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46CC9CF1-869D-4EDD-A549-D45A1225700F}"/>
              </a:ext>
            </a:extLst>
          </p:cNvPr>
          <p:cNvSpPr>
            <a:spLocks noGrp="1"/>
          </p:cNvSpPr>
          <p:nvPr/>
        </p:nvSpPr>
        <p:spPr>
          <a:xfrm>
            <a:off x="12371676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2CA7176-7BCC-4D4A-BF53-094A704E6042}"/>
              </a:ext>
            </a:extLst>
          </p:cNvPr>
          <p:cNvSpPr>
            <a:spLocks noGrp="1"/>
          </p:cNvSpPr>
          <p:nvPr/>
        </p:nvSpPr>
        <p:spPr>
          <a:xfrm>
            <a:off x="12912869" y="3333750"/>
            <a:ext cx="541193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0BCD01D-312A-4C31-B6FB-72032CBDA07B}"/>
              </a:ext>
            </a:extLst>
          </p:cNvPr>
          <p:cNvSpPr>
            <a:spLocks noGrp="1"/>
          </p:cNvSpPr>
          <p:nvPr/>
        </p:nvSpPr>
        <p:spPr>
          <a:xfrm>
            <a:off x="76813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2A1FF5E-9FBA-4D93-8B8A-FEEFF8C534AD}"/>
              </a:ext>
            </a:extLst>
          </p:cNvPr>
          <p:cNvSpPr>
            <a:spLocks noGrp="1"/>
          </p:cNvSpPr>
          <p:nvPr/>
        </p:nvSpPr>
        <p:spPr>
          <a:xfrm>
            <a:off x="78617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626A2F16-7F42-4305-A52B-825E854E9F4A}"/>
              </a:ext>
            </a:extLst>
          </p:cNvPr>
          <p:cNvSpPr>
            <a:spLocks noGrp="1"/>
          </p:cNvSpPr>
          <p:nvPr/>
        </p:nvSpPr>
        <p:spPr>
          <a:xfrm>
            <a:off x="82225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0A881781-9B7F-4095-ADED-5F80E86CBA92}"/>
              </a:ext>
            </a:extLst>
          </p:cNvPr>
          <p:cNvSpPr>
            <a:spLocks noGrp="1"/>
          </p:cNvSpPr>
          <p:nvPr/>
        </p:nvSpPr>
        <p:spPr>
          <a:xfrm>
            <a:off x="840292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55F6931-F63B-4D39-AEF9-FF7DB25D74BE}"/>
              </a:ext>
            </a:extLst>
          </p:cNvPr>
          <p:cNvSpPr>
            <a:spLocks noGrp="1"/>
          </p:cNvSpPr>
          <p:nvPr/>
        </p:nvSpPr>
        <p:spPr>
          <a:xfrm>
            <a:off x="87637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4452CFE-CAFB-4689-AA09-1FF70B7F43E4}"/>
              </a:ext>
            </a:extLst>
          </p:cNvPr>
          <p:cNvSpPr>
            <a:spLocks noGrp="1"/>
          </p:cNvSpPr>
          <p:nvPr/>
        </p:nvSpPr>
        <p:spPr>
          <a:xfrm>
            <a:off x="89441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4362D80B-E440-45B0-8324-CE512BAEC6D2}"/>
              </a:ext>
            </a:extLst>
          </p:cNvPr>
          <p:cNvSpPr>
            <a:spLocks noGrp="1"/>
          </p:cNvSpPr>
          <p:nvPr/>
        </p:nvSpPr>
        <p:spPr>
          <a:xfrm>
            <a:off x="93049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E6D202DB-319C-4BFE-9EE7-A6BCB8FCB2E2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654AA4CB-EF03-4476-9F65-B41A7BD57DDB}"/>
              </a:ext>
            </a:extLst>
          </p:cNvPr>
          <p:cNvSpPr>
            <a:spLocks noGrp="1"/>
          </p:cNvSpPr>
          <p:nvPr/>
        </p:nvSpPr>
        <p:spPr>
          <a:xfrm>
            <a:off x="984610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BB515EC-8288-4797-94DE-7E460F1F5884}"/>
              </a:ext>
            </a:extLst>
          </p:cNvPr>
          <p:cNvSpPr>
            <a:spLocks noGrp="1"/>
          </p:cNvSpPr>
          <p:nvPr/>
        </p:nvSpPr>
        <p:spPr>
          <a:xfrm>
            <a:off x="1002650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D828A203-D312-47AF-8B3D-8CC454DF54B1}"/>
              </a:ext>
            </a:extLst>
          </p:cNvPr>
          <p:cNvSpPr>
            <a:spLocks noGrp="1"/>
          </p:cNvSpPr>
          <p:nvPr/>
        </p:nvSpPr>
        <p:spPr>
          <a:xfrm>
            <a:off x="1038730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523CA784-C60A-4846-815E-F62B9C67D894}"/>
              </a:ext>
            </a:extLst>
          </p:cNvPr>
          <p:cNvSpPr>
            <a:spLocks noGrp="1"/>
          </p:cNvSpPr>
          <p:nvPr/>
        </p:nvSpPr>
        <p:spPr>
          <a:xfrm>
            <a:off x="1056769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1D3B7C9-49B1-4F18-AE22-18525315CFEE}"/>
              </a:ext>
            </a:extLst>
          </p:cNvPr>
          <p:cNvSpPr>
            <a:spLocks noGrp="1"/>
          </p:cNvSpPr>
          <p:nvPr/>
        </p:nvSpPr>
        <p:spPr>
          <a:xfrm>
            <a:off x="1092849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67FA5DB-27DD-49E3-86CC-0A34D58EBF96}"/>
              </a:ext>
            </a:extLst>
          </p:cNvPr>
          <p:cNvSpPr>
            <a:spLocks noGrp="1"/>
          </p:cNvSpPr>
          <p:nvPr/>
        </p:nvSpPr>
        <p:spPr>
          <a:xfrm>
            <a:off x="1110889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6658A6AD-EDC1-411B-95F6-C27BA63BD20A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4E613B54-14D5-44A4-9823-4E4B18720E69}"/>
              </a:ext>
            </a:extLst>
          </p:cNvPr>
          <p:cNvSpPr>
            <a:spLocks noGrp="1"/>
          </p:cNvSpPr>
          <p:nvPr/>
        </p:nvSpPr>
        <p:spPr>
          <a:xfrm>
            <a:off x="116500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F280C6B7-ED8F-4F42-A999-558CA8980AC7}"/>
              </a:ext>
            </a:extLst>
          </p:cNvPr>
          <p:cNvSpPr>
            <a:spLocks noGrp="1"/>
          </p:cNvSpPr>
          <p:nvPr/>
        </p:nvSpPr>
        <p:spPr>
          <a:xfrm>
            <a:off x="120108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05BF5368-2DEC-4CA9-BEBD-A7EBC49F74CC}"/>
              </a:ext>
            </a:extLst>
          </p:cNvPr>
          <p:cNvSpPr>
            <a:spLocks noGrp="1"/>
          </p:cNvSpPr>
          <p:nvPr/>
        </p:nvSpPr>
        <p:spPr>
          <a:xfrm>
            <a:off x="121912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596DF5E-7AC6-4EFB-A81A-9647BE74238E}"/>
              </a:ext>
            </a:extLst>
          </p:cNvPr>
          <p:cNvSpPr>
            <a:spLocks noGrp="1"/>
          </p:cNvSpPr>
          <p:nvPr/>
        </p:nvSpPr>
        <p:spPr>
          <a:xfrm>
            <a:off x="1255207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B9E86990-905F-46DD-9AD0-BF3C0F8ED494}"/>
              </a:ext>
            </a:extLst>
          </p:cNvPr>
          <p:cNvSpPr>
            <a:spLocks noGrp="1"/>
          </p:cNvSpPr>
          <p:nvPr/>
        </p:nvSpPr>
        <p:spPr>
          <a:xfrm>
            <a:off x="127324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40C3905F-CD9D-41BB-AE44-65124BDCDF9A}"/>
              </a:ext>
            </a:extLst>
          </p:cNvPr>
          <p:cNvSpPr>
            <a:spLocks noGrp="1"/>
          </p:cNvSpPr>
          <p:nvPr/>
        </p:nvSpPr>
        <p:spPr>
          <a:xfrm>
            <a:off x="130932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C60E80FD-A18A-43D7-9B13-36570C0AAA9E}"/>
              </a:ext>
            </a:extLst>
          </p:cNvPr>
          <p:cNvSpPr>
            <a:spLocks noGrp="1"/>
          </p:cNvSpPr>
          <p:nvPr/>
        </p:nvSpPr>
        <p:spPr>
          <a:xfrm>
            <a:off x="132736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52079C33-4CA2-4C46-A25F-4A783B3E569A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1/6 is split into 3 equal pieces.</a:t>
            </a:r>
          </a:p>
        </p:txBody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00018D63-C3FC-48EB-9066-909D97BBD252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11/18</a:t>
            </a:r>
          </a:p>
        </p:txBody>
      </p:sp>
    </p:spTree>
    <p:extLst>
      <p:ext uri="{BB962C8B-B14F-4D97-AF65-F5344CB8AC3E}">
        <p14:creationId xmlns:p14="http://schemas.microsoft.com/office/powerpoint/2010/main" val="1263453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7" grpId="0"/>
      <p:bldP spid="4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F609A85C-897E-449E-A3CC-A383CD19A48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B54DB80-C542-4A25-A4A0-7619BAE1780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5/6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3EE2FC4-1001-42E0-8907-089FA6CCB5F6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F6C583F-1E4E-4850-8287-39D77D10B05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1976AA40-38E9-4049-96F8-7E2DDE3D4A0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49E4F74-86CD-495D-9C16-87C5FFE49AA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5/6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1BB532E-D4D2-4BCD-87E6-726375F7CD2C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6 + 5 = 17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F7D69DD-2DA6-46C7-8AE2-44CF11884FEE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C60B849-90F0-4628-B88E-C2C2C4006F43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F543FB3-F161-459B-B0E7-D937A126F548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EF95FEC8-DF6C-4898-AD87-83E7473F0B3D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1FD89AB7-FCFA-4A3D-BEAF-DD47FED28B74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14ADA861-ACF3-4BAF-BDD6-FB973A50F444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9C686CE-5D5D-4E39-94B4-DE79A4E5628C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6F1BAC4-0882-475D-8573-731CF9667B9E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67548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object-1">
            <a:extLst>
              <a:ext uri="{FF2B5EF4-FFF2-40B4-BE49-F238E27FC236}">
                <a16:creationId xmlns:a16="http://schemas.microsoft.com/office/drawing/2014/main" id="{D6791616-AB05-4B66-9FEB-9AC1124AF98F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8769742-A3C0-4C7C-800D-4012FCCDA3F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5/6 ÷ 3.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E2ADC3F-D523-4775-93E2-F9512E5B0EA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9D0D3F6-1F26-48E1-9D5F-DAF93934A47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D224DC6-8A68-4D43-B8A5-3CFF7C7339E7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A43CFE3-C0BD-45BE-BE14-333BB8D892D8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24A22D1-5030-48C2-ADCC-4CC111F0DBBE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8A66A325-CF15-4463-8745-1CE07C56A5F8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7BBF226-B0CE-40F0-AC18-A4C5C83E28B8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6054A04-C9AF-42CD-8F4E-BF7987CB815A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92EF7B8-E220-4264-901C-27494D410E57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73AEA0C-A406-4B81-8D08-282B522A1238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240A24F-7D78-4723-9A42-C09B85A7E61D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CE82616-CEE4-4271-A16E-204E3C43B5D9}"/>
              </a:ext>
            </a:extLst>
          </p:cNvPr>
          <p:cNvSpPr>
            <a:spLocks noGrp="1"/>
          </p:cNvSpPr>
          <p:nvPr/>
        </p:nvSpPr>
        <p:spPr>
          <a:xfrm>
            <a:off x="7851121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56F7F65-A58C-4BE2-B3F7-D6F039CC9504}"/>
              </a:ext>
            </a:extLst>
          </p:cNvPr>
          <p:cNvSpPr>
            <a:spLocks noGrp="1"/>
          </p:cNvSpPr>
          <p:nvPr/>
        </p:nvSpPr>
        <p:spPr>
          <a:xfrm>
            <a:off x="8201305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85588CBC-08BC-48DC-BB48-19EE3D808809}"/>
              </a:ext>
            </a:extLst>
          </p:cNvPr>
          <p:cNvSpPr>
            <a:spLocks noGrp="1"/>
          </p:cNvSpPr>
          <p:nvPr/>
        </p:nvSpPr>
        <p:spPr>
          <a:xfrm>
            <a:off x="8551489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FE6FD63-8C9F-4065-BEF8-C20374B8BE64}"/>
              </a:ext>
            </a:extLst>
          </p:cNvPr>
          <p:cNvSpPr>
            <a:spLocks noGrp="1"/>
          </p:cNvSpPr>
          <p:nvPr/>
        </p:nvSpPr>
        <p:spPr>
          <a:xfrm>
            <a:off x="8901673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8ED204E-8157-4B76-BF24-C7464E54CF7A}"/>
              </a:ext>
            </a:extLst>
          </p:cNvPr>
          <p:cNvSpPr>
            <a:spLocks noGrp="1"/>
          </p:cNvSpPr>
          <p:nvPr/>
        </p:nvSpPr>
        <p:spPr>
          <a:xfrm>
            <a:off x="9251857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E24D5F4-926C-48A1-85A6-2C827DB5D323}"/>
              </a:ext>
            </a:extLst>
          </p:cNvPr>
          <p:cNvSpPr>
            <a:spLocks noGrp="1"/>
          </p:cNvSpPr>
          <p:nvPr/>
        </p:nvSpPr>
        <p:spPr>
          <a:xfrm>
            <a:off x="9602040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192AB80-FF11-4196-A9EA-72C8A36C23AD}"/>
              </a:ext>
            </a:extLst>
          </p:cNvPr>
          <p:cNvSpPr>
            <a:spLocks noGrp="1"/>
          </p:cNvSpPr>
          <p:nvPr/>
        </p:nvSpPr>
        <p:spPr>
          <a:xfrm>
            <a:off x="9952224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8769CFE-AEB8-4519-B397-282BE5B79B78}"/>
              </a:ext>
            </a:extLst>
          </p:cNvPr>
          <p:cNvSpPr>
            <a:spLocks noGrp="1"/>
          </p:cNvSpPr>
          <p:nvPr/>
        </p:nvSpPr>
        <p:spPr>
          <a:xfrm>
            <a:off x="10302408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8F77815-8379-499E-82DB-58C235E71A10}"/>
              </a:ext>
            </a:extLst>
          </p:cNvPr>
          <p:cNvSpPr>
            <a:spLocks noGrp="1"/>
          </p:cNvSpPr>
          <p:nvPr/>
        </p:nvSpPr>
        <p:spPr>
          <a:xfrm>
            <a:off x="10652592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C7D5957-5C23-4638-B856-8174FE018556}"/>
              </a:ext>
            </a:extLst>
          </p:cNvPr>
          <p:cNvSpPr>
            <a:spLocks noGrp="1"/>
          </p:cNvSpPr>
          <p:nvPr/>
        </p:nvSpPr>
        <p:spPr>
          <a:xfrm>
            <a:off x="11002776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7503101-220C-4337-BD07-180095D6A698}"/>
              </a:ext>
            </a:extLst>
          </p:cNvPr>
          <p:cNvSpPr>
            <a:spLocks noGrp="1"/>
          </p:cNvSpPr>
          <p:nvPr/>
        </p:nvSpPr>
        <p:spPr>
          <a:xfrm>
            <a:off x="11352960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A897C1B-3929-475B-863E-7CC6F4C978C7}"/>
              </a:ext>
            </a:extLst>
          </p:cNvPr>
          <p:cNvSpPr>
            <a:spLocks noGrp="1"/>
          </p:cNvSpPr>
          <p:nvPr/>
        </p:nvSpPr>
        <p:spPr>
          <a:xfrm>
            <a:off x="11703143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B3F8423-D9F7-40A0-8F95-10CE3B9A7B4D}"/>
              </a:ext>
            </a:extLst>
          </p:cNvPr>
          <p:cNvSpPr>
            <a:spLocks noGrp="1"/>
          </p:cNvSpPr>
          <p:nvPr/>
        </p:nvSpPr>
        <p:spPr>
          <a:xfrm>
            <a:off x="12053327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FC6B08D2-7CB5-4538-8AE0-FB215CF7CDEA}"/>
              </a:ext>
            </a:extLst>
          </p:cNvPr>
          <p:cNvSpPr>
            <a:spLocks noGrp="1"/>
          </p:cNvSpPr>
          <p:nvPr/>
        </p:nvSpPr>
        <p:spPr>
          <a:xfrm>
            <a:off x="12403511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8C18CC88-C6FE-41C3-8DA1-337423A66659}"/>
              </a:ext>
            </a:extLst>
          </p:cNvPr>
          <p:cNvSpPr>
            <a:spLocks noGrp="1"/>
          </p:cNvSpPr>
          <p:nvPr/>
        </p:nvSpPr>
        <p:spPr>
          <a:xfrm>
            <a:off x="12753695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A548B43B-69FD-42E7-9588-C90B636F3F6B}"/>
              </a:ext>
            </a:extLst>
          </p:cNvPr>
          <p:cNvSpPr>
            <a:spLocks noGrp="1"/>
          </p:cNvSpPr>
          <p:nvPr/>
        </p:nvSpPr>
        <p:spPr>
          <a:xfrm>
            <a:off x="13103879" y="3333750"/>
            <a:ext cx="350184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190B7F3-382E-47CB-904A-183650D85E4D}"/>
              </a:ext>
            </a:extLst>
          </p:cNvPr>
          <p:cNvSpPr>
            <a:spLocks noGrp="1"/>
          </p:cNvSpPr>
          <p:nvPr/>
        </p:nvSpPr>
        <p:spPr>
          <a:xfrm>
            <a:off x="76176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2EFE1810-DBC4-4588-84D8-103AEB123159}"/>
              </a:ext>
            </a:extLst>
          </p:cNvPr>
          <p:cNvSpPr>
            <a:spLocks noGrp="1"/>
          </p:cNvSpPr>
          <p:nvPr/>
        </p:nvSpPr>
        <p:spPr>
          <a:xfrm>
            <a:off x="77343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CDD73F55-15E8-4E53-B6C8-53CE45101A30}"/>
              </a:ext>
            </a:extLst>
          </p:cNvPr>
          <p:cNvSpPr>
            <a:spLocks noGrp="1"/>
          </p:cNvSpPr>
          <p:nvPr/>
        </p:nvSpPr>
        <p:spPr>
          <a:xfrm>
            <a:off x="79678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0F2A7619-7DE4-411E-9F18-B91B1ED4902E}"/>
              </a:ext>
            </a:extLst>
          </p:cNvPr>
          <p:cNvSpPr>
            <a:spLocks noGrp="1"/>
          </p:cNvSpPr>
          <p:nvPr/>
        </p:nvSpPr>
        <p:spPr>
          <a:xfrm>
            <a:off x="808457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62B2C24-A1FB-4831-AE9E-F62155098C60}"/>
              </a:ext>
            </a:extLst>
          </p:cNvPr>
          <p:cNvSpPr>
            <a:spLocks noGrp="1"/>
          </p:cNvSpPr>
          <p:nvPr/>
        </p:nvSpPr>
        <p:spPr>
          <a:xfrm>
            <a:off x="83180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5080D23-08EC-48C8-AEF8-059CA54AB9C7}"/>
              </a:ext>
            </a:extLst>
          </p:cNvPr>
          <p:cNvSpPr>
            <a:spLocks noGrp="1"/>
          </p:cNvSpPr>
          <p:nvPr/>
        </p:nvSpPr>
        <p:spPr>
          <a:xfrm>
            <a:off x="84347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483D5D5-6BF8-40FF-9B6A-F5340AD50998}"/>
              </a:ext>
            </a:extLst>
          </p:cNvPr>
          <p:cNvSpPr>
            <a:spLocks noGrp="1"/>
          </p:cNvSpPr>
          <p:nvPr/>
        </p:nvSpPr>
        <p:spPr>
          <a:xfrm>
            <a:off x="866821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786DA75-0815-4F9C-B7CA-3AB0AF08EF84}"/>
              </a:ext>
            </a:extLst>
          </p:cNvPr>
          <p:cNvSpPr>
            <a:spLocks noGrp="1"/>
          </p:cNvSpPr>
          <p:nvPr/>
        </p:nvSpPr>
        <p:spPr>
          <a:xfrm>
            <a:off x="878494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74138BE8-A763-4CAB-8EC5-2717191878D1}"/>
              </a:ext>
            </a:extLst>
          </p:cNvPr>
          <p:cNvSpPr>
            <a:spLocks noGrp="1"/>
          </p:cNvSpPr>
          <p:nvPr/>
        </p:nvSpPr>
        <p:spPr>
          <a:xfrm>
            <a:off x="901840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3DCD1FD8-DCE1-4FB4-83D5-4B8C8DE4063F}"/>
              </a:ext>
            </a:extLst>
          </p:cNvPr>
          <p:cNvSpPr>
            <a:spLocks noGrp="1"/>
          </p:cNvSpPr>
          <p:nvPr/>
        </p:nvSpPr>
        <p:spPr>
          <a:xfrm>
            <a:off x="913512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2D13582-638A-4103-A21D-819DB05A59AB}"/>
              </a:ext>
            </a:extLst>
          </p:cNvPr>
          <p:cNvSpPr>
            <a:spLocks noGrp="1"/>
          </p:cNvSpPr>
          <p:nvPr/>
        </p:nvSpPr>
        <p:spPr>
          <a:xfrm>
            <a:off x="93685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C8DEE412-2B68-489A-876E-E4631EAEFC7C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A490630F-4D24-46F1-990A-BE501702F959}"/>
              </a:ext>
            </a:extLst>
          </p:cNvPr>
          <p:cNvSpPr>
            <a:spLocks noGrp="1"/>
          </p:cNvSpPr>
          <p:nvPr/>
        </p:nvSpPr>
        <p:spPr>
          <a:xfrm>
            <a:off x="971876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98261DBE-90F0-4AF9-BD8C-B5FCC93C1716}"/>
              </a:ext>
            </a:extLst>
          </p:cNvPr>
          <p:cNvSpPr>
            <a:spLocks noGrp="1"/>
          </p:cNvSpPr>
          <p:nvPr/>
        </p:nvSpPr>
        <p:spPr>
          <a:xfrm>
            <a:off x="98354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CC954764-4184-4DDE-B5B6-3047CF812C30}"/>
              </a:ext>
            </a:extLst>
          </p:cNvPr>
          <p:cNvSpPr>
            <a:spLocks noGrp="1"/>
          </p:cNvSpPr>
          <p:nvPr/>
        </p:nvSpPr>
        <p:spPr>
          <a:xfrm>
            <a:off x="1006895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FAB28EF3-D2CE-4017-B5C9-3905D0E0D2CC}"/>
              </a:ext>
            </a:extLst>
          </p:cNvPr>
          <p:cNvSpPr>
            <a:spLocks noGrp="1"/>
          </p:cNvSpPr>
          <p:nvPr/>
        </p:nvSpPr>
        <p:spPr>
          <a:xfrm>
            <a:off x="1018568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DF4FF64F-4C77-4AFB-8EB9-C58C2C63E8B7}"/>
              </a:ext>
            </a:extLst>
          </p:cNvPr>
          <p:cNvSpPr>
            <a:spLocks noGrp="1"/>
          </p:cNvSpPr>
          <p:nvPr/>
        </p:nvSpPr>
        <p:spPr>
          <a:xfrm>
            <a:off x="1041913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22D12FD0-448F-4154-89C8-69DB61CC585C}"/>
              </a:ext>
            </a:extLst>
          </p:cNvPr>
          <p:cNvSpPr>
            <a:spLocks noGrp="1"/>
          </p:cNvSpPr>
          <p:nvPr/>
        </p:nvSpPr>
        <p:spPr>
          <a:xfrm>
            <a:off x="1053586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B11D45C0-0075-41DB-8A0D-BFA842DEBC27}"/>
              </a:ext>
            </a:extLst>
          </p:cNvPr>
          <p:cNvSpPr>
            <a:spLocks noGrp="1"/>
          </p:cNvSpPr>
          <p:nvPr/>
        </p:nvSpPr>
        <p:spPr>
          <a:xfrm>
            <a:off x="1076932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69F8E0D6-032B-4ACC-8DB2-B5CC5E20CBF4}"/>
              </a:ext>
            </a:extLst>
          </p:cNvPr>
          <p:cNvSpPr>
            <a:spLocks noGrp="1"/>
          </p:cNvSpPr>
          <p:nvPr/>
        </p:nvSpPr>
        <p:spPr>
          <a:xfrm>
            <a:off x="1088604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5DB1E2B5-0F44-4F98-8B97-35D62D199F5C}"/>
              </a:ext>
            </a:extLst>
          </p:cNvPr>
          <p:cNvSpPr>
            <a:spLocks noGrp="1"/>
          </p:cNvSpPr>
          <p:nvPr/>
        </p:nvSpPr>
        <p:spPr>
          <a:xfrm>
            <a:off x="111195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F3758A84-A959-4D5F-8728-7B2BCD470422}"/>
              </a:ext>
            </a:extLst>
          </p:cNvPr>
          <p:cNvSpPr>
            <a:spLocks noGrp="1"/>
          </p:cNvSpPr>
          <p:nvPr/>
        </p:nvSpPr>
        <p:spPr>
          <a:xfrm>
            <a:off x="1123623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40C8227-D295-4234-A184-DBAE4E41EF3A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012AA9EF-20C1-4418-8B31-C674FBA92706}"/>
              </a:ext>
            </a:extLst>
          </p:cNvPr>
          <p:cNvSpPr>
            <a:spLocks noGrp="1"/>
          </p:cNvSpPr>
          <p:nvPr/>
        </p:nvSpPr>
        <p:spPr>
          <a:xfrm>
            <a:off x="115864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15A2D0FC-6F23-4FC6-A75A-DB538148F511}"/>
              </a:ext>
            </a:extLst>
          </p:cNvPr>
          <p:cNvSpPr>
            <a:spLocks noGrp="1"/>
          </p:cNvSpPr>
          <p:nvPr/>
        </p:nvSpPr>
        <p:spPr>
          <a:xfrm>
            <a:off x="1181987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09FDDB79-628A-4D49-87D6-2959AE210E7C}"/>
              </a:ext>
            </a:extLst>
          </p:cNvPr>
          <p:cNvSpPr>
            <a:spLocks noGrp="1"/>
          </p:cNvSpPr>
          <p:nvPr/>
        </p:nvSpPr>
        <p:spPr>
          <a:xfrm>
            <a:off x="1193659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BB2F2737-E7F8-44BD-8904-6A13C24D6B53}"/>
              </a:ext>
            </a:extLst>
          </p:cNvPr>
          <p:cNvSpPr>
            <a:spLocks noGrp="1"/>
          </p:cNvSpPr>
          <p:nvPr/>
        </p:nvSpPr>
        <p:spPr>
          <a:xfrm>
            <a:off x="1217005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51C3F2B9-39AE-4EEB-BD3E-0982CBE0D844}"/>
              </a:ext>
            </a:extLst>
          </p:cNvPr>
          <p:cNvSpPr>
            <a:spLocks noGrp="1"/>
          </p:cNvSpPr>
          <p:nvPr/>
        </p:nvSpPr>
        <p:spPr>
          <a:xfrm>
            <a:off x="1228678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CE39CA4-884F-48C0-B16C-3901C4AF1E26}"/>
              </a:ext>
            </a:extLst>
          </p:cNvPr>
          <p:cNvSpPr>
            <a:spLocks noGrp="1"/>
          </p:cNvSpPr>
          <p:nvPr/>
        </p:nvSpPr>
        <p:spPr>
          <a:xfrm>
            <a:off x="125202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57DBEF8A-CA04-4775-B564-040958107909}"/>
              </a:ext>
            </a:extLst>
          </p:cNvPr>
          <p:cNvSpPr>
            <a:spLocks noGrp="1"/>
          </p:cNvSpPr>
          <p:nvPr/>
        </p:nvSpPr>
        <p:spPr>
          <a:xfrm>
            <a:off x="126369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3C84C441-C232-4F01-BE95-A0F4CA8D83B2}"/>
              </a:ext>
            </a:extLst>
          </p:cNvPr>
          <p:cNvSpPr>
            <a:spLocks noGrp="1"/>
          </p:cNvSpPr>
          <p:nvPr/>
        </p:nvSpPr>
        <p:spPr>
          <a:xfrm>
            <a:off x="1287042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5ADAC605-ED59-4907-A253-7EB3D25080CB}"/>
              </a:ext>
            </a:extLst>
          </p:cNvPr>
          <p:cNvSpPr>
            <a:spLocks noGrp="1"/>
          </p:cNvSpPr>
          <p:nvPr/>
        </p:nvSpPr>
        <p:spPr>
          <a:xfrm>
            <a:off x="129871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CF4CA1D6-C5DD-4550-91B6-DEAE6AFBAE98}"/>
              </a:ext>
            </a:extLst>
          </p:cNvPr>
          <p:cNvSpPr>
            <a:spLocks noGrp="1"/>
          </p:cNvSpPr>
          <p:nvPr/>
        </p:nvSpPr>
        <p:spPr>
          <a:xfrm>
            <a:off x="132206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7488CCD4-A185-465A-BD14-817265926182}"/>
              </a:ext>
            </a:extLst>
          </p:cNvPr>
          <p:cNvSpPr>
            <a:spLocks noGrp="1"/>
          </p:cNvSpPr>
          <p:nvPr/>
        </p:nvSpPr>
        <p:spPr>
          <a:xfrm>
            <a:off x="133373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26DAA8A6-DDE9-46D2-8231-6D622B61DCEF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1/6 is split into 3 equal pieces.</a:t>
            </a:r>
          </a:p>
        </p:txBody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30D535C2-3BD2-4453-8F5A-E8D0F4AB3110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17/18</a:t>
            </a:r>
          </a:p>
        </p:txBody>
      </p:sp>
    </p:spTree>
    <p:extLst>
      <p:ext uri="{BB962C8B-B14F-4D97-AF65-F5344CB8AC3E}">
        <p14:creationId xmlns:p14="http://schemas.microsoft.com/office/powerpoint/2010/main" val="7967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" grpId="0"/>
      <p:bldP spid="6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B7C2FC3E-9BFA-42AD-BE49-A16623669FE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FFC547BF-7B73-444F-A9CF-8742F3725E14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CD65652-2CCE-45BB-B0DA-4ABE8B23917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5/6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5759DBC-846A-4F9C-AD2C-FC64280E570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B2D290E-40CF-4D2C-BF71-0EFF19E7233E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3BA41C0-AA44-45AB-85C4-7B70D53B77E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6300DA3-E13A-46C3-A160-7D388BF75836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5/6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5235F1F-BEFA-4C9F-876A-0D53EFC2FEDB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6 + 5 = 23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9B38523-C1EC-4A6C-B805-086A25FCD5AB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D524BB5-8C92-4502-ADA3-861A4CBB552F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D44BC03-4C53-4499-9C41-4249B7D1FC42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3DA3F43-A49E-40DF-9043-92D994A7264C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D321EB0-EAC0-418A-9FB3-CB421F4BEFDA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+ 0 = 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E86EFE81-CAB2-4337-813F-DF53C6B43BAF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CC37D56-A4AA-45E6-B31E-2C597001F8D1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976B9DA-CEA8-4313-985F-19574867AADE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06855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object-1">
            <a:extLst>
              <a:ext uri="{FF2B5EF4-FFF2-40B4-BE49-F238E27FC236}">
                <a16:creationId xmlns:a16="http://schemas.microsoft.com/office/drawing/2014/main" id="{8343288A-1C6D-4DAD-80FB-B4F904A68865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DD4821D-6C61-4EBE-AB85-6AF1A5AF589F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F7DA0B5-1D72-4B12-93F4-53E945D50AA8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5/6 ÷ 3.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69E8388B-3368-4E2C-9FFF-24EB52B2410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60A0AB2-9420-42FB-9468-283200E4629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0C37C51-68C5-4FCD-A9AC-31C6C564FE0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E88493E-90B0-49E6-BB44-A39EC14D362C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69D5D7D-B7DD-44E5-9940-53DEB27609F8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5C154D9-4532-4086-B982-0A5687F23107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73C85E7-4E77-4488-8BC1-C2633A442E29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÷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8598136-8380-413A-B7F2-F246FE239C27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B7D1B29-B9B1-41D7-BD1C-564ED52A9BFD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C683A86A-1B5F-4AF1-B68C-5B706A33981F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44EF11D-14AF-4524-97C3-6CDBE1E79CCF}"/>
              </a:ext>
            </a:extLst>
          </p:cNvPr>
          <p:cNvSpPr>
            <a:spLocks noGrp="1"/>
          </p:cNvSpPr>
          <p:nvPr/>
        </p:nvSpPr>
        <p:spPr>
          <a:xfrm>
            <a:off x="750093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6AE3D0A-9624-4646-887F-3048D72AB4AA}"/>
              </a:ext>
            </a:extLst>
          </p:cNvPr>
          <p:cNvSpPr>
            <a:spLocks noGrp="1"/>
          </p:cNvSpPr>
          <p:nvPr/>
        </p:nvSpPr>
        <p:spPr>
          <a:xfrm>
            <a:off x="775976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6300E8A0-A0D4-481C-B4B6-71DCA90392F5}"/>
              </a:ext>
            </a:extLst>
          </p:cNvPr>
          <p:cNvSpPr>
            <a:spLocks noGrp="1"/>
          </p:cNvSpPr>
          <p:nvPr/>
        </p:nvSpPr>
        <p:spPr>
          <a:xfrm>
            <a:off x="801860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74F41B4-0799-4334-8E01-6F6EF1A01995}"/>
              </a:ext>
            </a:extLst>
          </p:cNvPr>
          <p:cNvSpPr>
            <a:spLocks noGrp="1"/>
          </p:cNvSpPr>
          <p:nvPr/>
        </p:nvSpPr>
        <p:spPr>
          <a:xfrm>
            <a:off x="8277432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47F9C56-E833-4D53-A0B7-4E1744F3209C}"/>
              </a:ext>
            </a:extLst>
          </p:cNvPr>
          <p:cNvSpPr>
            <a:spLocks noGrp="1"/>
          </p:cNvSpPr>
          <p:nvPr/>
        </p:nvSpPr>
        <p:spPr>
          <a:xfrm>
            <a:off x="8536264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A493745-7EDA-49E6-A5DC-2E8AAABF45C5}"/>
              </a:ext>
            </a:extLst>
          </p:cNvPr>
          <p:cNvSpPr>
            <a:spLocks noGrp="1"/>
          </p:cNvSpPr>
          <p:nvPr/>
        </p:nvSpPr>
        <p:spPr>
          <a:xfrm>
            <a:off x="8795095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52070AE-43CA-4268-8C97-EFE8F4FE9BDB}"/>
              </a:ext>
            </a:extLst>
          </p:cNvPr>
          <p:cNvSpPr>
            <a:spLocks noGrp="1"/>
          </p:cNvSpPr>
          <p:nvPr/>
        </p:nvSpPr>
        <p:spPr>
          <a:xfrm>
            <a:off x="9053927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0B5B80F-726D-4FE6-B783-F7D85F36DBFE}"/>
              </a:ext>
            </a:extLst>
          </p:cNvPr>
          <p:cNvSpPr>
            <a:spLocks noGrp="1"/>
          </p:cNvSpPr>
          <p:nvPr/>
        </p:nvSpPr>
        <p:spPr>
          <a:xfrm>
            <a:off x="931275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31AEEAE-5579-49CE-8A9B-0F3453DC4582}"/>
              </a:ext>
            </a:extLst>
          </p:cNvPr>
          <p:cNvSpPr>
            <a:spLocks noGrp="1"/>
          </p:cNvSpPr>
          <p:nvPr/>
        </p:nvSpPr>
        <p:spPr>
          <a:xfrm>
            <a:off x="9571590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7E13C88-FD9C-4F5F-909E-D101E34567CF}"/>
              </a:ext>
            </a:extLst>
          </p:cNvPr>
          <p:cNvSpPr>
            <a:spLocks noGrp="1"/>
          </p:cNvSpPr>
          <p:nvPr/>
        </p:nvSpPr>
        <p:spPr>
          <a:xfrm>
            <a:off x="983042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D7D7F03-239E-4E2C-9B2B-CB5E101887FF}"/>
              </a:ext>
            </a:extLst>
          </p:cNvPr>
          <p:cNvSpPr>
            <a:spLocks noGrp="1"/>
          </p:cNvSpPr>
          <p:nvPr/>
        </p:nvSpPr>
        <p:spPr>
          <a:xfrm>
            <a:off x="10089253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CB16EC71-93EE-4E27-929B-76308FC7C268}"/>
              </a:ext>
            </a:extLst>
          </p:cNvPr>
          <p:cNvSpPr>
            <a:spLocks noGrp="1"/>
          </p:cNvSpPr>
          <p:nvPr/>
        </p:nvSpPr>
        <p:spPr>
          <a:xfrm>
            <a:off x="10348084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1926CDFF-395B-4C31-815E-2F4B76B22641}"/>
              </a:ext>
            </a:extLst>
          </p:cNvPr>
          <p:cNvSpPr>
            <a:spLocks noGrp="1"/>
          </p:cNvSpPr>
          <p:nvPr/>
        </p:nvSpPr>
        <p:spPr>
          <a:xfrm>
            <a:off x="10606916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08B886E-7E0B-412D-AA7F-460D60886CCA}"/>
              </a:ext>
            </a:extLst>
          </p:cNvPr>
          <p:cNvSpPr>
            <a:spLocks noGrp="1"/>
          </p:cNvSpPr>
          <p:nvPr/>
        </p:nvSpPr>
        <p:spPr>
          <a:xfrm>
            <a:off x="10865747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F63D99D4-2735-482C-907D-86C546B399C5}"/>
              </a:ext>
            </a:extLst>
          </p:cNvPr>
          <p:cNvSpPr>
            <a:spLocks noGrp="1"/>
          </p:cNvSpPr>
          <p:nvPr/>
        </p:nvSpPr>
        <p:spPr>
          <a:xfrm>
            <a:off x="1112457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4CECC734-700F-43E0-98B3-C658EFF386C0}"/>
              </a:ext>
            </a:extLst>
          </p:cNvPr>
          <p:cNvSpPr>
            <a:spLocks noGrp="1"/>
          </p:cNvSpPr>
          <p:nvPr/>
        </p:nvSpPr>
        <p:spPr>
          <a:xfrm>
            <a:off x="11383410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2ABFEDB9-8D11-4398-BE85-8FAD2A849F6B}"/>
              </a:ext>
            </a:extLst>
          </p:cNvPr>
          <p:cNvSpPr>
            <a:spLocks noGrp="1"/>
          </p:cNvSpPr>
          <p:nvPr/>
        </p:nvSpPr>
        <p:spPr>
          <a:xfrm>
            <a:off x="11642242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474A3EDD-A3D4-496B-A848-55FD415DB4F0}"/>
              </a:ext>
            </a:extLst>
          </p:cNvPr>
          <p:cNvSpPr>
            <a:spLocks noGrp="1"/>
          </p:cNvSpPr>
          <p:nvPr/>
        </p:nvSpPr>
        <p:spPr>
          <a:xfrm>
            <a:off x="11901073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3EE1451C-B3D8-4ED2-8DD7-67D04FE3E920}"/>
              </a:ext>
            </a:extLst>
          </p:cNvPr>
          <p:cNvSpPr>
            <a:spLocks noGrp="1"/>
          </p:cNvSpPr>
          <p:nvPr/>
        </p:nvSpPr>
        <p:spPr>
          <a:xfrm>
            <a:off x="12159905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AA37467D-2C35-44AA-9013-DE5620804C25}"/>
              </a:ext>
            </a:extLst>
          </p:cNvPr>
          <p:cNvSpPr>
            <a:spLocks noGrp="1"/>
          </p:cNvSpPr>
          <p:nvPr/>
        </p:nvSpPr>
        <p:spPr>
          <a:xfrm>
            <a:off x="12418736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815DCAF-D3F7-4E96-A9F7-BA3A04BE84A1}"/>
              </a:ext>
            </a:extLst>
          </p:cNvPr>
          <p:cNvSpPr>
            <a:spLocks noGrp="1"/>
          </p:cNvSpPr>
          <p:nvPr/>
        </p:nvSpPr>
        <p:spPr>
          <a:xfrm>
            <a:off x="12677568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87FB2AE8-E463-4D8A-BBF1-08EC036A822E}"/>
              </a:ext>
            </a:extLst>
          </p:cNvPr>
          <p:cNvSpPr>
            <a:spLocks noGrp="1"/>
          </p:cNvSpPr>
          <p:nvPr/>
        </p:nvSpPr>
        <p:spPr>
          <a:xfrm>
            <a:off x="12936399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3E359D3F-08A0-4844-AC05-F023405B71A9}"/>
              </a:ext>
            </a:extLst>
          </p:cNvPr>
          <p:cNvSpPr>
            <a:spLocks noGrp="1"/>
          </p:cNvSpPr>
          <p:nvPr/>
        </p:nvSpPr>
        <p:spPr>
          <a:xfrm>
            <a:off x="13195231" y="3333750"/>
            <a:ext cx="258832" cy="773906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98DA8D29-2348-4935-852B-B2D3A94926C0}"/>
              </a:ext>
            </a:extLst>
          </p:cNvPr>
          <p:cNvSpPr>
            <a:spLocks noGrp="1"/>
          </p:cNvSpPr>
          <p:nvPr/>
        </p:nvSpPr>
        <p:spPr>
          <a:xfrm>
            <a:off x="758721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3CD58D18-7DDB-425D-9C54-826CDF3A71B7}"/>
              </a:ext>
            </a:extLst>
          </p:cNvPr>
          <p:cNvSpPr>
            <a:spLocks noGrp="1"/>
          </p:cNvSpPr>
          <p:nvPr/>
        </p:nvSpPr>
        <p:spPr>
          <a:xfrm>
            <a:off x="767349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59F21AC3-0B4D-4066-AC00-AB47460BAA3F}"/>
              </a:ext>
            </a:extLst>
          </p:cNvPr>
          <p:cNvSpPr>
            <a:spLocks noGrp="1"/>
          </p:cNvSpPr>
          <p:nvPr/>
        </p:nvSpPr>
        <p:spPr>
          <a:xfrm>
            <a:off x="784604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751D9654-E2F4-40E8-8680-98E5DB387EC7}"/>
              </a:ext>
            </a:extLst>
          </p:cNvPr>
          <p:cNvSpPr>
            <a:spLocks noGrp="1"/>
          </p:cNvSpPr>
          <p:nvPr/>
        </p:nvSpPr>
        <p:spPr>
          <a:xfrm>
            <a:off x="793232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ECC660A-0CB4-470B-84C8-A65C2C9D79C8}"/>
              </a:ext>
            </a:extLst>
          </p:cNvPr>
          <p:cNvSpPr>
            <a:spLocks noGrp="1"/>
          </p:cNvSpPr>
          <p:nvPr/>
        </p:nvSpPr>
        <p:spPr>
          <a:xfrm>
            <a:off x="810487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E800BF60-3523-4680-A218-C5395AF80A16}"/>
              </a:ext>
            </a:extLst>
          </p:cNvPr>
          <p:cNvSpPr>
            <a:spLocks noGrp="1"/>
          </p:cNvSpPr>
          <p:nvPr/>
        </p:nvSpPr>
        <p:spPr>
          <a:xfrm>
            <a:off x="819115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5734F68A-3EA0-4814-A4D9-C3857DA87023}"/>
              </a:ext>
            </a:extLst>
          </p:cNvPr>
          <p:cNvSpPr>
            <a:spLocks noGrp="1"/>
          </p:cNvSpPr>
          <p:nvPr/>
        </p:nvSpPr>
        <p:spPr>
          <a:xfrm>
            <a:off x="836370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4514BABE-AD53-4705-A1F6-61D8A6E478D0}"/>
              </a:ext>
            </a:extLst>
          </p:cNvPr>
          <p:cNvSpPr>
            <a:spLocks noGrp="1"/>
          </p:cNvSpPr>
          <p:nvPr/>
        </p:nvSpPr>
        <p:spPr>
          <a:xfrm>
            <a:off x="844998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7218D2CA-CACC-48D4-8694-8EC96EC6D574}"/>
              </a:ext>
            </a:extLst>
          </p:cNvPr>
          <p:cNvSpPr>
            <a:spLocks noGrp="1"/>
          </p:cNvSpPr>
          <p:nvPr/>
        </p:nvSpPr>
        <p:spPr>
          <a:xfrm>
            <a:off x="862254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CE9BCECA-F429-47DE-811B-0A76AA5A69E0}"/>
              </a:ext>
            </a:extLst>
          </p:cNvPr>
          <p:cNvSpPr>
            <a:spLocks noGrp="1"/>
          </p:cNvSpPr>
          <p:nvPr/>
        </p:nvSpPr>
        <p:spPr>
          <a:xfrm>
            <a:off x="870881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52466627-7DE9-40A3-A123-FA243D227028}"/>
              </a:ext>
            </a:extLst>
          </p:cNvPr>
          <p:cNvSpPr>
            <a:spLocks noGrp="1"/>
          </p:cNvSpPr>
          <p:nvPr/>
        </p:nvSpPr>
        <p:spPr>
          <a:xfrm>
            <a:off x="888137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5DB2CBED-46C1-4ED9-B2BF-E931399999C7}"/>
              </a:ext>
            </a:extLst>
          </p:cNvPr>
          <p:cNvSpPr>
            <a:spLocks noGrp="1"/>
          </p:cNvSpPr>
          <p:nvPr/>
        </p:nvSpPr>
        <p:spPr>
          <a:xfrm>
            <a:off x="896764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61966C7D-ECB4-480F-8F7A-ACB191F2B873}"/>
              </a:ext>
            </a:extLst>
          </p:cNvPr>
          <p:cNvSpPr>
            <a:spLocks noGrp="1"/>
          </p:cNvSpPr>
          <p:nvPr/>
        </p:nvSpPr>
        <p:spPr>
          <a:xfrm>
            <a:off x="914020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3DCB64A7-B470-478F-95A6-68EAE51FC2F7}"/>
              </a:ext>
            </a:extLst>
          </p:cNvPr>
          <p:cNvSpPr>
            <a:spLocks noGrp="1"/>
          </p:cNvSpPr>
          <p:nvPr/>
        </p:nvSpPr>
        <p:spPr>
          <a:xfrm>
            <a:off x="922648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EF3A8191-5108-4F8C-9631-FD1909C57A2D}"/>
              </a:ext>
            </a:extLst>
          </p:cNvPr>
          <p:cNvSpPr>
            <a:spLocks noGrp="1"/>
          </p:cNvSpPr>
          <p:nvPr/>
        </p:nvSpPr>
        <p:spPr>
          <a:xfrm>
            <a:off x="939903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1F3ACE0F-CE8A-4007-A13E-1455E59A6298}"/>
              </a:ext>
            </a:extLst>
          </p:cNvPr>
          <p:cNvSpPr>
            <a:spLocks noGrp="1"/>
          </p:cNvSpPr>
          <p:nvPr/>
        </p:nvSpPr>
        <p:spPr>
          <a:xfrm>
            <a:off x="948531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73B6E85C-B519-4FFC-9458-406293D66DCF}"/>
              </a:ext>
            </a:extLst>
          </p:cNvPr>
          <p:cNvSpPr>
            <a:spLocks noGrp="1"/>
          </p:cNvSpPr>
          <p:nvPr/>
        </p:nvSpPr>
        <p:spPr>
          <a:xfrm>
            <a:off x="965786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FB11F39F-CB98-4B94-A539-B1535A28A276}"/>
              </a:ext>
            </a:extLst>
          </p:cNvPr>
          <p:cNvSpPr>
            <a:spLocks noGrp="1"/>
          </p:cNvSpPr>
          <p:nvPr/>
        </p:nvSpPr>
        <p:spPr>
          <a:xfrm>
            <a:off x="974414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F10DCF9A-0B08-4421-9D0D-3E857FF97504}"/>
              </a:ext>
            </a:extLst>
          </p:cNvPr>
          <p:cNvSpPr>
            <a:spLocks noGrp="1"/>
          </p:cNvSpPr>
          <p:nvPr/>
        </p:nvSpPr>
        <p:spPr>
          <a:xfrm>
            <a:off x="991669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AB50ADE0-5277-4830-AFC2-21371B3E232F}"/>
              </a:ext>
            </a:extLst>
          </p:cNvPr>
          <p:cNvSpPr>
            <a:spLocks noGrp="1"/>
          </p:cNvSpPr>
          <p:nvPr/>
        </p:nvSpPr>
        <p:spPr>
          <a:xfrm>
            <a:off x="1000297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207A31CD-8ED8-4C8C-A5D2-54B45B4BEEB2}"/>
              </a:ext>
            </a:extLst>
          </p:cNvPr>
          <p:cNvSpPr>
            <a:spLocks noGrp="1"/>
          </p:cNvSpPr>
          <p:nvPr/>
        </p:nvSpPr>
        <p:spPr>
          <a:xfrm>
            <a:off x="1017553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8C1FBB8B-1E45-4496-BC9C-69AE846AE533}"/>
              </a:ext>
            </a:extLst>
          </p:cNvPr>
          <p:cNvSpPr>
            <a:spLocks noGrp="1"/>
          </p:cNvSpPr>
          <p:nvPr/>
        </p:nvSpPr>
        <p:spPr>
          <a:xfrm>
            <a:off x="1026180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A7DEF7F1-C069-4B6C-B52D-27B50BD2891E}"/>
              </a:ext>
            </a:extLst>
          </p:cNvPr>
          <p:cNvSpPr>
            <a:spLocks noGrp="1"/>
          </p:cNvSpPr>
          <p:nvPr/>
        </p:nvSpPr>
        <p:spPr>
          <a:xfrm>
            <a:off x="1043436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9A955BB6-C8EE-45D0-866C-1F2AF39DF139}"/>
              </a:ext>
            </a:extLst>
          </p:cNvPr>
          <p:cNvSpPr>
            <a:spLocks noGrp="1"/>
          </p:cNvSpPr>
          <p:nvPr/>
        </p:nvSpPr>
        <p:spPr>
          <a:xfrm>
            <a:off x="1052063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6721294E-4A7C-4BCB-9C3B-3E4AEA2AFBCE}"/>
              </a:ext>
            </a:extLst>
          </p:cNvPr>
          <p:cNvSpPr>
            <a:spLocks noGrp="1"/>
          </p:cNvSpPr>
          <p:nvPr/>
        </p:nvSpPr>
        <p:spPr>
          <a:xfrm>
            <a:off x="1069319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D2108826-53EE-47E9-B896-9C084B42E7DD}"/>
              </a:ext>
            </a:extLst>
          </p:cNvPr>
          <p:cNvSpPr>
            <a:spLocks noGrp="1"/>
          </p:cNvSpPr>
          <p:nvPr/>
        </p:nvSpPr>
        <p:spPr>
          <a:xfrm>
            <a:off x="10779470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BAA2EC9A-ECA6-4A86-8F27-66EC3CA623F6}"/>
              </a:ext>
            </a:extLst>
          </p:cNvPr>
          <p:cNvSpPr>
            <a:spLocks noGrp="1"/>
          </p:cNvSpPr>
          <p:nvPr/>
        </p:nvSpPr>
        <p:spPr>
          <a:xfrm>
            <a:off x="1095202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73BE0DC9-2B67-41C0-9F16-51F0BF8FE859}"/>
              </a:ext>
            </a:extLst>
          </p:cNvPr>
          <p:cNvSpPr>
            <a:spLocks noGrp="1"/>
          </p:cNvSpPr>
          <p:nvPr/>
        </p:nvSpPr>
        <p:spPr>
          <a:xfrm>
            <a:off x="1103830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FCE3DECA-3A2E-4DC5-9A9F-84E871549439}"/>
              </a:ext>
            </a:extLst>
          </p:cNvPr>
          <p:cNvSpPr>
            <a:spLocks noGrp="1"/>
          </p:cNvSpPr>
          <p:nvPr/>
        </p:nvSpPr>
        <p:spPr>
          <a:xfrm>
            <a:off x="1121085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909F146D-61A5-4C20-BEA7-E406A875BBD2}"/>
              </a:ext>
            </a:extLst>
          </p:cNvPr>
          <p:cNvSpPr>
            <a:spLocks noGrp="1"/>
          </p:cNvSpPr>
          <p:nvPr/>
        </p:nvSpPr>
        <p:spPr>
          <a:xfrm>
            <a:off x="11297133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216690A0-7815-47BC-B0F8-DCF762368DAB}"/>
              </a:ext>
            </a:extLst>
          </p:cNvPr>
          <p:cNvSpPr>
            <a:spLocks noGrp="1"/>
          </p:cNvSpPr>
          <p:nvPr/>
        </p:nvSpPr>
        <p:spPr>
          <a:xfrm>
            <a:off x="1146968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1826E194-442A-4460-ADCA-6061815E0223}"/>
              </a:ext>
            </a:extLst>
          </p:cNvPr>
          <p:cNvSpPr>
            <a:spLocks noGrp="1"/>
          </p:cNvSpPr>
          <p:nvPr/>
        </p:nvSpPr>
        <p:spPr>
          <a:xfrm>
            <a:off x="1155596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89E82A9F-D035-4CBA-9950-B6921BB911F1}"/>
              </a:ext>
            </a:extLst>
          </p:cNvPr>
          <p:cNvSpPr>
            <a:spLocks noGrp="1"/>
          </p:cNvSpPr>
          <p:nvPr/>
        </p:nvSpPr>
        <p:spPr>
          <a:xfrm>
            <a:off x="1172851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CF2C4693-63B8-4DDB-9ACB-1C3A3FD9AC90}"/>
              </a:ext>
            </a:extLst>
          </p:cNvPr>
          <p:cNvSpPr>
            <a:spLocks noGrp="1"/>
          </p:cNvSpPr>
          <p:nvPr/>
        </p:nvSpPr>
        <p:spPr>
          <a:xfrm>
            <a:off x="11814796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E8C01FD8-4436-430C-8236-08F94158A77D}"/>
              </a:ext>
            </a:extLst>
          </p:cNvPr>
          <p:cNvSpPr>
            <a:spLocks noGrp="1"/>
          </p:cNvSpPr>
          <p:nvPr/>
        </p:nvSpPr>
        <p:spPr>
          <a:xfrm>
            <a:off x="1198735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1F86531C-DABF-40CF-A903-5D7B01713342}"/>
              </a:ext>
            </a:extLst>
          </p:cNvPr>
          <p:cNvSpPr>
            <a:spLocks noGrp="1"/>
          </p:cNvSpPr>
          <p:nvPr/>
        </p:nvSpPr>
        <p:spPr>
          <a:xfrm>
            <a:off x="1207362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CE123063-B34F-4FEE-BEBA-83A0851F23BB}"/>
              </a:ext>
            </a:extLst>
          </p:cNvPr>
          <p:cNvSpPr>
            <a:spLocks noGrp="1"/>
          </p:cNvSpPr>
          <p:nvPr/>
        </p:nvSpPr>
        <p:spPr>
          <a:xfrm>
            <a:off x="1224618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E3280C07-232C-4FB9-B319-43A4E80DEE1F}"/>
              </a:ext>
            </a:extLst>
          </p:cNvPr>
          <p:cNvSpPr>
            <a:spLocks noGrp="1"/>
          </p:cNvSpPr>
          <p:nvPr/>
        </p:nvSpPr>
        <p:spPr>
          <a:xfrm>
            <a:off x="12332459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CB70ECCB-BD4C-443B-BE50-F1673BC45A6B}"/>
              </a:ext>
            </a:extLst>
          </p:cNvPr>
          <p:cNvSpPr>
            <a:spLocks noGrp="1"/>
          </p:cNvSpPr>
          <p:nvPr/>
        </p:nvSpPr>
        <p:spPr>
          <a:xfrm>
            <a:off x="1250501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C25868B7-6248-4736-B9AE-C464E76669FD}"/>
              </a:ext>
            </a:extLst>
          </p:cNvPr>
          <p:cNvSpPr>
            <a:spLocks noGrp="1"/>
          </p:cNvSpPr>
          <p:nvPr/>
        </p:nvSpPr>
        <p:spPr>
          <a:xfrm>
            <a:off x="12591291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3D2FCAEE-A0C3-4EFA-A228-89BE908A1467}"/>
              </a:ext>
            </a:extLst>
          </p:cNvPr>
          <p:cNvSpPr>
            <a:spLocks noGrp="1"/>
          </p:cNvSpPr>
          <p:nvPr/>
        </p:nvSpPr>
        <p:spPr>
          <a:xfrm>
            <a:off x="1276384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2E7FA1F5-553C-4BBD-976F-CAA4E1D73EB4}"/>
              </a:ext>
            </a:extLst>
          </p:cNvPr>
          <p:cNvSpPr>
            <a:spLocks noGrp="1"/>
          </p:cNvSpPr>
          <p:nvPr/>
        </p:nvSpPr>
        <p:spPr>
          <a:xfrm>
            <a:off x="12850122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FB577562-1D8A-42FB-9DDD-DF312B584717}"/>
              </a:ext>
            </a:extLst>
          </p:cNvPr>
          <p:cNvSpPr>
            <a:spLocks noGrp="1"/>
          </p:cNvSpPr>
          <p:nvPr/>
        </p:nvSpPr>
        <p:spPr>
          <a:xfrm>
            <a:off x="13022677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DFACE635-B0E0-47A3-9A54-CC629598BA40}"/>
              </a:ext>
            </a:extLst>
          </p:cNvPr>
          <p:cNvSpPr>
            <a:spLocks noGrp="1"/>
          </p:cNvSpPr>
          <p:nvPr/>
        </p:nvSpPr>
        <p:spPr>
          <a:xfrm>
            <a:off x="13108954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708B4EFF-0A8A-45DD-A985-68C8630FF1DD}"/>
              </a:ext>
            </a:extLst>
          </p:cNvPr>
          <p:cNvSpPr>
            <a:spLocks noGrp="1"/>
          </p:cNvSpPr>
          <p:nvPr/>
        </p:nvSpPr>
        <p:spPr>
          <a:xfrm>
            <a:off x="13281508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FD192A76-FA15-460F-98F8-F8FFB212C98F}"/>
              </a:ext>
            </a:extLst>
          </p:cNvPr>
          <p:cNvSpPr>
            <a:spLocks noGrp="1"/>
          </p:cNvSpPr>
          <p:nvPr/>
        </p:nvSpPr>
        <p:spPr>
          <a:xfrm>
            <a:off x="13367785" y="3333750"/>
            <a:ext cx="0" cy="773906"/>
          </a:xfrm>
          <a:prstGeom prst="line">
            <a:avLst/>
          </a:prstGeom>
          <a:noFill/>
          <a:ln w="23813">
            <a:solidFill>
              <a:srgbClr val="9A5800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0EC04B6D-1A93-4085-B7AF-0B2913EE258A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Each 1/6 is split into 3 equal pieces.</a:t>
            </a:r>
          </a:p>
        </p:txBody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6096A15D-9335-49F7-AF51-47B34AB75EDB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5/18</a:t>
            </a:r>
          </a:p>
        </p:txBody>
      </p:sp>
    </p:spTree>
    <p:extLst>
      <p:ext uri="{BB962C8B-B14F-4D97-AF65-F5344CB8AC3E}">
        <p14:creationId xmlns:p14="http://schemas.microsoft.com/office/powerpoint/2010/main" val="1607073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3" grpId="0"/>
      <p:bldP spid="8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888B06DB-471A-4F73-84D7-969E888821F8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F81C103-1733-4205-9649-B032D9F23F69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D967AC4-E023-4FF1-BFD3-4CD151690E4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FBCB9FD-372F-4A4B-9E54-1D16D640B05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79A8F6E-C669-4059-B764-BCD53D117B9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FC60F25-DD25-42D8-B035-D696AB82D43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AA12DD22-7F53-443C-A3AD-7ED0210E0AC5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423DDA0-EB4F-416C-B37C-428229A95A4C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5/6 divided by 3.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C242CEF-DEFA-447A-A663-81641BF3177B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BC13B4D-147A-492F-8C75-315DA2740991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1/4 divided by 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D3F9ADC5-AEDA-4B48-B483-1D17B9E00E3A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7B94B0B-3E76-429C-83F7-0BDCB0D52D0E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Seven eighths of a litre is shared equally between 3 cups. How much is in each cup?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E971ACB-9CF0-47DD-BD78-DA3D74F669FD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F97AF67-8BFB-4856-8A9D-F37EEF9912EA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5/6 divided by 3.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84B079D-5DA1-40D9-8D47-D66059FE5503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42AF285F-DE52-4DFB-9260-9F5837929C2C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2 1/4 divided by 3.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34582A7-4967-48AE-BE7C-AB32C3CE2B1B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D398C9DF-F134-4A15-99EC-C55978E0E5DB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Seven eighths of a litre is shared equally between 3 cups. How much is in each cup?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0ED0C59E-F6B0-4457-8BB7-1FD04F83B2A5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E1326E5-6304-472C-8E59-66811B334BF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1/3 divided by 4.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09E649D9-12E5-40B6-AB7A-DD43B66ADD80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CD16EA55-C487-44A3-998C-1780D9A1B8F9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divides both the numerator and denominator by the whole number.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D921C108-6D8B-4A08-B433-09A44D65BCC4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A185FBD-D52F-4AEA-B5F2-D6F18613070F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FDE82DE2-E511-483C-8EE7-7951865EE3B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C515FE3-B1D8-4DA2-B541-448AA03DED5E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Seven eighths of a litre is shared equally between 3 cups. How much is in each cup?</a:t>
            </a:r>
          </a:p>
        </p:txBody>
      </p:sp>
    </p:spTree>
    <p:extLst>
      <p:ext uri="{BB962C8B-B14F-4D97-AF65-F5344CB8AC3E}">
        <p14:creationId xmlns:p14="http://schemas.microsoft.com/office/powerpoint/2010/main" val="2014410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F96D3E7C-82F7-4472-A7EA-55CF37AEF27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2F90727-928F-4F5B-B737-07ECCF3D985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17284631-24E9-4665-B688-7CB114F0A78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C7BFC3B-474E-44E8-9C5F-8B0DFA97695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Use equivalent fractions when dividing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18E2ACD-6431-430A-B6B4-0ADE5B978F2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CA65EAEE-1A81-4023-A294-814E2E8CB351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162D10B-802E-4FC5-8196-9071E682AE2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606E181-60C6-4928-AF43-C7724A2695EC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C69F8C0-BB8B-4B80-8E43-C8BEB63099E9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3/4.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708F64F-1324-4286-8A2D-2FEAFF584135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D452798-52A3-4089-A207-FB83EB43EC48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7/24 litre.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99103FC8-B03B-4714-80BB-772FDDD0DD0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1528015-9440-42CE-B313-94B3D858C687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5/18.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C1FB30F9-326A-4C6B-ADC7-13A173BD998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B614D27-AD15-4996-8ED8-C44412CF85A6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3/4.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7E840EB-1954-46C1-8787-D78E39484625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3A1869F5-3BE1-430A-9E66-FD25FC4D02B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7/24 litre.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30497E7E-33CA-449A-BA25-45199F13277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844D69C-C0FB-4F09-9A3B-D7B433B8F12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1/12.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813C59B0-2739-423C-8DE1-657F2214B9B7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D5B7325-1512-449A-AD79-49948FF4F3BE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Division changes the size of each share. Use a bar model or multiply by the unit fraction, then simplify.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186C0756-8C64-4DF6-BEC5-B537ADE02F5B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306934D-8445-4A25-97F0-C5445B105581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A1C6EFA6-EABF-48B8-93EB-490152431FD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0C7FD4F-5215-422A-9756-6CE6ADEDB4F1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64583309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1368</Words>
  <Application>Microsoft Office PowerPoint</Application>
  <DocSecurity>0</DocSecurity>
  <PresentationFormat>Custom</PresentationFormat>
  <Paragraphs>172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2026-09-14T13:19:16Z</dcterms:created>
  <dcterms:modified xsi:type="dcterms:W3CDTF">2026-09-14T13:20:05Z</dcterms:modified>
</cp:coreProperties>
</file>