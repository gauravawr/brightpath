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68e83613be4099" /><Relationship Type="http://schemas.openxmlformats.org/officeDocument/2006/relationships/extended-properties" Target="/docProps/app.xml" Id="R106e5f7bab9a4534" /><Relationship Type="http://schemas.openxmlformats.org/officeDocument/2006/relationships/officeDocument" Target="/ppt/presentation.xml" Id="Rb6c30f46ab65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006388fc964c5b"/>
  </p:sldMasterIdLst>
  <p:notesMasterIdLst>
    <p:notesMasterId xmlns:r="http://schemas.openxmlformats.org/officeDocument/2006/relationships" r:id="Rb7d403132cec464f"/>
  </p:notesMasterIdLst>
  <p:sldIdLst>
    <p:sldId xmlns:r="http://schemas.openxmlformats.org/officeDocument/2006/relationships" id="256" r:id="R839ffb19c7954df8"/>
    <p:sldId xmlns:r="http://schemas.openxmlformats.org/officeDocument/2006/relationships" id="257" r:id="R6c24bd91d645479f"/>
    <p:sldId xmlns:r="http://schemas.openxmlformats.org/officeDocument/2006/relationships" id="258" r:id="R6c5241600adf40a3"/>
    <p:sldId xmlns:r="http://schemas.openxmlformats.org/officeDocument/2006/relationships" id="259" r:id="R8cb94cafd5e04032"/>
    <p:sldId xmlns:r="http://schemas.openxmlformats.org/officeDocument/2006/relationships" id="260" r:id="R84030a86c9734035"/>
    <p:sldId xmlns:r="http://schemas.openxmlformats.org/officeDocument/2006/relationships" id="261" r:id="R2363b0bf75be4766"/>
    <p:sldId xmlns:r="http://schemas.openxmlformats.org/officeDocument/2006/relationships" id="262" r:id="R0e690084182f4429"/>
    <p:sldId xmlns:r="http://schemas.openxmlformats.org/officeDocument/2006/relationships" id="263" r:id="Rf5534e36d6f84f14"/>
    <p:sldId xmlns:r="http://schemas.openxmlformats.org/officeDocument/2006/relationships" id="264" r:id="R3ea29d3b4e604198"/>
    <p:sldId xmlns:r="http://schemas.openxmlformats.org/officeDocument/2006/relationships" id="265" r:id="Red5e1d0cb2e34177"/>
    <p:sldId xmlns:r="http://schemas.openxmlformats.org/officeDocument/2006/relationships" id="266" r:id="R96254ce217e84a05"/>
    <p:sldId xmlns:r="http://schemas.openxmlformats.org/officeDocument/2006/relationships" id="267" r:id="Re7bc6ab5a9ce4d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7a74711fb42c9" /><Relationship Type="http://schemas.openxmlformats.org/officeDocument/2006/relationships/slideMaster" Target="/ppt/slideMasters/slideMaster1.xml" Id="R26006388fc964c5b" /><Relationship Type="http://schemas.openxmlformats.org/officeDocument/2006/relationships/notesMaster" Target="/ppt/notesMasters/notesMaster1.xml" Id="Rb7d403132cec464f" /><Relationship Type="http://schemas.openxmlformats.org/officeDocument/2006/relationships/presProps" Target="/ppt/presProps.xml" Id="R0b1374dacb314815" /><Relationship Type="http://schemas.openxmlformats.org/officeDocument/2006/relationships/tableStyles" Target="/ppt/tableStyles.xml" Id="R5a88c2be4b1f4b55" /><Relationship Type="http://schemas.openxmlformats.org/officeDocument/2006/relationships/slide" Target="/ppt/slides/slide1.xml" Id="R839ffb19c7954df8" /><Relationship Type="http://schemas.openxmlformats.org/officeDocument/2006/relationships/slide" Target="/ppt/slides/slide2.xml" Id="R6c24bd91d645479f" /><Relationship Type="http://schemas.openxmlformats.org/officeDocument/2006/relationships/slide" Target="/ppt/slides/slide3.xml" Id="R6c5241600adf40a3" /><Relationship Type="http://schemas.openxmlformats.org/officeDocument/2006/relationships/slide" Target="/ppt/slides/slide4.xml" Id="R8cb94cafd5e04032" /><Relationship Type="http://schemas.openxmlformats.org/officeDocument/2006/relationships/slide" Target="/ppt/slides/slide5.xml" Id="R84030a86c9734035" /><Relationship Type="http://schemas.openxmlformats.org/officeDocument/2006/relationships/slide" Target="/ppt/slides/slide6.xml" Id="R2363b0bf75be4766" /><Relationship Type="http://schemas.openxmlformats.org/officeDocument/2006/relationships/slide" Target="/ppt/slides/slide7.xml" Id="R0e690084182f4429" /><Relationship Type="http://schemas.openxmlformats.org/officeDocument/2006/relationships/slide" Target="/ppt/slides/slide8.xml" Id="Rf5534e36d6f84f14" /><Relationship Type="http://schemas.openxmlformats.org/officeDocument/2006/relationships/slide" Target="/ppt/slides/slide9.xml" Id="R3ea29d3b4e604198" /><Relationship Type="http://schemas.openxmlformats.org/officeDocument/2006/relationships/slide" Target="/ppt/slides/slide10.xml" Id="Red5e1d0cb2e34177" /><Relationship Type="http://schemas.openxmlformats.org/officeDocument/2006/relationships/slide" Target="/ppt/slides/slide11.xml" Id="R96254ce217e84a05" /><Relationship Type="http://schemas.openxmlformats.org/officeDocument/2006/relationships/slide" Target="/ppt/slides/slide12.xml" Id="Re7bc6ab5a9ce4d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4f0c2e6808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ad89c96ae48ad" /><Relationship Type="http://schemas.openxmlformats.org/officeDocument/2006/relationships/notesMaster" Target="/ppt/notesMasters/notesMaster1.xml" Id="R61a318c7505943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4cf1c9398b48e6" /><Relationship Type="http://schemas.openxmlformats.org/officeDocument/2006/relationships/notesMaster" Target="/ppt/notesMasters/notesMaster1.xml" Id="R3b851a6ae704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2b585ebf99477b" /><Relationship Type="http://schemas.openxmlformats.org/officeDocument/2006/relationships/notesMaster" Target="/ppt/notesMasters/notesMaster1.xml" Id="Ra3cabe974cd5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52c2d20d9c42a5" /><Relationship Type="http://schemas.openxmlformats.org/officeDocument/2006/relationships/notesMaster" Target="/ppt/notesMasters/notesMaster1.xml" Id="Rbca615a4cee344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8a755fe314426e" /><Relationship Type="http://schemas.openxmlformats.org/officeDocument/2006/relationships/notesMaster" Target="/ppt/notesMasters/notesMaster1.xml" Id="R33526f22c39644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5c490663334676" /><Relationship Type="http://schemas.openxmlformats.org/officeDocument/2006/relationships/notesMaster" Target="/ppt/notesMasters/notesMaster1.xml" Id="R038722660d4240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256ee37ec343a7" /><Relationship Type="http://schemas.openxmlformats.org/officeDocument/2006/relationships/notesMaster" Target="/ppt/notesMasters/notesMaster1.xml" Id="R675391a3700e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9b89fb29a440e" /><Relationship Type="http://schemas.openxmlformats.org/officeDocument/2006/relationships/notesMaster" Target="/ppt/notesMasters/notesMaster1.xml" Id="R45d83ad8ef684f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e0ac3ac9c74c44" /><Relationship Type="http://schemas.openxmlformats.org/officeDocument/2006/relationships/notesMaster" Target="/ppt/notesMasters/notesMaster1.xml" Id="R585a7206feff4a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fcdff5ed454882" /><Relationship Type="http://schemas.openxmlformats.org/officeDocument/2006/relationships/notesMaster" Target="/ppt/notesMasters/notesMaster1.xml" Id="Rdf93ad1e9f7745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0db62e1b9a4591" /><Relationship Type="http://schemas.openxmlformats.org/officeDocument/2006/relationships/notesMaster" Target="/ppt/notesMasters/notesMaster1.xml" Id="R2077b7facdb441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566cdd7ab7490e" /><Relationship Type="http://schemas.openxmlformats.org/officeDocument/2006/relationships/notesMaster" Target="/ppt/notesMasters/notesMaster1.xml" Id="R3e26d0a0af994e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counters,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3/4. | Represent the fraction as equal parts or use an equivalent multiplication. |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divide, share, quotient, unit fraction, non-unit fraction, reciprocal.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5/18.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3/4.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3/4..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7/24 litre..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1/12.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7/24 litre.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7/24 litre. | Division changes the size of each share. Use a bar model or multiply by the unit fraction, then simplify.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3ce4049ec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eb2f93baf45ff" /><Relationship Type="http://schemas.openxmlformats.org/officeDocument/2006/relationships/slideLayout" Target="/ppt/slideLayouts/slideLayout1.xml" Id="R69def061559942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ef061559942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615b2f45b4713" /><Relationship Type="http://schemas.openxmlformats.org/officeDocument/2006/relationships/notesSlide" Target="/ppt/notesSlides/notesSlide1.xml" Id="R02c0ff50910b47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634dab9174f67" /><Relationship Type="http://schemas.openxmlformats.org/officeDocument/2006/relationships/notesSlide" Target="/ppt/notesSlides/notesSlide2.xml" Id="R479778b7f65b45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80f1b2d404e15" /><Relationship Type="http://schemas.openxmlformats.org/officeDocument/2006/relationships/notesSlide" Target="/ppt/notesSlides/notesSlide3.xml" Id="R0e87be0b402a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4e2be7b3a4182" /><Relationship Type="http://schemas.openxmlformats.org/officeDocument/2006/relationships/notesSlide" Target="/ppt/notesSlides/notesSlide4.xml" Id="Rf73651407a4f44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90446765c4af0" /><Relationship Type="http://schemas.openxmlformats.org/officeDocument/2006/relationships/notesSlide" Target="/ppt/notesSlides/notesSlide5.xml" Id="R02c8c05df92348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dffc99e9e4e22" /><Relationship Type="http://schemas.openxmlformats.org/officeDocument/2006/relationships/notesSlide" Target="/ppt/notesSlides/notesSlide6.xml" Id="R27fac1c5765544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1fa401dc44246" /><Relationship Type="http://schemas.openxmlformats.org/officeDocument/2006/relationships/image" Target="/ppt/media/image.png" Id="Rcea1c654902f43b5" /><Relationship Type="http://schemas.openxmlformats.org/officeDocument/2006/relationships/notesSlide" Target="/ppt/notesSlides/notesSlide7.xml" Id="R263ca068dbdb49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fdbce405149a8" /><Relationship Type="http://schemas.openxmlformats.org/officeDocument/2006/relationships/notesSlide" Target="/ppt/notesSlides/notesSlide8.xml" Id="R8e5cc49c9e604f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f8562ef8144a0" /><Relationship Type="http://schemas.openxmlformats.org/officeDocument/2006/relationships/notesSlide" Target="/ppt/notesSlides/notesSlide9.xml" Id="R9a60136edae549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ebdc3d9814ee7" /><Relationship Type="http://schemas.openxmlformats.org/officeDocument/2006/relationships/notesSlide" Target="/ppt/notesSlides/notesSlide10.xml" Id="R126e91ec9f364e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c2276babf4302" /><Relationship Type="http://schemas.openxmlformats.org/officeDocument/2006/relationships/notesSlide" Target="/ppt/notesSlides/notesSlide11.xml" Id="Rc696bb9ab79544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75e79394d4947" /><Relationship Type="http://schemas.openxmlformats.org/officeDocument/2006/relationships/notesSlide" Target="/ppt/notesSlides/notesSlide12.xml" Id="Rbcb930fca82a43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AC393-83E6-4DE5-A1D2-691CE93F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DB296-9CDB-401D-916B-E9386976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E10F-35FA-4EBE-B61E-10A09A30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AF2CF-4FFF-450C-BB20-2B6DBC3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976C1-CE37-49E7-A923-859C3128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EF750-F296-448A-81DF-5C7B3A48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6830A-B63A-4C1A-B66B-1004D7E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85D71-F626-4BB1-9852-DDABB74B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choose an equivalent fraction that supports division.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78027-6871-46D3-BCF7-4ECE5EB0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1108F-F0B2-407E-B281-B572813D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AFA9C-3B93-4D61-A3A8-F31B69B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98655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8B511-94CD-4547-997C-C1CE8963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405A8-8986-49EB-81F9-AE88AA77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66524-076C-4034-BC77-67A29B5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9455C-AFDB-4F10-BB6D-BBE10A7F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E7F52-C934-48D6-9EE0-1F1D0F6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BCE7E-FCCE-4C95-82B4-0C5361D0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6D050-044A-46A1-BC95-1F47C5BB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09DE6-1351-4E63-96C8-0EB76183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8DF84-B8A7-4EA5-892B-BA15DF1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9CCB8-9BDC-49A8-9841-37DC533C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D0555-CDC4-480D-88B6-CAD2EA2E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CE16E-3B39-409D-9A97-E0843B9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114FD-CA18-484E-A788-E47ED15D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Share unit and non-unit fractions equally and connect division with multiplication by a unit fraction.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F9ED3-9F83-4255-B619-6A3AD53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B7001-F9E2-434D-A3BD-1F2FDE6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22B02-59CF-4D92-A60E-595A14F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5F701-16C6-47AE-B5B1-8977C51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A53B6-575D-4BA6-B072-3E07A27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C286F-ACC3-4C50-9974-BD7BC4EE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A30C9-0FDE-4AE1-AA22-14EACFDE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5DCEF-479A-4DD6-9C5F-316ED1A9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5/6 divided by 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90D50-7CE0-4FCB-A88C-94783796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3967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682AE-850C-434D-9B80-0E437F3D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37121-975D-495F-8B6A-B4B7250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C65B3-9BBC-4BCD-B95C-2FE94FB0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04A8D-E571-4B6A-B11E-C279A6EF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0DA04-143B-49DF-9ECB-8448A77F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7F892-117C-49DE-B03A-671097B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F01AE-7DC9-4046-84E1-085FFDE1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1EA72-D5C8-43A9-82A7-56B7254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52CAD-A833-4DA5-9CDD-6F625DC0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32D18-2C92-4EC7-A822-E0A8003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choose an equivalent fraction that supports division.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4E6E6-8A1E-4A0B-BFDC-8D716C1F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EE0EB-5702-4269-B395-EF6C434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Represent the fraction as equal parts or use an equivalent multiplication.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8429E-18DC-4F37-91B2-E3023243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Divide the numerator when possible or multiply the denominator by the whole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19689-0F9B-4318-8DD0-4499572A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and check by multiplying 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9F7EF-98C5-499D-82D1-9732FBD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divide  |  share  |  quotient  |  unit fraction  |  non-unit fraction  |  reciprocal</a:t>
            </a:r>
          </a:p>
        </p:txBody>
      </p:sp>
    </p:spTree>
    <p:extLst>
      <p:ext uri="{BB962C8B-B14F-4D97-AF65-F5344CB8AC3E}">
        <p14:creationId xmlns:p14="http://schemas.microsoft.com/office/powerpoint/2010/main" val="10699745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04263-25B4-4A72-A4BE-BE72032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152CD-1916-4094-9098-A482982E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22111-EFCD-4944-ABE3-94C9E0C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3D85A-6061-4982-9DC9-7C58385D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C61FA-F5E5-4776-8C87-6BBA88EC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C15B3-E8D6-46F5-A3C8-36E6772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5ADE7-2893-49E0-920D-7F251F55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CBC86-D6D6-4AB9-9DF7-8BEA3FC7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29293-F7BB-4D4C-BE18-3FF0D45D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96892-A73D-49D9-8CCA-555C36E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divided by 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C3D83-A2F3-4D62-8795-D9039C75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797CD-9BB0-42C4-B9FE-57AAE2A4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4EC93-CA3F-4FCD-941D-9E1F8C3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5/6 ÷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3F478-D471-4F4D-B199-072B5EF8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BF8E4-60B4-4774-976B-3B58271C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6A264-3840-4FF0-8F5E-205190B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Dividing by 3 means multiply by 1/3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6A1F5-F2E3-4F69-BCB4-EA5492C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38DF5-4739-478A-B329-226ED5DE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BA0C2-481B-4BE1-B1E3-C224EC4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5/6 × 1/3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A02CA-BCC4-435A-B8F3-B7959440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5970D-95A8-46E4-8437-17C49B62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70B4D-DF5F-419A-8693-445310BF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5/18</a:t>
            </a:r>
          </a:p>
        </p:txBody>
      </p:sp>
    </p:spTree>
    <p:extLst>
      <p:ext uri="{BB962C8B-B14F-4D97-AF65-F5344CB8AC3E}">
        <p14:creationId xmlns:p14="http://schemas.microsoft.com/office/powerpoint/2010/main" val="4067491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D26F7-25C3-444C-9475-F758C3B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E83C5-A20D-4D20-9D95-2F47E446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8249-0D1D-4D9A-AC68-13C7404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5E708-AC4F-4ACB-9570-73DA9E56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448A0-2D15-4025-82E5-974F6B20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268DA-13CF-41CA-9C1D-6C25CDB5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D73BB-77F2-4B47-8DCC-8CB7525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09534-20AE-4193-AE59-4717E5BA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EB30B-36E5-47FB-8CD9-557BAA6A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B0B68-3E25-4761-96BB-5C785E9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405E6-20FA-4A3D-83F3-6BD9A357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5/18.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99C7C-7269-491D-932E-0B83EE5C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EF083-04AA-4DCF-8A4A-F3CD5778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and check by multiplying 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125C6-574B-4C3B-894E-CD89DE4A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7661514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463D5-9947-4F87-880B-7A26F4E7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131EC-1E03-4B6C-9D1E-2F442DA5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1997F-03DF-4CF2-9B64-D145FFFF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2471C-740B-45E2-A450-B78817F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DE516-B8D4-4513-939D-ACC8D06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B84E6-4027-45AE-A002-A970DE12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3A585-FA71-4A25-8541-432D858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9F277-7F69-4E9F-9C7F-BF444EA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A74FC-84B6-4B9F-BA1C-1AC78916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21BDF-0E69-4002-BA4E-1D23F83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41938-9EB3-474F-A248-D04E7862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71AF4-A51D-4455-83FF-6D7825FB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332BE-B7EF-4746-A6C0-BC4E773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DB936-649F-4EBA-A3BD-55CD797C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3834A-7C90-4671-9663-D49EEB3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3/4.</a:t>
            </a:r>
          </a:p>
        </p:txBody>
      </p:sp>
    </p:spTree>
    <p:extLst>
      <p:ext uri="{BB962C8B-B14F-4D97-AF65-F5344CB8AC3E}">
        <p14:creationId xmlns:p14="http://schemas.microsoft.com/office/powerpoint/2010/main" val="3059113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551A0-30C2-4027-9421-625B3DD8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2312E-D333-45E7-869C-A383DA00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12956-0E09-4FDC-895E-1B0EF6A8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6F291-2075-480F-B7A0-2F2A8C4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0714F-C60E-48C3-A129-63F9CB4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C9CEF-36AD-466D-BCCF-29A980F9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9B9A6-D8F1-4BB1-8950-79608236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EFBEB-B8E9-41D1-89F9-F5FA5C7D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9E5FB-653E-4C2C-BE2A-561A3206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1c654902f43b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A7D19-621D-4A9E-ADDA-CC4512E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9D787-0D5A-4283-B0BF-3960B2BF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divides both the numerator and denominator by the whole number.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C9EBB-09C2-417B-A27B-2A2E8042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E2C5D-035D-4137-9EBA-EF9E8DF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BBE49-76BB-4E52-8CAC-DD62C75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Division changes the size of each share. Use a bar model or multiply by the unit fraction, then simplify.</a:t>
            </a:r>
          </a:p>
        </p:txBody>
      </p:sp>
    </p:spTree>
    <p:extLst>
      <p:ext uri="{BB962C8B-B14F-4D97-AF65-F5344CB8AC3E}">
        <p14:creationId xmlns:p14="http://schemas.microsoft.com/office/powerpoint/2010/main" val="166507180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991BC-81A8-4E47-9E93-B9FD8A9C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675F1-95D9-48D5-BFE6-3B8CEE96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00A45-37F1-4749-9D25-BD87F0B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62C6D-17FA-4BB7-8160-89F4CC16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52BE1-183A-4C24-B17A-6DF01FCF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D0122-450E-4926-8FE0-71830480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1CCC0-921D-4007-9B93-21731D3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020FF-1F3B-474D-B637-65D3DEF3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12F8-31E5-4DC7-86E2-745674E0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EF927-B985-4EEC-928D-6E5F59C5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8917C-0BEF-43DA-B87A-75E5D11F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4AB7B-A55D-4AA3-8F5A-8C6A927C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DB61C-5433-4C48-A1D0-1EBA432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3E23A-5DD0-4F4E-94EB-6C338F8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3CD11-C411-484A-A23B-B8070388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51369-08BA-48FA-8467-9973393F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5073E-0D16-43B4-81B0-519EC4D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0588F-EB16-43BF-968C-E9B1D9ED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34F2C-3A78-4A06-91C5-C7080766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E7C38-B55E-4D1F-8F1A-FE1F1A16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4464E-7937-4C91-86B1-10D6121D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3/4.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AB871-D937-4522-8283-9EF6845D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2818638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E610D-84C6-454B-B1AF-F607259E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E5378-0830-4CEC-B1B0-16C8F69C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A146B-9430-4F2E-9FC1-C7D0406E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F832B-3A04-43F2-A5E8-FD6FEFFB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A0677-1341-4BC3-85B1-BF737B07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EEE7C-C0F0-4C4A-BC9C-0578AFB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4A93F-A1E8-48C4-8CDB-5DF4FD75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2836A-A15E-4013-A8C9-4FAB02D5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77D2A-4223-45EE-A6AF-319542E4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9A6BE-3B50-4269-AD13-82C21855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9F0AC-7E2F-423F-AEEC-4182918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58F89-01F5-4312-8977-8FB963F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BDB49-92A4-484E-A982-5493E38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Seven eighths of a litre is shared equally between 3 cups. How much is in each cup?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8A1CF-11E3-4EE5-B11B-EFB0ED27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B7BBF-33EB-4594-B22B-F7FDBE0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86791-8F38-4EA4-9BBD-3A2C392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8EC77-E52E-4167-9C8E-00AFD6B1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12899-85E0-4355-ACDC-C664B45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2C6BC-0892-47BF-80A9-5487EE1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2E090-6DB9-41CB-A156-27A2BDD5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1B425-4C65-425D-B2B7-F82EE6B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4388967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D4826-A446-4531-8DD8-71AF9F61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FFD0-3448-40DB-AA29-0F07F1F1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5D3CC-8E92-4CD8-96C6-CB05BD3E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A8B87-77B7-4471-83C8-9537FEF7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9F40E-21A0-4ABE-9A4F-ED74581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377DA-8BF8-41D1-AA3C-FE8886F7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B3D76-A602-48DE-B104-090371AD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13A2B-DA46-4CA5-BBED-8D89575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B7089-2812-43FC-98A9-5B80C82E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22E5C-A8A9-4A16-A284-85705E0B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1/3 divided by 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09B5A-014A-47D1-8C07-F8BC2087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BD1C9-F141-462B-B046-3DCF1B5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99AFF-4337-47C2-B7B0-9FE3EA89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1/12.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9620534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20C9F-AD22-42D5-81D5-D28537F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CC1E1-0A0B-4C17-89E7-9A788DC6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4ADCC-8953-482E-8452-F4BB59CD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2CA96-C96C-47FA-BCEC-99C0B18F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2359F-F347-4565-A012-23C1307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6F6CF-74F5-4778-8342-402B4CE6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DDC48-1BEA-4C4F-95DE-7300CECA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5B3B4-D195-4076-A48A-C5842123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B6C62-6BDE-4D7C-960F-72FE4206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DCE7C-A987-4492-9F42-74EE5D19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DD78A-6134-4B23-B813-7C7C809C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20482-56A6-4EBF-8CC2-CF941F8C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Seven eighths of a litre is shared equally between 3 cups. How much is in each cup?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9A3AE-67C3-4014-B82C-A5C04E9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DBFA5-6D8D-4064-9EF8-A1556C6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6608F-F5F3-4F38-A22C-39965415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9B410-6C22-49D9-8974-510C6F8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7/24 litre.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DF8AD-B542-4489-B18A-C5BD5FC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C7326-1D75-48FE-AD5E-1E704F5A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8051315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E0C29-EBFD-49AC-B36E-E99E8DE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AFB2C-E477-4D8C-8B0A-C97FF190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55D3C-C934-49C2-B91C-1B03DD72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C7912-456E-4B4D-84F9-393F18D3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7CA38-DF40-4673-A7DC-DE9FD4C2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B0C2C-D634-458B-91EE-D3481BE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8A2D0-E92B-409D-A26C-B167EF66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1151C-63AC-4795-811A-1702DBA9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2FF6E-D76B-4442-A6CE-22B1B10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equivalent fractions when dividing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9933A-810E-44E2-96E1-B2520A18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43372-4352-42EE-848A-A729D948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4EFC2-7EB3-45E0-B5C5-396EDCFA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D6317-E0CC-42F4-B4DD-CF4EA6C6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Seven eighths of a litre is shared equally between 3 cups. How much is in each cup?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FD652-E088-47D3-B043-54E781B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89BAE-017E-47F7-92AA-938855F7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BC395-65C2-491B-B8A1-E7A716C6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59278-815C-464A-AA8F-800DE4A7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divides both the numerator and denominator by the whole number.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77893-4935-4A1B-BA15-6FCB217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D832B-78C5-45C4-81AE-9B33A6B1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E2104-18F4-4C4D-8791-3295348F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EF3F4-36FB-430D-A517-69F49CAD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CA106-9B96-4449-AAC6-84902868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928786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2026-09-09T22:13:48.7550000Z</dcterms:created>
  <dcterms:modified xsi:type="dcterms:W3CDTF">2026-09-09T22:13:48.7550000Z</dcterms:modified>
</coreProperties>
</file>