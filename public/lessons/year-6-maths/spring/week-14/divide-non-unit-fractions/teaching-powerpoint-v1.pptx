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1b62a198974289" /><Relationship Type="http://schemas.openxmlformats.org/officeDocument/2006/relationships/extended-properties" Target="/docProps/app.xml" Id="Rfe8bd838031e4e40" /><Relationship Type="http://schemas.openxmlformats.org/officeDocument/2006/relationships/officeDocument" Target="/ppt/presentation.xml" Id="Rb1edcdb8ea2c4a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cfce28956a4f0a"/>
  </p:sldMasterIdLst>
  <p:notesMasterIdLst>
    <p:notesMasterId xmlns:r="http://schemas.openxmlformats.org/officeDocument/2006/relationships" r:id="Rae5c269db9db49b6"/>
  </p:notesMasterIdLst>
  <p:sldIdLst>
    <p:sldId xmlns:r="http://schemas.openxmlformats.org/officeDocument/2006/relationships" id="256" r:id="R8a2e991ea07c4646"/>
    <p:sldId xmlns:r="http://schemas.openxmlformats.org/officeDocument/2006/relationships" id="257" r:id="Rc5dcedfb6df2442f"/>
    <p:sldId xmlns:r="http://schemas.openxmlformats.org/officeDocument/2006/relationships" id="258" r:id="R49db60ab0b8d4a75"/>
    <p:sldId xmlns:r="http://schemas.openxmlformats.org/officeDocument/2006/relationships" id="259" r:id="R2de729665e90486c"/>
    <p:sldId xmlns:r="http://schemas.openxmlformats.org/officeDocument/2006/relationships" id="260" r:id="Rc651308b53ca4fcb"/>
    <p:sldId xmlns:r="http://schemas.openxmlformats.org/officeDocument/2006/relationships" id="261" r:id="Rad4d2aadaed94040"/>
    <p:sldId xmlns:r="http://schemas.openxmlformats.org/officeDocument/2006/relationships" id="262" r:id="Rbceb413678234585"/>
    <p:sldId xmlns:r="http://schemas.openxmlformats.org/officeDocument/2006/relationships" id="263" r:id="R82e1658b2e874f17"/>
    <p:sldId xmlns:r="http://schemas.openxmlformats.org/officeDocument/2006/relationships" id="264" r:id="R82a3ee2dc4dd4068"/>
    <p:sldId xmlns:r="http://schemas.openxmlformats.org/officeDocument/2006/relationships" id="265" r:id="Rd2c19ccef44549f1"/>
    <p:sldId xmlns:r="http://schemas.openxmlformats.org/officeDocument/2006/relationships" id="266" r:id="R15f99f6956bd455d"/>
    <p:sldId xmlns:r="http://schemas.openxmlformats.org/officeDocument/2006/relationships" id="267" r:id="Rf1f917f4ef8541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16c1d94bdf4019" /><Relationship Type="http://schemas.openxmlformats.org/officeDocument/2006/relationships/slideMaster" Target="/ppt/slideMasters/slideMaster1.xml" Id="R2dcfce28956a4f0a" /><Relationship Type="http://schemas.openxmlformats.org/officeDocument/2006/relationships/notesMaster" Target="/ppt/notesMasters/notesMaster1.xml" Id="Rae5c269db9db49b6" /><Relationship Type="http://schemas.openxmlformats.org/officeDocument/2006/relationships/presProps" Target="/ppt/presProps.xml" Id="R7179123badd24720" /><Relationship Type="http://schemas.openxmlformats.org/officeDocument/2006/relationships/tableStyles" Target="/ppt/tableStyles.xml" Id="R25a2fddccdfa42ee" /><Relationship Type="http://schemas.openxmlformats.org/officeDocument/2006/relationships/slide" Target="/ppt/slides/slide1.xml" Id="R8a2e991ea07c4646" /><Relationship Type="http://schemas.openxmlformats.org/officeDocument/2006/relationships/slide" Target="/ppt/slides/slide2.xml" Id="Rc5dcedfb6df2442f" /><Relationship Type="http://schemas.openxmlformats.org/officeDocument/2006/relationships/slide" Target="/ppt/slides/slide3.xml" Id="R49db60ab0b8d4a75" /><Relationship Type="http://schemas.openxmlformats.org/officeDocument/2006/relationships/slide" Target="/ppt/slides/slide4.xml" Id="R2de729665e90486c" /><Relationship Type="http://schemas.openxmlformats.org/officeDocument/2006/relationships/slide" Target="/ppt/slides/slide5.xml" Id="Rc651308b53ca4fcb" /><Relationship Type="http://schemas.openxmlformats.org/officeDocument/2006/relationships/slide" Target="/ppt/slides/slide6.xml" Id="Rad4d2aadaed94040" /><Relationship Type="http://schemas.openxmlformats.org/officeDocument/2006/relationships/slide" Target="/ppt/slides/slide7.xml" Id="Rbceb413678234585" /><Relationship Type="http://schemas.openxmlformats.org/officeDocument/2006/relationships/slide" Target="/ppt/slides/slide8.xml" Id="R82e1658b2e874f17" /><Relationship Type="http://schemas.openxmlformats.org/officeDocument/2006/relationships/slide" Target="/ppt/slides/slide9.xml" Id="R82a3ee2dc4dd4068" /><Relationship Type="http://schemas.openxmlformats.org/officeDocument/2006/relationships/slide" Target="/ppt/slides/slide10.xml" Id="Rd2c19ccef44549f1" /><Relationship Type="http://schemas.openxmlformats.org/officeDocument/2006/relationships/slide" Target="/ppt/slides/slide11.xml" Id="R15f99f6956bd455d" /><Relationship Type="http://schemas.openxmlformats.org/officeDocument/2006/relationships/slide" Target="/ppt/slides/slide12.xml" Id="Rf1f917f4ef8541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22109182f745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6ef8b4418b4a1f" /><Relationship Type="http://schemas.openxmlformats.org/officeDocument/2006/relationships/notesMaster" Target="/ppt/notesMasters/notesMaster1.xml" Id="R894f83878e7e46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bc96bda2644dac" /><Relationship Type="http://schemas.openxmlformats.org/officeDocument/2006/relationships/notesMaster" Target="/ppt/notesMasters/notesMaster1.xml" Id="Rbaad83ffffbb4d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6a664247f84126" /><Relationship Type="http://schemas.openxmlformats.org/officeDocument/2006/relationships/notesMaster" Target="/ppt/notesMasters/notesMaster1.xml" Id="Ra32c3ab70f7047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5f78acfa06421f" /><Relationship Type="http://schemas.openxmlformats.org/officeDocument/2006/relationships/notesMaster" Target="/ppt/notesMasters/notesMaster1.xml" Id="Racbd19fb927f42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a5b8fcada745e5" /><Relationship Type="http://schemas.openxmlformats.org/officeDocument/2006/relationships/notesMaster" Target="/ppt/notesMasters/notesMaster1.xml" Id="Rdc73fdfecd0749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8994f3b4af4663" /><Relationship Type="http://schemas.openxmlformats.org/officeDocument/2006/relationships/notesMaster" Target="/ppt/notesMasters/notesMaster1.xml" Id="R40d96b082d5b47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084932c87e4cb5" /><Relationship Type="http://schemas.openxmlformats.org/officeDocument/2006/relationships/notesMaster" Target="/ppt/notesMasters/notesMaster1.xml" Id="R4f3185d7011b4e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5b5f0c2d2a47fc" /><Relationship Type="http://schemas.openxmlformats.org/officeDocument/2006/relationships/notesMaster" Target="/ppt/notesMasters/notesMaster1.xml" Id="Rcf51d978d5b847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72f74f6dca4570" /><Relationship Type="http://schemas.openxmlformats.org/officeDocument/2006/relationships/notesMaster" Target="/ppt/notesMasters/notesMaster1.xml" Id="Rdc3a84a3fac847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7187516ff4d40fd" /><Relationship Type="http://schemas.openxmlformats.org/officeDocument/2006/relationships/notesMaster" Target="/ppt/notesMasters/notesMaster1.xml" Id="R200e30048432467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94fd5459394625" /><Relationship Type="http://schemas.openxmlformats.org/officeDocument/2006/relationships/notesMaster" Target="/ppt/notesMasters/notesMaster1.xml" Id="R05fff21ed25d49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142cd0d2444a2b" /><Relationship Type="http://schemas.openxmlformats.org/officeDocument/2006/relationships/notesMaster" Target="/ppt/notesMasters/notesMaster1.xml" Id="Rfbe76d26d5614f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counters,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5/18. | Represent the fraction as equal parts or use an equivalent multiplication. |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divide, share, quotient, unit fraction, non-unit fraction, reciprocal.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5/18.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5/18..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3/4..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7/24 litre.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3/4.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3/4. | Division changes the size of each share. Use a bar model or multiply by the unit fraction, then simplify.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73719184d49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9d00ddd10e4047" /><Relationship Type="http://schemas.openxmlformats.org/officeDocument/2006/relationships/slideLayout" Target="/ppt/slideLayouts/slideLayout1.xml" Id="Rfe6de1c3597e49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e6de1c3597e49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18f9671774603" /><Relationship Type="http://schemas.openxmlformats.org/officeDocument/2006/relationships/notesSlide" Target="/ppt/notesSlides/notesSlide1.xml" Id="R0d7125d173ed41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d60a2d85f49f5" /><Relationship Type="http://schemas.openxmlformats.org/officeDocument/2006/relationships/notesSlide" Target="/ppt/notesSlides/notesSlide2.xml" Id="Rd690e680c60a4d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7a9901f614bd8" /><Relationship Type="http://schemas.openxmlformats.org/officeDocument/2006/relationships/notesSlide" Target="/ppt/notesSlides/notesSlide3.xml" Id="Reaa2e815dc314f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a30614b794280" /><Relationship Type="http://schemas.openxmlformats.org/officeDocument/2006/relationships/notesSlide" Target="/ppt/notesSlides/notesSlide4.xml" Id="R1b3ad06ad33e41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fd5a5927c412d" /><Relationship Type="http://schemas.openxmlformats.org/officeDocument/2006/relationships/notesSlide" Target="/ppt/notesSlides/notesSlide5.xml" Id="Rab3cdc29c1624d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4f8e56e944a7a" /><Relationship Type="http://schemas.openxmlformats.org/officeDocument/2006/relationships/notesSlide" Target="/ppt/notesSlides/notesSlide6.xml" Id="R316f25868ec64f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f81d2802014ffe" /><Relationship Type="http://schemas.openxmlformats.org/officeDocument/2006/relationships/image" Target="/ppt/media/image.png" Id="Rad64f739d77d4066" /><Relationship Type="http://schemas.openxmlformats.org/officeDocument/2006/relationships/notesSlide" Target="/ppt/notesSlides/notesSlide7.xml" Id="R0abc8696cba24a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ac57bc0bb4fdc" /><Relationship Type="http://schemas.openxmlformats.org/officeDocument/2006/relationships/notesSlide" Target="/ppt/notesSlides/notesSlide8.xml" Id="Rb68df5fd699d4f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f54e8812944b1" /><Relationship Type="http://schemas.openxmlformats.org/officeDocument/2006/relationships/notesSlide" Target="/ppt/notesSlides/notesSlide9.xml" Id="Ra2a975d49bfe4f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ddf516bf742e7" /><Relationship Type="http://schemas.openxmlformats.org/officeDocument/2006/relationships/notesSlide" Target="/ppt/notesSlides/notesSlide10.xml" Id="R616e3aebcf5b43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a7314cda8467c" /><Relationship Type="http://schemas.openxmlformats.org/officeDocument/2006/relationships/notesSlide" Target="/ppt/notesSlides/notesSlide11.xml" Id="R09d5c3adff634aa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bcebda95b4586" /><Relationship Type="http://schemas.openxmlformats.org/officeDocument/2006/relationships/notesSlide" Target="/ppt/notesSlides/notesSlide12.xml" Id="R1c970ab347994c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1DB92-FD97-4A8F-A405-5E0E381B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5C323-55DE-4410-A264-E56A77DC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BF55E-821E-4111-8F4E-9E12DDC3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65C6FA-161B-4D5D-9A82-64D12D26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E3BFDE-1C44-41FC-9CC3-D833BF1E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CF8C57-957E-480B-9C26-76791639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406F71-4D5B-45A9-953D-336943E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A52F34-A733-4290-B893-3454CCEC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proper fractions by whole numbers.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F07267-1E9C-4C85-9C51-DC00D9B8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DA5D6A-BC29-473C-9A3C-B5A02F1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D54E2-1325-4CE5-A2F6-DCA6C385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451906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0FE425-CD7D-4B29-9E03-8C4CDDC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320E04-C1FF-4F7D-ACFE-F43D48C6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E166DB-BA2B-4A78-8434-2660636DD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8A244-9EBB-4E77-9C47-506BE574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40E74-380D-4783-A764-A8444B5C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594C90-4DF5-4B08-AD5F-6063BF21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FBAF9-CC5D-49C2-A7B9-118B468C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C0F389-28CF-48E0-8C2B-71E6D3C6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FF070-2F3E-41BA-B40F-278C4D8F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810FC-C11C-40AE-8497-63510F6D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2EB90-FE30-47AE-A3F6-E18AF958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6FB861-0011-48CB-9880-510D6697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3B704-8195-4867-B67F-80F62D83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Share unit and non-unit fractions equally and connect division with multiplication by a unit fraction.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FE8BA2-8150-495A-AB87-5AB68254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456C7-DE1E-461F-94E0-73D8AF1D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69F63-B0CC-471E-8862-8AFC3143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2FD1C2-3EE7-4EB9-9786-9BFFB30C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74EAB-D520-4484-929F-1AE8F0AC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E191B1-8741-4F1E-BF2D-E3620B9C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F1814F-80C5-4514-A8C4-18E0783F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37DAB9-4301-49DA-91DB-451488A2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3/4 divided by 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647030-B935-46FD-9F12-DBF3ABFB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41397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5F3A98-FBE5-4EC9-853F-74A993B0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BA546-4A83-41BC-9EDB-BC8337BD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177E4-0F41-49C4-B6F9-8DE3247F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355D77-D8EA-486C-B1FF-DCD78054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81FF4C-ECB3-4688-9331-998D2B75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6B57B-C8F9-4546-B9DB-93BD2F5B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DA7BE-F820-4083-AFCC-FAAA4126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420658-5697-41BD-98A6-23E062A2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755F78-13B1-4524-80AE-813EE0B7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0C13CF-904F-433A-BEA5-BD671BF6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proper fractions by whole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CB8D04-4888-4627-B9C8-EBC8BE1C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E0BDE1-E426-4455-A669-05C975FE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Represent the fraction as equal parts or use an equivalent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1B73E7-790F-4674-85C2-3636C910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the numerator when possible or multiply the denominator by the whole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B6E5D4-C6BA-4431-9C12-BF23BCC28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check by multiplying 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DCD686-99BE-4B04-BA86-71A4E5B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  |  share  |  quotient  |  unit fraction  |  non-unit fraction  |  reciprocal</a:t>
            </a:r>
          </a:p>
        </p:txBody>
      </p:sp>
    </p:spTree>
    <p:extLst>
      <p:ext uri="{BB962C8B-B14F-4D97-AF65-F5344CB8AC3E}">
        <p14:creationId xmlns:p14="http://schemas.microsoft.com/office/powerpoint/2010/main" val="86683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0E999-921A-4805-9892-20EFD53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6BB252-D6D4-4994-A7A5-85BFAD36E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729E9-6C88-4453-BF12-00E80715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21E96-1632-49EB-92D0-7DB587F5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21923-CC42-49D5-ABFD-DAB0D939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7AA31C-41EC-4F6D-8679-A0F61568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699DF0-2D3C-4582-A19C-03B96001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272ED-DDA6-448C-83C8-949D84FC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35372-4A44-4540-AD12-1399DDE6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91033-6065-40F5-9802-601823BC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80E77F-0C46-4A07-9189-697E2D6E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3E02EA-B473-42FD-A8DF-1AB2A2A6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E09136-0C30-41A0-A5E4-4B74D63E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Represent the fraction as equal parts or use an equivalent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29790F-3284-4632-AEC8-EB6D43C5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A2B7D0-1929-4E07-A21D-CB862654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0C3E6-16CD-43B4-9D4F-CA844789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Divide the numerator when possible or multiply the denominator by the whole number.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90E11F-C020-4DF5-9D6E-72CA669E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7E558D-0693-46C7-96B7-547CAFDF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FCDE04-57CE-4CA4-97BD-FD54231E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3/8.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D1EB4A-34EB-49DB-9E4E-BA3CDF9AC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66A1E4-63DA-4611-A869-F060108D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13279-D20E-42C0-B41A-981F6C79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check by multiplying back.</a:t>
            </a:r>
          </a:p>
        </p:txBody>
      </p:sp>
    </p:spTree>
    <p:extLst>
      <p:ext uri="{BB962C8B-B14F-4D97-AF65-F5344CB8AC3E}">
        <p14:creationId xmlns:p14="http://schemas.microsoft.com/office/powerpoint/2010/main" val="18319044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ACE98-855F-4031-AB54-B1535C0B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AF970-BFAD-4CB2-B301-37197CA3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8E6802-9FF5-4DA2-BF0B-B02FC3F4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E4757-CB2C-46CD-BA5B-2CAFD719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E1E1C-4D6D-473B-AF0F-82ADFDC2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71073-1B9A-4BCC-8BD6-14CC3457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6DC83-FD9B-4B7E-886C-21AE7E98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920EA-071A-45AF-AA7D-407EA338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9612DE-1ED2-4FE3-BA43-A55ED40B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C51E7-9B19-4DCB-A805-9DE4394A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A1A486-D070-4E34-BFDD-F65ACE5C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3/8.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0362E-1907-4D45-BD41-BDC889AF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F855A5-7992-4E61-8740-0D750C45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check by multiplying 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F120E-F999-4EC3-9D70-2202285F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8796233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951AC-80DD-490B-A73F-786997B9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69883-F950-466B-BBB0-3E84F9BE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A92B6B-7B1A-4749-A293-628A083E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D452A8-4719-492C-A24F-157AEEE5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DBA54-8B34-49CA-956C-DF655FAC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01BE8-3D62-45F7-8559-626C8C61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9BC79-40CD-4CA5-AD20-5808D059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F41E2-5523-460C-8074-A4305219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34617-BA93-44CE-8A3A-FCB331C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54A62-B6BD-4273-B5E0-A35B1F0E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76CFD-E415-4AC0-903E-629A637F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27C21-ECB5-48A3-8FBF-5D23E02C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77B20E-3987-4032-A265-47EEE8373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A1ED1B-8B66-42D9-9C45-780EDFBE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9E7853-BB1D-4260-A1C3-DF212A18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5/18.</a:t>
            </a:r>
          </a:p>
        </p:txBody>
      </p:sp>
    </p:spTree>
    <p:extLst>
      <p:ext uri="{BB962C8B-B14F-4D97-AF65-F5344CB8AC3E}">
        <p14:creationId xmlns:p14="http://schemas.microsoft.com/office/powerpoint/2010/main" val="9949639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031C9-F4B9-48F8-802B-75D758B1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65B553-E090-4AA4-B8AE-7B4D63D9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4B375-714F-4D49-B4FB-AABE6B9C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70D4A8-066F-4D40-828E-CFE1345F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4BD1D6-8920-4317-9F9D-3A542F4D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BABCD2-F685-4C6F-84F6-EAE0A4D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22F17-4D4F-42C6-B8ED-FAAF383B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D99A6-3376-486C-80B9-826CFAD2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A19189-8867-4232-BAD5-1430C6E5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4f739d77d406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806DE2-BA07-4A5D-BFAF-AFBDF083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4E633-E808-4FD3-A670-296B551F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both the numerator and denominator by the whole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9BA7A-B8A2-4568-A902-84D9775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EFD57-D419-4188-917B-23136ECA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E22540-0F86-43F0-BCAC-419D3C39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</p:spTree>
    <p:extLst>
      <p:ext uri="{BB962C8B-B14F-4D97-AF65-F5344CB8AC3E}">
        <p14:creationId xmlns:p14="http://schemas.microsoft.com/office/powerpoint/2010/main" val="11813277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F57CFE-52E8-41B8-A6B4-D6BDA122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BA84A-0EAE-4013-BBCD-E9375BA7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9EEE6-AA88-466D-924A-8E1C92BE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5E3DC7-A732-4AC2-859D-0B1025BE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A23E39-5DE6-4FE2-BF8C-BC81CF76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E9D3C4-884B-495D-AADD-145D9F21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F6100-C2DB-4913-A052-391EDF10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A9347-EC48-4829-91E1-ED3E7B81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246B09-37A7-41EE-8885-18590045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09735-ACD4-46C9-ABE3-5579B9A8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1CAA90-BAAA-4D8D-8667-D78B8B09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D3D88-2CC9-4AC8-B60B-FC41C35B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FA7CF-D2CA-4870-B792-AA17B23D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0004B-14B4-4961-AB45-2D92DD40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88F528-A6CF-486A-897D-2AF76ED3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19741-9DDA-425E-A32F-DFE27E83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8A9AAE-0BFF-4122-AD14-A2A40480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860D2-6EF7-4134-B83D-7499F6EC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011E15-B159-47BC-B40E-86B9EA9E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9A3D1-61A5-4295-90D5-66570968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6808DD-0DDC-42E5-A02A-5F89FD57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5/18.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8D4BA-BC35-4625-8EB5-EBD7D6EF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000406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8E2AEB-5217-49D6-8086-60CBA972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B9CDA5-3FED-4823-94B5-197873C0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35159-0B99-432C-B678-9405EFF3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B083C-C326-435A-AEE2-953B97AE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82984-2D37-45C4-8573-CBBAAB30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062DD-6511-44E7-9A1D-3C7F9E32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67A43-097F-4B08-8583-B941A8AE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9C797-7976-4A47-9DE2-8D9F2126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1ECF72-05D4-41E5-A23A-E5795225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7A03A-DD08-46B3-94BC-86E75F42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D5974-FA1B-4B66-B4F7-E3C01F8B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8088F4-CF02-4E73-955F-A710D7A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26B17D-5DB2-476D-8C33-2A80C3B2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25CA62-8DF3-42D2-9886-44D09558C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763F1-CE4C-49C4-A5EF-F85D1E85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D44430-4D76-4EB3-A993-93BD8486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C5A657-506B-4C0A-81A4-774A1C55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AC6785-13FD-4791-BFA9-C415F53F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ADA5D0-AD45-4D50-A00E-89979162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3E5EA7-4E10-4D10-B352-E3ED8D31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3401A-9AC2-431A-A824-DB64C1C8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899782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6957D2-E65C-4096-B645-4ED0A959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385D45-26E0-4032-B392-FF575E37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627B5-1226-42E5-8D20-4C55F7DA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FF4658-F3EE-4F2C-98A1-067CF4C0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0FA5B-01F6-464B-95E6-C4C7F5BF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DFE5A-D55B-4C7E-A6D0-723143C3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AE0F12-68E8-44A5-80D2-055F4EFD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D2ECE-D668-4F71-BDC2-86DB7AC2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E6C04-68B1-44E0-B8BF-818E188C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62C95-326B-44E3-9144-2592D687B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Seven eighths of a litre is shared equally between 3 cups. How much is in each cup?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2EF680-835D-4ACA-941D-7515D541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65B413-3E96-44FE-8AE5-BEEFB9D3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97EBC-8F39-492E-A11A-5B9FFC15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7/24 litre.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4316195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F29393-1DCC-4508-9BB2-1F0E779B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E44EDA-9AC3-4297-A7E8-CB91DE46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E691A-DD6B-4CAC-8128-1C24E2D5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76DD7-8470-4A03-8AF9-311FF050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75F43-6BFE-48EE-B418-1DA66063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817BC-8FF3-4D9D-8E7C-3ABD1E8E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06EF5-117A-48F4-8B45-B64C550C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076DC4-9BE3-4CB5-BE24-DA409AE1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93709-5FD0-4B27-9C4F-3A5F2D5A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8E93B-6D8C-4149-BEA2-48B1FD85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436489-5EF3-42C0-9DDA-13780302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9BFD4F-878B-41DE-895E-E4965DA9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843352-DCFC-41B0-B5B0-17B3DA1C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E589A-5D4D-4E8E-8DCB-8C33B8A35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0111E3-0CC4-4585-9CB8-72E635F2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FC3E08-497E-4E2F-B90D-52F31B343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81FDF5-BCC1-4C00-BF47-2D922E49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AA5AC5-7943-423F-8B74-AAE53D1C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201568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41E9CB-E5F9-4E2B-90D1-0AB4B0F0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60AE77-06F3-4EA0-9194-CEF802ED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34C038-BC3B-42EF-8FFC-71877BE2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F6102-EBAA-44EE-894A-413538B7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971F2-9A9B-420C-889F-09179C7D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9F655-3483-479A-A9B1-E26693FDF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39848D-0522-40A6-B24E-5E1230DB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62668-AFC4-4B72-B14A-62B3230E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A13868-8CAF-4A51-B9FC-2D4A9FD6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Divide non-unit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E23D3-3814-4B47-A7E9-9FA84D51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D72403-9E47-4DD9-9648-64A73ECD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D9FFDD-35C4-42A2-97AD-D29CE676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4AF0FF-68D0-47E8-B8F9-49169B0C5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35096-CB12-41CF-B55C-A09F761B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84157-B023-414D-A78A-4E4C0EF2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18954C-D207-4800-BBFD-4226682A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02426B-027D-4296-8087-A6D01A7B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both the numerator and denominator by the whole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6B1D2-348B-4188-B64B-0AA463C7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99BC54-20CD-4D1C-B833-BC5564A7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A2D3F-A36D-467F-B56B-7E849E82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F0E567-8653-46D9-AC42-08C20ED6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41FBE0-DDC4-47F0-B868-7ED9DCFD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461924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2026-09-09T20:46:45.1220000Z</dcterms:created>
  <dcterms:modified xsi:type="dcterms:W3CDTF">2026-09-09T20:46:45.1220000Z</dcterms:modified>
</coreProperties>
</file>