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Divide non-unit fractions.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Divide non-unit fractions.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4AE3F05D-24CA-45CE-A739-0C2C73CBD26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C6D7370-E501-4803-B0B7-D8C655A3177B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D3B8A58-B5DA-40AE-AEFE-00091F7906E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C7F6C0B-29A7-4F4E-AF72-AC15568B20C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0090E3A-D6E2-4DBF-AF72-B110EAF6206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33E5235-AE63-4824-80E7-8472F605C1CD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divide proper fractions by whole numbers.</a:t>
            </a:r>
          </a:p>
        </p:txBody>
      </p:sp>
    </p:spTree>
    <p:extLst>
      <p:ext uri="{BB962C8B-B14F-4D97-AF65-F5344CB8AC3E}">
        <p14:creationId xmlns:p14="http://schemas.microsoft.com/office/powerpoint/2010/main" val="1059611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D4D57FAD-92BF-4339-BD7F-45CF88F57C2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97FE7F-FA2A-4C8D-8E52-E88B242A64C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÷ 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E6586B9-FBCF-4707-984C-F69DBC562F3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5863E97-3B13-4182-8115-FFF7A581D0E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F6A239F-87F2-4E68-A127-D1681AD5661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2313314-D527-4304-AE69-0D276CBD4141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ADDDE7F-7D6B-432F-8B56-E6FCE6FF8832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4 + 3 = 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23928E4-1303-446B-A1E1-5F01C42F8AD1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D2345E9-7216-44FA-8D97-21F256C0F280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919781F-F5B2-488C-9257-3232A7137A5B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C2B60F-E9BC-4DA4-B5DE-12FC8ED0E892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5EBFFDD-D335-4770-8FDA-76F7C43BA70C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1 + 0 = 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C4847F5-EA1C-4817-B1DF-E3130F3FC68E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BD7B279-7F02-4AD8-8E94-33FA97479C79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9CF220D-BA5F-440C-BC6B-0FE36C7C010E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1277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ect-1">
            <a:extLst>
              <a:ext uri="{FF2B5EF4-FFF2-40B4-BE49-F238E27FC236}">
                <a16:creationId xmlns:a16="http://schemas.microsoft.com/office/drawing/2014/main" id="{447E0639-0347-4BE3-AF26-845B949AFEF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6568F9F-BD72-405F-A7E1-70373A48F98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÷ 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1553CA2-24C9-4AF9-95D6-C4DB7FC375A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570CBA1-C39F-425E-8575-6590247DD20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587D42A-A475-45F3-B207-3A73B5ED8C4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4485BB7-5922-4D65-9A0E-546EA4B724AD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7D7CE66-CFD7-4A66-B72E-78D6F66E8554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A50CDF6-2E57-4FA6-AFE0-37BB2017FBD5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6A2E9A4-6EE8-436B-865B-9F5396073F7B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67A0300-3125-4219-AA92-4346700F8022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E8BDE7F-A5CE-4066-97EA-8B3EE495FB1C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30FBC5D-15D3-4EB1-B1A5-F49D843672FC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94D9807-0454-4A42-B160-5CB67C4E2EA2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2593B99-E2B6-447D-A25A-7AD7377FDEE9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076A75B-C6C3-4103-ACE5-93BDF9762DEB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148828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C408650-671E-43C0-BC3E-231D457AD07C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1488281" cy="773906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37DA022-83A5-4607-919A-35FDC4CAA139}"/>
              </a:ext>
            </a:extLst>
          </p:cNvPr>
          <p:cNvSpPr>
            <a:spLocks noGrp="1"/>
          </p:cNvSpPr>
          <p:nvPr/>
        </p:nvSpPr>
        <p:spPr>
          <a:xfrm>
            <a:off x="82450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B2053AA-25E9-4D69-8990-4857E4F4A4F9}"/>
              </a:ext>
            </a:extLst>
          </p:cNvPr>
          <p:cNvSpPr>
            <a:spLocks noGrp="1"/>
          </p:cNvSpPr>
          <p:nvPr/>
        </p:nvSpPr>
        <p:spPr>
          <a:xfrm>
            <a:off x="97333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4C2D30F-DA2B-48E0-9226-478AE2D00590}"/>
              </a:ext>
            </a:extLst>
          </p:cNvPr>
          <p:cNvSpPr>
            <a:spLocks noGrp="1"/>
          </p:cNvSpPr>
          <p:nvPr/>
        </p:nvSpPr>
        <p:spPr>
          <a:xfrm>
            <a:off x="112216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CA2B254-899B-4903-9131-A270A7710AA9}"/>
              </a:ext>
            </a:extLst>
          </p:cNvPr>
          <p:cNvSpPr>
            <a:spLocks noGrp="1"/>
          </p:cNvSpPr>
          <p:nvPr/>
        </p:nvSpPr>
        <p:spPr>
          <a:xfrm>
            <a:off x="127099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B43D9F6-D16A-4FB7-89B4-47CC50E6AA29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2 equal pieces.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2020476-860E-4918-86F3-C907996049CD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3/8</a:t>
            </a:r>
          </a:p>
        </p:txBody>
      </p:sp>
    </p:spTree>
    <p:extLst>
      <p:ext uri="{BB962C8B-B14F-4D97-AF65-F5344CB8AC3E}">
        <p14:creationId xmlns:p14="http://schemas.microsoft.com/office/powerpoint/2010/main" val="1031458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48701FA5-2241-4612-B86B-CBEFF57B9F3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2BE2BEC-B34B-4B98-AED0-05FB78528AC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449DA80-BA9B-43A2-8B69-19F53EB18FD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3/4 ÷ 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35AE6D-4323-415C-969F-0A537945C82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F26F116-EEAC-44D9-A1F1-7582474A27D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9372B9A-760A-495E-8A0E-F2DE0D893D3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64303B7-C6A1-4E09-826E-8B5DAF675309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3/4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8FE2FF3-642A-426F-A720-C7D456EFD7BD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4 + 3 = 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879B43E-7D2A-4A51-B8F1-F4E3E4A80501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897E5B7-D613-4D48-BE9F-5E23C7430A85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BCE1755-D8C7-4963-B5CA-86C86333C17E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27A2449-56B1-4EDE-BDAA-BA167DC17F7E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EBC95AE-81F7-4C50-BB24-A01D405A760D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1 + 0 = 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03A2CA6-12C2-4BC3-9474-348A3E3D2B85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5D995AC-5D74-4282-87A2-BEBBD6E25AAE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A2FD4CC-AEF8-43ED-B80D-FA8F8F0153DC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541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bject-1">
            <a:extLst>
              <a:ext uri="{FF2B5EF4-FFF2-40B4-BE49-F238E27FC236}">
                <a16:creationId xmlns:a16="http://schemas.microsoft.com/office/drawing/2014/main" id="{9AAB55AB-E7F1-4570-8D3A-C16059229B1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2A370DC-FE48-4F45-BA14-22927417F62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466CB1B-42D9-4F01-B8BD-CE5EB6E8518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3/4 ÷ 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A8E1709-B2BA-41B0-BE4F-8DBBA6EA774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E66B61-0A49-49EC-B015-EE3EF73E538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92EC7C2-3FE3-41F4-8FEF-A85C652B19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6ACAC82-EB79-49BF-A568-B88E817E0A34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E0EB6D3-42D2-491E-A52F-455032FA51C0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DB4370B-2137-4983-B9B3-E4BB5FD0F140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6665C8C-4B5C-46B1-A948-5DEB4922D17A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61F6AB0-94DC-4EBC-94AE-38106C6FBCE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0E4F20C-87D4-4159-AF07-3FB35FB23AF2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ABDC3D7-9848-42DB-9E7C-5FB2AAEE511D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C44F839-846C-4DCE-AFF4-F8121800E034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CA13BB9-0C6B-4E05-946E-46E7096623CC}"/>
              </a:ext>
            </a:extLst>
          </p:cNvPr>
          <p:cNvSpPr>
            <a:spLocks noGrp="1"/>
          </p:cNvSpPr>
          <p:nvPr/>
        </p:nvSpPr>
        <p:spPr>
          <a:xfrm>
            <a:off x="8351384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BE6E428-9928-4593-9535-E84100AAF1B3}"/>
              </a:ext>
            </a:extLst>
          </p:cNvPr>
          <p:cNvSpPr>
            <a:spLocks noGrp="1"/>
          </p:cNvSpPr>
          <p:nvPr/>
        </p:nvSpPr>
        <p:spPr>
          <a:xfrm>
            <a:off x="9201830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0A82618-9854-4892-A173-6B147428F695}"/>
              </a:ext>
            </a:extLst>
          </p:cNvPr>
          <p:cNvSpPr>
            <a:spLocks noGrp="1"/>
          </p:cNvSpPr>
          <p:nvPr/>
        </p:nvSpPr>
        <p:spPr>
          <a:xfrm>
            <a:off x="10052277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AEE65EF-794F-4950-A861-134C99A5A3B5}"/>
              </a:ext>
            </a:extLst>
          </p:cNvPr>
          <p:cNvSpPr>
            <a:spLocks noGrp="1"/>
          </p:cNvSpPr>
          <p:nvPr/>
        </p:nvSpPr>
        <p:spPr>
          <a:xfrm>
            <a:off x="10902723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32B13BE-09EB-41D7-BB4F-C1E2A5018C5C}"/>
              </a:ext>
            </a:extLst>
          </p:cNvPr>
          <p:cNvSpPr>
            <a:spLocks noGrp="1"/>
          </p:cNvSpPr>
          <p:nvPr/>
        </p:nvSpPr>
        <p:spPr>
          <a:xfrm>
            <a:off x="11753170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525DBE7-7AFF-4EE3-86DA-10D682400342}"/>
              </a:ext>
            </a:extLst>
          </p:cNvPr>
          <p:cNvSpPr>
            <a:spLocks noGrp="1"/>
          </p:cNvSpPr>
          <p:nvPr/>
        </p:nvSpPr>
        <p:spPr>
          <a:xfrm>
            <a:off x="12603616" y="3333750"/>
            <a:ext cx="85044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ED39DEF-3D55-4C64-BBB3-F35B66CC0C26}"/>
              </a:ext>
            </a:extLst>
          </p:cNvPr>
          <p:cNvSpPr>
            <a:spLocks noGrp="1"/>
          </p:cNvSpPr>
          <p:nvPr/>
        </p:nvSpPr>
        <p:spPr>
          <a:xfrm>
            <a:off x="79261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DD15C99-B398-4DD6-9D79-2CAFB8C0BEEA}"/>
              </a:ext>
            </a:extLst>
          </p:cNvPr>
          <p:cNvSpPr>
            <a:spLocks noGrp="1"/>
          </p:cNvSpPr>
          <p:nvPr/>
        </p:nvSpPr>
        <p:spPr>
          <a:xfrm>
            <a:off x="87766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68D7B9A-A704-42CE-AC80-190F9E2405E9}"/>
              </a:ext>
            </a:extLst>
          </p:cNvPr>
          <p:cNvSpPr>
            <a:spLocks noGrp="1"/>
          </p:cNvSpPr>
          <p:nvPr/>
        </p:nvSpPr>
        <p:spPr>
          <a:xfrm>
            <a:off x="96270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7A4C823-7BC8-4A15-A78A-63C4E02CBF27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0D3F6AE-E6A2-48B8-A610-31139C05AC88}"/>
              </a:ext>
            </a:extLst>
          </p:cNvPr>
          <p:cNvSpPr>
            <a:spLocks noGrp="1"/>
          </p:cNvSpPr>
          <p:nvPr/>
        </p:nvSpPr>
        <p:spPr>
          <a:xfrm>
            <a:off x="113279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37E303B-0676-4474-BC57-13FB3BD8A663}"/>
              </a:ext>
            </a:extLst>
          </p:cNvPr>
          <p:cNvSpPr>
            <a:spLocks noGrp="1"/>
          </p:cNvSpPr>
          <p:nvPr/>
        </p:nvSpPr>
        <p:spPr>
          <a:xfrm>
            <a:off x="121783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FE89C55-6D78-45F4-AF8C-7EE0AAA9B144}"/>
              </a:ext>
            </a:extLst>
          </p:cNvPr>
          <p:cNvSpPr>
            <a:spLocks noGrp="1"/>
          </p:cNvSpPr>
          <p:nvPr/>
        </p:nvSpPr>
        <p:spPr>
          <a:xfrm>
            <a:off x="130288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DDE97F0-2FEB-4F1F-925B-B05BBE60A072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2 equal pieces.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1DA8008-1C5B-4BB9-87D3-7882339BA73D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7/8</a:t>
            </a:r>
          </a:p>
        </p:txBody>
      </p:sp>
    </p:spTree>
    <p:extLst>
      <p:ext uri="{BB962C8B-B14F-4D97-AF65-F5344CB8AC3E}">
        <p14:creationId xmlns:p14="http://schemas.microsoft.com/office/powerpoint/2010/main" val="205392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2CD05FD1-7248-4647-8F9C-98EE4725FF0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AAE6EC5-8B7D-415B-A962-7C2D3AC9912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3/4 ÷ 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365CA28-986C-4AA0-90BF-BB2F86AC004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9D0076F-1DE7-4E35-921A-59DA754D472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6E23AF0-34F6-416B-A80F-5ECBE535D63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4650A02-6E72-4CC5-B0F6-74761B6E7E60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3/4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D6466D3-BFA7-4150-A0AF-AD236BD87775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4 + 3 = 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63CA428-38EF-452B-A9BC-599A4547E898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15DC0BA-50CA-44A9-96A8-B83A4057B5E7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141A69F-3E53-4620-8BAF-073477EB1867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A778A3A-7EBC-4644-B145-8D93FB347062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829F261-488A-4B5C-B424-DF21DBC99486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1 + 0 = 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6995C4F-00CD-41E9-9792-545E7C5B1E1B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6A233D0-7E81-4E9F-8083-0F948F645414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F608803-01DB-4E1D-9B71-0A0FE68C1BB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57456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bject-1">
            <a:extLst>
              <a:ext uri="{FF2B5EF4-FFF2-40B4-BE49-F238E27FC236}">
                <a16:creationId xmlns:a16="http://schemas.microsoft.com/office/drawing/2014/main" id="{8884B103-CEB7-4819-8541-84B3CFAB0BF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2E188EB-F1B7-4898-A9DB-5380F6F71F4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3/4 ÷ 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4437EBA-0844-44B4-B204-D8D36F9E3FF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25ED693-49D3-4BB4-A91D-660674115B6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CA3290-42BE-4150-9144-7721B42742B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65D3D5B-2B2F-44F4-9A07-986073C5C1CD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2BCB221-BB31-4285-8C56-BB6A6A43CE65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D9CA947-BE1B-4116-8EA2-D86AD15B82C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05936C7-E2F4-41B9-96CC-EC37969B2DA5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CC001FF-B808-4B8B-991C-CFAB009EF18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EEB9844-55AB-468C-BF19-163BC6E03CC4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46E4E82-0F83-45F2-9909-BF4BA0C2F94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B3E073A-54C5-4569-8013-1FDD4A0533F6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57D6283-BE24-46DB-8595-01E851FA3355}"/>
              </a:ext>
            </a:extLst>
          </p:cNvPr>
          <p:cNvSpPr>
            <a:spLocks noGrp="1"/>
          </p:cNvSpPr>
          <p:nvPr/>
        </p:nvSpPr>
        <p:spPr>
          <a:xfrm>
            <a:off x="8042131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62BE9B2-7EEF-4465-B023-A3FFB2598FC0}"/>
              </a:ext>
            </a:extLst>
          </p:cNvPr>
          <p:cNvSpPr>
            <a:spLocks noGrp="1"/>
          </p:cNvSpPr>
          <p:nvPr/>
        </p:nvSpPr>
        <p:spPr>
          <a:xfrm>
            <a:off x="8583324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47FBDE5-D5B6-4835-B386-91A4E0DCFD7A}"/>
              </a:ext>
            </a:extLst>
          </p:cNvPr>
          <p:cNvSpPr>
            <a:spLocks noGrp="1"/>
          </p:cNvSpPr>
          <p:nvPr/>
        </p:nvSpPr>
        <p:spPr>
          <a:xfrm>
            <a:off x="9124517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3AECCC0-2DF5-4F18-92E8-6F30812E1209}"/>
              </a:ext>
            </a:extLst>
          </p:cNvPr>
          <p:cNvSpPr>
            <a:spLocks noGrp="1"/>
          </p:cNvSpPr>
          <p:nvPr/>
        </p:nvSpPr>
        <p:spPr>
          <a:xfrm>
            <a:off x="9665710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C4A5629-7F43-491E-9480-F27F689B0843}"/>
              </a:ext>
            </a:extLst>
          </p:cNvPr>
          <p:cNvSpPr>
            <a:spLocks noGrp="1"/>
          </p:cNvSpPr>
          <p:nvPr/>
        </p:nvSpPr>
        <p:spPr>
          <a:xfrm>
            <a:off x="10206903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630ACF9-7D66-4815-A4D6-B0DE03B8A8D0}"/>
              </a:ext>
            </a:extLst>
          </p:cNvPr>
          <p:cNvSpPr>
            <a:spLocks noGrp="1"/>
          </p:cNvSpPr>
          <p:nvPr/>
        </p:nvSpPr>
        <p:spPr>
          <a:xfrm>
            <a:off x="10748097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EBF070B-83DC-43CB-BE00-D3CC1A1A1443}"/>
              </a:ext>
            </a:extLst>
          </p:cNvPr>
          <p:cNvSpPr>
            <a:spLocks noGrp="1"/>
          </p:cNvSpPr>
          <p:nvPr/>
        </p:nvSpPr>
        <p:spPr>
          <a:xfrm>
            <a:off x="11289290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AA121A3-07EB-4C35-959F-055757F90247}"/>
              </a:ext>
            </a:extLst>
          </p:cNvPr>
          <p:cNvSpPr>
            <a:spLocks noGrp="1"/>
          </p:cNvSpPr>
          <p:nvPr/>
        </p:nvSpPr>
        <p:spPr>
          <a:xfrm>
            <a:off x="11830483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6782A27-D1A9-465F-904E-DBD85137E166}"/>
              </a:ext>
            </a:extLst>
          </p:cNvPr>
          <p:cNvSpPr>
            <a:spLocks noGrp="1"/>
          </p:cNvSpPr>
          <p:nvPr/>
        </p:nvSpPr>
        <p:spPr>
          <a:xfrm>
            <a:off x="12371676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EC734A5-A9BA-4EE6-9075-7F75A3760859}"/>
              </a:ext>
            </a:extLst>
          </p:cNvPr>
          <p:cNvSpPr>
            <a:spLocks noGrp="1"/>
          </p:cNvSpPr>
          <p:nvPr/>
        </p:nvSpPr>
        <p:spPr>
          <a:xfrm>
            <a:off x="12912869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EF7E325-915B-4127-AFE0-6E42713BEC7A}"/>
              </a:ext>
            </a:extLst>
          </p:cNvPr>
          <p:cNvSpPr>
            <a:spLocks noGrp="1"/>
          </p:cNvSpPr>
          <p:nvPr/>
        </p:nvSpPr>
        <p:spPr>
          <a:xfrm>
            <a:off x="777153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2A224D6-B34D-4CE2-BDE8-625473409EAC}"/>
              </a:ext>
            </a:extLst>
          </p:cNvPr>
          <p:cNvSpPr>
            <a:spLocks noGrp="1"/>
          </p:cNvSpPr>
          <p:nvPr/>
        </p:nvSpPr>
        <p:spPr>
          <a:xfrm>
            <a:off x="831272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EDB9830-10EB-4A3B-9300-7AB804B668BD}"/>
              </a:ext>
            </a:extLst>
          </p:cNvPr>
          <p:cNvSpPr>
            <a:spLocks noGrp="1"/>
          </p:cNvSpPr>
          <p:nvPr/>
        </p:nvSpPr>
        <p:spPr>
          <a:xfrm>
            <a:off x="885392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FA9993A-5003-46EA-85BB-10FD44FAB4A2}"/>
              </a:ext>
            </a:extLst>
          </p:cNvPr>
          <p:cNvSpPr>
            <a:spLocks noGrp="1"/>
          </p:cNvSpPr>
          <p:nvPr/>
        </p:nvSpPr>
        <p:spPr>
          <a:xfrm>
            <a:off x="93951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F5C2163-AC33-481E-8450-413DE3C6DB67}"/>
              </a:ext>
            </a:extLst>
          </p:cNvPr>
          <p:cNvSpPr>
            <a:spLocks noGrp="1"/>
          </p:cNvSpPr>
          <p:nvPr/>
        </p:nvSpPr>
        <p:spPr>
          <a:xfrm>
            <a:off x="99363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0DC713B-2773-4FD9-9C9E-3B96E9C30F9D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EE35D981-2148-481F-80AD-BB9B1816953E}"/>
              </a:ext>
            </a:extLst>
          </p:cNvPr>
          <p:cNvSpPr>
            <a:spLocks noGrp="1"/>
          </p:cNvSpPr>
          <p:nvPr/>
        </p:nvSpPr>
        <p:spPr>
          <a:xfrm>
            <a:off x="110186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CDFB98C-12F9-4645-8653-7EA7090E8994}"/>
              </a:ext>
            </a:extLst>
          </p:cNvPr>
          <p:cNvSpPr>
            <a:spLocks noGrp="1"/>
          </p:cNvSpPr>
          <p:nvPr/>
        </p:nvSpPr>
        <p:spPr>
          <a:xfrm>
            <a:off x="115598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A7BED9D-C668-4E8B-998E-A4E957B2F638}"/>
              </a:ext>
            </a:extLst>
          </p:cNvPr>
          <p:cNvSpPr>
            <a:spLocks noGrp="1"/>
          </p:cNvSpPr>
          <p:nvPr/>
        </p:nvSpPr>
        <p:spPr>
          <a:xfrm>
            <a:off x="1210108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5491FC8-6666-45DF-8D32-3EF1B069FE74}"/>
              </a:ext>
            </a:extLst>
          </p:cNvPr>
          <p:cNvSpPr>
            <a:spLocks noGrp="1"/>
          </p:cNvSpPr>
          <p:nvPr/>
        </p:nvSpPr>
        <p:spPr>
          <a:xfrm>
            <a:off x="1264227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0837462-8D88-4C08-9C15-148800F8D073}"/>
              </a:ext>
            </a:extLst>
          </p:cNvPr>
          <p:cNvSpPr>
            <a:spLocks noGrp="1"/>
          </p:cNvSpPr>
          <p:nvPr/>
        </p:nvSpPr>
        <p:spPr>
          <a:xfrm>
            <a:off x="1318346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97E52B45-22CE-45DA-9C68-FAE9F02D3DD5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2 equal pieces.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8605309B-22DB-4CCD-BB2C-5F36568D7778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3/8</a:t>
            </a:r>
          </a:p>
        </p:txBody>
      </p:sp>
    </p:spTree>
    <p:extLst>
      <p:ext uri="{BB962C8B-B14F-4D97-AF65-F5344CB8AC3E}">
        <p14:creationId xmlns:p14="http://schemas.microsoft.com/office/powerpoint/2010/main" val="1231994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47322EB7-CA70-4586-A0BF-E0A9EE1E43A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D73AF02-CFF3-4F31-9501-85D0C10798A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089B163-5B51-4B09-AD8D-76837EBD460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3/4 ÷ 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7836FDC-2CA8-496C-847C-DFAB8B578DF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975D61C-1CB6-42BC-876D-6FC8FF78EF2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326EEF0-FFA5-4AB0-9B70-02BE7E4526B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0358385-4A0E-4518-A33D-2665F8CC3C7C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3/4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C60B979-501A-4716-B80A-42CA68093F51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+ 3 = 15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DFF3922-A756-443E-A37C-1F1839288BBE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F29B6A1-09CB-4190-A7EB-B100881D276F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25ADE3A-B305-4578-91DE-35A25DEAA9F4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6C5AC89-E071-456A-97CD-1954F9CA3309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0A623D5-A535-4D68-BBAD-963F615EAB24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1 + 0 = 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9AE4413-8058-40B5-8FCB-F85D74E71C18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9360EF2-3130-4260-9891-FC349CF5B33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B3B960C-B16D-4299-B294-B8F34A7002AB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073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object-1">
            <a:extLst>
              <a:ext uri="{FF2B5EF4-FFF2-40B4-BE49-F238E27FC236}">
                <a16:creationId xmlns:a16="http://schemas.microsoft.com/office/drawing/2014/main" id="{0FFCA654-021B-4B2B-8EF8-F9DF87BC108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BF67589-E119-4A36-9ACC-57740E8A3C1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575F6E3-33A2-4696-9F6A-C0F7E5551FD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3/4 ÷ 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3FF1E35-AADB-4FF2-B28E-18E20F4AA33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36E5CC-02CD-4DFA-BD87-D564CBA9E84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D46E95B-29D9-46E9-A7D6-20ABF06F2D7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0C683DE-8814-4A1A-92DC-EFCC975F318A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C2A96C2-5E5D-4DB0-8B89-157BF1544065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4AF0D2F-8A4F-449D-A52E-CFB77159BF03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A935627-9F54-4E0D-B97B-68C614E5371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7464F62-A558-4AD8-BE76-68E747DC74DD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FE08192-F356-4611-83AD-F5240560473A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C137064-DE8E-4175-A90A-1FA5AEBF59A0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55521F9-900E-4480-8D94-E25079AB88C9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46BBA9F-95D9-4C6E-A13C-B00DBFCD9253}"/>
              </a:ext>
            </a:extLst>
          </p:cNvPr>
          <p:cNvSpPr>
            <a:spLocks noGrp="1"/>
          </p:cNvSpPr>
          <p:nvPr/>
        </p:nvSpPr>
        <p:spPr>
          <a:xfrm>
            <a:off x="78978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16E1BE9-5A3D-4D03-AA18-480DF2385BB3}"/>
              </a:ext>
            </a:extLst>
          </p:cNvPr>
          <p:cNvSpPr>
            <a:spLocks noGrp="1"/>
          </p:cNvSpPr>
          <p:nvPr/>
        </p:nvSpPr>
        <p:spPr>
          <a:xfrm>
            <a:off x="8294687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22CAB5B-B973-49AA-A912-AA5C02FC4263}"/>
              </a:ext>
            </a:extLst>
          </p:cNvPr>
          <p:cNvSpPr>
            <a:spLocks noGrp="1"/>
          </p:cNvSpPr>
          <p:nvPr/>
        </p:nvSpPr>
        <p:spPr>
          <a:xfrm>
            <a:off x="86915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3442FF6-B30A-4CDE-AE60-4927F4D2CCE8}"/>
              </a:ext>
            </a:extLst>
          </p:cNvPr>
          <p:cNvSpPr>
            <a:spLocks noGrp="1"/>
          </p:cNvSpPr>
          <p:nvPr/>
        </p:nvSpPr>
        <p:spPr>
          <a:xfrm>
            <a:off x="90884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2D17BE2-52DD-43F3-8BDA-2D8EC871DC46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B0AC481-CDA4-4C4C-AED1-AE24E3B73792}"/>
              </a:ext>
            </a:extLst>
          </p:cNvPr>
          <p:cNvSpPr>
            <a:spLocks noGrp="1"/>
          </p:cNvSpPr>
          <p:nvPr/>
        </p:nvSpPr>
        <p:spPr>
          <a:xfrm>
            <a:off x="988218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F35685A-97C6-4328-ACB7-708236208D2C}"/>
              </a:ext>
            </a:extLst>
          </p:cNvPr>
          <p:cNvSpPr>
            <a:spLocks noGrp="1"/>
          </p:cNvSpPr>
          <p:nvPr/>
        </p:nvSpPr>
        <p:spPr>
          <a:xfrm>
            <a:off x="102790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9630AD4-E8A1-44F6-B5B5-7B68B337A38B}"/>
              </a:ext>
            </a:extLst>
          </p:cNvPr>
          <p:cNvSpPr>
            <a:spLocks noGrp="1"/>
          </p:cNvSpPr>
          <p:nvPr/>
        </p:nvSpPr>
        <p:spPr>
          <a:xfrm>
            <a:off x="106759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9CECC23-12BA-4935-BF30-55FAA6D0C99F}"/>
              </a:ext>
            </a:extLst>
          </p:cNvPr>
          <p:cNvSpPr>
            <a:spLocks noGrp="1"/>
          </p:cNvSpPr>
          <p:nvPr/>
        </p:nvSpPr>
        <p:spPr>
          <a:xfrm>
            <a:off x="110728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230F674-1C94-40CF-B237-0B8BCA5A0FB3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31F18A2-02FE-4E7E-8AF4-855C7309821D}"/>
              </a:ext>
            </a:extLst>
          </p:cNvPr>
          <p:cNvSpPr>
            <a:spLocks noGrp="1"/>
          </p:cNvSpPr>
          <p:nvPr/>
        </p:nvSpPr>
        <p:spPr>
          <a:xfrm>
            <a:off x="118665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FFA0B0E-143C-4785-AB7B-26EF8587514D}"/>
              </a:ext>
            </a:extLst>
          </p:cNvPr>
          <p:cNvSpPr>
            <a:spLocks noGrp="1"/>
          </p:cNvSpPr>
          <p:nvPr/>
        </p:nvSpPr>
        <p:spPr>
          <a:xfrm>
            <a:off x="122634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B80D9ED-B026-425A-898B-0626B9F5F573}"/>
              </a:ext>
            </a:extLst>
          </p:cNvPr>
          <p:cNvSpPr>
            <a:spLocks noGrp="1"/>
          </p:cNvSpPr>
          <p:nvPr/>
        </p:nvSpPr>
        <p:spPr>
          <a:xfrm>
            <a:off x="12660312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DBDD046-D572-4066-9FEA-B496223794B2}"/>
              </a:ext>
            </a:extLst>
          </p:cNvPr>
          <p:cNvSpPr>
            <a:spLocks noGrp="1"/>
          </p:cNvSpPr>
          <p:nvPr/>
        </p:nvSpPr>
        <p:spPr>
          <a:xfrm>
            <a:off x="1305718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EE54AC08-7316-47F8-9C8E-D8AFBACB4AF7}"/>
              </a:ext>
            </a:extLst>
          </p:cNvPr>
          <p:cNvSpPr>
            <a:spLocks noGrp="1"/>
          </p:cNvSpPr>
          <p:nvPr/>
        </p:nvSpPr>
        <p:spPr>
          <a:xfrm>
            <a:off x="76993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CD53417-1E71-43E8-9B67-0A3A40C82FE1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8246C99-B0EF-4BA6-B26F-13A33E53DFFF}"/>
              </a:ext>
            </a:extLst>
          </p:cNvPr>
          <p:cNvSpPr>
            <a:spLocks noGrp="1"/>
          </p:cNvSpPr>
          <p:nvPr/>
        </p:nvSpPr>
        <p:spPr>
          <a:xfrm>
            <a:off x="84931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EAB1B7A-7BF0-46A2-AD1B-EC17F1E7BF21}"/>
              </a:ext>
            </a:extLst>
          </p:cNvPr>
          <p:cNvSpPr>
            <a:spLocks noGrp="1"/>
          </p:cNvSpPr>
          <p:nvPr/>
        </p:nvSpPr>
        <p:spPr>
          <a:xfrm>
            <a:off x="88900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1F6CF756-3437-492E-B480-B8A77DD5FADF}"/>
              </a:ext>
            </a:extLst>
          </p:cNvPr>
          <p:cNvSpPr>
            <a:spLocks noGrp="1"/>
          </p:cNvSpPr>
          <p:nvPr/>
        </p:nvSpPr>
        <p:spPr>
          <a:xfrm>
            <a:off x="92868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D5ACB60-48AF-4A18-BCE6-369B4B17EFAB}"/>
              </a:ext>
            </a:extLst>
          </p:cNvPr>
          <p:cNvSpPr>
            <a:spLocks noGrp="1"/>
          </p:cNvSpPr>
          <p:nvPr/>
        </p:nvSpPr>
        <p:spPr>
          <a:xfrm>
            <a:off x="96837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882003F-15B1-4ED6-A96D-A5C7F55C56EE}"/>
              </a:ext>
            </a:extLst>
          </p:cNvPr>
          <p:cNvSpPr>
            <a:spLocks noGrp="1"/>
          </p:cNvSpPr>
          <p:nvPr/>
        </p:nvSpPr>
        <p:spPr>
          <a:xfrm>
            <a:off x="100806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C66308CB-0099-4682-866B-AF7BA025E48F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9395AE7C-B972-420A-90DD-15442876E79E}"/>
              </a:ext>
            </a:extLst>
          </p:cNvPr>
          <p:cNvSpPr>
            <a:spLocks noGrp="1"/>
          </p:cNvSpPr>
          <p:nvPr/>
        </p:nvSpPr>
        <p:spPr>
          <a:xfrm>
            <a:off x="108743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E8E1796A-06A7-4DBA-BD14-05785D99C1AD}"/>
              </a:ext>
            </a:extLst>
          </p:cNvPr>
          <p:cNvSpPr>
            <a:spLocks noGrp="1"/>
          </p:cNvSpPr>
          <p:nvPr/>
        </p:nvSpPr>
        <p:spPr>
          <a:xfrm>
            <a:off x="112712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58B4416E-54D7-47A0-B61E-89C0DED22416}"/>
              </a:ext>
            </a:extLst>
          </p:cNvPr>
          <p:cNvSpPr>
            <a:spLocks noGrp="1"/>
          </p:cNvSpPr>
          <p:nvPr/>
        </p:nvSpPr>
        <p:spPr>
          <a:xfrm>
            <a:off x="116681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05C7E29C-6DD6-46D9-8421-F55646730B9E}"/>
              </a:ext>
            </a:extLst>
          </p:cNvPr>
          <p:cNvSpPr>
            <a:spLocks noGrp="1"/>
          </p:cNvSpPr>
          <p:nvPr/>
        </p:nvSpPr>
        <p:spPr>
          <a:xfrm>
            <a:off x="1206500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005215B-2266-4D9C-B5C8-03208E68779A}"/>
              </a:ext>
            </a:extLst>
          </p:cNvPr>
          <p:cNvSpPr>
            <a:spLocks noGrp="1"/>
          </p:cNvSpPr>
          <p:nvPr/>
        </p:nvSpPr>
        <p:spPr>
          <a:xfrm>
            <a:off x="124618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E68DDEC0-C00D-4FCB-9FD9-FE1B2DC7A4A1}"/>
              </a:ext>
            </a:extLst>
          </p:cNvPr>
          <p:cNvSpPr>
            <a:spLocks noGrp="1"/>
          </p:cNvSpPr>
          <p:nvPr/>
        </p:nvSpPr>
        <p:spPr>
          <a:xfrm>
            <a:off x="128587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D0A15662-1D3C-4FA6-AB2B-1811653D6EEE}"/>
              </a:ext>
            </a:extLst>
          </p:cNvPr>
          <p:cNvSpPr>
            <a:spLocks noGrp="1"/>
          </p:cNvSpPr>
          <p:nvPr/>
        </p:nvSpPr>
        <p:spPr>
          <a:xfrm>
            <a:off x="132556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3739E059-691D-4AA3-9062-0D5BD42A5E3B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1/4 is split into 2 equal pieces.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460895F-FF0F-4B3C-9590-3A6A426B469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7/8</a:t>
            </a:r>
          </a:p>
        </p:txBody>
      </p:sp>
    </p:spTree>
    <p:extLst>
      <p:ext uri="{BB962C8B-B14F-4D97-AF65-F5344CB8AC3E}">
        <p14:creationId xmlns:p14="http://schemas.microsoft.com/office/powerpoint/2010/main" val="64851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4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C70D31F6-81BB-4A6B-9199-3F80E74D725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381325E-E208-4DBC-9502-3868E825E58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6085DB5-D902-4BFD-A169-7CFF414A1FC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B6DCBC0-ED3D-4C38-A81A-A2B11D1A5E2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0C2DE62-5027-422C-A4CD-284EC695D97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3F0FC40-8D16-497A-8995-27A1A91BBD4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47C613F-DF63-48BF-87D1-5C1368A87865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114853B-B28F-4C60-9A6A-1B371C80A5B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48B5188-E4BF-4094-B656-7C24E9F1D0B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26B6FAD-BA5E-4FDE-A6AA-59DDC40C9E4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15DBCD3-BD95-49BC-AC08-C332B966FF4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AAD9ACE-EE31-4319-B344-F234C6CA017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C1CD9D3-0C9F-4C7F-99DF-E9839E16B58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1DE4298-51C5-412F-A822-057F248197F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3/4 divided by 2.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558E2F1-E7BA-4872-9EC9-606DD375741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B599B2C-A6DE-4A1E-A434-04054BC29F2A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5/6 divided by 3.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86D09C8-5CBC-4499-880A-B680EF3973B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1AAC9E1-A767-44CA-ACB9-647A06EABB6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 1/4 divided by 3.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2AF31A9-FDB3-4E9B-94DC-6CDE4A24911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7EF0E2D-A04D-4AF2-A447-855342B2847D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Seven eighths of a litre is shared equally between 3 cups. How much is in each cup?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C3F517F-BA4F-416A-B266-4D843FE1E18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9AD6CF7-27BB-4761-90C3-A681093B773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both the numerator and denominator by the whole number.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A27E9E6-738C-4E05-8582-45EEF473CE35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0BEA827-7458-4D72-A425-A4A263CE078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0E2ABFD-E5B2-41BD-A5E6-AB1A9AA3EE4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A514D02-A49B-4EE4-8742-503C50694A6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 1/4 divided by 3.</a:t>
            </a:r>
          </a:p>
        </p:txBody>
      </p:sp>
    </p:spTree>
    <p:extLst>
      <p:ext uri="{BB962C8B-B14F-4D97-AF65-F5344CB8AC3E}">
        <p14:creationId xmlns:p14="http://schemas.microsoft.com/office/powerpoint/2010/main" val="626716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0C3FB11F-359C-4C51-B255-04EEDDC5F69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B1CF52E-3BF9-4351-ACD5-19E91029886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3BD37C5-0DEA-43F7-A1F9-7D5BB763B54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043E24E-6C2C-4E25-91EC-CD22D8EBAB4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Divide non-unit fractions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BE2E793-F67B-4A77-9A49-1BAC0198B9A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65EF51B-9132-4900-A76E-36426C0A21C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601F16E-C7A4-43D2-905C-5F2044D1DDEA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1385742-9772-4832-B16A-98211182FDE6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32BBC44-F7CA-4136-A2D7-94C34E6B04A2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9655A51-19B7-4CD3-9D17-24039FC3F60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A8F819E-F123-4783-A416-9A688B124BB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F74D2CB-EAF4-43BF-B55A-8F46B80F409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4A1DBAA-09D0-4C8F-A518-634007875B9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C203B9E-EEB2-4474-B2E2-C43B16ABCDA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0E36190-D931-4089-AEF9-C13CF124BE5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5/18.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A15ED79-A2A7-4DC4-8726-DBEC820D91C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62E7F11-693A-4AA0-9A8C-7C73547F9B0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3/4.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3DD971D-6924-4209-A0BE-2E7890189901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F0C39A9-8819-4077-AE1F-0526F968EE0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7/24 litre.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767EEE7C-7934-4ACC-845E-1447B4F9144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8C201AE-90CC-41A1-AFFE-BB732ED46DC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D4A62A0-1F50-4945-ACB2-42E330B7B9B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0C50AF8-3265-4A2B-B3AD-05D59EE09B6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02D1E7A-8D56-4451-9965-B016C1D95283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BAD683D-8B0F-495E-A018-DAF234E13AC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072939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1294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2026-09-14T13:19:16Z</dcterms:created>
  <dcterms:modified xsi:type="dcterms:W3CDTF">2026-09-14T13:20:04Z</dcterms:modified>
</cp:coreProperties>
</file>