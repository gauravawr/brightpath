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9fd6e82e5340f3" /><Relationship Type="http://schemas.openxmlformats.org/officeDocument/2006/relationships/extended-properties" Target="/docProps/app.xml" Id="R6b7547cba7d845a6" /><Relationship Type="http://schemas.openxmlformats.org/officeDocument/2006/relationships/officeDocument" Target="/ppt/presentation.xml" Id="R9e7fa0ae2b0649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7b028b45164897"/>
  </p:sldMasterIdLst>
  <p:notesMasterIdLst>
    <p:notesMasterId xmlns:r="http://schemas.openxmlformats.org/officeDocument/2006/relationships" r:id="R7d723a69aedb4caa"/>
  </p:notesMasterIdLst>
  <p:sldIdLst>
    <p:sldId xmlns:r="http://schemas.openxmlformats.org/officeDocument/2006/relationships" id="256" r:id="Raaa602c4d97b4bf0"/>
    <p:sldId xmlns:r="http://schemas.openxmlformats.org/officeDocument/2006/relationships" id="257" r:id="R8ed0dd58cf2e42ee"/>
    <p:sldId xmlns:r="http://schemas.openxmlformats.org/officeDocument/2006/relationships" id="258" r:id="R8c77b782fe324586"/>
    <p:sldId xmlns:r="http://schemas.openxmlformats.org/officeDocument/2006/relationships" id="259" r:id="Rbb8e48d15f3c4f91"/>
    <p:sldId xmlns:r="http://schemas.openxmlformats.org/officeDocument/2006/relationships" id="260" r:id="R0c9ce30b42f54fa3"/>
    <p:sldId xmlns:r="http://schemas.openxmlformats.org/officeDocument/2006/relationships" id="261" r:id="R1cad4f136f0748dd"/>
    <p:sldId xmlns:r="http://schemas.openxmlformats.org/officeDocument/2006/relationships" id="262" r:id="R84f72918582642a8"/>
    <p:sldId xmlns:r="http://schemas.openxmlformats.org/officeDocument/2006/relationships" id="263" r:id="R08b9fc5b15804d87"/>
    <p:sldId xmlns:r="http://schemas.openxmlformats.org/officeDocument/2006/relationships" id="264" r:id="Rbf422d3318e4489f"/>
    <p:sldId xmlns:r="http://schemas.openxmlformats.org/officeDocument/2006/relationships" id="265" r:id="R4d73babbb713463e"/>
    <p:sldId xmlns:r="http://schemas.openxmlformats.org/officeDocument/2006/relationships" id="266" r:id="R8c7d9774536e455a"/>
    <p:sldId xmlns:r="http://schemas.openxmlformats.org/officeDocument/2006/relationships" id="267" r:id="Ra5287770ed4346f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3de857d5444dff" /><Relationship Type="http://schemas.openxmlformats.org/officeDocument/2006/relationships/slideMaster" Target="/ppt/slideMasters/slideMaster1.xml" Id="R1f7b028b45164897" /><Relationship Type="http://schemas.openxmlformats.org/officeDocument/2006/relationships/notesMaster" Target="/ppt/notesMasters/notesMaster1.xml" Id="R7d723a69aedb4caa" /><Relationship Type="http://schemas.openxmlformats.org/officeDocument/2006/relationships/presProps" Target="/ppt/presProps.xml" Id="R2ae7a5d29f6443b0" /><Relationship Type="http://schemas.openxmlformats.org/officeDocument/2006/relationships/tableStyles" Target="/ppt/tableStyles.xml" Id="R74f7799c5edd41f8" /><Relationship Type="http://schemas.openxmlformats.org/officeDocument/2006/relationships/slide" Target="/ppt/slides/slide1.xml" Id="Raaa602c4d97b4bf0" /><Relationship Type="http://schemas.openxmlformats.org/officeDocument/2006/relationships/slide" Target="/ppt/slides/slide2.xml" Id="R8ed0dd58cf2e42ee" /><Relationship Type="http://schemas.openxmlformats.org/officeDocument/2006/relationships/slide" Target="/ppt/slides/slide3.xml" Id="R8c77b782fe324586" /><Relationship Type="http://schemas.openxmlformats.org/officeDocument/2006/relationships/slide" Target="/ppt/slides/slide4.xml" Id="Rbb8e48d15f3c4f91" /><Relationship Type="http://schemas.openxmlformats.org/officeDocument/2006/relationships/slide" Target="/ppt/slides/slide5.xml" Id="R0c9ce30b42f54fa3" /><Relationship Type="http://schemas.openxmlformats.org/officeDocument/2006/relationships/slide" Target="/ppt/slides/slide6.xml" Id="R1cad4f136f0748dd" /><Relationship Type="http://schemas.openxmlformats.org/officeDocument/2006/relationships/slide" Target="/ppt/slides/slide7.xml" Id="R84f72918582642a8" /><Relationship Type="http://schemas.openxmlformats.org/officeDocument/2006/relationships/slide" Target="/ppt/slides/slide8.xml" Id="R08b9fc5b15804d87" /><Relationship Type="http://schemas.openxmlformats.org/officeDocument/2006/relationships/slide" Target="/ppt/slides/slide9.xml" Id="Rbf422d3318e4489f" /><Relationship Type="http://schemas.openxmlformats.org/officeDocument/2006/relationships/slide" Target="/ppt/slides/slide10.xml" Id="R4d73babbb713463e" /><Relationship Type="http://schemas.openxmlformats.org/officeDocument/2006/relationships/slide" Target="/ppt/slides/slide11.xml" Id="R8c7d9774536e455a" /><Relationship Type="http://schemas.openxmlformats.org/officeDocument/2006/relationships/slide" Target="/ppt/slides/slide12.xml" Id="Ra5287770ed4346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c9c488437a4b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a1f7165b7f4604" /><Relationship Type="http://schemas.openxmlformats.org/officeDocument/2006/relationships/notesMaster" Target="/ppt/notesMasters/notesMaster1.xml" Id="R07ff531c47eb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51e042b36f40c5" /><Relationship Type="http://schemas.openxmlformats.org/officeDocument/2006/relationships/notesMaster" Target="/ppt/notesMasters/notesMaster1.xml" Id="R18ec426e5eaa4f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2426e196634d3a" /><Relationship Type="http://schemas.openxmlformats.org/officeDocument/2006/relationships/notesMaster" Target="/ppt/notesMasters/notesMaster1.xml" Id="R05344529914444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228fd282a047d8" /><Relationship Type="http://schemas.openxmlformats.org/officeDocument/2006/relationships/notesMaster" Target="/ppt/notesMasters/notesMaster1.xml" Id="Rdcade2e9fc6745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fee5791d88d4d56" /><Relationship Type="http://schemas.openxmlformats.org/officeDocument/2006/relationships/notesMaster" Target="/ppt/notesMasters/notesMaster1.xml" Id="Rbb6ae6e494d645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b37c484dc445c1" /><Relationship Type="http://schemas.openxmlformats.org/officeDocument/2006/relationships/notesMaster" Target="/ppt/notesMasters/notesMaster1.xml" Id="Rfe14e97e5a8442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25a2edd1aa4b45" /><Relationship Type="http://schemas.openxmlformats.org/officeDocument/2006/relationships/notesMaster" Target="/ppt/notesMasters/notesMaster1.xml" Id="Rf41bedadda0345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ce702ba94a4c67" /><Relationship Type="http://schemas.openxmlformats.org/officeDocument/2006/relationships/notesMaster" Target="/ppt/notesMasters/notesMaster1.xml" Id="R16bc74350960445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4b4bffc94744d0" /><Relationship Type="http://schemas.openxmlformats.org/officeDocument/2006/relationships/notesMaster" Target="/ppt/notesMasters/notesMaster1.xml" Id="R79be47a7f39843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12d9bb3dbc44c2" /><Relationship Type="http://schemas.openxmlformats.org/officeDocument/2006/relationships/notesMaster" Target="/ppt/notesMasters/notesMaster1.xml" Id="R84639437e28c4b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c5e498ebaf34953" /><Relationship Type="http://schemas.openxmlformats.org/officeDocument/2006/relationships/notesMaster" Target="/ppt/notesMasters/notesMaster1.xml" Id="R6a989562881344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73924050ca40c9" /><Relationship Type="http://schemas.openxmlformats.org/officeDocument/2006/relationships/notesMaster" Target="/ppt/notesMasters/notesMaster1.xml" Id="R0018411779fa4f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Fraction strips, bar models, counters, squared paper,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5/18. | Represent the fraction as equal parts or use an equivalent multiplication. | Division changes the size of each share. Use a bar model or multiply by the unit fraction, then simplify.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divide, share, quotient, unit fraction, non-unit fraction, reciprocal.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3/8.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5/18.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Division changes the size of each share. Use a bar model or multiply by the unit fraction, then simplify.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5/18..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3/4..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7/24 litre.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3/4.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3/4. | Division changes the size of each share. Use a bar model or multiply by the unit fraction, then simplify.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05fe9399a47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9bce433fe94a05" /><Relationship Type="http://schemas.openxmlformats.org/officeDocument/2006/relationships/slideLayout" Target="/ppt/slideLayouts/slideLayout1.xml" Id="R834f0c2ff46a4f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4f0c2ff46a4f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9cf7277ce42fb" /><Relationship Type="http://schemas.openxmlformats.org/officeDocument/2006/relationships/notesSlide" Target="/ppt/notesSlides/notesSlide1.xml" Id="Rafe33073640e45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1cfd7b53a34681" /><Relationship Type="http://schemas.openxmlformats.org/officeDocument/2006/relationships/notesSlide" Target="/ppt/notesSlides/notesSlide2.xml" Id="R48e4df084f8843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20b31162549c5" /><Relationship Type="http://schemas.openxmlformats.org/officeDocument/2006/relationships/notesSlide" Target="/ppt/notesSlides/notesSlide3.xml" Id="R0c56adb058c344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8cb988f134f40" /><Relationship Type="http://schemas.openxmlformats.org/officeDocument/2006/relationships/notesSlide" Target="/ppt/notesSlides/notesSlide4.xml" Id="R32a732a951ad45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918a3de2c3444a" /><Relationship Type="http://schemas.openxmlformats.org/officeDocument/2006/relationships/notesSlide" Target="/ppt/notesSlides/notesSlide5.xml" Id="R17debddc9ae34d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2882ec107f47f7" /><Relationship Type="http://schemas.openxmlformats.org/officeDocument/2006/relationships/notesSlide" Target="/ppt/notesSlides/notesSlide6.xml" Id="Rce3155308af841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8ffe7d8e1047a8" /><Relationship Type="http://schemas.openxmlformats.org/officeDocument/2006/relationships/image" Target="/ppt/media/image.png" Id="R3451c2f7ebfb427c" /><Relationship Type="http://schemas.openxmlformats.org/officeDocument/2006/relationships/notesSlide" Target="/ppt/notesSlides/notesSlide7.xml" Id="R75063737dadf4d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5a1d433b54150" /><Relationship Type="http://schemas.openxmlformats.org/officeDocument/2006/relationships/notesSlide" Target="/ppt/notesSlides/notesSlide8.xml" Id="Rc130580b32e84d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b28aa649f4218" /><Relationship Type="http://schemas.openxmlformats.org/officeDocument/2006/relationships/notesSlide" Target="/ppt/notesSlides/notesSlide9.xml" Id="R5e6b6bcfb88840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96269ad7c4b8c" /><Relationship Type="http://schemas.openxmlformats.org/officeDocument/2006/relationships/notesSlide" Target="/ppt/notesSlides/notesSlide10.xml" Id="Rf7e263635dec4f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254fe2e76418c" /><Relationship Type="http://schemas.openxmlformats.org/officeDocument/2006/relationships/notesSlide" Target="/ppt/notesSlides/notesSlide11.xml" Id="R81d6a8c4b0cb4a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bc50c97d648c2" /><Relationship Type="http://schemas.openxmlformats.org/officeDocument/2006/relationships/notesSlide" Target="/ppt/notesSlides/notesSlide12.xml" Id="R3df182e57cd649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1B7DB-F330-4044-9200-60F27E4B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B8F64B-551F-4E54-B65D-0C75062A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CE8E9-815F-473B-A53A-DB91F2DC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554EB2-2666-4DFF-8CA7-439DEF0B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E8DA0-14B2-420D-A28B-948FE26F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EA565-0B1F-4F21-B9CF-A5EBF25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C96FF1-8485-42D5-BB96-53FDCDE7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E9E7C6-F569-4DDB-BD94-1C3E37DF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divide proper fractions by whole numbers.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E8D51-9F8E-41D2-8DEA-822CC4FF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20F061-6033-4DC5-BD26-8CB89072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Fraction strips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0719BB-D5B4-41A4-9453-AD0A2E13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8465496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6FCC04-5540-47BF-81BC-278ABEAC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A2DCA-EA51-43EB-94D3-6E1D4000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FF6B1-9FA0-4942-B146-9B507648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EDE9F-1A89-431D-99FB-26D41720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68DC2-0E9C-4934-85BD-637A0DF6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463A5-C820-47E3-B11C-8D9ABA49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7EF8AE-AAB2-4859-BF03-156BD1BF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9F439-D2E2-45C9-91CC-EAD8CFC3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580CC9-B4C3-4BF3-8C4E-115F85DB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C81885-5CEF-408A-B9C7-33C721A6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0A0642-3362-4779-B3C3-C012FDDB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E575C7-2C19-43C7-99EC-71249D3F1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D08AA-73C6-4885-AF5F-C6E229DF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Share unit and non-unit fractions equally and connect division with multiplication by a unit fraction.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3D8110-5CDD-4A4D-96FF-D021CDE4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095F6-0881-4ACB-AA85-F8929FE6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D69A66-573A-44E0-9E45-E650D8ED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A19FA-1989-4293-8B37-4AAD873C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divided by 3.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FB1D0-3FA7-4198-BD87-84B30E2B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57EEFF-BA1D-443C-A7E3-5CF3D374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18A050-EE3E-499D-A4F5-9FDCD03B4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C99BE-0050-4F0F-9638-BF7E0E6B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3/4 divided by 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53F50-3FCD-4657-926B-738219FA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81018696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20FE3-E121-4007-8CFD-09C4D20B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37500-ED29-4EC8-A7D0-3A040367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C8DBE5-F23C-46CA-849D-F713B577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0600C-4263-4607-9D01-CB6EEC96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7B1AC-06BE-4A26-A918-599237A9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676BF-32B1-480B-9085-1A2A5BC2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E403F-B6BC-4BE4-B60B-2B52081B8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FBBEF8-3B86-45E7-8AE2-386E228B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58204-F93C-46A8-8FF6-CA50FEDF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3DD5E-C8C3-4409-ADB4-C7B926F1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divide proper fractions by whole numbers.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6F6BC-E405-46B3-9C76-20AE22DA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65F46-58F1-4A16-916F-04457C78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Represent the fraction as equal parts or use an equivalent multiplication.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D560C-D93F-4A29-A913-5805579D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Divide the numerator when possible or multiply the denominator by the whole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276D6-E29A-4B00-809C-1DF37F29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Simplify and check by multiplying back.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2518E6-9113-4BB1-A545-6E200D4E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divide  |  share  |  quotient  |  unit fraction  |  non-unit fraction  |  reciprocal</a:t>
            </a:r>
          </a:p>
        </p:txBody>
      </p:sp>
    </p:spTree>
    <p:extLst>
      <p:ext uri="{BB962C8B-B14F-4D97-AF65-F5344CB8AC3E}">
        <p14:creationId xmlns:p14="http://schemas.microsoft.com/office/powerpoint/2010/main" val="8853887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7D7650-95C3-4FB3-A3EC-DBFDB7BE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F52E4-64F2-4CFC-A0ED-A1563449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95234-0172-4AA6-808F-47447F03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D8CFA-B048-422D-9A1F-8849ADFA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7C1238-2D55-40E2-9665-2DFC08F6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C92FD-6252-4CEC-BA12-615C73CD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697B9-67BA-4DB4-8843-214D663CE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4825B-0002-413D-AEC1-CC1D88BE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7F829-3CD8-41E6-8137-D8065621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11A484-C38A-4F3F-BE8F-3CEEF472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3/4 divided by 2.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7DB18-E18C-4DF6-AD50-BA217BE2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22C33-C5AB-4C8F-A461-1A226191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154E3-FB17-4CFA-8DD4-9AEB7ED6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3/4 ÷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6418E7-AA2A-45AE-8311-61A3DE2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AE0D73-BEC1-4B9E-97E1-FDB14BE1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31A9C-6CE6-4023-A65D-E04A9FF8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Dividing by 2 means multiply by 1/2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0AFEB-9C8E-4C13-9653-54CB28DB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F1F8D2-6AE1-4EE7-991C-9401C81C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24937C-7F67-477C-957C-0A371376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3/4 × 1/2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D669A-D358-4A2A-BFA9-37FA03F2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76833-36E6-4C99-8A38-3BA7116A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21A0F8-A15E-42D1-9329-2412B3AB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3/8</a:t>
            </a:r>
          </a:p>
        </p:txBody>
      </p:sp>
    </p:spTree>
    <p:extLst>
      <p:ext uri="{BB962C8B-B14F-4D97-AF65-F5344CB8AC3E}">
        <p14:creationId xmlns:p14="http://schemas.microsoft.com/office/powerpoint/2010/main" val="123335735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112146-D63C-4D48-8883-B201F8B1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574BF-703C-4914-827D-3C66A8C24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FED6B-5136-4C61-B2D1-C2CA1097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AAF5D-8A5D-4871-8757-9C8C196F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1140-5AC8-43E8-BBEB-F9C2B685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38F824-F5DF-4CD2-90CB-745B0133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03750-F66E-4B7E-B932-239AF27F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6B75F-9D5C-4872-B602-FED99DA8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3D08FE-5B32-4D85-9A88-071F852E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8FBA1-F559-4CAC-85F7-9030C261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415D9-DE27-4CF7-9DD1-FCC68281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3/8.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AAB48-3BC4-48BC-BC11-3AAA05DD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33829-89C7-45F2-95BC-329143CB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Simplify and check by multiplying back.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073AB-98B4-4284-8500-79D76094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30128137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CEFEE-0671-4628-87E2-708685C3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0BE55-A293-4778-9C08-223E0D64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7F52B-D9DE-4A16-91F8-A341566A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42EF0-082A-4002-A190-EB0EE676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94D1E0-3783-4951-9038-F72094C6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EF0DB-8F77-405D-8952-7FDA1177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8DED9-900A-4FEE-9670-CD720895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05A160-CE9F-42FF-B7D6-E4EFE9D5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27C35-7AB4-40A4-962B-0AE74E56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F0A34-E920-44E4-99E1-8125CB01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divided by 3.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2B532-DBC2-4F18-BED7-8D313EB3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16347-ABB3-4208-B133-4FFD4449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CD1AD-F9EE-43C8-8D74-AAE672B7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FD1C74-1980-4625-96C4-5F744D51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2B045-A7FF-4F3A-8946-22FE871B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5/18.</a:t>
            </a:r>
          </a:p>
        </p:txBody>
      </p:sp>
    </p:spTree>
    <p:extLst>
      <p:ext uri="{BB962C8B-B14F-4D97-AF65-F5344CB8AC3E}">
        <p14:creationId xmlns:p14="http://schemas.microsoft.com/office/powerpoint/2010/main" val="19045383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020E2-9506-40EB-8D2A-8D44B573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DD9387-8772-4E2F-8E67-FF9E09C06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4DC76-B3D7-4528-A596-6C370F7F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D47F4-7621-4B82-AF76-538131D1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B4742-C712-4AC1-90B8-FB1A4227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F36FE4-8DB1-45B8-A8C1-367A0FDF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D0539B-E338-49FF-BAF6-0775F353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24150-4B3C-4781-9E3C-BC43C91F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8C0B5-86EC-4C3F-9070-3CF96C4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1c2f7ebfb427c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55D1A-0106-4485-B63B-76FCAE86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C05924-7756-4D6F-89BD-C39D853E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divides both the numerator and denominator by the whole number.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E4E478-EC22-4282-AD5F-3DC91EA2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95DAC-9291-4985-8FB5-158B0BB3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F0AC3E-9055-480D-9678-DEC3FD6B9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Division changes the size of each share. Use a bar model or multiply by the unit fraction, then simplify.</a:t>
            </a:r>
          </a:p>
        </p:txBody>
      </p:sp>
    </p:spTree>
    <p:extLst>
      <p:ext uri="{BB962C8B-B14F-4D97-AF65-F5344CB8AC3E}">
        <p14:creationId xmlns:p14="http://schemas.microsoft.com/office/powerpoint/2010/main" val="209494617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20F7C8-E5CC-4954-B83A-9D969BA3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0FDF7-C18A-49EA-988B-436338F4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9DA07-DCCC-4BBE-934F-D28D18C9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3B90A-5CAE-40C1-BA8A-1F7A077D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090AC-D0DC-461E-889E-C6260688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69BAC-06A4-49B5-BF43-C256DA5B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FF6CC0-8FF1-4632-A4D9-E8684B45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648FA8-8BBC-4244-9336-375114C7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B5F2E-C215-4C67-BEDB-B40063DD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5A4FE-1B5A-4ABB-B1E4-8B68EFF0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DAEAA8-4A4F-450D-BC1A-12A03E60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895C6-1411-4863-BEA3-3D31A8CD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6416C9-8EAC-4C61-87D4-5E7938E9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5/6 divided by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465169-45C6-4A61-84EA-0EC0A389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70E669-D3CF-4C8F-9728-A37D27B3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96225C-EE45-4A23-8BC9-66789FE3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FB452-7A72-4AD7-BA0C-DF0D849C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95E54B-F4F1-4552-9954-233F1BED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8733D0-2C3D-4D8C-9B05-A8635215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BD24D3-FACC-4B7D-9FF5-542DD6CD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76317-1A9C-44BF-B353-B560567C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5/18.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10266F-9D9D-40FE-A40D-4F3288E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38829791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7AEA6D-4524-4267-ACCC-68F2267F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72CC5-955C-4E3D-B875-82AE0C8D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E038C-C482-4BE0-90A7-D2EAC48D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251FDD-248F-41E0-8B83-F2C0D9F9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81790-43A4-406E-A29F-C0DE9CE9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AC4B3-C3E5-41D0-9DE5-24DDB684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EAE112-2C90-40DD-A689-95640AB1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3E685-476E-42B9-9159-469D8498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7C68B8-7B57-4CFE-B6D7-58DFF4AA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9EA29-D40E-41E4-8D35-BAEE5B69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CC691-6C48-44AD-AB60-9281228C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50905-C0F0-4FB8-BD04-B7EF1AF97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338A1-4AE5-4C14-8518-34E15FDC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2E1F1-B044-4804-A34C-8222946D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804F24-C625-462E-B76D-325BA0A5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E7685-6901-48AD-999C-A641A47E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7482C4-A2B2-4DC9-9912-304CBB2A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55716-F1CC-42D3-8612-07303882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0655C-A8F9-4959-8962-61D8264E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493D5F-79D8-4AC4-9223-4E5357F6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5FAEF-DAF0-44BB-ACA5-B725C6A8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87900651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31329C-47E3-43CF-9538-5AE10AFA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6FE55-7741-437A-8B7C-1B8B8E82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071201-A2B9-45E1-AF7B-80E5A27C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17B55-62A4-4DDF-A98F-15550E48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709E1-5517-45F4-B94D-2F6289A5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B0E4B1-AD4B-41FA-BF1F-4377F5547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E1FCA-E220-4947-A5EB-5EC4C89C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52B431-0C72-4873-80E7-4467D60E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A9239-1DF4-4712-AB79-73217465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FC790-FB67-499A-A7DC-6F69867A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Seven eighths of a litre is shared equally between 3 cups. How much is in each cup?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4FDCD-D535-4A65-BDF4-A090E009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2A735-7BBD-45A3-9A7A-E27CDB87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29A47-8365-4836-8786-B17BD1D9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7/24 litre.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85285992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BAF66-59C3-42D7-9C0A-F99AA8F2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70C20-DF60-4916-A7DC-6F476DE3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6075A-BB23-4B62-9D6D-7BE82E7C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542B6-AD4B-450E-943E-0C39E7B9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AD660-FC19-49DF-87A0-67F0A608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394E00-2017-4793-AD12-BD6CC975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2EF16F-E102-43BF-9705-51CA8152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AA278B-B58A-4A5D-8060-2A06A29A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189E1-9E3B-4309-9C66-6C3930B8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640C8-0428-45D6-B8FE-69678F1D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686C4-07AB-430F-83F6-BBBB5798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5643C-AA3F-4A30-B9FC-0165A18B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C5D618-D46D-4995-979B-31D469DF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07390-6A0D-411B-BDDC-D5A7BD6F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A2EA3-DF24-4CDC-909F-9D2C2B38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FC5954-22A2-41F2-B3D8-0E375F01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3/4.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95DC7-2AFF-4535-A399-5D307B0E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397AFD-5404-4668-858E-ED8B1A7B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59067648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EDA2D-5F4D-41AD-B43F-1629F088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B6512-2B7E-48C9-A386-CEF9E33C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033C8-4CFD-4E3A-B31B-5B918CE6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501A4-EC42-4B26-BE57-E9F10E0D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1DFB3-5604-4F47-92C8-A5802560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7393B-1D62-4BDF-A634-54E1F81B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61D08-0DBB-42D9-B55D-6BD85646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27DEF-B2E3-4391-A236-B52A5665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404E2-1567-4DDE-AC69-273CF38A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Divide non-unit fractions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C0912-F997-4544-81A3-73C6EC39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E56E3-95C7-4F37-8462-8D083C20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43DC4-7852-4F86-800B-2B0F6E3E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6A386B-2101-4911-B604-6692E8E8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 1/4 divided by 3.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B7F70-DAB2-4173-862B-DC759562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672E12-B708-4C02-9272-82535B3D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527D0-F0CB-4BFB-B623-4C96457B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AE389-1792-41D3-8757-30DE3C89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divides both the numerator and denominator by the whole number.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4088A9-B900-42C4-BE80-95AF6261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FB5BA9-9526-42FA-A909-B63A9277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3BB11-6231-4036-B013-63F84DB3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0D5C3-1D5C-4A7E-A769-96ACF5A6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F55628-1297-4DE0-9AA5-EA0BF0A8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71596113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2026-09-09T22:13:47.4470000Z</dcterms:created>
  <dcterms:modified xsi:type="dcterms:W3CDTF">2026-09-09T22:13:47.4470000Z</dcterms:modified>
</coreProperties>
</file>