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Divide mixed numbers.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I do.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I do.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You do. Pause before clicking. Let pupils try independently, then reveal and discuss every step. Convert each mixed number into equal fractional parts before calculating.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You do. Pause before clicking. Let pupils try independently, then reveal and discuss every step. Use equal-sized parts for addition or subtraction. For multiplication, partition in both directions. For division by a whole number, split each part into that many equal pieces.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Divide mixed numbers.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6F7DD0B5-FEC8-4CF5-984E-88991BDEDE2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Divide mixed numbers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645F4BA-9C49-4E17-8BC8-A3DE6CB8E7AF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318F7AA-F593-4030-A38E-598B147E26C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C259AA9-25FF-45EC-8C78-36AAB3E1E8D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FBA161D-EEF8-4E09-930A-0DD07F957FF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9B6F179-9FF7-4737-8AE5-E2E0AE5110BE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divide mixed numbers by whole numbers.</a:t>
            </a:r>
          </a:p>
        </p:txBody>
      </p:sp>
    </p:spTree>
    <p:extLst>
      <p:ext uri="{BB962C8B-B14F-4D97-AF65-F5344CB8AC3E}">
        <p14:creationId xmlns:p14="http://schemas.microsoft.com/office/powerpoint/2010/main" val="101656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58B8D641-327F-4CB6-A020-5B0C1F97463B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F6DB6CD-94A6-483E-BC18-BB0CD694BE3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1/4 ÷ 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AC2882B-ED21-49A1-B883-E8BC38CA779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B8C107F-2FB2-4690-A7C1-D9E481B4A0A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9C791045-C08E-4CA4-8F3A-CD055AB7E13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59B6DE9-35D7-4DF6-BB47-906660E63F1A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 1/4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6928BD6-B1A0-4C88-8337-64328551703A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2 × 4 + 1 = 9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09FA64F-6949-4399-B5C8-4579ACAD2E2F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34AB3CE-A78C-4E86-9523-7355F089AECC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6B6152E-5F9D-4406-9692-FF74CD1925EC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B1871CB-4677-466A-9B85-4A62A08ADF02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3EE067B-555F-43DA-B06F-1D697C3C424A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1 + 0 = 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295BD3F9-FA23-4339-BB28-083AAB2806E2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21FAA89-93DD-4E1F-93FA-38D005F19E65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C8C7BB98-9EB5-4FC9-95D1-BCBE0D61BFDE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15157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bject-1">
            <a:extLst>
              <a:ext uri="{FF2B5EF4-FFF2-40B4-BE49-F238E27FC236}">
                <a16:creationId xmlns:a16="http://schemas.microsoft.com/office/drawing/2014/main" id="{EC1047A0-67F0-4731-A7D6-17F69D0E599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279AB9A-418B-4242-86E4-08B02B0CE382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1/4 ÷ 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BACBB2DA-90A2-45F8-8D31-3D5B469ABF5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4C404006-605E-494F-8FF8-61A406BAB7D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1E2AC9F-1A77-49BE-9A0B-C751C98CC52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1074B11-D43A-4A0A-8802-034691172A3B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393BAE8-3699-4A4A-BC6E-98BED43D5542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345AC9B-7723-43E2-B638-3ADF14DCCCED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B633BDF-59E8-42DA-95EB-0711D0A7BCA0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0982F79-43C9-432E-A4F4-C94BF96A2D06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0ED8830-2818-4392-9C49-4F8D5409FCBD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B453C7B-FA47-4112-AE36-CF6519A92091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2C6B98D-4A0C-438D-BFAA-CDFCF134FB7F}"/>
              </a:ext>
            </a:extLst>
          </p:cNvPr>
          <p:cNvSpPr>
            <a:spLocks noGrp="1"/>
          </p:cNvSpPr>
          <p:nvPr/>
        </p:nvSpPr>
        <p:spPr>
          <a:xfrm>
            <a:off x="7500938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F663540-B57E-410F-89BB-52821CF9A144}"/>
              </a:ext>
            </a:extLst>
          </p:cNvPr>
          <p:cNvSpPr>
            <a:spLocks noGrp="1"/>
          </p:cNvSpPr>
          <p:nvPr/>
        </p:nvSpPr>
        <p:spPr>
          <a:xfrm>
            <a:off x="8162396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22B4015-60A8-41D4-B616-2DDAED8612DA}"/>
              </a:ext>
            </a:extLst>
          </p:cNvPr>
          <p:cNvSpPr>
            <a:spLocks noGrp="1"/>
          </p:cNvSpPr>
          <p:nvPr/>
        </p:nvSpPr>
        <p:spPr>
          <a:xfrm>
            <a:off x="8823854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3DCCC50-4896-4DDF-8C23-49A111A79EB2}"/>
              </a:ext>
            </a:extLst>
          </p:cNvPr>
          <p:cNvSpPr>
            <a:spLocks noGrp="1"/>
          </p:cNvSpPr>
          <p:nvPr/>
        </p:nvSpPr>
        <p:spPr>
          <a:xfrm>
            <a:off x="9485313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26EC6AB-D035-45D2-88E1-85AF28762A18}"/>
              </a:ext>
            </a:extLst>
          </p:cNvPr>
          <p:cNvSpPr>
            <a:spLocks noGrp="1"/>
          </p:cNvSpPr>
          <p:nvPr/>
        </p:nvSpPr>
        <p:spPr>
          <a:xfrm>
            <a:off x="10146771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1EBA9A76-FA25-4698-8B6B-52A4833D1D3F}"/>
              </a:ext>
            </a:extLst>
          </p:cNvPr>
          <p:cNvSpPr>
            <a:spLocks noGrp="1"/>
          </p:cNvSpPr>
          <p:nvPr/>
        </p:nvSpPr>
        <p:spPr>
          <a:xfrm>
            <a:off x="10808229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B65E2B8-4EC1-42DA-A694-1C4510457D8A}"/>
              </a:ext>
            </a:extLst>
          </p:cNvPr>
          <p:cNvSpPr>
            <a:spLocks noGrp="1"/>
          </p:cNvSpPr>
          <p:nvPr/>
        </p:nvSpPr>
        <p:spPr>
          <a:xfrm>
            <a:off x="11469687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D18FC911-0FA2-4621-B889-A21DCCC00BC7}"/>
              </a:ext>
            </a:extLst>
          </p:cNvPr>
          <p:cNvSpPr>
            <a:spLocks noGrp="1"/>
          </p:cNvSpPr>
          <p:nvPr/>
        </p:nvSpPr>
        <p:spPr>
          <a:xfrm>
            <a:off x="12131146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F68145B-1FE6-4740-8F86-89791B872147}"/>
              </a:ext>
            </a:extLst>
          </p:cNvPr>
          <p:cNvSpPr>
            <a:spLocks noGrp="1"/>
          </p:cNvSpPr>
          <p:nvPr/>
        </p:nvSpPr>
        <p:spPr>
          <a:xfrm>
            <a:off x="12792604" y="3333750"/>
            <a:ext cx="661458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E27C4CA-CC29-4D34-A22D-B27C95F7D6E2}"/>
              </a:ext>
            </a:extLst>
          </p:cNvPr>
          <p:cNvSpPr>
            <a:spLocks noGrp="1"/>
          </p:cNvSpPr>
          <p:nvPr/>
        </p:nvSpPr>
        <p:spPr>
          <a:xfrm>
            <a:off x="772142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69ECFC0-F4E6-47F9-A706-023344B56C10}"/>
              </a:ext>
            </a:extLst>
          </p:cNvPr>
          <p:cNvSpPr>
            <a:spLocks noGrp="1"/>
          </p:cNvSpPr>
          <p:nvPr/>
        </p:nvSpPr>
        <p:spPr>
          <a:xfrm>
            <a:off x="794191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DC55FF1-BC57-43E4-86BA-8A5210A4FCFE}"/>
              </a:ext>
            </a:extLst>
          </p:cNvPr>
          <p:cNvSpPr>
            <a:spLocks noGrp="1"/>
          </p:cNvSpPr>
          <p:nvPr/>
        </p:nvSpPr>
        <p:spPr>
          <a:xfrm>
            <a:off x="838288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2A0393A-773B-4F7C-B79A-87688FAC8A52}"/>
              </a:ext>
            </a:extLst>
          </p:cNvPr>
          <p:cNvSpPr>
            <a:spLocks noGrp="1"/>
          </p:cNvSpPr>
          <p:nvPr/>
        </p:nvSpPr>
        <p:spPr>
          <a:xfrm>
            <a:off x="860336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86A9E1B-CA10-41A8-A90E-5A911109402B}"/>
              </a:ext>
            </a:extLst>
          </p:cNvPr>
          <p:cNvSpPr>
            <a:spLocks noGrp="1"/>
          </p:cNvSpPr>
          <p:nvPr/>
        </p:nvSpPr>
        <p:spPr>
          <a:xfrm>
            <a:off x="904434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86AD06A6-6DF6-4642-B71F-DE2CEA745FEB}"/>
              </a:ext>
            </a:extLst>
          </p:cNvPr>
          <p:cNvSpPr>
            <a:spLocks noGrp="1"/>
          </p:cNvSpPr>
          <p:nvPr/>
        </p:nvSpPr>
        <p:spPr>
          <a:xfrm>
            <a:off x="926482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1D5A1C84-AA14-40FC-B7F7-F4BDAE525554}"/>
              </a:ext>
            </a:extLst>
          </p:cNvPr>
          <p:cNvSpPr>
            <a:spLocks noGrp="1"/>
          </p:cNvSpPr>
          <p:nvPr/>
        </p:nvSpPr>
        <p:spPr>
          <a:xfrm>
            <a:off x="970579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7FAE1C1-4B44-47F3-B2FB-6DB00093503C}"/>
              </a:ext>
            </a:extLst>
          </p:cNvPr>
          <p:cNvSpPr>
            <a:spLocks noGrp="1"/>
          </p:cNvSpPr>
          <p:nvPr/>
        </p:nvSpPr>
        <p:spPr>
          <a:xfrm>
            <a:off x="992628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53F60FA1-6FD6-4476-9AD4-5E71BD216D13}"/>
              </a:ext>
            </a:extLst>
          </p:cNvPr>
          <p:cNvSpPr>
            <a:spLocks noGrp="1"/>
          </p:cNvSpPr>
          <p:nvPr/>
        </p:nvSpPr>
        <p:spPr>
          <a:xfrm>
            <a:off x="1036725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9177360E-173D-4A1B-9AAA-6DA851FB88F9}"/>
              </a:ext>
            </a:extLst>
          </p:cNvPr>
          <p:cNvSpPr>
            <a:spLocks noGrp="1"/>
          </p:cNvSpPr>
          <p:nvPr/>
        </p:nvSpPr>
        <p:spPr>
          <a:xfrm>
            <a:off x="1058774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6B50A95-E7E5-4069-A8C6-A559E2EFF555}"/>
              </a:ext>
            </a:extLst>
          </p:cNvPr>
          <p:cNvSpPr>
            <a:spLocks noGrp="1"/>
          </p:cNvSpPr>
          <p:nvPr/>
        </p:nvSpPr>
        <p:spPr>
          <a:xfrm>
            <a:off x="1102871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41B943BF-6E94-48F8-A493-54CAAB800538}"/>
              </a:ext>
            </a:extLst>
          </p:cNvPr>
          <p:cNvSpPr>
            <a:spLocks noGrp="1"/>
          </p:cNvSpPr>
          <p:nvPr/>
        </p:nvSpPr>
        <p:spPr>
          <a:xfrm>
            <a:off x="1124920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5DA443C-C562-4BD1-A7AA-D4C3DE91A2BE}"/>
              </a:ext>
            </a:extLst>
          </p:cNvPr>
          <p:cNvSpPr>
            <a:spLocks noGrp="1"/>
          </p:cNvSpPr>
          <p:nvPr/>
        </p:nvSpPr>
        <p:spPr>
          <a:xfrm>
            <a:off x="1169017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AB1F63D6-8738-4C78-A986-2A0F9765A657}"/>
              </a:ext>
            </a:extLst>
          </p:cNvPr>
          <p:cNvSpPr>
            <a:spLocks noGrp="1"/>
          </p:cNvSpPr>
          <p:nvPr/>
        </p:nvSpPr>
        <p:spPr>
          <a:xfrm>
            <a:off x="1191066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50B0BDF-9F2B-418F-88C4-8FEAC0DA476C}"/>
              </a:ext>
            </a:extLst>
          </p:cNvPr>
          <p:cNvSpPr>
            <a:spLocks noGrp="1"/>
          </p:cNvSpPr>
          <p:nvPr/>
        </p:nvSpPr>
        <p:spPr>
          <a:xfrm>
            <a:off x="1235163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A60E3868-54AA-4B07-96FA-B959205939B6}"/>
              </a:ext>
            </a:extLst>
          </p:cNvPr>
          <p:cNvSpPr>
            <a:spLocks noGrp="1"/>
          </p:cNvSpPr>
          <p:nvPr/>
        </p:nvSpPr>
        <p:spPr>
          <a:xfrm>
            <a:off x="1257211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F62EA30B-1F51-4281-A18D-8F9E0E0786D3}"/>
              </a:ext>
            </a:extLst>
          </p:cNvPr>
          <p:cNvSpPr>
            <a:spLocks noGrp="1"/>
          </p:cNvSpPr>
          <p:nvPr/>
        </p:nvSpPr>
        <p:spPr>
          <a:xfrm>
            <a:off x="1301309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74B59EDC-CB49-40AB-9FE1-F38B53077F75}"/>
              </a:ext>
            </a:extLst>
          </p:cNvPr>
          <p:cNvSpPr>
            <a:spLocks noGrp="1"/>
          </p:cNvSpPr>
          <p:nvPr/>
        </p:nvSpPr>
        <p:spPr>
          <a:xfrm>
            <a:off x="1323357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38A7E28C-FC3A-45E2-8882-ACE2DF02B2A6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Each 1/4 is split into 3 equal pieces.</a:t>
            </a:r>
          </a:p>
        </p:txBody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EE690F9E-E7DE-46B2-A2F0-A52C8C30087B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3/4</a:t>
            </a:r>
          </a:p>
        </p:txBody>
      </p:sp>
    </p:spTree>
    <p:extLst>
      <p:ext uri="{BB962C8B-B14F-4D97-AF65-F5344CB8AC3E}">
        <p14:creationId xmlns:p14="http://schemas.microsoft.com/office/powerpoint/2010/main" val="77411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9162E93C-2921-470C-8A04-6B57AB41345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EA6A45F-94BF-444E-B66F-C829888C620D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EC313CED-94A8-4094-9C24-6FE6D3A83E4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1/4 ÷ 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317E8EC-B76F-4C71-B16F-5A24A0A363D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CE439595-26CA-42F0-8234-509B1EB2596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29480E0-2ED2-4C8D-9D87-6BAFFDD47B1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B93D9CC-9AC7-4FBE-89D6-BD304C29110B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 1/4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58715CD-9EA6-4559-8A0C-3090C9186389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4 + 1 = 13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137EF08-75F5-4907-8CF3-D7B05ABFF5C8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D3B4BA6-63BD-4F37-9313-AC3AC70272AB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CC59623-D660-4961-8B73-FD1E6F4C40B6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3D34D8E-4F44-4225-9CF4-9BEBD25B4817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F414510-A47C-4AA2-B357-C3D54FFC67D4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1 + 0 = 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8E5E74B-114B-4434-8A12-4169B48DFB3D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F7A86833-6F32-43E6-B662-45A75343C213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0FAEAA8-3D51-420D-8A30-36FFFE2CC245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525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-1">
            <a:extLst>
              <a:ext uri="{FF2B5EF4-FFF2-40B4-BE49-F238E27FC236}">
                <a16:creationId xmlns:a16="http://schemas.microsoft.com/office/drawing/2014/main" id="{65BE0747-0EC3-4C07-BBA7-B62A6BEF5D8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B49517C-F1D5-4704-B66D-71ED4D9B9CD6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070976A-CD9F-47D5-9A90-48C60071B76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3 1/4 ÷ 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D7ACFAD-9C95-473E-BC2F-5668B32532D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0DA3A0B-B655-4FC7-99AB-09EDA301F40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694920-CD25-47FB-BAF6-81607D5E7AE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2DA1F5B-98F7-4963-956C-8DD851C507C0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598528F9-BD1C-43FB-BC47-7804C7BF01E5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B724F88-7B8C-459C-9A27-A524D492DDF2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15C8158-EE55-497F-ABAA-DB564F65B7DF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DFB19DE-ED58-49D0-B436-45D3B686A8EE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C87B46E0-DDAF-4566-94D8-E3D2DDE84D2E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592879FD-319E-457A-B046-83397C220FB4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9C19625-7323-4F1B-9503-A62E6EB37DB6}"/>
              </a:ext>
            </a:extLst>
          </p:cNvPr>
          <p:cNvSpPr>
            <a:spLocks noGrp="1"/>
          </p:cNvSpPr>
          <p:nvPr/>
        </p:nvSpPr>
        <p:spPr>
          <a:xfrm>
            <a:off x="7500938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B210CE2-F9A3-4EAF-8B87-2C218E292180}"/>
              </a:ext>
            </a:extLst>
          </p:cNvPr>
          <p:cNvSpPr>
            <a:spLocks noGrp="1"/>
          </p:cNvSpPr>
          <p:nvPr/>
        </p:nvSpPr>
        <p:spPr>
          <a:xfrm>
            <a:off x="7958870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CB45CAF-3ECD-4D6B-B0AA-B2E8BD5C38B3}"/>
              </a:ext>
            </a:extLst>
          </p:cNvPr>
          <p:cNvSpPr>
            <a:spLocks noGrp="1"/>
          </p:cNvSpPr>
          <p:nvPr/>
        </p:nvSpPr>
        <p:spPr>
          <a:xfrm>
            <a:off x="8416803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2147FFC-1AD4-4A77-89C6-39937A563A35}"/>
              </a:ext>
            </a:extLst>
          </p:cNvPr>
          <p:cNvSpPr>
            <a:spLocks noGrp="1"/>
          </p:cNvSpPr>
          <p:nvPr/>
        </p:nvSpPr>
        <p:spPr>
          <a:xfrm>
            <a:off x="8874736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B40F029-7C95-4F28-9659-D1C410D286EC}"/>
              </a:ext>
            </a:extLst>
          </p:cNvPr>
          <p:cNvSpPr>
            <a:spLocks noGrp="1"/>
          </p:cNvSpPr>
          <p:nvPr/>
        </p:nvSpPr>
        <p:spPr>
          <a:xfrm>
            <a:off x="9332668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BBC315EA-9D8A-4327-9CD2-7F66D403EDB6}"/>
              </a:ext>
            </a:extLst>
          </p:cNvPr>
          <p:cNvSpPr>
            <a:spLocks noGrp="1"/>
          </p:cNvSpPr>
          <p:nvPr/>
        </p:nvSpPr>
        <p:spPr>
          <a:xfrm>
            <a:off x="9790601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D49DB51-852E-47CD-9649-74687BEDD666}"/>
              </a:ext>
            </a:extLst>
          </p:cNvPr>
          <p:cNvSpPr>
            <a:spLocks noGrp="1"/>
          </p:cNvSpPr>
          <p:nvPr/>
        </p:nvSpPr>
        <p:spPr>
          <a:xfrm>
            <a:off x="10248534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E0679C50-E673-4884-8138-89960CCF1C8A}"/>
              </a:ext>
            </a:extLst>
          </p:cNvPr>
          <p:cNvSpPr>
            <a:spLocks noGrp="1"/>
          </p:cNvSpPr>
          <p:nvPr/>
        </p:nvSpPr>
        <p:spPr>
          <a:xfrm>
            <a:off x="10706466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82FCCFA-BD6D-4904-8CCD-DFF7CBDED70F}"/>
              </a:ext>
            </a:extLst>
          </p:cNvPr>
          <p:cNvSpPr>
            <a:spLocks noGrp="1"/>
          </p:cNvSpPr>
          <p:nvPr/>
        </p:nvSpPr>
        <p:spPr>
          <a:xfrm>
            <a:off x="11164399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5EBC08E-06D6-4623-B494-78F34669AB64}"/>
              </a:ext>
            </a:extLst>
          </p:cNvPr>
          <p:cNvSpPr>
            <a:spLocks noGrp="1"/>
          </p:cNvSpPr>
          <p:nvPr/>
        </p:nvSpPr>
        <p:spPr>
          <a:xfrm>
            <a:off x="11622332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673C413-F1DB-4913-A717-326D719778F2}"/>
              </a:ext>
            </a:extLst>
          </p:cNvPr>
          <p:cNvSpPr>
            <a:spLocks noGrp="1"/>
          </p:cNvSpPr>
          <p:nvPr/>
        </p:nvSpPr>
        <p:spPr>
          <a:xfrm>
            <a:off x="12080264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835B70B-FB07-4825-BC5D-D4A6B9772F13}"/>
              </a:ext>
            </a:extLst>
          </p:cNvPr>
          <p:cNvSpPr>
            <a:spLocks noGrp="1"/>
          </p:cNvSpPr>
          <p:nvPr/>
        </p:nvSpPr>
        <p:spPr>
          <a:xfrm>
            <a:off x="12538197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94B9C44-7FF8-4194-9D93-A8D0CC75B4D2}"/>
              </a:ext>
            </a:extLst>
          </p:cNvPr>
          <p:cNvSpPr>
            <a:spLocks noGrp="1"/>
          </p:cNvSpPr>
          <p:nvPr/>
        </p:nvSpPr>
        <p:spPr>
          <a:xfrm>
            <a:off x="12996130" y="3333750"/>
            <a:ext cx="457933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411237C4-A2A3-4255-BED5-3A165A06D5CB}"/>
              </a:ext>
            </a:extLst>
          </p:cNvPr>
          <p:cNvSpPr>
            <a:spLocks noGrp="1"/>
          </p:cNvSpPr>
          <p:nvPr/>
        </p:nvSpPr>
        <p:spPr>
          <a:xfrm>
            <a:off x="765358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18B9D7A7-A0F5-414E-BE82-362DB38994DA}"/>
              </a:ext>
            </a:extLst>
          </p:cNvPr>
          <p:cNvSpPr>
            <a:spLocks noGrp="1"/>
          </p:cNvSpPr>
          <p:nvPr/>
        </p:nvSpPr>
        <p:spPr>
          <a:xfrm>
            <a:off x="780622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C3BD9FF7-5BAB-4368-B58A-9608EF400C42}"/>
              </a:ext>
            </a:extLst>
          </p:cNvPr>
          <p:cNvSpPr>
            <a:spLocks noGrp="1"/>
          </p:cNvSpPr>
          <p:nvPr/>
        </p:nvSpPr>
        <p:spPr>
          <a:xfrm>
            <a:off x="811151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7DE4A5C1-F8AF-4BC4-B752-7AD041AA327B}"/>
              </a:ext>
            </a:extLst>
          </p:cNvPr>
          <p:cNvSpPr>
            <a:spLocks noGrp="1"/>
          </p:cNvSpPr>
          <p:nvPr/>
        </p:nvSpPr>
        <p:spPr>
          <a:xfrm>
            <a:off x="826415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EE707484-5B75-4BCA-9E67-AA2F776E94FB}"/>
              </a:ext>
            </a:extLst>
          </p:cNvPr>
          <p:cNvSpPr>
            <a:spLocks noGrp="1"/>
          </p:cNvSpPr>
          <p:nvPr/>
        </p:nvSpPr>
        <p:spPr>
          <a:xfrm>
            <a:off x="856944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579E43A-F992-447D-A8DB-C6C6592B0D82}"/>
              </a:ext>
            </a:extLst>
          </p:cNvPr>
          <p:cNvSpPr>
            <a:spLocks noGrp="1"/>
          </p:cNvSpPr>
          <p:nvPr/>
        </p:nvSpPr>
        <p:spPr>
          <a:xfrm>
            <a:off x="872209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688E8189-DCDC-486B-BA6B-FAFDD93F248E}"/>
              </a:ext>
            </a:extLst>
          </p:cNvPr>
          <p:cNvSpPr>
            <a:spLocks noGrp="1"/>
          </p:cNvSpPr>
          <p:nvPr/>
        </p:nvSpPr>
        <p:spPr>
          <a:xfrm>
            <a:off x="902738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7F338B5-1D80-488A-8A4C-C41DA4FB0851}"/>
              </a:ext>
            </a:extLst>
          </p:cNvPr>
          <p:cNvSpPr>
            <a:spLocks noGrp="1"/>
          </p:cNvSpPr>
          <p:nvPr/>
        </p:nvSpPr>
        <p:spPr>
          <a:xfrm>
            <a:off x="918002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3677D253-8FC3-4166-ACB0-3F5555AF187D}"/>
              </a:ext>
            </a:extLst>
          </p:cNvPr>
          <p:cNvSpPr>
            <a:spLocks noGrp="1"/>
          </p:cNvSpPr>
          <p:nvPr/>
        </p:nvSpPr>
        <p:spPr>
          <a:xfrm>
            <a:off x="948531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B668EAA9-8927-4C91-9322-4C26F2B57928}"/>
              </a:ext>
            </a:extLst>
          </p:cNvPr>
          <p:cNvSpPr>
            <a:spLocks noGrp="1"/>
          </p:cNvSpPr>
          <p:nvPr/>
        </p:nvSpPr>
        <p:spPr>
          <a:xfrm>
            <a:off x="963795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5680E9EA-6AC9-4A4A-9A7B-9799D892C453}"/>
              </a:ext>
            </a:extLst>
          </p:cNvPr>
          <p:cNvSpPr>
            <a:spLocks noGrp="1"/>
          </p:cNvSpPr>
          <p:nvPr/>
        </p:nvSpPr>
        <p:spPr>
          <a:xfrm>
            <a:off x="994324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BA5F80C3-BC40-4CE5-BC16-354FAD0131B5}"/>
              </a:ext>
            </a:extLst>
          </p:cNvPr>
          <p:cNvSpPr>
            <a:spLocks noGrp="1"/>
          </p:cNvSpPr>
          <p:nvPr/>
        </p:nvSpPr>
        <p:spPr>
          <a:xfrm>
            <a:off x="1009588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38381C75-1FB5-45B3-8B20-EF3A0E38F607}"/>
              </a:ext>
            </a:extLst>
          </p:cNvPr>
          <p:cNvSpPr>
            <a:spLocks noGrp="1"/>
          </p:cNvSpPr>
          <p:nvPr/>
        </p:nvSpPr>
        <p:spPr>
          <a:xfrm>
            <a:off x="1040117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E033E8CE-2E74-44B2-85B5-AC8FC289EF62}"/>
              </a:ext>
            </a:extLst>
          </p:cNvPr>
          <p:cNvSpPr>
            <a:spLocks noGrp="1"/>
          </p:cNvSpPr>
          <p:nvPr/>
        </p:nvSpPr>
        <p:spPr>
          <a:xfrm>
            <a:off x="1055382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67BD7497-D95B-4795-99C4-ED8DDC057FCC}"/>
              </a:ext>
            </a:extLst>
          </p:cNvPr>
          <p:cNvSpPr>
            <a:spLocks noGrp="1"/>
          </p:cNvSpPr>
          <p:nvPr/>
        </p:nvSpPr>
        <p:spPr>
          <a:xfrm>
            <a:off x="1085911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E6CCBAC1-5875-4CAC-A7B2-FB3B451E9D8E}"/>
              </a:ext>
            </a:extLst>
          </p:cNvPr>
          <p:cNvSpPr>
            <a:spLocks noGrp="1"/>
          </p:cNvSpPr>
          <p:nvPr/>
        </p:nvSpPr>
        <p:spPr>
          <a:xfrm>
            <a:off x="1101175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73C11A79-FF0B-430D-B7B1-C1E541819C58}"/>
              </a:ext>
            </a:extLst>
          </p:cNvPr>
          <p:cNvSpPr>
            <a:spLocks noGrp="1"/>
          </p:cNvSpPr>
          <p:nvPr/>
        </p:nvSpPr>
        <p:spPr>
          <a:xfrm>
            <a:off x="1131704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99FF2C09-0E5E-4ED6-9C94-9DF8C791FFC9}"/>
              </a:ext>
            </a:extLst>
          </p:cNvPr>
          <p:cNvSpPr>
            <a:spLocks noGrp="1"/>
          </p:cNvSpPr>
          <p:nvPr/>
        </p:nvSpPr>
        <p:spPr>
          <a:xfrm>
            <a:off x="1146968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E06510BC-0DEE-419A-892C-B58C592123BC}"/>
              </a:ext>
            </a:extLst>
          </p:cNvPr>
          <p:cNvSpPr>
            <a:spLocks noGrp="1"/>
          </p:cNvSpPr>
          <p:nvPr/>
        </p:nvSpPr>
        <p:spPr>
          <a:xfrm>
            <a:off x="1177497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E2AFDAEE-7399-4FF5-84C7-4E9F1D25604F}"/>
              </a:ext>
            </a:extLst>
          </p:cNvPr>
          <p:cNvSpPr>
            <a:spLocks noGrp="1"/>
          </p:cNvSpPr>
          <p:nvPr/>
        </p:nvSpPr>
        <p:spPr>
          <a:xfrm>
            <a:off x="1192762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C17C6DED-0BB4-4D49-BB65-91C28311FB48}"/>
              </a:ext>
            </a:extLst>
          </p:cNvPr>
          <p:cNvSpPr>
            <a:spLocks noGrp="1"/>
          </p:cNvSpPr>
          <p:nvPr/>
        </p:nvSpPr>
        <p:spPr>
          <a:xfrm>
            <a:off x="1223290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D7A77880-8668-42C7-9773-CCF2592E1716}"/>
              </a:ext>
            </a:extLst>
          </p:cNvPr>
          <p:cNvSpPr>
            <a:spLocks noGrp="1"/>
          </p:cNvSpPr>
          <p:nvPr/>
        </p:nvSpPr>
        <p:spPr>
          <a:xfrm>
            <a:off x="1238555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81D84654-C307-416C-ABC2-58007A57FB58}"/>
              </a:ext>
            </a:extLst>
          </p:cNvPr>
          <p:cNvSpPr>
            <a:spLocks noGrp="1"/>
          </p:cNvSpPr>
          <p:nvPr/>
        </p:nvSpPr>
        <p:spPr>
          <a:xfrm>
            <a:off x="1269084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C3700080-F8E1-4F66-A99A-66604279FCA2}"/>
              </a:ext>
            </a:extLst>
          </p:cNvPr>
          <p:cNvSpPr>
            <a:spLocks noGrp="1"/>
          </p:cNvSpPr>
          <p:nvPr/>
        </p:nvSpPr>
        <p:spPr>
          <a:xfrm>
            <a:off x="1284348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B7523B1A-7ADC-4639-A63B-BC0DB5C25AE8}"/>
              </a:ext>
            </a:extLst>
          </p:cNvPr>
          <p:cNvSpPr>
            <a:spLocks noGrp="1"/>
          </p:cNvSpPr>
          <p:nvPr/>
        </p:nvSpPr>
        <p:spPr>
          <a:xfrm>
            <a:off x="1314877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65C630F9-F50F-445C-A987-267BFBD3DC62}"/>
              </a:ext>
            </a:extLst>
          </p:cNvPr>
          <p:cNvSpPr>
            <a:spLocks noGrp="1"/>
          </p:cNvSpPr>
          <p:nvPr/>
        </p:nvSpPr>
        <p:spPr>
          <a:xfrm>
            <a:off x="1330141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B131C38E-7885-4748-8DCA-85BD7D0775A4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Each 1/4 is split into 3 equal pieces.</a:t>
            </a:r>
          </a:p>
        </p:txBody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6460A644-B5F4-45EE-96E3-1B6ACC2C58F1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1/12</a:t>
            </a:r>
          </a:p>
        </p:txBody>
      </p:sp>
    </p:spTree>
    <p:extLst>
      <p:ext uri="{BB962C8B-B14F-4D97-AF65-F5344CB8AC3E}">
        <p14:creationId xmlns:p14="http://schemas.microsoft.com/office/powerpoint/2010/main" val="210457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-1">
            <a:extLst>
              <a:ext uri="{FF2B5EF4-FFF2-40B4-BE49-F238E27FC236}">
                <a16:creationId xmlns:a16="http://schemas.microsoft.com/office/drawing/2014/main" id="{BFF6FDAB-D975-49B7-A68D-4DE1BAABBC9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3CE1F52-6B3B-47D5-94EA-1C57C0FE082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1/4 ÷ 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B557953-DCF4-43B8-A73F-F66E94DFF7F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EE61DBB-8ACE-47AE-8FEE-86234BBB6EDA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953F7A7-78DA-4EE4-BFC9-29EB24EA964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472510AC-B799-45E1-B310-280678E7A82F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 1/4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9EE545E-CE3E-4627-8D83-AA36C7B9B761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 × 4 + 1 = 17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B20CCAF-305E-469D-84EC-DF159CFA566D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E1E15D1-DBEF-4F53-9620-DF6391FF0682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E265536-5ABB-458E-91FF-9D676FDEECC9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F86B1F8-7701-4B8F-A716-3490D347C5A2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14894530-A13B-4255-A2AA-CA2E662D9C90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1 + 0 = 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D545DF4A-2CB3-4CDF-841D-46A4CA3733D8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190742D-A801-40E0-91D1-AEC1B9B6F95E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F97737F-83A5-4216-9AEA-D689F150C4CE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19433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  <p:bldP spid="13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object-1">
            <a:extLst>
              <a:ext uri="{FF2B5EF4-FFF2-40B4-BE49-F238E27FC236}">
                <a16:creationId xmlns:a16="http://schemas.microsoft.com/office/drawing/2014/main" id="{38EC4210-33EF-4670-BCE5-B64EE830D90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511C994-9D9E-4E12-83D8-456A8DAB20A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4 1/4 ÷ 3.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A6B345B-507A-4957-B4F1-01E0F0AE6FE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DB156DE-A169-49BE-9A49-9E03331FBAE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EF5789F-5A40-40BB-AFDD-D0702945BE9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D9C1EF4-A179-4155-ADF0-ECB76E90F6B7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8B5AAD7-3326-4F65-854A-A1A3C9D786D8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F54A3B1-E68B-418E-B9B1-33D5169B3C20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2ACDEEA-330D-4C87-A1D0-8251162229CC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88F6003D-CF95-462A-B2ED-6AC42E4967B1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90CDABDF-EBC5-4E15-BDB8-1AE800BD3897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BB68434F-8C09-4926-964C-94B080E638FE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BA37A21-B311-45E1-88F4-2FD50451E108}"/>
              </a:ext>
            </a:extLst>
          </p:cNvPr>
          <p:cNvSpPr>
            <a:spLocks noGrp="1"/>
          </p:cNvSpPr>
          <p:nvPr/>
        </p:nvSpPr>
        <p:spPr>
          <a:xfrm>
            <a:off x="7500938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AC040B6-975C-457D-8BFA-2A31D7F973D6}"/>
              </a:ext>
            </a:extLst>
          </p:cNvPr>
          <p:cNvSpPr>
            <a:spLocks noGrp="1"/>
          </p:cNvSpPr>
          <p:nvPr/>
        </p:nvSpPr>
        <p:spPr>
          <a:xfrm>
            <a:off x="7851121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6BB9843A-18F0-40DA-AEB0-5E4677E504E8}"/>
              </a:ext>
            </a:extLst>
          </p:cNvPr>
          <p:cNvSpPr>
            <a:spLocks noGrp="1"/>
          </p:cNvSpPr>
          <p:nvPr/>
        </p:nvSpPr>
        <p:spPr>
          <a:xfrm>
            <a:off x="8201305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AA26908-387F-4F2E-86FA-577DD5F971A9}"/>
              </a:ext>
            </a:extLst>
          </p:cNvPr>
          <p:cNvSpPr>
            <a:spLocks noGrp="1"/>
          </p:cNvSpPr>
          <p:nvPr/>
        </p:nvSpPr>
        <p:spPr>
          <a:xfrm>
            <a:off x="8551489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E5E2F57-A9B9-4235-BF20-E033B643E409}"/>
              </a:ext>
            </a:extLst>
          </p:cNvPr>
          <p:cNvSpPr>
            <a:spLocks noGrp="1"/>
          </p:cNvSpPr>
          <p:nvPr/>
        </p:nvSpPr>
        <p:spPr>
          <a:xfrm>
            <a:off x="8901673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D17E360-6976-4252-8566-673B77117D0F}"/>
              </a:ext>
            </a:extLst>
          </p:cNvPr>
          <p:cNvSpPr>
            <a:spLocks noGrp="1"/>
          </p:cNvSpPr>
          <p:nvPr/>
        </p:nvSpPr>
        <p:spPr>
          <a:xfrm>
            <a:off x="9251857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6D50270-A8AC-4DF5-BEC6-CCEB1A2BDC6D}"/>
              </a:ext>
            </a:extLst>
          </p:cNvPr>
          <p:cNvSpPr>
            <a:spLocks noGrp="1"/>
          </p:cNvSpPr>
          <p:nvPr/>
        </p:nvSpPr>
        <p:spPr>
          <a:xfrm>
            <a:off x="9602040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E3EBD89-97A9-48CB-BB5C-406D47509325}"/>
              </a:ext>
            </a:extLst>
          </p:cNvPr>
          <p:cNvSpPr>
            <a:spLocks noGrp="1"/>
          </p:cNvSpPr>
          <p:nvPr/>
        </p:nvSpPr>
        <p:spPr>
          <a:xfrm>
            <a:off x="9952224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F2B1817-003F-486D-B4D5-CDBBA5748396}"/>
              </a:ext>
            </a:extLst>
          </p:cNvPr>
          <p:cNvSpPr>
            <a:spLocks noGrp="1"/>
          </p:cNvSpPr>
          <p:nvPr/>
        </p:nvSpPr>
        <p:spPr>
          <a:xfrm>
            <a:off x="10302408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AA2B9D7-7E4F-4324-BBA0-263B7CD80149}"/>
              </a:ext>
            </a:extLst>
          </p:cNvPr>
          <p:cNvSpPr>
            <a:spLocks noGrp="1"/>
          </p:cNvSpPr>
          <p:nvPr/>
        </p:nvSpPr>
        <p:spPr>
          <a:xfrm>
            <a:off x="10652592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EC11DBF-DA7A-45D9-BE8C-3DEB2D214814}"/>
              </a:ext>
            </a:extLst>
          </p:cNvPr>
          <p:cNvSpPr>
            <a:spLocks noGrp="1"/>
          </p:cNvSpPr>
          <p:nvPr/>
        </p:nvSpPr>
        <p:spPr>
          <a:xfrm>
            <a:off x="11002776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B037B974-B1CF-48C4-AE6C-780498A966FF}"/>
              </a:ext>
            </a:extLst>
          </p:cNvPr>
          <p:cNvSpPr>
            <a:spLocks noGrp="1"/>
          </p:cNvSpPr>
          <p:nvPr/>
        </p:nvSpPr>
        <p:spPr>
          <a:xfrm>
            <a:off x="11352960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9C97606A-2711-4580-82A7-D921FADA3A04}"/>
              </a:ext>
            </a:extLst>
          </p:cNvPr>
          <p:cNvSpPr>
            <a:spLocks noGrp="1"/>
          </p:cNvSpPr>
          <p:nvPr/>
        </p:nvSpPr>
        <p:spPr>
          <a:xfrm>
            <a:off x="11703143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51329C28-255F-4A6B-BF65-FFC8F221D577}"/>
              </a:ext>
            </a:extLst>
          </p:cNvPr>
          <p:cNvSpPr>
            <a:spLocks noGrp="1"/>
          </p:cNvSpPr>
          <p:nvPr/>
        </p:nvSpPr>
        <p:spPr>
          <a:xfrm>
            <a:off x="12053327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DC2917A-DC5C-49F5-B8C5-0B73E0FEE16E}"/>
              </a:ext>
            </a:extLst>
          </p:cNvPr>
          <p:cNvSpPr>
            <a:spLocks noGrp="1"/>
          </p:cNvSpPr>
          <p:nvPr/>
        </p:nvSpPr>
        <p:spPr>
          <a:xfrm>
            <a:off x="12403511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B852AAB4-D939-4B9A-AA55-2D0E1D0A729A}"/>
              </a:ext>
            </a:extLst>
          </p:cNvPr>
          <p:cNvSpPr>
            <a:spLocks noGrp="1"/>
          </p:cNvSpPr>
          <p:nvPr/>
        </p:nvSpPr>
        <p:spPr>
          <a:xfrm>
            <a:off x="12753695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192444E0-3A47-48E7-8F28-097FB33F92D8}"/>
              </a:ext>
            </a:extLst>
          </p:cNvPr>
          <p:cNvSpPr>
            <a:spLocks noGrp="1"/>
          </p:cNvSpPr>
          <p:nvPr/>
        </p:nvSpPr>
        <p:spPr>
          <a:xfrm>
            <a:off x="13103879" y="3333750"/>
            <a:ext cx="350184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7C340AC-294D-4F9D-8FA1-CCD3C0A04A1F}"/>
              </a:ext>
            </a:extLst>
          </p:cNvPr>
          <p:cNvSpPr>
            <a:spLocks noGrp="1"/>
          </p:cNvSpPr>
          <p:nvPr/>
        </p:nvSpPr>
        <p:spPr>
          <a:xfrm>
            <a:off x="761766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699EB7C7-B4C1-4E73-898C-046F67F917D0}"/>
              </a:ext>
            </a:extLst>
          </p:cNvPr>
          <p:cNvSpPr>
            <a:spLocks noGrp="1"/>
          </p:cNvSpPr>
          <p:nvPr/>
        </p:nvSpPr>
        <p:spPr>
          <a:xfrm>
            <a:off x="773439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4D0829A-3F4A-43F7-9D4E-89F70AC5EAD2}"/>
              </a:ext>
            </a:extLst>
          </p:cNvPr>
          <p:cNvSpPr>
            <a:spLocks noGrp="1"/>
          </p:cNvSpPr>
          <p:nvPr/>
        </p:nvSpPr>
        <p:spPr>
          <a:xfrm>
            <a:off x="796784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B2C15D8F-4099-4ABA-8717-CBEC75E466CE}"/>
              </a:ext>
            </a:extLst>
          </p:cNvPr>
          <p:cNvSpPr>
            <a:spLocks noGrp="1"/>
          </p:cNvSpPr>
          <p:nvPr/>
        </p:nvSpPr>
        <p:spPr>
          <a:xfrm>
            <a:off x="808457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AC0E2134-E7FA-468D-B21A-478961E58FF3}"/>
              </a:ext>
            </a:extLst>
          </p:cNvPr>
          <p:cNvSpPr>
            <a:spLocks noGrp="1"/>
          </p:cNvSpPr>
          <p:nvPr/>
        </p:nvSpPr>
        <p:spPr>
          <a:xfrm>
            <a:off x="831803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B81B49AA-AC58-4F33-A8A8-F4AD6006385E}"/>
              </a:ext>
            </a:extLst>
          </p:cNvPr>
          <p:cNvSpPr>
            <a:spLocks noGrp="1"/>
          </p:cNvSpPr>
          <p:nvPr/>
        </p:nvSpPr>
        <p:spPr>
          <a:xfrm>
            <a:off x="843476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67937AA2-2688-4439-BDE8-4DF65A4A315A}"/>
              </a:ext>
            </a:extLst>
          </p:cNvPr>
          <p:cNvSpPr>
            <a:spLocks noGrp="1"/>
          </p:cNvSpPr>
          <p:nvPr/>
        </p:nvSpPr>
        <p:spPr>
          <a:xfrm>
            <a:off x="866821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AFDCD10B-B218-4E5C-A66C-6EADD98ED542}"/>
              </a:ext>
            </a:extLst>
          </p:cNvPr>
          <p:cNvSpPr>
            <a:spLocks noGrp="1"/>
          </p:cNvSpPr>
          <p:nvPr/>
        </p:nvSpPr>
        <p:spPr>
          <a:xfrm>
            <a:off x="878494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3D7EA2D9-A14F-403A-9A87-3E350D18F030}"/>
              </a:ext>
            </a:extLst>
          </p:cNvPr>
          <p:cNvSpPr>
            <a:spLocks noGrp="1"/>
          </p:cNvSpPr>
          <p:nvPr/>
        </p:nvSpPr>
        <p:spPr>
          <a:xfrm>
            <a:off x="901840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7BF010BC-8EE6-4B69-8961-C06359F28362}"/>
              </a:ext>
            </a:extLst>
          </p:cNvPr>
          <p:cNvSpPr>
            <a:spLocks noGrp="1"/>
          </p:cNvSpPr>
          <p:nvPr/>
        </p:nvSpPr>
        <p:spPr>
          <a:xfrm>
            <a:off x="913512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B77A9EF7-0FB3-4991-A83B-7F200FD89480}"/>
              </a:ext>
            </a:extLst>
          </p:cNvPr>
          <p:cNvSpPr>
            <a:spLocks noGrp="1"/>
          </p:cNvSpPr>
          <p:nvPr/>
        </p:nvSpPr>
        <p:spPr>
          <a:xfrm>
            <a:off x="936858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7CB99DA7-DC88-495B-AD25-6298D2430F02}"/>
              </a:ext>
            </a:extLst>
          </p:cNvPr>
          <p:cNvSpPr>
            <a:spLocks noGrp="1"/>
          </p:cNvSpPr>
          <p:nvPr/>
        </p:nvSpPr>
        <p:spPr>
          <a:xfrm>
            <a:off x="948531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6CC499A8-F063-44C4-B9F2-B6BE48CC22D9}"/>
              </a:ext>
            </a:extLst>
          </p:cNvPr>
          <p:cNvSpPr>
            <a:spLocks noGrp="1"/>
          </p:cNvSpPr>
          <p:nvPr/>
        </p:nvSpPr>
        <p:spPr>
          <a:xfrm>
            <a:off x="971876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CD0E585D-74CA-4D5A-8AED-34993A8CBD68}"/>
              </a:ext>
            </a:extLst>
          </p:cNvPr>
          <p:cNvSpPr>
            <a:spLocks noGrp="1"/>
          </p:cNvSpPr>
          <p:nvPr/>
        </p:nvSpPr>
        <p:spPr>
          <a:xfrm>
            <a:off x="983549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FAD93DC8-D9E1-4A77-BD35-04909F40A949}"/>
              </a:ext>
            </a:extLst>
          </p:cNvPr>
          <p:cNvSpPr>
            <a:spLocks noGrp="1"/>
          </p:cNvSpPr>
          <p:nvPr/>
        </p:nvSpPr>
        <p:spPr>
          <a:xfrm>
            <a:off x="1006895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CAA8C350-C9DB-40AD-B23E-209B5FEA9239}"/>
              </a:ext>
            </a:extLst>
          </p:cNvPr>
          <p:cNvSpPr>
            <a:spLocks noGrp="1"/>
          </p:cNvSpPr>
          <p:nvPr/>
        </p:nvSpPr>
        <p:spPr>
          <a:xfrm>
            <a:off x="1018568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94F5474C-B26C-480C-A1E7-0E3834DBD69D}"/>
              </a:ext>
            </a:extLst>
          </p:cNvPr>
          <p:cNvSpPr>
            <a:spLocks noGrp="1"/>
          </p:cNvSpPr>
          <p:nvPr/>
        </p:nvSpPr>
        <p:spPr>
          <a:xfrm>
            <a:off x="1041913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B0ADE750-676D-4B03-BEFC-64A063447173}"/>
              </a:ext>
            </a:extLst>
          </p:cNvPr>
          <p:cNvSpPr>
            <a:spLocks noGrp="1"/>
          </p:cNvSpPr>
          <p:nvPr/>
        </p:nvSpPr>
        <p:spPr>
          <a:xfrm>
            <a:off x="1053586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8E6A635D-2A01-487A-B071-B8B432A5925E}"/>
              </a:ext>
            </a:extLst>
          </p:cNvPr>
          <p:cNvSpPr>
            <a:spLocks noGrp="1"/>
          </p:cNvSpPr>
          <p:nvPr/>
        </p:nvSpPr>
        <p:spPr>
          <a:xfrm>
            <a:off x="1076932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C6CA3CD7-E027-47B1-BF82-95959B5EE497}"/>
              </a:ext>
            </a:extLst>
          </p:cNvPr>
          <p:cNvSpPr>
            <a:spLocks noGrp="1"/>
          </p:cNvSpPr>
          <p:nvPr/>
        </p:nvSpPr>
        <p:spPr>
          <a:xfrm>
            <a:off x="1088604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85A8201A-2F1A-4BA1-B2D0-2A2FF36485FA}"/>
              </a:ext>
            </a:extLst>
          </p:cNvPr>
          <p:cNvSpPr>
            <a:spLocks noGrp="1"/>
          </p:cNvSpPr>
          <p:nvPr/>
        </p:nvSpPr>
        <p:spPr>
          <a:xfrm>
            <a:off x="1111950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8796F996-BA01-4537-9733-6A430210DA0B}"/>
              </a:ext>
            </a:extLst>
          </p:cNvPr>
          <p:cNvSpPr>
            <a:spLocks noGrp="1"/>
          </p:cNvSpPr>
          <p:nvPr/>
        </p:nvSpPr>
        <p:spPr>
          <a:xfrm>
            <a:off x="1123623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8B5AA7EC-D867-4625-8FD4-51909975C3C8}"/>
              </a:ext>
            </a:extLst>
          </p:cNvPr>
          <p:cNvSpPr>
            <a:spLocks noGrp="1"/>
          </p:cNvSpPr>
          <p:nvPr/>
        </p:nvSpPr>
        <p:spPr>
          <a:xfrm>
            <a:off x="1146968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0F3D9141-C836-43F2-9A37-6E6F5F770461}"/>
              </a:ext>
            </a:extLst>
          </p:cNvPr>
          <p:cNvSpPr>
            <a:spLocks noGrp="1"/>
          </p:cNvSpPr>
          <p:nvPr/>
        </p:nvSpPr>
        <p:spPr>
          <a:xfrm>
            <a:off x="1158641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1982CC8B-F2A0-4B83-9331-A6300325394D}"/>
              </a:ext>
            </a:extLst>
          </p:cNvPr>
          <p:cNvSpPr>
            <a:spLocks noGrp="1"/>
          </p:cNvSpPr>
          <p:nvPr/>
        </p:nvSpPr>
        <p:spPr>
          <a:xfrm>
            <a:off x="1181987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839D3104-1ABF-49E6-A776-19447DF7BDFD}"/>
              </a:ext>
            </a:extLst>
          </p:cNvPr>
          <p:cNvSpPr>
            <a:spLocks noGrp="1"/>
          </p:cNvSpPr>
          <p:nvPr/>
        </p:nvSpPr>
        <p:spPr>
          <a:xfrm>
            <a:off x="1193659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0145BED3-9C51-44E1-B6E5-5145C27C1142}"/>
              </a:ext>
            </a:extLst>
          </p:cNvPr>
          <p:cNvSpPr>
            <a:spLocks noGrp="1"/>
          </p:cNvSpPr>
          <p:nvPr/>
        </p:nvSpPr>
        <p:spPr>
          <a:xfrm>
            <a:off x="1217005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BD84C068-99D4-45B0-86BA-6DE17F79B76C}"/>
              </a:ext>
            </a:extLst>
          </p:cNvPr>
          <p:cNvSpPr>
            <a:spLocks noGrp="1"/>
          </p:cNvSpPr>
          <p:nvPr/>
        </p:nvSpPr>
        <p:spPr>
          <a:xfrm>
            <a:off x="1228678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0ACAF8DE-349A-4615-B056-BF99D68CF9E2}"/>
              </a:ext>
            </a:extLst>
          </p:cNvPr>
          <p:cNvSpPr>
            <a:spLocks noGrp="1"/>
          </p:cNvSpPr>
          <p:nvPr/>
        </p:nvSpPr>
        <p:spPr>
          <a:xfrm>
            <a:off x="1252023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DB64E234-7CD9-4749-B105-FC53596BEC27}"/>
              </a:ext>
            </a:extLst>
          </p:cNvPr>
          <p:cNvSpPr>
            <a:spLocks noGrp="1"/>
          </p:cNvSpPr>
          <p:nvPr/>
        </p:nvSpPr>
        <p:spPr>
          <a:xfrm>
            <a:off x="1263696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DF70F907-75A1-41E5-A860-95CC32C3EC14}"/>
              </a:ext>
            </a:extLst>
          </p:cNvPr>
          <p:cNvSpPr>
            <a:spLocks noGrp="1"/>
          </p:cNvSpPr>
          <p:nvPr/>
        </p:nvSpPr>
        <p:spPr>
          <a:xfrm>
            <a:off x="1287042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D3DE461C-F01D-4B4E-9B76-2030E493FFFF}"/>
              </a:ext>
            </a:extLst>
          </p:cNvPr>
          <p:cNvSpPr>
            <a:spLocks noGrp="1"/>
          </p:cNvSpPr>
          <p:nvPr/>
        </p:nvSpPr>
        <p:spPr>
          <a:xfrm>
            <a:off x="1298715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4CE59F8B-7E8C-4A0D-8B9A-AD9CD474F664}"/>
              </a:ext>
            </a:extLst>
          </p:cNvPr>
          <p:cNvSpPr>
            <a:spLocks noGrp="1"/>
          </p:cNvSpPr>
          <p:nvPr/>
        </p:nvSpPr>
        <p:spPr>
          <a:xfrm>
            <a:off x="1322060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0C347EEC-F230-4218-A9C3-C622837C5BF6}"/>
              </a:ext>
            </a:extLst>
          </p:cNvPr>
          <p:cNvSpPr>
            <a:spLocks noGrp="1"/>
          </p:cNvSpPr>
          <p:nvPr/>
        </p:nvSpPr>
        <p:spPr>
          <a:xfrm>
            <a:off x="1333733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ED7D04FE-D8CC-449E-B445-55DC32074FEC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Each 1/4 is split into 3 equal pieces.</a:t>
            </a:r>
          </a:p>
        </p:txBody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1676E36A-05EB-495D-B378-E460E99D0513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5/12</a:t>
            </a:r>
          </a:p>
        </p:txBody>
      </p:sp>
    </p:spTree>
    <p:extLst>
      <p:ext uri="{BB962C8B-B14F-4D97-AF65-F5344CB8AC3E}">
        <p14:creationId xmlns:p14="http://schemas.microsoft.com/office/powerpoint/2010/main" val="2128386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73DE320B-8C94-448E-ADB0-9471CFF25F3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532CA1F-539F-4CAB-8269-FE01475321A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051550C-955F-4E27-85A4-A13F725BDFB1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1/4 ÷ 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27B6E80-0DAC-4DD4-B4EC-06E7EA460C3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B981F73-6791-4D7D-8767-05EFFE884C6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B7F530D-1CBD-4131-8D3B-D1649291275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542A3A3-7BD9-4798-811A-9EFA5467FA44}"/>
              </a:ext>
            </a:extLst>
          </p:cNvPr>
          <p:cNvSpPr>
            <a:spLocks noGrp="1"/>
          </p:cNvSpPr>
          <p:nvPr/>
        </p:nvSpPr>
        <p:spPr>
          <a:xfrm>
            <a:off x="1012031" y="2917031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 1/4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80FB6BF6-6908-44AC-A7AE-B00A3EDA1C64}"/>
              </a:ext>
            </a:extLst>
          </p:cNvPr>
          <p:cNvSpPr>
            <a:spLocks noGrp="1"/>
          </p:cNvSpPr>
          <p:nvPr/>
        </p:nvSpPr>
        <p:spPr>
          <a:xfrm>
            <a:off x="4167188" y="2917031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 × 4 + 1 = 21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F8E292D-7468-4202-8CC7-C5895872738C}"/>
              </a:ext>
            </a:extLst>
          </p:cNvPr>
          <p:cNvSpPr>
            <a:spLocks noGrp="1"/>
          </p:cNvSpPr>
          <p:nvPr/>
        </p:nvSpPr>
        <p:spPr>
          <a:xfrm>
            <a:off x="12858750" y="26193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315D8010-75E2-4C42-865B-D980EA5605FA}"/>
              </a:ext>
            </a:extLst>
          </p:cNvPr>
          <p:cNvSpPr>
            <a:spLocks noGrp="1"/>
          </p:cNvSpPr>
          <p:nvPr/>
        </p:nvSpPr>
        <p:spPr>
          <a:xfrm>
            <a:off x="12858750" y="3476625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BA4BA03-BB43-43D8-AA02-CA3D9B954A8C}"/>
              </a:ext>
            </a:extLst>
          </p:cNvPr>
          <p:cNvSpPr>
            <a:spLocks noGrp="1"/>
          </p:cNvSpPr>
          <p:nvPr/>
        </p:nvSpPr>
        <p:spPr>
          <a:xfrm>
            <a:off x="12858750" y="3571875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BD09679-34BC-4121-AC25-AD6336AB2465}"/>
              </a:ext>
            </a:extLst>
          </p:cNvPr>
          <p:cNvSpPr>
            <a:spLocks noGrp="1"/>
          </p:cNvSpPr>
          <p:nvPr/>
        </p:nvSpPr>
        <p:spPr>
          <a:xfrm>
            <a:off x="1012031" y="5000625"/>
            <a:ext cx="261937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750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88C5A8DB-82F1-491E-B0D1-D8D6F041DCE7}"/>
              </a:ext>
            </a:extLst>
          </p:cNvPr>
          <p:cNvSpPr>
            <a:spLocks noGrp="1"/>
          </p:cNvSpPr>
          <p:nvPr/>
        </p:nvSpPr>
        <p:spPr>
          <a:xfrm>
            <a:off x="4167188" y="5000625"/>
            <a:ext cx="8691563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× 1 + 0 = 3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7A818BA-1934-4D2F-9A60-D143D1CAE7D6}"/>
              </a:ext>
            </a:extLst>
          </p:cNvPr>
          <p:cNvSpPr>
            <a:spLocks noGrp="1"/>
          </p:cNvSpPr>
          <p:nvPr/>
        </p:nvSpPr>
        <p:spPr>
          <a:xfrm>
            <a:off x="12858750" y="47029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436583B-B726-4ECA-A2E6-0D6E71F4E20F}"/>
              </a:ext>
            </a:extLst>
          </p:cNvPr>
          <p:cNvSpPr>
            <a:spLocks noGrp="1"/>
          </p:cNvSpPr>
          <p:nvPr/>
        </p:nvSpPr>
        <p:spPr>
          <a:xfrm>
            <a:off x="12858750" y="5560219"/>
            <a:ext cx="1190625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E9C5AEC-B13D-425F-BC81-CBBADAFF0F2C}"/>
              </a:ext>
            </a:extLst>
          </p:cNvPr>
          <p:cNvSpPr>
            <a:spLocks noGrp="1"/>
          </p:cNvSpPr>
          <p:nvPr/>
        </p:nvSpPr>
        <p:spPr>
          <a:xfrm>
            <a:off x="12858750" y="5655469"/>
            <a:ext cx="1190625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336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4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-1">
            <a:extLst>
              <a:ext uri="{FF2B5EF4-FFF2-40B4-BE49-F238E27FC236}">
                <a16:creationId xmlns:a16="http://schemas.microsoft.com/office/drawing/2014/main" id="{9846D04E-4909-46F9-AD8A-7BDBCA29D7B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F2F82CB-793C-4287-98CE-E7267A5EA99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C0CB178-C5D0-4ED1-8DAC-846B40E18BA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5 1/4 ÷ 3.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7DC9BDF-D1E3-44BB-80B8-C69F303877AB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AAA52A4-0366-4EEB-99F5-8342C9E25A9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FECDEDC-7171-41EF-B728-8BC9F29A5AF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403567A-33FB-45F6-8324-408CC0CF8B7D}"/>
              </a:ext>
            </a:extLst>
          </p:cNvPr>
          <p:cNvSpPr>
            <a:spLocks noGrp="1"/>
          </p:cNvSpPr>
          <p:nvPr/>
        </p:nvSpPr>
        <p:spPr>
          <a:xfrm>
            <a:off x="1071563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A3D0122-6666-4867-8AD5-A21E966FCC56}"/>
              </a:ext>
            </a:extLst>
          </p:cNvPr>
          <p:cNvSpPr>
            <a:spLocks noGrp="1"/>
          </p:cNvSpPr>
          <p:nvPr/>
        </p:nvSpPr>
        <p:spPr>
          <a:xfrm>
            <a:off x="1071563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B88876C-5B30-4CC6-A3DB-057A86CC544B}"/>
              </a:ext>
            </a:extLst>
          </p:cNvPr>
          <p:cNvSpPr>
            <a:spLocks noGrp="1"/>
          </p:cNvSpPr>
          <p:nvPr/>
        </p:nvSpPr>
        <p:spPr>
          <a:xfrm>
            <a:off x="1071563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A22FCD5-D433-43AE-BB84-CF8BE72EFD02}"/>
              </a:ext>
            </a:extLst>
          </p:cNvPr>
          <p:cNvSpPr>
            <a:spLocks noGrp="1"/>
          </p:cNvSpPr>
          <p:nvPr/>
        </p:nvSpPr>
        <p:spPr>
          <a:xfrm>
            <a:off x="3095625" y="3500438"/>
            <a:ext cx="773906" cy="773906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5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÷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5DDC0D4-52BD-491E-9E34-4DAC5FEA59BD}"/>
              </a:ext>
            </a:extLst>
          </p:cNvPr>
          <p:cNvSpPr>
            <a:spLocks noGrp="1"/>
          </p:cNvSpPr>
          <p:nvPr/>
        </p:nvSpPr>
        <p:spPr>
          <a:xfrm>
            <a:off x="4345781" y="29765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0DFD29E-E9F7-4B3E-A555-941B321E1D51}"/>
              </a:ext>
            </a:extLst>
          </p:cNvPr>
          <p:cNvSpPr>
            <a:spLocks noGrp="1"/>
          </p:cNvSpPr>
          <p:nvPr/>
        </p:nvSpPr>
        <p:spPr>
          <a:xfrm>
            <a:off x="4345781" y="3833813"/>
            <a:ext cx="1369219" cy="35719"/>
          </a:xfrm>
          <a:prstGeom prst="rect">
            <a:avLst/>
          </a:prstGeom>
          <a:solidFill>
            <a:srgbClr val="1D4ED8"/>
          </a:solidFill>
          <a:ln w="0">
            <a:noFill/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AC143B5B-7CCD-4058-9C68-93E0B8776EC9}"/>
              </a:ext>
            </a:extLst>
          </p:cNvPr>
          <p:cNvSpPr>
            <a:spLocks noGrp="1"/>
          </p:cNvSpPr>
          <p:nvPr/>
        </p:nvSpPr>
        <p:spPr>
          <a:xfrm>
            <a:off x="4345781" y="3929063"/>
            <a:ext cx="1369219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4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FE4F282-5789-45F8-8675-FDFB20F5B496}"/>
              </a:ext>
            </a:extLst>
          </p:cNvPr>
          <p:cNvSpPr>
            <a:spLocks noGrp="1"/>
          </p:cNvSpPr>
          <p:nvPr/>
        </p:nvSpPr>
        <p:spPr>
          <a:xfrm>
            <a:off x="7500938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AD5536E-3445-42AA-B9D7-5AA811A8E028}"/>
              </a:ext>
            </a:extLst>
          </p:cNvPr>
          <p:cNvSpPr>
            <a:spLocks noGrp="1"/>
          </p:cNvSpPr>
          <p:nvPr/>
        </p:nvSpPr>
        <p:spPr>
          <a:xfrm>
            <a:off x="7784420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A3CD050-C1A5-4F6E-BE00-B32E9685E654}"/>
              </a:ext>
            </a:extLst>
          </p:cNvPr>
          <p:cNvSpPr>
            <a:spLocks noGrp="1"/>
          </p:cNvSpPr>
          <p:nvPr/>
        </p:nvSpPr>
        <p:spPr>
          <a:xfrm>
            <a:off x="8067902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6E98608-1A20-4F63-BA45-A74AE110AAD9}"/>
              </a:ext>
            </a:extLst>
          </p:cNvPr>
          <p:cNvSpPr>
            <a:spLocks noGrp="1"/>
          </p:cNvSpPr>
          <p:nvPr/>
        </p:nvSpPr>
        <p:spPr>
          <a:xfrm>
            <a:off x="8351384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DE9D4800-38A9-4C83-A98A-17982B98E654}"/>
              </a:ext>
            </a:extLst>
          </p:cNvPr>
          <p:cNvSpPr>
            <a:spLocks noGrp="1"/>
          </p:cNvSpPr>
          <p:nvPr/>
        </p:nvSpPr>
        <p:spPr>
          <a:xfrm>
            <a:off x="8634866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529DB278-B860-456E-9AE7-43B38EB61BFF}"/>
              </a:ext>
            </a:extLst>
          </p:cNvPr>
          <p:cNvSpPr>
            <a:spLocks noGrp="1"/>
          </p:cNvSpPr>
          <p:nvPr/>
        </p:nvSpPr>
        <p:spPr>
          <a:xfrm>
            <a:off x="8918348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AD4D876-C125-4B7B-BBE8-96A4F4245483}"/>
              </a:ext>
            </a:extLst>
          </p:cNvPr>
          <p:cNvSpPr>
            <a:spLocks noGrp="1"/>
          </p:cNvSpPr>
          <p:nvPr/>
        </p:nvSpPr>
        <p:spPr>
          <a:xfrm>
            <a:off x="9201830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B471A90-3491-48D1-B92B-316F54A64FD6}"/>
              </a:ext>
            </a:extLst>
          </p:cNvPr>
          <p:cNvSpPr>
            <a:spLocks noGrp="1"/>
          </p:cNvSpPr>
          <p:nvPr/>
        </p:nvSpPr>
        <p:spPr>
          <a:xfrm>
            <a:off x="9485313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5931E39B-57AC-4E7E-B95D-B74B0CAC6822}"/>
              </a:ext>
            </a:extLst>
          </p:cNvPr>
          <p:cNvSpPr>
            <a:spLocks noGrp="1"/>
          </p:cNvSpPr>
          <p:nvPr/>
        </p:nvSpPr>
        <p:spPr>
          <a:xfrm>
            <a:off x="9768795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24DF0702-8D7A-4117-95D3-D1E44C19AE27}"/>
              </a:ext>
            </a:extLst>
          </p:cNvPr>
          <p:cNvSpPr>
            <a:spLocks noGrp="1"/>
          </p:cNvSpPr>
          <p:nvPr/>
        </p:nvSpPr>
        <p:spPr>
          <a:xfrm>
            <a:off x="10052277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DCCAF1C1-BB0F-4EAD-9FD4-4AFA40CD1842}"/>
              </a:ext>
            </a:extLst>
          </p:cNvPr>
          <p:cNvSpPr>
            <a:spLocks noGrp="1"/>
          </p:cNvSpPr>
          <p:nvPr/>
        </p:nvSpPr>
        <p:spPr>
          <a:xfrm>
            <a:off x="10335759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E62E3B67-1429-4628-9605-2EBBB20B157F}"/>
              </a:ext>
            </a:extLst>
          </p:cNvPr>
          <p:cNvSpPr>
            <a:spLocks noGrp="1"/>
          </p:cNvSpPr>
          <p:nvPr/>
        </p:nvSpPr>
        <p:spPr>
          <a:xfrm>
            <a:off x="10619241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AE5630A-55B7-475C-8AF2-3966ACE4E893}"/>
              </a:ext>
            </a:extLst>
          </p:cNvPr>
          <p:cNvSpPr>
            <a:spLocks noGrp="1"/>
          </p:cNvSpPr>
          <p:nvPr/>
        </p:nvSpPr>
        <p:spPr>
          <a:xfrm>
            <a:off x="10902723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C1D7096-A10F-4707-B7DE-54EADAF84493}"/>
              </a:ext>
            </a:extLst>
          </p:cNvPr>
          <p:cNvSpPr>
            <a:spLocks noGrp="1"/>
          </p:cNvSpPr>
          <p:nvPr/>
        </p:nvSpPr>
        <p:spPr>
          <a:xfrm>
            <a:off x="11186205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C9577F21-F150-4213-A882-ABFEF7BDAC75}"/>
              </a:ext>
            </a:extLst>
          </p:cNvPr>
          <p:cNvSpPr>
            <a:spLocks noGrp="1"/>
          </p:cNvSpPr>
          <p:nvPr/>
        </p:nvSpPr>
        <p:spPr>
          <a:xfrm>
            <a:off x="11469687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4FE6B7D3-1574-4077-A2B7-3FCF85AC2125}"/>
              </a:ext>
            </a:extLst>
          </p:cNvPr>
          <p:cNvSpPr>
            <a:spLocks noGrp="1"/>
          </p:cNvSpPr>
          <p:nvPr/>
        </p:nvSpPr>
        <p:spPr>
          <a:xfrm>
            <a:off x="11753170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30B4B114-370C-4457-A7A1-A48250B35F06}"/>
              </a:ext>
            </a:extLst>
          </p:cNvPr>
          <p:cNvSpPr>
            <a:spLocks noGrp="1"/>
          </p:cNvSpPr>
          <p:nvPr/>
        </p:nvSpPr>
        <p:spPr>
          <a:xfrm>
            <a:off x="12036652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B4CDA5BE-82B3-4764-A9A0-2F0F3191E529}"/>
              </a:ext>
            </a:extLst>
          </p:cNvPr>
          <p:cNvSpPr>
            <a:spLocks noGrp="1"/>
          </p:cNvSpPr>
          <p:nvPr/>
        </p:nvSpPr>
        <p:spPr>
          <a:xfrm>
            <a:off x="12320134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9D7970B0-AD16-47D4-A65B-268714DD63E2}"/>
              </a:ext>
            </a:extLst>
          </p:cNvPr>
          <p:cNvSpPr>
            <a:spLocks noGrp="1"/>
          </p:cNvSpPr>
          <p:nvPr/>
        </p:nvSpPr>
        <p:spPr>
          <a:xfrm>
            <a:off x="12603616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8425AED5-C660-4BA2-9492-CF1A35EA96E6}"/>
              </a:ext>
            </a:extLst>
          </p:cNvPr>
          <p:cNvSpPr>
            <a:spLocks noGrp="1"/>
          </p:cNvSpPr>
          <p:nvPr/>
        </p:nvSpPr>
        <p:spPr>
          <a:xfrm>
            <a:off x="12887098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5E806E6-5EB4-47ED-B4E8-D2A9B3053A67}"/>
              </a:ext>
            </a:extLst>
          </p:cNvPr>
          <p:cNvSpPr>
            <a:spLocks noGrp="1"/>
          </p:cNvSpPr>
          <p:nvPr/>
        </p:nvSpPr>
        <p:spPr>
          <a:xfrm>
            <a:off x="13170580" y="3333750"/>
            <a:ext cx="283482" cy="773906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97DB2638-03BA-41F7-A7B4-616844A25B17}"/>
              </a:ext>
            </a:extLst>
          </p:cNvPr>
          <p:cNvSpPr>
            <a:spLocks noGrp="1"/>
          </p:cNvSpPr>
          <p:nvPr/>
        </p:nvSpPr>
        <p:spPr>
          <a:xfrm>
            <a:off x="759543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5A1AC031-AED7-47F6-BF8F-8E315FCB7AFE}"/>
              </a:ext>
            </a:extLst>
          </p:cNvPr>
          <p:cNvSpPr>
            <a:spLocks noGrp="1"/>
          </p:cNvSpPr>
          <p:nvPr/>
        </p:nvSpPr>
        <p:spPr>
          <a:xfrm>
            <a:off x="768992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B5FE897D-99D3-4DC1-9447-A8155A021314}"/>
              </a:ext>
            </a:extLst>
          </p:cNvPr>
          <p:cNvSpPr>
            <a:spLocks noGrp="1"/>
          </p:cNvSpPr>
          <p:nvPr/>
        </p:nvSpPr>
        <p:spPr>
          <a:xfrm>
            <a:off x="787891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D2C5D652-F132-46D8-B878-565CD9073D0F}"/>
              </a:ext>
            </a:extLst>
          </p:cNvPr>
          <p:cNvSpPr>
            <a:spLocks noGrp="1"/>
          </p:cNvSpPr>
          <p:nvPr/>
        </p:nvSpPr>
        <p:spPr>
          <a:xfrm>
            <a:off x="797340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4FB3AB64-185C-451B-AC95-216D3232ABA8}"/>
              </a:ext>
            </a:extLst>
          </p:cNvPr>
          <p:cNvSpPr>
            <a:spLocks noGrp="1"/>
          </p:cNvSpPr>
          <p:nvPr/>
        </p:nvSpPr>
        <p:spPr>
          <a:xfrm>
            <a:off x="816239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D9BB811E-92AD-4D37-A4DA-990FAF95ED3F}"/>
              </a:ext>
            </a:extLst>
          </p:cNvPr>
          <p:cNvSpPr>
            <a:spLocks noGrp="1"/>
          </p:cNvSpPr>
          <p:nvPr/>
        </p:nvSpPr>
        <p:spPr>
          <a:xfrm>
            <a:off x="825689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1B791AEF-45DA-41B8-99BE-2D1D5C7D6C3F}"/>
              </a:ext>
            </a:extLst>
          </p:cNvPr>
          <p:cNvSpPr>
            <a:spLocks noGrp="1"/>
          </p:cNvSpPr>
          <p:nvPr/>
        </p:nvSpPr>
        <p:spPr>
          <a:xfrm>
            <a:off x="844587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CBDE1C7F-0F10-4913-B9BF-6EDDCB6599AF}"/>
              </a:ext>
            </a:extLst>
          </p:cNvPr>
          <p:cNvSpPr>
            <a:spLocks noGrp="1"/>
          </p:cNvSpPr>
          <p:nvPr/>
        </p:nvSpPr>
        <p:spPr>
          <a:xfrm>
            <a:off x="854037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A06A5A4B-A5FA-4676-8939-E8E74510B3EC}"/>
              </a:ext>
            </a:extLst>
          </p:cNvPr>
          <p:cNvSpPr>
            <a:spLocks noGrp="1"/>
          </p:cNvSpPr>
          <p:nvPr/>
        </p:nvSpPr>
        <p:spPr>
          <a:xfrm>
            <a:off x="872936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BD33C095-5C08-4CE2-AE6D-9EA1D669864D}"/>
              </a:ext>
            </a:extLst>
          </p:cNvPr>
          <p:cNvSpPr>
            <a:spLocks noGrp="1"/>
          </p:cNvSpPr>
          <p:nvPr/>
        </p:nvSpPr>
        <p:spPr>
          <a:xfrm>
            <a:off x="882385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9E863EAC-4BFB-45D1-973B-2677E23A199E}"/>
              </a:ext>
            </a:extLst>
          </p:cNvPr>
          <p:cNvSpPr>
            <a:spLocks noGrp="1"/>
          </p:cNvSpPr>
          <p:nvPr/>
        </p:nvSpPr>
        <p:spPr>
          <a:xfrm>
            <a:off x="901284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B8520B9F-CFC2-4CA2-AD07-8EC0D0DD1464}"/>
              </a:ext>
            </a:extLst>
          </p:cNvPr>
          <p:cNvSpPr>
            <a:spLocks noGrp="1"/>
          </p:cNvSpPr>
          <p:nvPr/>
        </p:nvSpPr>
        <p:spPr>
          <a:xfrm>
            <a:off x="910733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770DFF9B-0594-4025-9E15-94D882141173}"/>
              </a:ext>
            </a:extLst>
          </p:cNvPr>
          <p:cNvSpPr>
            <a:spLocks noGrp="1"/>
          </p:cNvSpPr>
          <p:nvPr/>
        </p:nvSpPr>
        <p:spPr>
          <a:xfrm>
            <a:off x="929632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B6FF6539-7789-4C3C-9DB5-3703CFDCA4C2}"/>
              </a:ext>
            </a:extLst>
          </p:cNvPr>
          <p:cNvSpPr>
            <a:spLocks noGrp="1"/>
          </p:cNvSpPr>
          <p:nvPr/>
        </p:nvSpPr>
        <p:spPr>
          <a:xfrm>
            <a:off x="939081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AE5D9A5E-FEE7-4239-9017-F05EE55F7F7B}"/>
              </a:ext>
            </a:extLst>
          </p:cNvPr>
          <p:cNvSpPr>
            <a:spLocks noGrp="1"/>
          </p:cNvSpPr>
          <p:nvPr/>
        </p:nvSpPr>
        <p:spPr>
          <a:xfrm>
            <a:off x="957980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17997892-4C50-46FD-9A0F-D6532A8EC931}"/>
              </a:ext>
            </a:extLst>
          </p:cNvPr>
          <p:cNvSpPr>
            <a:spLocks noGrp="1"/>
          </p:cNvSpPr>
          <p:nvPr/>
        </p:nvSpPr>
        <p:spPr>
          <a:xfrm>
            <a:off x="967430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565475AD-D6BC-4E50-83CE-8F35D168DDDB}"/>
              </a:ext>
            </a:extLst>
          </p:cNvPr>
          <p:cNvSpPr>
            <a:spLocks noGrp="1"/>
          </p:cNvSpPr>
          <p:nvPr/>
        </p:nvSpPr>
        <p:spPr>
          <a:xfrm>
            <a:off x="986328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25769C28-E637-40D1-AE12-7248EBDBD8CA}"/>
              </a:ext>
            </a:extLst>
          </p:cNvPr>
          <p:cNvSpPr>
            <a:spLocks noGrp="1"/>
          </p:cNvSpPr>
          <p:nvPr/>
        </p:nvSpPr>
        <p:spPr>
          <a:xfrm>
            <a:off x="995778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641E2E63-BDD1-4F64-A662-E3E4DD98D631}"/>
              </a:ext>
            </a:extLst>
          </p:cNvPr>
          <p:cNvSpPr>
            <a:spLocks noGrp="1"/>
          </p:cNvSpPr>
          <p:nvPr/>
        </p:nvSpPr>
        <p:spPr>
          <a:xfrm>
            <a:off x="1014677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2E6460CE-5228-462F-9E85-8F341BE1E6D7}"/>
              </a:ext>
            </a:extLst>
          </p:cNvPr>
          <p:cNvSpPr>
            <a:spLocks noGrp="1"/>
          </p:cNvSpPr>
          <p:nvPr/>
        </p:nvSpPr>
        <p:spPr>
          <a:xfrm>
            <a:off x="1024126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EBD8896E-0612-4079-9795-10E7B4C67866}"/>
              </a:ext>
            </a:extLst>
          </p:cNvPr>
          <p:cNvSpPr>
            <a:spLocks noGrp="1"/>
          </p:cNvSpPr>
          <p:nvPr/>
        </p:nvSpPr>
        <p:spPr>
          <a:xfrm>
            <a:off x="1043025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69CB528E-C464-46B1-883E-AB841F1A379A}"/>
              </a:ext>
            </a:extLst>
          </p:cNvPr>
          <p:cNvSpPr>
            <a:spLocks noGrp="1"/>
          </p:cNvSpPr>
          <p:nvPr/>
        </p:nvSpPr>
        <p:spPr>
          <a:xfrm>
            <a:off x="1052474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FED580D0-F377-41E9-BCD0-E5ED4B5BFADA}"/>
              </a:ext>
            </a:extLst>
          </p:cNvPr>
          <p:cNvSpPr>
            <a:spLocks noGrp="1"/>
          </p:cNvSpPr>
          <p:nvPr/>
        </p:nvSpPr>
        <p:spPr>
          <a:xfrm>
            <a:off x="10713735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3930E940-08DE-430A-8A0B-DA36348BBE9C}"/>
              </a:ext>
            </a:extLst>
          </p:cNvPr>
          <p:cNvSpPr>
            <a:spLocks noGrp="1"/>
          </p:cNvSpPr>
          <p:nvPr/>
        </p:nvSpPr>
        <p:spPr>
          <a:xfrm>
            <a:off x="1080822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ACD44538-0DCB-4722-8897-2478434E4EC6}"/>
              </a:ext>
            </a:extLst>
          </p:cNvPr>
          <p:cNvSpPr>
            <a:spLocks noGrp="1"/>
          </p:cNvSpPr>
          <p:nvPr/>
        </p:nvSpPr>
        <p:spPr>
          <a:xfrm>
            <a:off x="10997217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FF25ED60-C9D5-42AE-9FE7-8C8B9663A30A}"/>
              </a:ext>
            </a:extLst>
          </p:cNvPr>
          <p:cNvSpPr>
            <a:spLocks noGrp="1"/>
          </p:cNvSpPr>
          <p:nvPr/>
        </p:nvSpPr>
        <p:spPr>
          <a:xfrm>
            <a:off x="11091711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57E6D9C4-8B69-46DF-A0B1-1B7BFAD61660}"/>
              </a:ext>
            </a:extLst>
          </p:cNvPr>
          <p:cNvSpPr>
            <a:spLocks noGrp="1"/>
          </p:cNvSpPr>
          <p:nvPr/>
        </p:nvSpPr>
        <p:spPr>
          <a:xfrm>
            <a:off x="11280699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C413191E-8528-441C-9EF2-0C3F80B19DF7}"/>
              </a:ext>
            </a:extLst>
          </p:cNvPr>
          <p:cNvSpPr>
            <a:spLocks noGrp="1"/>
          </p:cNvSpPr>
          <p:nvPr/>
        </p:nvSpPr>
        <p:spPr>
          <a:xfrm>
            <a:off x="11375193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799228E1-D2C8-40E5-8384-637C9ED9B1FD}"/>
              </a:ext>
            </a:extLst>
          </p:cNvPr>
          <p:cNvSpPr>
            <a:spLocks noGrp="1"/>
          </p:cNvSpPr>
          <p:nvPr/>
        </p:nvSpPr>
        <p:spPr>
          <a:xfrm>
            <a:off x="1156418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A1E784F8-C8A8-4834-891B-D00B80A67151}"/>
              </a:ext>
            </a:extLst>
          </p:cNvPr>
          <p:cNvSpPr>
            <a:spLocks noGrp="1"/>
          </p:cNvSpPr>
          <p:nvPr/>
        </p:nvSpPr>
        <p:spPr>
          <a:xfrm>
            <a:off x="1165867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B1339E0A-3545-4422-8C24-B47463AF3702}"/>
              </a:ext>
            </a:extLst>
          </p:cNvPr>
          <p:cNvSpPr>
            <a:spLocks noGrp="1"/>
          </p:cNvSpPr>
          <p:nvPr/>
        </p:nvSpPr>
        <p:spPr>
          <a:xfrm>
            <a:off x="1184766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36581A5F-CC1E-451E-B456-F6D5F4945150}"/>
              </a:ext>
            </a:extLst>
          </p:cNvPr>
          <p:cNvSpPr>
            <a:spLocks noGrp="1"/>
          </p:cNvSpPr>
          <p:nvPr/>
        </p:nvSpPr>
        <p:spPr>
          <a:xfrm>
            <a:off x="1194215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84204C9C-E8DA-4279-A7E1-FA5487916ABE}"/>
              </a:ext>
            </a:extLst>
          </p:cNvPr>
          <p:cNvSpPr>
            <a:spLocks noGrp="1"/>
          </p:cNvSpPr>
          <p:nvPr/>
        </p:nvSpPr>
        <p:spPr>
          <a:xfrm>
            <a:off x="1213114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7E2D6CA4-29AF-4676-A09B-4D45B61EF169}"/>
              </a:ext>
            </a:extLst>
          </p:cNvPr>
          <p:cNvSpPr>
            <a:spLocks noGrp="1"/>
          </p:cNvSpPr>
          <p:nvPr/>
        </p:nvSpPr>
        <p:spPr>
          <a:xfrm>
            <a:off x="1222564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AEDD6BF5-D5F7-4CAA-8081-AB7176E730ED}"/>
              </a:ext>
            </a:extLst>
          </p:cNvPr>
          <p:cNvSpPr>
            <a:spLocks noGrp="1"/>
          </p:cNvSpPr>
          <p:nvPr/>
        </p:nvSpPr>
        <p:spPr>
          <a:xfrm>
            <a:off x="1241462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487DD0DD-5412-4603-B561-22011A1C0312}"/>
              </a:ext>
            </a:extLst>
          </p:cNvPr>
          <p:cNvSpPr>
            <a:spLocks noGrp="1"/>
          </p:cNvSpPr>
          <p:nvPr/>
        </p:nvSpPr>
        <p:spPr>
          <a:xfrm>
            <a:off x="1250912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BC4FA17B-11B3-4658-AB67-2A64CB269A49}"/>
              </a:ext>
            </a:extLst>
          </p:cNvPr>
          <p:cNvSpPr>
            <a:spLocks noGrp="1"/>
          </p:cNvSpPr>
          <p:nvPr/>
        </p:nvSpPr>
        <p:spPr>
          <a:xfrm>
            <a:off x="12698110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5052BFFC-BA3D-4D66-90C7-C5E3F25A2E43}"/>
              </a:ext>
            </a:extLst>
          </p:cNvPr>
          <p:cNvSpPr>
            <a:spLocks noGrp="1"/>
          </p:cNvSpPr>
          <p:nvPr/>
        </p:nvSpPr>
        <p:spPr>
          <a:xfrm>
            <a:off x="1279260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41ED7DFD-252D-4E83-A9FF-BA1DAC66989D}"/>
              </a:ext>
            </a:extLst>
          </p:cNvPr>
          <p:cNvSpPr>
            <a:spLocks noGrp="1"/>
          </p:cNvSpPr>
          <p:nvPr/>
        </p:nvSpPr>
        <p:spPr>
          <a:xfrm>
            <a:off x="12981592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0F002974-9E01-4799-9DA5-771A7772512A}"/>
              </a:ext>
            </a:extLst>
          </p:cNvPr>
          <p:cNvSpPr>
            <a:spLocks noGrp="1"/>
          </p:cNvSpPr>
          <p:nvPr/>
        </p:nvSpPr>
        <p:spPr>
          <a:xfrm>
            <a:off x="13076086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EC0FD062-A14D-4EC5-8B6D-76465E964758}"/>
              </a:ext>
            </a:extLst>
          </p:cNvPr>
          <p:cNvSpPr>
            <a:spLocks noGrp="1"/>
          </p:cNvSpPr>
          <p:nvPr/>
        </p:nvSpPr>
        <p:spPr>
          <a:xfrm>
            <a:off x="13265074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A7CCD423-C7CE-42A9-8284-B85223B99D68}"/>
              </a:ext>
            </a:extLst>
          </p:cNvPr>
          <p:cNvSpPr>
            <a:spLocks noGrp="1"/>
          </p:cNvSpPr>
          <p:nvPr/>
        </p:nvSpPr>
        <p:spPr>
          <a:xfrm>
            <a:off x="13359568" y="3333750"/>
            <a:ext cx="0" cy="773906"/>
          </a:xfrm>
          <a:prstGeom prst="line">
            <a:avLst/>
          </a:prstGeom>
          <a:noFill/>
          <a:ln w="23813">
            <a:solidFill>
              <a:srgbClr val="9A5800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142AA392-5693-4A3C-9FF5-E58F9CA44210}"/>
              </a:ext>
            </a:extLst>
          </p:cNvPr>
          <p:cNvSpPr>
            <a:spLocks noGrp="1"/>
          </p:cNvSpPr>
          <p:nvPr/>
        </p:nvSpPr>
        <p:spPr>
          <a:xfrm>
            <a:off x="952500" y="6607969"/>
            <a:ext cx="13335000" cy="53578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531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531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Each 1/4 is split into 3 equal pieces.</a:t>
            </a:r>
          </a:p>
        </p:txBody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91E905B4-A517-4B14-8522-EC5C2C052731}"/>
              </a:ext>
            </a:extLst>
          </p:cNvPr>
          <p:cNvSpPr>
            <a:spLocks noGrp="1"/>
          </p:cNvSpPr>
          <p:nvPr/>
        </p:nvSpPr>
        <p:spPr>
          <a:xfrm>
            <a:off x="892969" y="7262813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Answer: 1 3/4</a:t>
            </a:r>
          </a:p>
        </p:txBody>
      </p:sp>
    </p:spTree>
    <p:extLst>
      <p:ext uri="{BB962C8B-B14F-4D97-AF65-F5344CB8AC3E}">
        <p14:creationId xmlns:p14="http://schemas.microsoft.com/office/powerpoint/2010/main" val="346688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FED64E28-2BE4-4B10-890D-8EEC7B90CE4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5DB7467-D392-4875-A824-E599AD4F1D3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D1E4B14-7C07-4011-9B14-A008BBD4956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FD7594E-8808-41B0-AEDE-7F8BCB97FBA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718A030-FADF-4CF0-8DD7-B412E4AFA24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C47C12D-9EC8-4C3C-B54F-AA38514ECB1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3B491F9E-21FF-438D-BFE6-F244F1AEFA73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C72C471-8BAD-4907-A156-58BDBE924D5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B57B7D3-EE02-4537-B796-E8F35DB846C5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04AF575-2492-4A09-9052-31B74A061B2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Seven eighths of a litre is shared equally between 3 cups. How much is in each cup?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BBF694B-8364-487C-9B07-CA7CBDE2B934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90CE083-3109-4617-BF28-E2EC8F3B97F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Calculate 1/3 divided by 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91036EA-30C2-4BAE-B078-ED0284A5EFA5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9DD17164-C104-4A52-9D35-E82450618689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Calculate 2 1/4 divided by 3.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5C75CFF-11CC-49DB-AED7-2E2A162A3A71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206C681-4453-44B1-95A7-39DBE239706A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Seven eighths of a litre is shared equally between 3 cups. How much is in each cup?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E96ABF26-7E67-43EC-AA1F-6CE4D286792D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E0BD805-CE75-469F-AC33-73CA0A01A63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Calculate 1/3 divided by 4.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37FDE808-22C9-4534-8C71-16C5D9472FAA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A7DDCED0-F1BD-49B2-A86C-6E3A75FFB188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Calculate 3/4 divided by 2.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1A8E1920-D111-4BCF-9C06-561BA7F69EA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ADC75A44-0CE3-4B5C-A768-247914BEC6F8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divides both the numerator and denominator by the whole number.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5E85889-12A1-4335-9116-87F90527DF00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C1ED951D-9956-4295-9676-8C3B550524B3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787A662-D12A-4D4F-994E-095200A9FF30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BE4C7B5F-62F6-44D7-8354-F23B437FE8C4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Calculate 1/3 divided by 4.</a:t>
            </a:r>
          </a:p>
        </p:txBody>
      </p:sp>
    </p:spTree>
    <p:extLst>
      <p:ext uri="{BB962C8B-B14F-4D97-AF65-F5344CB8AC3E}">
        <p14:creationId xmlns:p14="http://schemas.microsoft.com/office/powerpoint/2010/main" val="278154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88423D3A-55F7-4166-85D8-60C22FEA8FCE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59A10B54-D6A6-4D4C-BBF1-67C8F5FA614B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82377AC-ABC8-4DFC-8C7D-56078F63FDA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D71A6D5-21DD-4A75-A0E3-4105F01BC1F1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Divide mixed numbers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C3CCF6C-51BE-4D80-A527-6F8A54C0A1D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7014A11-3E96-4C91-BF92-B157EA26FAA4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6E2459DA-417E-48D3-BB0A-901C09A4EBCA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3/4.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0BE2E84-3835-431C-917A-0A0E1960F093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77A1701-58AD-4262-B962-BBF935100EC1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7/24 litre.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B829FB1-2E9A-4A6B-B530-D9BF03CF6DF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67F0118-C45C-4395-87D5-AFF19523DEF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1/12.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5F31E5DB-E4EA-42DC-B659-6D5203CBBDA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96D7D3CB-6BBA-4FB6-9CC5-15D2D78BF44E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90C12E7-2F1E-411B-8138-FA7328BADD1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2D28A213-4066-44E6-AC02-13B0308C60BF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7/24 litre.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7D103231-9467-4F71-A4CA-DA943E484F4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B2D3FCDF-7857-438F-A59C-C9A8999F4107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1/12.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B981A617-9CBE-40DB-B722-3DDBEDA090C5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35023A5-7BD8-4263-85B2-8F063AC6BD9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3/8.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3F64BAE0-4A98-4493-90E8-CA5459588E60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B863E273-AE0D-4DFA-9B3F-2D95BCB9B783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Division changes the size of each share. Use a bar model or multiply by the unit fraction, then simplify.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8A0B1861-32B4-43F7-B6EC-201A530917C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9C05D1E0-63F7-4EF5-BDB0-D5088E4DEA5C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EFAC786-8A7B-490A-A9E9-22E572E6044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0364A747-6D9A-46B3-8160-01191A9208CA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3487866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Microsoft Office PowerPoint</Application>
  <DocSecurity>0</DocSecurity>
  <PresentationFormat>Custom</PresentationFormat>
  <Paragraphs>172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2026-09-14T13:19:16Z</dcterms:created>
  <dcterms:modified xsi:type="dcterms:W3CDTF">2026-09-14T13:20:07Z</dcterms:modified>
</cp:coreProperties>
</file>