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0e171577f34d21" /><Relationship Type="http://schemas.openxmlformats.org/officeDocument/2006/relationships/extended-properties" Target="/docProps/app.xml" Id="Rdddb29314e13446b" /><Relationship Type="http://schemas.openxmlformats.org/officeDocument/2006/relationships/officeDocument" Target="/ppt/presentation.xml" Id="Rb878e4c82b144f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573a50b4684518"/>
  </p:sldMasterIdLst>
  <p:notesMasterIdLst>
    <p:notesMasterId xmlns:r="http://schemas.openxmlformats.org/officeDocument/2006/relationships" r:id="Rcdae2b15be684fa1"/>
  </p:notesMasterIdLst>
  <p:sldIdLst>
    <p:sldId xmlns:r="http://schemas.openxmlformats.org/officeDocument/2006/relationships" id="256" r:id="R21ddc63b7f424bdf"/>
    <p:sldId xmlns:r="http://schemas.openxmlformats.org/officeDocument/2006/relationships" id="257" r:id="R26b572a732f94cf7"/>
    <p:sldId xmlns:r="http://schemas.openxmlformats.org/officeDocument/2006/relationships" id="258" r:id="R861fb8d1146b432e"/>
    <p:sldId xmlns:r="http://schemas.openxmlformats.org/officeDocument/2006/relationships" id="259" r:id="Rdf0c0c041ec64744"/>
    <p:sldId xmlns:r="http://schemas.openxmlformats.org/officeDocument/2006/relationships" id="260" r:id="Rbec0355f9b564559"/>
    <p:sldId xmlns:r="http://schemas.openxmlformats.org/officeDocument/2006/relationships" id="261" r:id="Rb17e1fa0126b4bc6"/>
    <p:sldId xmlns:r="http://schemas.openxmlformats.org/officeDocument/2006/relationships" id="262" r:id="Rb4e5e9b246f54a95"/>
    <p:sldId xmlns:r="http://schemas.openxmlformats.org/officeDocument/2006/relationships" id="263" r:id="R2aa1eefab8604208"/>
    <p:sldId xmlns:r="http://schemas.openxmlformats.org/officeDocument/2006/relationships" id="264" r:id="Rdca0ff2da47c4cfc"/>
    <p:sldId xmlns:r="http://schemas.openxmlformats.org/officeDocument/2006/relationships" id="265" r:id="R4841038aa7de47a5"/>
    <p:sldId xmlns:r="http://schemas.openxmlformats.org/officeDocument/2006/relationships" id="266" r:id="R75dfed3eb46e4d90"/>
    <p:sldId xmlns:r="http://schemas.openxmlformats.org/officeDocument/2006/relationships" id="267" r:id="R8bd82880487d48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265387e1314bfd" /><Relationship Type="http://schemas.openxmlformats.org/officeDocument/2006/relationships/slideMaster" Target="/ppt/slideMasters/slideMaster1.xml" Id="Rd9573a50b4684518" /><Relationship Type="http://schemas.openxmlformats.org/officeDocument/2006/relationships/notesMaster" Target="/ppt/notesMasters/notesMaster1.xml" Id="Rcdae2b15be684fa1" /><Relationship Type="http://schemas.openxmlformats.org/officeDocument/2006/relationships/presProps" Target="/ppt/presProps.xml" Id="Rd09451adc1c34783" /><Relationship Type="http://schemas.openxmlformats.org/officeDocument/2006/relationships/tableStyles" Target="/ppt/tableStyles.xml" Id="R3284172e31c748e5" /><Relationship Type="http://schemas.openxmlformats.org/officeDocument/2006/relationships/slide" Target="/ppt/slides/slide1.xml" Id="R21ddc63b7f424bdf" /><Relationship Type="http://schemas.openxmlformats.org/officeDocument/2006/relationships/slide" Target="/ppt/slides/slide2.xml" Id="R26b572a732f94cf7" /><Relationship Type="http://schemas.openxmlformats.org/officeDocument/2006/relationships/slide" Target="/ppt/slides/slide3.xml" Id="R861fb8d1146b432e" /><Relationship Type="http://schemas.openxmlformats.org/officeDocument/2006/relationships/slide" Target="/ppt/slides/slide4.xml" Id="Rdf0c0c041ec64744" /><Relationship Type="http://schemas.openxmlformats.org/officeDocument/2006/relationships/slide" Target="/ppt/slides/slide5.xml" Id="Rbec0355f9b564559" /><Relationship Type="http://schemas.openxmlformats.org/officeDocument/2006/relationships/slide" Target="/ppt/slides/slide6.xml" Id="Rb17e1fa0126b4bc6" /><Relationship Type="http://schemas.openxmlformats.org/officeDocument/2006/relationships/slide" Target="/ppt/slides/slide7.xml" Id="Rb4e5e9b246f54a95" /><Relationship Type="http://schemas.openxmlformats.org/officeDocument/2006/relationships/slide" Target="/ppt/slides/slide8.xml" Id="R2aa1eefab8604208" /><Relationship Type="http://schemas.openxmlformats.org/officeDocument/2006/relationships/slide" Target="/ppt/slides/slide9.xml" Id="Rdca0ff2da47c4cfc" /><Relationship Type="http://schemas.openxmlformats.org/officeDocument/2006/relationships/slide" Target="/ppt/slides/slide10.xml" Id="R4841038aa7de47a5" /><Relationship Type="http://schemas.openxmlformats.org/officeDocument/2006/relationships/slide" Target="/ppt/slides/slide11.xml" Id="R75dfed3eb46e4d90" /><Relationship Type="http://schemas.openxmlformats.org/officeDocument/2006/relationships/slide" Target="/ppt/slides/slide12.xml" Id="R8bd82880487d48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7d6d03bef744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80a4a217e44e4b" /><Relationship Type="http://schemas.openxmlformats.org/officeDocument/2006/relationships/notesMaster" Target="/ppt/notesMasters/notesMaster1.xml" Id="R249c2aabfeaf41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384462b69f476e" /><Relationship Type="http://schemas.openxmlformats.org/officeDocument/2006/relationships/notesMaster" Target="/ppt/notesMasters/notesMaster1.xml" Id="Rb7e1201896304c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17cfe18f2446cb" /><Relationship Type="http://schemas.openxmlformats.org/officeDocument/2006/relationships/notesMaster" Target="/ppt/notesMasters/notesMaster1.xml" Id="R1f6941ece40645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8e3dfc55554d58" /><Relationship Type="http://schemas.openxmlformats.org/officeDocument/2006/relationships/notesMaster" Target="/ppt/notesMasters/notesMaster1.xml" Id="Rfe1dddcf257b4c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7e077c9297495e" /><Relationship Type="http://schemas.openxmlformats.org/officeDocument/2006/relationships/notesMaster" Target="/ppt/notesMasters/notesMaster1.xml" Id="R9af0613cd2a84f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3d1b9fcad440b0" /><Relationship Type="http://schemas.openxmlformats.org/officeDocument/2006/relationships/notesMaster" Target="/ppt/notesMasters/notesMaster1.xml" Id="Rb4c23af44ecd4a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291bebbb784030" /><Relationship Type="http://schemas.openxmlformats.org/officeDocument/2006/relationships/notesMaster" Target="/ppt/notesMasters/notesMaster1.xml" Id="R49be373f184c4f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40e0c3248f468c" /><Relationship Type="http://schemas.openxmlformats.org/officeDocument/2006/relationships/notesMaster" Target="/ppt/notesMasters/notesMaster1.xml" Id="R386df3495fed42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7a3953610e4cdf" /><Relationship Type="http://schemas.openxmlformats.org/officeDocument/2006/relationships/notesMaster" Target="/ppt/notesMasters/notesMaster1.xml" Id="R5d66c725dff441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1d2fed43c44b16" /><Relationship Type="http://schemas.openxmlformats.org/officeDocument/2006/relationships/notesMaster" Target="/ppt/notesMasters/notesMaster1.xml" Id="Rdc41cf1826f142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9bcddbcba141cb" /><Relationship Type="http://schemas.openxmlformats.org/officeDocument/2006/relationships/notesMaster" Target="/ppt/notesMasters/notesMaster1.xml" Id="R584b19452be940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817bd0e9714e24" /><Relationship Type="http://schemas.openxmlformats.org/officeDocument/2006/relationships/notesMaster" Target="/ppt/notesMasters/notesMaster1.xml" Id="R06693921ff3042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counters,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7/24 litre. | Represent the fraction as equal parts or use an equivalent multiplication. |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divide, share, quotient, unit fraction, non-unit fraction, reciprocal.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7/24 litre.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7/24 litre..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1/12. | Division changes the size of each share. Use a bar model or multiply by the unit fraction, then simplify.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f7697083694d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8a104467a948a6" /><Relationship Type="http://schemas.openxmlformats.org/officeDocument/2006/relationships/slideLayout" Target="/ppt/slideLayouts/slideLayout1.xml" Id="Rc90c924014a34e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0c924014a34e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da6486d204a1c" /><Relationship Type="http://schemas.openxmlformats.org/officeDocument/2006/relationships/notesSlide" Target="/ppt/notesSlides/notesSlide1.xml" Id="Rd3e73851573344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3edd5e778426e" /><Relationship Type="http://schemas.openxmlformats.org/officeDocument/2006/relationships/notesSlide" Target="/ppt/notesSlides/notesSlide2.xml" Id="Rabf5e40a9e504d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a62e89fe04f2a" /><Relationship Type="http://schemas.openxmlformats.org/officeDocument/2006/relationships/notesSlide" Target="/ppt/notesSlides/notesSlide3.xml" Id="Ra25f218f35ed4f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ca80597ee4d0a" /><Relationship Type="http://schemas.openxmlformats.org/officeDocument/2006/relationships/notesSlide" Target="/ppt/notesSlides/notesSlide4.xml" Id="R72867e62d7264e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f45c964ad44b3" /><Relationship Type="http://schemas.openxmlformats.org/officeDocument/2006/relationships/notesSlide" Target="/ppt/notesSlides/notesSlide5.xml" Id="Rc024df0c680041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8b7fcdcaf4da9" /><Relationship Type="http://schemas.openxmlformats.org/officeDocument/2006/relationships/notesSlide" Target="/ppt/notesSlides/notesSlide6.xml" Id="Rf7192860cf9c41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f699e815748f7" /><Relationship Type="http://schemas.openxmlformats.org/officeDocument/2006/relationships/image" Target="/ppt/media/image.png" Id="Rc815e10364594f9c" /><Relationship Type="http://schemas.openxmlformats.org/officeDocument/2006/relationships/notesSlide" Target="/ppt/notesSlides/notesSlide7.xml" Id="R5229aef0b7794d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4b7bc6f0347a8" /><Relationship Type="http://schemas.openxmlformats.org/officeDocument/2006/relationships/notesSlide" Target="/ppt/notesSlides/notesSlide8.xml" Id="Rbec64799bc1544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c2532b32a43bb" /><Relationship Type="http://schemas.openxmlformats.org/officeDocument/2006/relationships/notesSlide" Target="/ppt/notesSlides/notesSlide9.xml" Id="Re9fb73063db144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45a92a91a4cd1" /><Relationship Type="http://schemas.openxmlformats.org/officeDocument/2006/relationships/notesSlide" Target="/ppt/notesSlides/notesSlide10.xml" Id="R88c48e385f0048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38be1aafb404f" /><Relationship Type="http://schemas.openxmlformats.org/officeDocument/2006/relationships/notesSlide" Target="/ppt/notesSlides/notesSlide11.xml" Id="Rd63cb6c36c1d45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291ca3c5f428b" /><Relationship Type="http://schemas.openxmlformats.org/officeDocument/2006/relationships/notesSlide" Target="/ppt/notesSlides/notesSlide12.xml" Id="Rf6e65cd7667644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593E6A-9FAE-4F51-8D4B-F5F6070F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94141-4296-4CE9-9658-D8689BA0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C1E5B-516B-4E18-B59C-AAC93B50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2C5DE-012C-4459-B1C0-902BD002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D768A-1C12-40E3-A9DC-C67ACBC7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8F687-4080-4B86-9A96-14F0C484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97C25-AC22-4FCB-AA4A-6A66D4FB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646AD-8CCD-48BC-AAB2-62103A55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mixed numbers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329A63-B4F6-41CA-BB45-71D419A3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7CFE8-1E29-420C-A3A5-BF52526E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6E2CF-F687-41D4-A220-9E0126AF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285944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F3060F-D28A-4911-9E2B-498F9E3D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A0AB0-6C84-49B6-94A9-C0EF6BF1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BF0A7-B8E8-4E63-8F7B-858A0556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046C4-F416-4FB1-B6A3-9417F9D5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A2625-5CA1-45ED-B168-B708A434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7BE43-9356-4E99-817F-B7A29421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A07203-0D72-4716-8EF7-46B3C7ED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C6CF6-72F5-4BFA-9443-5690887C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0978F-045A-4031-912D-0BEEBADF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8997-9B5A-49DE-AF7B-9E6CA02D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D3BB17-06D4-4A89-AD0A-F752A2DA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C41FA0-AD9E-444B-8C32-2CAE704A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AB8F1B-9604-4138-86FB-706EDFB1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Share unit and non-unit fractions equally and connect division with multiplication by a unit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9C741-784E-4CDA-988E-6FD2E341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9A93F-33B5-4B56-B444-84B453EF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E6CC55-6D24-4F56-9B8D-6B009609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DA7E3-88ED-41E5-B34B-22C32CBE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A465AD-41D4-43AF-9274-3A4461CC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684021-33C9-44E2-B45B-4BA61807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C8FDD-88AF-4254-8099-231DE0E2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AE1BEE-CE64-484C-9103-B1A55084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 1/4 divided by 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A04DD-4DEF-42C6-BB96-732ADA4A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098282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3C586-C0D0-4EE8-A43D-131BF8A3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949D0-E530-48B5-824E-4969AEAE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CB031-6B2D-45E6-9677-096D5F23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C9806-00EE-4FBC-86BD-98DBC41F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D8B232-6D7F-4B95-BDD4-9AE7E6C2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7142B-323F-4A04-8F5D-49F34793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FF4C80-AA39-4DDC-BD23-E2FF0D2B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8F8A6-CDD2-4E9B-8C50-C3CBE523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65821-E2FB-4C6E-8692-BB86101F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88BA30-18D5-401E-AF40-04AAC85D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mixed numbers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F9633-ED6E-438B-B9DF-34462495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8E919F-9443-46FA-91F9-5D4942AB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Represent the fraction as equal parts or use an equivalent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998309-4197-41AB-AC79-5DC18599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the numerator when possible or multiply the denominator by the whole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4BCC9-B329-41AB-9629-98BA3A1B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check by multiplying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011D2-AEAF-4D63-96C7-F856ED2C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  |  share  |  quotient  |  unit fraction  |  non-unit fraction  |  reciprocal</a:t>
            </a:r>
          </a:p>
        </p:txBody>
      </p:sp>
    </p:spTree>
    <p:extLst>
      <p:ext uri="{BB962C8B-B14F-4D97-AF65-F5344CB8AC3E}">
        <p14:creationId xmlns:p14="http://schemas.microsoft.com/office/powerpoint/2010/main" val="18498079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54559D-5FCF-4DB6-8F16-ED1AFC7F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B559F-C436-4957-B492-2CB75D8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3E407-260E-4460-97FA-CEB50F0C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4B662-524D-4CB8-BF79-5F67C63E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4A365-C285-4BE0-A906-CEEDFE22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459B77-781A-4B41-A6EB-747FFB9A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898CE5-AA1B-496B-973B-88744144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A2E11-B53D-448B-9160-06400B11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A9E1C-63BA-492C-A30F-62F4B463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1A0DA-7579-4F0A-B2E6-0476ACA1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D6225-25BB-4C38-862E-D7A5F8D1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586225-DB3D-4876-844B-C02BA0F8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6F34A-4A3B-4346-B15F-AC0365A8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 1/4 ÷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BD81C-B950-43C2-B584-798C4222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4B01D-E14B-4DB0-9936-0A81EFD2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F4A62-A8A5-4E8C-9537-9B797097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 1/4 = 9/4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7886C-996B-471D-AABC-CFA2BEA1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B71E6-B9C9-49C6-ADB6-24A50697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56CD63-6B1C-4BD4-B321-09293E1D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9/4 × 1/3 = 9/12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B9E9B-FF3E-417D-9B13-73562137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63550-C0A0-4882-AC17-7B9A438F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45FEE-6185-4337-B1B5-D7C40856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9/12 = 3/4</a:t>
            </a:r>
          </a:p>
        </p:txBody>
      </p:sp>
    </p:spTree>
    <p:extLst>
      <p:ext uri="{BB962C8B-B14F-4D97-AF65-F5344CB8AC3E}">
        <p14:creationId xmlns:p14="http://schemas.microsoft.com/office/powerpoint/2010/main" val="17905924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26EFAE-4DE2-4BAA-A9B7-26E49E02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DBFD6-B50C-4C65-ABBB-8EE099AA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D5E32-018B-4F46-A8BA-D255C474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4D7EA-62A9-4FC8-8B49-07B15A6F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69F10-3B9B-422A-8D5F-62634BE1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499A79-A213-4231-9204-32AB04AF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D6E5E-64F3-4B81-948B-91E081A1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4AC56-C03D-4CDB-B384-A8B6CD03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F3E8C-CA43-411D-8096-7850394B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3D5C8-722E-4D25-A44A-3DA7C2C1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E5060-F2EF-4EBC-8F32-DF2DA753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1E0F9-75B4-46AE-B8EA-E95E5681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55A4C-08B9-4A14-8FFB-265AFFA4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check by multiplying 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4FA157-62F3-4708-BE19-06E7BF63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851486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5341B-6734-4AEB-98FF-47965E3B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9800A-B1E6-443F-91C3-6D081F8A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F0CA3-09CF-4866-B978-193928A5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40538-849E-4DF7-BB47-2758C9CE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4CC13-357B-4869-91C4-FBEE7193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F396A-E2C7-44A6-91B7-15B7864C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C4796-A65F-43C6-81E4-3D8CD04A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EFE00-7179-4A88-9AC0-60A7D6A8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0BCD9-BA27-4787-88D9-C9D4357E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E4FBD-991A-44F0-94CA-80716122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FB813B-CF91-42E8-9DC5-E1B75A9E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71816-3EDA-4D8A-96E7-EE932E5B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CC588-092A-458E-B508-0CDF81F7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903D2-9D30-482C-8495-03D05658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C5550-C407-4D5E-9367-2C6727FC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7/24 litre.</a:t>
            </a:r>
          </a:p>
        </p:txBody>
      </p:sp>
    </p:spTree>
    <p:extLst>
      <p:ext uri="{BB962C8B-B14F-4D97-AF65-F5344CB8AC3E}">
        <p14:creationId xmlns:p14="http://schemas.microsoft.com/office/powerpoint/2010/main" val="14644852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8FB1A-F8A5-40E2-8071-D69F64C2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5A23F-2431-4BBA-9467-E600A57D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DAE6FC-E907-45C6-A6E0-D59CEFBF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15AC0-73FF-46BE-971A-84F479B1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9101D-5549-4292-84F0-7CEE4204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495CF8-946A-4CFB-817B-64D40CAA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CCC69-24A2-415D-AE07-0C6FB92A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A124A8-84F0-445B-82E9-2B49B7DF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4AC74-30A4-4C4B-BAF4-F71357F4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5e10364594f9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B0653B-526D-4F9A-AAF1-687B5D14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E1D97-F268-4703-BAF3-C73A9D3E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both the numerator and denominator by the whole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D4F0C-6D8D-4B23-BCF4-831BF2E7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D67F8-7E64-4DDF-B87B-915E74C7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0DA8FF-C7FD-4C93-98C8-C9790490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</p:spTree>
    <p:extLst>
      <p:ext uri="{BB962C8B-B14F-4D97-AF65-F5344CB8AC3E}">
        <p14:creationId xmlns:p14="http://schemas.microsoft.com/office/powerpoint/2010/main" val="20347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C40DB8-CEDD-4CD7-B007-F5E6C6A3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11BF8-A05F-4849-91DB-EFBB5D8A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88DF9-7E98-4CCE-8913-BA72A32B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34C4F-B906-4A74-ADA5-69806702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EB181-FF70-45CB-BA31-D1B83B19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20797-5DFC-49FE-985E-7BD0E0AD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4B24C-2F69-4873-9354-23E69AD1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08E87-E3DC-4CCD-A753-1992D80A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5D7D6-0499-427F-9023-9C717785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F17B6-C5A1-4BA1-9246-18DC9242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8ACCD-57F6-42D2-B5F4-9F3A02E1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D1D3F-01D3-440E-9E0B-7BE879CE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ED55A-33D4-42E4-BFA4-C88E0DF3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F95B8-AF43-41A5-9CA8-DAA69814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9F98F7-8E9D-4C50-A91E-720A168F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DC94B8-20BD-495C-AFBE-370BF82E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32C09-58C7-4FB0-B860-42F55F28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494044-3303-4DE0-A095-1B6F1735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F5913B-F21B-43B9-B9E5-359B900E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63F320-9AEF-4167-9556-194C8498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28C8D-1A9C-4A6C-BCFE-E2D430EB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7/24 litre.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E00195-6622-4DEC-B5BD-96EE3110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870484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EF532-2FE5-489F-A51D-F8BD940C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1B01C-CF87-46ED-B5F0-0589D3F8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1922F-1A35-43FA-99FF-2F28D1CB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7AE68-59D0-4E05-9AB5-DAE9FF0B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B7B16-8A37-4335-82DE-F78DE3F7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18EF2-D208-46A5-9FBC-545F5CC3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61996-F294-420E-9873-F67DD52E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54732-8BC9-422E-A826-D9A88496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DE7FE-F7ED-4C17-9DB6-5674634E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3E67D-8050-4CB0-B45E-95677B62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16E07-ECF5-40EC-AEC6-36F5117D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6422D-E8FA-4C09-8A21-853506AB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C1EB4A-C0D8-4C69-A49C-6CDF0C56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661EA0-1487-41B6-8EB0-93E1AEE0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264848-FEB9-49D0-B988-86A2C8BE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0C8946-5B80-49B4-B219-02A44D25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BD878-55A5-43E5-86A0-9C047295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24E6A1-07DD-41CE-A1FF-358C8D84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4CA9F3-FC51-4D1B-83FA-46CF4FAB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53AF3-3AB5-4FCB-A319-1CEA8275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19969A-C0C4-4D2D-960A-E974B1C8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340675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5A239D-A35E-4B20-BE54-2056EEDE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2B5D6-6096-40AD-9135-711DCBC3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6EF94-FC11-4BD4-AFA9-3BC4E524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6EA15-179F-41D5-A28B-5563B5D6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344F9-F0FC-42EB-92AD-F5BC4ED8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B82B9-420D-4D9E-A9F3-548C26E4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5322F-FD82-4ED2-AA91-5B9689CA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460FC-8E2B-4624-95A0-A4F33B63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6482F-8CD0-4DD2-B7E7-68FE56D1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98260-204C-4D06-8736-0A3C4EE9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3/4 divided by 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420B6-0FC2-4B42-ABCA-2E5BD4A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1D925-BA89-4AB1-A1C5-B217691C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55A8F-786E-45FC-8CEF-8F6DCDBF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811331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1F9A97-4CBF-4B2E-BAEE-A7BB16F3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6256B-78DC-4EE0-8E39-B431322A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39DFA-D6BF-42C0-8EA0-BB08A9A9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B2285-B02E-497E-8F9E-7A4B9243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7F1EE-F41D-4C5A-8169-D05B908D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70EEA1-BABD-4624-860D-FCB62D75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54F85-61D6-4491-80C8-24EA19F8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4EAAD-419C-4CE3-9958-45069403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8BD3FB-A337-4C67-B891-368B88AB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A4EF02-099E-4451-B633-6F7B5895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0CE04-830F-45F3-ABE6-DE96E5B0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FC677-DB15-47BF-94A9-ED674291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3A086-0F8C-44AD-9D27-FBA34A8E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D6E0FC-AB97-4F46-BB0F-C6B3E378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665499-915B-45CA-A3DD-C7C0D9D6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B6518D-BE2A-4B69-AB12-D0D6BCBA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668331-8581-44B8-83CC-DFD812B5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D39B15-82DC-46F4-AD33-ED6BA61D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054369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D33C1A-28F9-4076-8A5B-CBF3ED3E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8E2DB9-1695-4A30-B0C4-8553AA6C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C946D-5E04-4775-87F5-647DBF81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57036-B4A6-4032-9E01-199B6F6B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5C3E4-A881-4B4D-A83D-EACF09F5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E99BB-DB6B-463E-A629-FB8BB20E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A9B73-02F8-47CB-8F59-C5100C48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B08132-0693-4AA6-9B63-1AD29B0C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ACBBC-EDDB-427D-A9D7-A46DE783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751538-641F-4779-99A7-85E83500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5AD91A-F765-4452-BF79-CD54B4E7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D2FDA-207E-4A13-A00C-5F8AA0F7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5364CE-CA81-412B-AD63-BA135493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9CD8B-D3FB-4D15-B867-D6CDF231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C91A7D-DA8A-4C9B-99C6-12872012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2991B-A80B-405C-8B0C-654425E0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F7B739-1A40-400C-9C63-9A055F21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both the numerator and denominator by the whole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7B43C-6960-433F-AC7F-E187BC15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12052-2C37-41DC-AD2B-CF7CEE84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B4CB8C-7117-4AD0-AAE5-F461DC22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E76054-87BA-45D9-B9B4-8525A388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4F2A27-E8EB-41C0-AE07-27D6E020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461882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2026-09-09T22:13:49.9350000Z</dcterms:created>
  <dcterms:modified xsi:type="dcterms:W3CDTF">2026-09-09T22:13:49.9350000Z</dcterms:modified>
</coreProperties>
</file>