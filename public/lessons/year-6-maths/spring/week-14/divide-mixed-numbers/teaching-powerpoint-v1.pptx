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e9e1b871784275" /><Relationship Type="http://schemas.openxmlformats.org/officeDocument/2006/relationships/extended-properties" Target="/docProps/app.xml" Id="R91b088fb0ca145bf" /><Relationship Type="http://schemas.openxmlformats.org/officeDocument/2006/relationships/officeDocument" Target="/ppt/presentation.xml" Id="Rf04a686b687b4c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e174827a1f418c"/>
  </p:sldMasterIdLst>
  <p:notesMasterIdLst>
    <p:notesMasterId xmlns:r="http://schemas.openxmlformats.org/officeDocument/2006/relationships" r:id="R7db00b7b2a7a49a2"/>
  </p:notesMasterIdLst>
  <p:sldIdLst>
    <p:sldId xmlns:r="http://schemas.openxmlformats.org/officeDocument/2006/relationships" id="256" r:id="R76d2199e4fc848e4"/>
    <p:sldId xmlns:r="http://schemas.openxmlformats.org/officeDocument/2006/relationships" id="257" r:id="Rd5bae7daf00741db"/>
    <p:sldId xmlns:r="http://schemas.openxmlformats.org/officeDocument/2006/relationships" id="258" r:id="R338433864bc848eb"/>
    <p:sldId xmlns:r="http://schemas.openxmlformats.org/officeDocument/2006/relationships" id="259" r:id="R5ba736701a5a4d29"/>
    <p:sldId xmlns:r="http://schemas.openxmlformats.org/officeDocument/2006/relationships" id="260" r:id="R309595d1e6da4afb"/>
    <p:sldId xmlns:r="http://schemas.openxmlformats.org/officeDocument/2006/relationships" id="261" r:id="Raeb7da7f05f448ec"/>
    <p:sldId xmlns:r="http://schemas.openxmlformats.org/officeDocument/2006/relationships" id="262" r:id="R68130897438c4f3c"/>
    <p:sldId xmlns:r="http://schemas.openxmlformats.org/officeDocument/2006/relationships" id="263" r:id="Rfb15c4dc6ee94f1a"/>
    <p:sldId xmlns:r="http://schemas.openxmlformats.org/officeDocument/2006/relationships" id="264" r:id="R150c743851c141bb"/>
    <p:sldId xmlns:r="http://schemas.openxmlformats.org/officeDocument/2006/relationships" id="265" r:id="Ra73bdc9c410848b6"/>
    <p:sldId xmlns:r="http://schemas.openxmlformats.org/officeDocument/2006/relationships" id="266" r:id="R6c80ef5d136e4329"/>
    <p:sldId xmlns:r="http://schemas.openxmlformats.org/officeDocument/2006/relationships" id="267" r:id="R63a277f345654a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0cc23691ab4220" /><Relationship Type="http://schemas.openxmlformats.org/officeDocument/2006/relationships/slideMaster" Target="/ppt/slideMasters/slideMaster1.xml" Id="R58e174827a1f418c" /><Relationship Type="http://schemas.openxmlformats.org/officeDocument/2006/relationships/notesMaster" Target="/ppt/notesMasters/notesMaster1.xml" Id="R7db00b7b2a7a49a2" /><Relationship Type="http://schemas.openxmlformats.org/officeDocument/2006/relationships/presProps" Target="/ppt/presProps.xml" Id="R00a14fea073f47e9" /><Relationship Type="http://schemas.openxmlformats.org/officeDocument/2006/relationships/tableStyles" Target="/ppt/tableStyles.xml" Id="R30b85b76eaab49f2" /><Relationship Type="http://schemas.openxmlformats.org/officeDocument/2006/relationships/slide" Target="/ppt/slides/slide1.xml" Id="R76d2199e4fc848e4" /><Relationship Type="http://schemas.openxmlformats.org/officeDocument/2006/relationships/slide" Target="/ppt/slides/slide2.xml" Id="Rd5bae7daf00741db" /><Relationship Type="http://schemas.openxmlformats.org/officeDocument/2006/relationships/slide" Target="/ppt/slides/slide3.xml" Id="R338433864bc848eb" /><Relationship Type="http://schemas.openxmlformats.org/officeDocument/2006/relationships/slide" Target="/ppt/slides/slide4.xml" Id="R5ba736701a5a4d29" /><Relationship Type="http://schemas.openxmlformats.org/officeDocument/2006/relationships/slide" Target="/ppt/slides/slide5.xml" Id="R309595d1e6da4afb" /><Relationship Type="http://schemas.openxmlformats.org/officeDocument/2006/relationships/slide" Target="/ppt/slides/slide6.xml" Id="Raeb7da7f05f448ec" /><Relationship Type="http://schemas.openxmlformats.org/officeDocument/2006/relationships/slide" Target="/ppt/slides/slide7.xml" Id="R68130897438c4f3c" /><Relationship Type="http://schemas.openxmlformats.org/officeDocument/2006/relationships/slide" Target="/ppt/slides/slide8.xml" Id="Rfb15c4dc6ee94f1a" /><Relationship Type="http://schemas.openxmlformats.org/officeDocument/2006/relationships/slide" Target="/ppt/slides/slide9.xml" Id="R150c743851c141bb" /><Relationship Type="http://schemas.openxmlformats.org/officeDocument/2006/relationships/slide" Target="/ppt/slides/slide10.xml" Id="Ra73bdc9c410848b6" /><Relationship Type="http://schemas.openxmlformats.org/officeDocument/2006/relationships/slide" Target="/ppt/slides/slide11.xml" Id="R6c80ef5d136e4329" /><Relationship Type="http://schemas.openxmlformats.org/officeDocument/2006/relationships/slide" Target="/ppt/slides/slide12.xml" Id="R63a277f345654a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f5ff951ed44c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94199560da4cf8" /><Relationship Type="http://schemas.openxmlformats.org/officeDocument/2006/relationships/notesMaster" Target="/ppt/notesMasters/notesMaster1.xml" Id="R84842ce1310045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a4e42bc8ba4e9c" /><Relationship Type="http://schemas.openxmlformats.org/officeDocument/2006/relationships/notesMaster" Target="/ppt/notesMasters/notesMaster1.xml" Id="R7146f96a60d243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e885303fc24275" /><Relationship Type="http://schemas.openxmlformats.org/officeDocument/2006/relationships/notesMaster" Target="/ppt/notesMasters/notesMaster1.xml" Id="Raa4fbf51d5bc4d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ceadd91a794e62" /><Relationship Type="http://schemas.openxmlformats.org/officeDocument/2006/relationships/notesMaster" Target="/ppt/notesMasters/notesMaster1.xml" Id="R2653c61473f042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2c205c91c4485b" /><Relationship Type="http://schemas.openxmlformats.org/officeDocument/2006/relationships/notesMaster" Target="/ppt/notesMasters/notesMaster1.xml" Id="R2e51c1faa33d4a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eb43c832ef41e4" /><Relationship Type="http://schemas.openxmlformats.org/officeDocument/2006/relationships/notesMaster" Target="/ppt/notesMasters/notesMaster1.xml" Id="R6bd757d60ca94d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2c383ff7ae4f99" /><Relationship Type="http://schemas.openxmlformats.org/officeDocument/2006/relationships/notesMaster" Target="/ppt/notesMasters/notesMaster1.xml" Id="R592c902fcb2d49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35df596f1c4d13" /><Relationship Type="http://schemas.openxmlformats.org/officeDocument/2006/relationships/notesMaster" Target="/ppt/notesMasters/notesMaster1.xml" Id="R89e84e07e97544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176b6fdc234403" /><Relationship Type="http://schemas.openxmlformats.org/officeDocument/2006/relationships/notesMaster" Target="/ppt/notesMasters/notesMaster1.xml" Id="R06920c45db4b47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6b9e38d1094eb5" /><Relationship Type="http://schemas.openxmlformats.org/officeDocument/2006/relationships/notesMaster" Target="/ppt/notesMasters/notesMaster1.xml" Id="R0f8f9b1f3a074d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d67971f7874b52" /><Relationship Type="http://schemas.openxmlformats.org/officeDocument/2006/relationships/notesMaster" Target="/ppt/notesMasters/notesMaster1.xml" Id="R23f471db51504c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7ca53570e84105" /><Relationship Type="http://schemas.openxmlformats.org/officeDocument/2006/relationships/notesMaster" Target="/ppt/notesMasters/notesMaster1.xml" Id="R3bf98fa6186643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7/24 litre.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7/24 litre.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7/24 litre..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1/12.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652e1b7da48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9502f6ab0c43be" /><Relationship Type="http://schemas.openxmlformats.org/officeDocument/2006/relationships/slideLayout" Target="/ppt/slideLayouts/slideLayout1.xml" Id="Re191b7fa942847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91b7fa942847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dd07cbd4941da" /><Relationship Type="http://schemas.openxmlformats.org/officeDocument/2006/relationships/notesSlide" Target="/ppt/notesSlides/notesSlide1.xml" Id="Rbe890d8e9d324a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06effc0ac40ee" /><Relationship Type="http://schemas.openxmlformats.org/officeDocument/2006/relationships/notesSlide" Target="/ppt/notesSlides/notesSlide2.xml" Id="Rf286ba69d7fa4e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ba89e451c4478" /><Relationship Type="http://schemas.openxmlformats.org/officeDocument/2006/relationships/notesSlide" Target="/ppt/notesSlides/notesSlide3.xml" Id="R3c31419c4dc344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67a6180874ba9" /><Relationship Type="http://schemas.openxmlformats.org/officeDocument/2006/relationships/notesSlide" Target="/ppt/notesSlides/notesSlide4.xml" Id="R90db0c4b47d449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b8ad631534bbd" /><Relationship Type="http://schemas.openxmlformats.org/officeDocument/2006/relationships/notesSlide" Target="/ppt/notesSlides/notesSlide5.xml" Id="R14cb1e0128dd49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eb27d43c4450c" /><Relationship Type="http://schemas.openxmlformats.org/officeDocument/2006/relationships/notesSlide" Target="/ppt/notesSlides/notesSlide6.xml" Id="R2bbdc422517941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5eea39f934021" /><Relationship Type="http://schemas.openxmlformats.org/officeDocument/2006/relationships/image" Target="/ppt/media/image.png" Id="R784a305ece76435a" /><Relationship Type="http://schemas.openxmlformats.org/officeDocument/2006/relationships/notesSlide" Target="/ppt/notesSlides/notesSlide7.xml" Id="R4de9ab00bb0940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45b3ce5b446c6" /><Relationship Type="http://schemas.openxmlformats.org/officeDocument/2006/relationships/notesSlide" Target="/ppt/notesSlides/notesSlide8.xml" Id="R2c2643f0ea4d48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f4b0034b14765" /><Relationship Type="http://schemas.openxmlformats.org/officeDocument/2006/relationships/notesSlide" Target="/ppt/notesSlides/notesSlide9.xml" Id="Rf770b0f7e8da4b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75c9d7f924a11" /><Relationship Type="http://schemas.openxmlformats.org/officeDocument/2006/relationships/notesSlide" Target="/ppt/notesSlides/notesSlide10.xml" Id="Rfa56e66994ca4d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50967726f419c" /><Relationship Type="http://schemas.openxmlformats.org/officeDocument/2006/relationships/notesSlide" Target="/ppt/notesSlides/notesSlide11.xml" Id="Rd59c7cf5358f4e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9a9b04359411c" /><Relationship Type="http://schemas.openxmlformats.org/officeDocument/2006/relationships/notesSlide" Target="/ppt/notesSlides/notesSlide12.xml" Id="Ra0a62bf3a76c4a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678CE-3E59-4CCD-AC5A-E1625925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8BB47-D36F-406F-8A6A-94628407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DB2AE-5237-4102-97AB-6E6FA914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AEE34-C4D0-48D3-99EA-D27E4E3F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73454-D73F-4139-B552-C331DA39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7B148-515D-47B3-A5C5-3DC6271F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DA5243-86A2-40D1-BA53-FAE24FB5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9B132-CB7F-427A-AE30-AC6B6957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mixed numbers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59C44-B8BA-43C3-9390-F3B1D900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290BD-F8F6-4087-A2EB-67F6DD8B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846F9-D931-4593-BFCA-6CBFFEF0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9540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0238E9-656F-43E7-ADDA-2DEB3F8F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645BF-E042-46D0-9DAB-626CC00B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18C2F-93B1-48CA-8198-3EDC36AE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7B8B4-B43F-4530-9D35-67C6121A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1CB9C-ACAD-4925-9BC9-20B42E9F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1659E-10FA-416B-AD75-6F0BEEFD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D5D43-B9EA-4B02-A712-63A871B8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DF04A-7AC5-4E85-9989-35EF68C3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87445-6B0D-494A-8F9D-6DA4C8A8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52FCB-3416-4BF6-B35D-F4C69E22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6FC61-7B12-47FA-873B-6113A3EE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A812A-E111-4825-BEE4-33DD6628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5EDF8-D318-4B33-8927-71ABE42A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180B6-8804-447A-995A-9DBE87E2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94CE1-BE3D-41BB-B521-452A8BE7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FCCC3-2477-4428-886F-AF53C93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FE828D-4C69-4130-860F-B57D72C0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E3D874-35D8-45A1-9689-0BBD7B60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E0D819-3C45-4624-84EA-921AA07B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E4CAD5-891E-4D76-A880-05DB73FA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4DE7B8-6037-4141-916F-7AC394E1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 1/4 divided by 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562354-6BD6-4BBD-86C1-4FE24C4A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971021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D6743A-24A9-495E-B298-42EDEA24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9B07C-FAB8-474A-979E-693F211E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314DD-0C22-4B8B-B6D1-FC440CB8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0EE72-24CE-4DB6-975B-67632FFE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58248-7E3F-4711-982A-261B5D4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60BB3-D249-4C1B-A746-64290AE3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AB283-A12F-405F-A8F8-FC79CF1E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A1820-7DF8-44F2-91C1-6E3D4615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50659-9125-4233-83DE-63F49356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23B8E-683C-42F1-AE70-99735AF5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mixed numbers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248C2-AD96-4F81-A8C5-0C4F6777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A6B36-8A9B-4E22-81DE-8105737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73CD1A-860D-4417-9D42-6D468E72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D92E9-41C3-4FFC-B515-12324240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E13BB8-60B3-4C80-8A25-38FB5331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19964064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6419D4-11FA-4170-AAD1-5D1F856D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08F29-9D72-4F7C-9E18-50E8219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0ABAF-22E9-486C-BA59-760B5A4D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EF2C2-95E7-4B4F-8543-2BA73B25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BE8C8-AD7C-4D40-BE14-385E5103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4C751-6F59-4B93-BDC1-679E426C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6238E-F5CA-4F58-8568-BFAD21FF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3C29C-89DE-423D-B7D0-03D7CF77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D1C32-1C32-453E-88E6-318F7876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0DB20-E319-4392-9FB2-DDEE1F4A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42127-E6A7-40C3-A20C-2640AD47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F0D81-A481-44D3-8461-23B087C1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98F60-B59A-422A-B7AD-06C2C92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Represent the fraction as equal parts or use an equivalent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C69B01-1701-46E7-85A9-DBB6C445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A7EC53-1B44-4DC2-A1BE-28E76F8C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F057B-13F8-4C85-9E0B-B07D4C00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the numerator when possible or multiply the denominator by the whole number.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D7DFD-670D-4633-8149-16CCE723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1E4CE-6CB3-46A1-9E46-3FCE8434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5C7D56-43EA-4E1D-8E64-70810191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52846B-9684-4865-8648-3A1FFCAE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642AEC-12C3-4984-B3E9-EBB4186C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DB0FD-D7FC-436E-80ED-85AB9A07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check by multiplying back.</a:t>
            </a:r>
          </a:p>
        </p:txBody>
      </p:sp>
    </p:spTree>
    <p:extLst>
      <p:ext uri="{BB962C8B-B14F-4D97-AF65-F5344CB8AC3E}">
        <p14:creationId xmlns:p14="http://schemas.microsoft.com/office/powerpoint/2010/main" val="21259034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03DCB-F49F-4485-9A0E-81E8546B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F1A6E-0C3E-44C7-84D5-08BECA0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83031-E997-4478-A9C5-74C17EE1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93C41-C1AA-4191-BEA8-47B539F5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81DC1-50D7-4934-BA4E-006048D4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AF18B-ECC5-4866-96C2-9E5CBFB2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28D84-FA4B-4E04-9128-2E26740A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80B7A-BD9D-4ADC-A59B-F10F8EB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F87F6-9012-43F9-B8AC-AB02A25F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49CEC-67C0-413B-B629-5FFEA68B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E9CA7B-4E8C-4ADC-805D-02C16DEE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A6E70-9DE2-42CD-B21D-32A810C8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C43BD9-490E-4A44-86A1-9B8D3210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E9E5A-A43D-4E6C-89CA-C782FCA2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816864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1952E-8ACA-49C3-BA03-B35A5D83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6D51D-67BB-441F-A2ED-2B140F95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CC649-5577-456F-918D-1E1FC573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AE376-D682-4139-9BD2-9F1D8D8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19EA3-2AE5-4B39-8115-B8D910C2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0F841-C8F9-43F2-8A44-86B3EF5B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0231F-DD99-4F09-9328-06CE715C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321AB-7598-4DE8-861B-A82345EB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12160-8A12-4F55-AC01-7BA1BEB2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87DB0-5523-4C61-B1A4-C92165D5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D15B4-1D0F-4B43-A699-ABC8F157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7703F-182B-4CC8-90B4-B424FA83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BBDE1E-7C0F-4179-8225-2D3152D2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563C8-F4AA-401B-BC7D-3F0001B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7C06D-FCA4-4DA4-AF05-6A9BF764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7/24 litre.</a:t>
            </a:r>
          </a:p>
        </p:txBody>
      </p:sp>
    </p:spTree>
    <p:extLst>
      <p:ext uri="{BB962C8B-B14F-4D97-AF65-F5344CB8AC3E}">
        <p14:creationId xmlns:p14="http://schemas.microsoft.com/office/powerpoint/2010/main" val="15169313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8DC1A1-6561-41E8-B539-FCD40570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73282-D06A-488D-AA27-37858A23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1EF07-E32F-45E0-AE34-D2C01F08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61E91-9F24-4519-B39A-CD8D3F49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F69CC-E8F6-43CB-BBC2-9B7C4C93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4833F-4E7F-40E3-9861-E939E188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A27C1-EB37-4A5D-9081-32710D00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9B3B9A-1AC1-4CCE-9A0C-01F106D6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253B4-2E82-481C-8161-D3B914B3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a305ece76435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9B7295-DA5E-41DB-9F8D-704C5CF3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F8068-72C1-482D-8B46-54E13152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33386-D1F1-437B-AD88-FCC24C1F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85379-12B2-40B3-9780-28CD818F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8F79BE-BB59-4CC8-8AD7-62C59D8F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21377067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EC70AA-8F05-499B-97C5-3A119759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225BD-26A4-4C68-A27D-7FACB974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9F8AE-B148-43E1-A4AD-88ABBF1C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7AB3E-D48E-4F2E-AB9A-BD4FEA12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F6A4B-0DF9-4D1E-8E5B-089D5774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68B48-33EA-4A41-B32A-007FF2C1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81E66-5F39-47AC-9A84-F2A1B9E4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72C3F9-F4FD-409F-BEDC-3507DB3A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055C1-2DFD-433F-92AB-3F9B961F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D014F-B148-42E8-A639-3D084331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94991-8AC7-48A9-9FFE-7C2A5068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5C963-A86D-4B2F-996A-99320D97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BEC3A-0187-492A-BAC1-60DB8DA8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F2EDC-71A5-42E5-B70D-7345C3A0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078CF-7E8D-45EE-9027-8D508C00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08F5F1-89B0-43F4-A871-25A4925F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A5E38-FAA6-4580-B217-C368CAB9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69DF75-0E5D-4B35-AECA-ECBA1738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F10007-14D3-4C44-8B34-32572372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F48D3B-58FC-4A3E-BF11-DE4929B7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CCD768-7A46-4D52-B821-1A479B99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7/24 litre.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A76F13-A7AC-412C-9262-0ADC3B1F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92135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28988C-0CC3-42AC-A861-5783A21D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D5DAF-4CA2-4E4C-8722-70441811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6DE02-2F62-4978-8BDA-C43AEE39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BF6635-294D-456E-81A5-45C89E72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3D1296-ED21-462A-A94F-2861739A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8DE97-7F4D-40E6-8F9B-DF37F935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EDF1D-A966-465D-A565-44E9B7BC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7EF62-8B45-4B67-B2A4-D7678C0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2758F2-5D5E-4048-823E-A798099A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7CB08-C5A4-401A-9FFB-85D6C331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EA239-696A-4B0A-9974-8FB71A2A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B47168-72DE-4369-9DB1-650C1D73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78EE6A-3199-471A-97EC-B24F790C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6F703-5011-4CDB-8D12-5CF9406E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561114-B21B-43B6-A427-A4EE4DDC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0F5019-680F-4430-8140-01014D57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BA15F-27F6-4E59-83BF-1330795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13F07-EC2C-47F3-BF5F-D619C22E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79C44-34D2-4ECB-A1FA-6C9CC33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85764-1D4E-4C8E-84D8-A187E565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CA757-8819-4797-A5DD-AE73FB8B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815052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5466D-F11C-4010-BF28-3984F8A5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BB459-FE37-4D94-90B1-A8001C28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C5595-B127-4729-B173-2B82FCBD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CA26B-9D83-4B85-829F-C9D16098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ACC38-807E-46B9-9055-3E1C101D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0C741-5EB3-403F-BF37-FE71049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1EBB17-FE85-4B36-8840-2E13C8B8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2671-ECA7-4308-9250-6D51D782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024E2-96FA-47F6-90FE-415DE364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03AA5-C1DB-450F-A0F3-D5609678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3/4 divided by 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6612A-18E2-4095-ABFE-9B34D36E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B549F-8301-45FA-8ABC-41622095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82BB3-E58B-48B7-B9C0-C598BE4D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489646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E605C-D04F-46EC-A21B-CAEEBEF4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729A1-F926-4DB5-9B0F-9C0F48AF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B147A-1A9F-4078-90CC-6928CB67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BD202-FD04-4DE0-8B9E-62E242A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6EF2B-E9F8-4DB8-9533-9C38FF01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DA4D1-7F34-4A33-878D-17038AEA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32CA1-51BE-442F-AFE1-E215D610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BEB17-C657-4BFA-B721-49D03637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10B1A-7851-444D-A11D-E9EDD1A6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D78B4-173B-406E-AFD3-44E51704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319C4-D57E-4F23-9B46-3ED9D45C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B3967-1A52-4534-AE21-F08C87C6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AC859-497B-428F-B426-42CD5B9C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646FD-7EF2-4573-BB55-505719D6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13189-5170-4CA0-9CFA-F38CBBC8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73156-A2F6-4388-9EFC-59F6E70A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783E8D-5949-4559-BB17-4E717498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0E4C5-C7D4-4886-A668-299CDA56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429744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A4538-E3AF-4720-AC4B-E8CA7449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B587A-772B-41D0-9523-C546300A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CBBA4-160F-4FF0-A78D-50ADD297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C4194-7123-4B23-8E68-E5A585EB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40AF6-F5C4-4D1F-958C-3D0349FD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AF19C-F593-45E1-801F-92BA8BFD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7350B-D9AF-4042-AD59-B710BC35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34191-F1EF-4A92-AB38-E975ACAF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6D50C-C308-4A93-A18A-A2E54E89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6D795-043A-49DB-8F31-D7FE53B1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45516-6FE7-4E63-A1AE-36D304C6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6A8878-7DA0-4366-BD66-2352AEFA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86961B-CAFE-4803-BC8A-B2D8D0A6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99F31A-57F5-4D8A-9D72-97F5076D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C7F88D-163F-4F1C-86F9-28733A53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043910-FDB0-4A0B-8AF4-F08E1F4C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D0B3C4-04F9-4F2F-8536-BBCC97B3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3125B-1727-42F3-8CF1-508807C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7DF18B-AEEF-4492-A7EA-CA4524BC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1EEB22-85AB-46E6-A47B-960374B4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3F914-A78E-481A-A4B3-20040353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E5145-01E1-41C3-B7C0-638DAE9D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103703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2026-09-09T20:46:47.2340000Z</dcterms:created>
  <dcterms:modified xsi:type="dcterms:W3CDTF">2026-09-09T20:46:47.2340000Z</dcterms:modified>
</coreProperties>
</file>