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Divide unit fractions.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unit fractions.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21E51BFE-0B88-4DE5-84E3-3D41838EB98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Divide unit fractions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083FA87-E01A-45A6-A720-AFE530843E3E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A4EB278-1FF7-4899-8C47-756AD41D223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9B0AD47-A671-4FAE-9394-76783A930FF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AE40A6B-56EF-41A8-A2B7-CCD839696E6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CE077CD-8ACE-4C39-8BFE-353E3DDEA1C8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divide unit fractions by whole numbers.</a:t>
            </a:r>
          </a:p>
        </p:txBody>
      </p:sp>
    </p:spTree>
    <p:extLst>
      <p:ext uri="{BB962C8B-B14F-4D97-AF65-F5344CB8AC3E}">
        <p14:creationId xmlns:p14="http://schemas.microsoft.com/office/powerpoint/2010/main" val="401711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52F70A01-07C7-4036-BAEF-D80C8B3523F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F4F5C51-675B-452C-BE97-3FDFBA4AE60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1/3 ÷ 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66AA4FF-E655-4D86-ABDB-D14C66E8614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22C303D-D957-4F8E-A14A-9512F682BAA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884E6D8-E780-4C00-BB81-E1A4B5DEC84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4782BD2-5FB1-4D40-949C-898DCBFC8401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1/3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34D7257-FC27-430D-A842-45C1C5DADCBE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3 + 1 = 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49C8CE1-BA47-4F56-A309-443EBAF0C77B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BA1E0E3-C60E-41AD-9619-C7CE9AD01202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C6CAE73-A3AD-46FE-9FE1-EF7A76A4DA5A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1BCF2C2-E732-464C-BEA0-4394DB58DA1C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0286B20-88D1-4F6D-AC10-83D07122E19F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1 + 0 = 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D9E1FE5-86AB-4F3D-BDA4-7B1E0F1BF1BE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ABA4233-6AF1-46D2-A5BD-5300012C3521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6646EFC-10E6-4EB0-B3AA-6AF64E81312F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4984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2283D799-FF47-484F-BF96-797D7D787F1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E93EB63-4D12-4ADA-A4A6-A897DE452FE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1/3 ÷ 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F43F6CB-E86A-4FE2-A4D7-37DC1C4866D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4D1E909-4FBB-498F-A71F-FCEE30757C7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7D7141-6805-4063-AA6E-A498DB0924D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E066701-63B7-4CFE-89DB-7FF77A16AE4D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6C3BC63-7CB2-480B-8034-EBBA8623AD5D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E39CA13-1B9F-4EF4-905D-290562EBBFD0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E5B799B-A548-4A81-BEB8-71171CAAB00E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97ACB47-A5C3-4904-A896-FDE976258893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4D4354F-88AD-4722-9B6B-E81AE4B1F041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1BB1A47-284A-4AF6-BE2B-A0C194260B32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B149374-59C4-4187-A976-2BB886EBB6D3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19843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254FABA-B0EC-4B12-AC0C-AAD12DA507CD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1984375" cy="773906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E238476-B842-4E41-9C80-7DF3742C4A33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1984375" cy="773906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27AD0D5-E0F4-4A04-92C3-D285998BA259}"/>
              </a:ext>
            </a:extLst>
          </p:cNvPr>
          <p:cNvSpPr>
            <a:spLocks noGrp="1"/>
          </p:cNvSpPr>
          <p:nvPr/>
        </p:nvSpPr>
        <p:spPr>
          <a:xfrm>
            <a:off x="799703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CF6287F-08BA-4C79-A19D-4C3D0D280345}"/>
              </a:ext>
            </a:extLst>
          </p:cNvPr>
          <p:cNvSpPr>
            <a:spLocks noGrp="1"/>
          </p:cNvSpPr>
          <p:nvPr/>
        </p:nvSpPr>
        <p:spPr>
          <a:xfrm>
            <a:off x="84931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19562EE-9198-47BE-89ED-0B35CF9890E2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AEC21BF-D850-4DF0-8AF8-1A0498577653}"/>
              </a:ext>
            </a:extLst>
          </p:cNvPr>
          <p:cNvSpPr>
            <a:spLocks noGrp="1"/>
          </p:cNvSpPr>
          <p:nvPr/>
        </p:nvSpPr>
        <p:spPr>
          <a:xfrm>
            <a:off x="99814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AD885CA-949A-439E-9A9D-5C9D7D7724B1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A459939-2C61-4FE9-A981-6E175FA96CAA}"/>
              </a:ext>
            </a:extLst>
          </p:cNvPr>
          <p:cNvSpPr>
            <a:spLocks noGrp="1"/>
          </p:cNvSpPr>
          <p:nvPr/>
        </p:nvSpPr>
        <p:spPr>
          <a:xfrm>
            <a:off x="109735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C70751E-52EC-4ABD-99F5-CC351EB7474B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1CF9065-1B73-499A-8A4C-192DC689B53B}"/>
              </a:ext>
            </a:extLst>
          </p:cNvPr>
          <p:cNvSpPr>
            <a:spLocks noGrp="1"/>
          </p:cNvSpPr>
          <p:nvPr/>
        </p:nvSpPr>
        <p:spPr>
          <a:xfrm>
            <a:off x="124618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8F12BAF-AF04-44FC-A93D-DEDDBD0B217C}"/>
              </a:ext>
            </a:extLst>
          </p:cNvPr>
          <p:cNvSpPr>
            <a:spLocks noGrp="1"/>
          </p:cNvSpPr>
          <p:nvPr/>
        </p:nvSpPr>
        <p:spPr>
          <a:xfrm>
            <a:off x="1295796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1B27559-9191-4D6B-BD35-C9DABD363EBA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1/3 is split into 4 equal pieces.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77D23E5-CD7A-4A2A-AA0A-E23673DFAD08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1/12</a:t>
            </a:r>
          </a:p>
        </p:txBody>
      </p:sp>
    </p:spTree>
    <p:extLst>
      <p:ext uri="{BB962C8B-B14F-4D97-AF65-F5344CB8AC3E}">
        <p14:creationId xmlns:p14="http://schemas.microsoft.com/office/powerpoint/2010/main" val="20140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7F9F7034-8B3D-4E59-8E0E-D1E21B05913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2475595-6617-42F6-A17D-2EDD90BEE99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FA52717-023A-4A39-A7AF-A805A01634A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1/3 ÷ 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FB3E5E3-FD76-44DF-8573-EF264A70ADE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C0669FC-DE59-4A4D-A7A9-1E6E290CF6D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AF950CE-C218-44DE-82BC-36387AC7358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D9232DD-8595-4F1B-B078-C1B79A54B12D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1/3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F0CAC1F-7B07-4B44-89C0-8144E6D9AF3E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3 + 1 = 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1AB6FFB-EBB7-45F9-8204-B19BD586E7DC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8105C4A-01B5-41D2-8126-0F571ACC78DD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8C706EB-4D63-45DF-872D-B312214D7B63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D776934-EE8D-4681-9218-58D99DF350FE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A07CA7C-F9BF-480F-A7D7-62C1362E0100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1 + 0 = 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54BBA53-1C8F-4CA5-81A3-36C5B5D4D22F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5F16456-489E-4D76-B3F9-A38846402404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EE133CF-FD74-4B34-8E4A-46BC34691AC5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4153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-1">
            <a:extLst>
              <a:ext uri="{FF2B5EF4-FFF2-40B4-BE49-F238E27FC236}">
                <a16:creationId xmlns:a16="http://schemas.microsoft.com/office/drawing/2014/main" id="{C08E7D6A-3F80-4DA5-9A23-E8EFD65A894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3F05422-9953-4CFE-9C0B-F6411B7C81E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E4B1CD1-3775-4A6A-A5DC-375DA79EA8B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1/3 ÷ 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9F99039-3092-4EE4-BB8A-44903A94108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E427823-D012-4EF3-9837-6F212B6669E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431A27B-CD1B-4F58-A436-7D88ABF8518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399D500-74A7-46B9-9C87-CB9CEF46E573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092D60D-CC28-4F8A-A15E-8309039A70B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EC2B01A-3154-4C79-ACC4-80CDF67F1EF7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48AF59C-8CCA-4814-BB88-DC4B6542D94B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C3E8FB7-8277-4DC8-ADA7-5A4759377FAB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BDE74D3-2A7B-427D-A7A2-4F9E27DCF6BA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0141FFF-F5BD-4A2D-B3A1-1D36AB5AE098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A8F9CCB-4B38-4B01-A62A-D3AE79A2B07E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DBF8AF-6B80-49B6-8648-5AC9218DF7CB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2A46DE7-C621-4CE9-8735-4CAF6F80A08B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40FF6E4-C10A-42E1-96C5-798C943B6BFC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EFF4B6E-9B1B-49A2-A902-29E119DA7575}"/>
              </a:ext>
            </a:extLst>
          </p:cNvPr>
          <p:cNvSpPr>
            <a:spLocks noGrp="1"/>
          </p:cNvSpPr>
          <p:nvPr/>
        </p:nvSpPr>
        <p:spPr>
          <a:xfrm>
            <a:off x="787300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18E9185-EFD2-4EFE-A7F2-5F33374F199D}"/>
              </a:ext>
            </a:extLst>
          </p:cNvPr>
          <p:cNvSpPr>
            <a:spLocks noGrp="1"/>
          </p:cNvSpPr>
          <p:nvPr/>
        </p:nvSpPr>
        <p:spPr>
          <a:xfrm>
            <a:off x="82450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82F02C6-6684-4DD5-B382-94F40C4DBB99}"/>
              </a:ext>
            </a:extLst>
          </p:cNvPr>
          <p:cNvSpPr>
            <a:spLocks noGrp="1"/>
          </p:cNvSpPr>
          <p:nvPr/>
        </p:nvSpPr>
        <p:spPr>
          <a:xfrm>
            <a:off x="861714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80F9D58-4FA0-47E9-81D6-B2BD4D1797DF}"/>
              </a:ext>
            </a:extLst>
          </p:cNvPr>
          <p:cNvSpPr>
            <a:spLocks noGrp="1"/>
          </p:cNvSpPr>
          <p:nvPr/>
        </p:nvSpPr>
        <p:spPr>
          <a:xfrm>
            <a:off x="936128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DA7474A-090B-4A78-8720-0D30482D8564}"/>
              </a:ext>
            </a:extLst>
          </p:cNvPr>
          <p:cNvSpPr>
            <a:spLocks noGrp="1"/>
          </p:cNvSpPr>
          <p:nvPr/>
        </p:nvSpPr>
        <p:spPr>
          <a:xfrm>
            <a:off x="97333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7193477-6E32-42A3-9D3F-DCFF2909BCA7}"/>
              </a:ext>
            </a:extLst>
          </p:cNvPr>
          <p:cNvSpPr>
            <a:spLocks noGrp="1"/>
          </p:cNvSpPr>
          <p:nvPr/>
        </p:nvSpPr>
        <p:spPr>
          <a:xfrm>
            <a:off x="1010543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2081E50-6A5C-4E8C-8F54-3C85E5D6A3E0}"/>
              </a:ext>
            </a:extLst>
          </p:cNvPr>
          <p:cNvSpPr>
            <a:spLocks noGrp="1"/>
          </p:cNvSpPr>
          <p:nvPr/>
        </p:nvSpPr>
        <p:spPr>
          <a:xfrm>
            <a:off x="1084957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5EE8E71-5D40-454D-A290-9B118D209380}"/>
              </a:ext>
            </a:extLst>
          </p:cNvPr>
          <p:cNvSpPr>
            <a:spLocks noGrp="1"/>
          </p:cNvSpPr>
          <p:nvPr/>
        </p:nvSpPr>
        <p:spPr>
          <a:xfrm>
            <a:off x="112216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9EFA09B-4E33-4C6D-AEB8-761199054EFE}"/>
              </a:ext>
            </a:extLst>
          </p:cNvPr>
          <p:cNvSpPr>
            <a:spLocks noGrp="1"/>
          </p:cNvSpPr>
          <p:nvPr/>
        </p:nvSpPr>
        <p:spPr>
          <a:xfrm>
            <a:off x="1159371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164B395-F671-4987-9260-DD84F8F0385C}"/>
              </a:ext>
            </a:extLst>
          </p:cNvPr>
          <p:cNvSpPr>
            <a:spLocks noGrp="1"/>
          </p:cNvSpPr>
          <p:nvPr/>
        </p:nvSpPr>
        <p:spPr>
          <a:xfrm>
            <a:off x="1233785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2E06074-841A-4E75-9A1C-87F5EC29A7E3}"/>
              </a:ext>
            </a:extLst>
          </p:cNvPr>
          <p:cNvSpPr>
            <a:spLocks noGrp="1"/>
          </p:cNvSpPr>
          <p:nvPr/>
        </p:nvSpPr>
        <p:spPr>
          <a:xfrm>
            <a:off x="127099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99A31A1-7366-4EDE-80FA-B87E0432ABBE}"/>
              </a:ext>
            </a:extLst>
          </p:cNvPr>
          <p:cNvSpPr>
            <a:spLocks noGrp="1"/>
          </p:cNvSpPr>
          <p:nvPr/>
        </p:nvSpPr>
        <p:spPr>
          <a:xfrm>
            <a:off x="1308199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E77AC0A-EC4D-4493-B6FF-57F4054B9074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1/3 is split into 4 equal pieces.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7B410D1-B3D8-4132-9AA5-3F74BA9B0224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1/3</a:t>
            </a:r>
          </a:p>
        </p:txBody>
      </p:sp>
    </p:spTree>
    <p:extLst>
      <p:ext uri="{BB962C8B-B14F-4D97-AF65-F5344CB8AC3E}">
        <p14:creationId xmlns:p14="http://schemas.microsoft.com/office/powerpoint/2010/main" val="93695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2E9FB4AC-4C2E-4080-8093-29BF8ADC4C0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C97CA57-9FBF-4D3E-AB52-88714F956DD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÷ 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A31BEF2-ECE7-4D94-A6F7-0F6B802BA26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2C5404A-A177-495E-B405-4C533B9FD2D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DCC0D93-8DE0-425E-9000-CB6A3C11895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80A593B-16CA-491A-9E78-511BD2991654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1/3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43369B5-DC3F-4F25-8D5C-DDCF27B84DE9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3 + 1 = 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B8578F3-1C80-41D9-8E36-1559E6CB4DE8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51E69A4-2EAA-4DD2-B790-753453815658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117E242-7651-499C-8D01-AC200C7E550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6DEEBD8-B4F0-45AC-881A-EEBEB6165332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75F25B8-D2AA-4621-BE6B-96E1725A7E37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1 + 0 = 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7CDD8E9-FBD7-43EB-8AA7-055CF37B6773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910746E-C77D-4729-863A-BA8BA965585E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2330728-E91F-4CFF-B8EB-2C2B7B2450B0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00008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bject-1">
            <a:extLst>
              <a:ext uri="{FF2B5EF4-FFF2-40B4-BE49-F238E27FC236}">
                <a16:creationId xmlns:a16="http://schemas.microsoft.com/office/drawing/2014/main" id="{F8586ABD-AF68-4829-8850-E456271744F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D507809-8CB3-4281-99D4-052B53EDDC1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÷ 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99983AE-9E6A-441B-9066-B4EBCD24BD9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AF3745C-5117-487E-938E-224960A6310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C109A4B-453F-40D6-91DA-8E54A24AA38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4481964-7519-4128-8A74-13B90DDC7C57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CAEC495-D4A2-4D69-B122-C26250A33ECE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48BC439-55EA-4CB5-8DD1-069FE5B1F3C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A9D751D-D31C-4F7B-9291-04182D2144A0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B8319A2-02ED-4552-811F-8CB053DEE84B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5BEA190-695C-4ECD-B646-D5317FA9139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D99854C-A0BD-4BA9-A9D4-D4F87B0D50C4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27FECEA-0B06-4D53-8683-7D3AD4D2B4C1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E31FC6E-C364-49C7-9E43-DFA1D1D175EE}"/>
              </a:ext>
            </a:extLst>
          </p:cNvPr>
          <p:cNvSpPr>
            <a:spLocks noGrp="1"/>
          </p:cNvSpPr>
          <p:nvPr/>
        </p:nvSpPr>
        <p:spPr>
          <a:xfrm>
            <a:off x="8351384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3B2D39D-E887-42D0-BC0F-73D19F1B36A7}"/>
              </a:ext>
            </a:extLst>
          </p:cNvPr>
          <p:cNvSpPr>
            <a:spLocks noGrp="1"/>
          </p:cNvSpPr>
          <p:nvPr/>
        </p:nvSpPr>
        <p:spPr>
          <a:xfrm>
            <a:off x="9201830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2386F9A-974E-45B2-A109-A02A251AFD43}"/>
              </a:ext>
            </a:extLst>
          </p:cNvPr>
          <p:cNvSpPr>
            <a:spLocks noGrp="1"/>
          </p:cNvSpPr>
          <p:nvPr/>
        </p:nvSpPr>
        <p:spPr>
          <a:xfrm>
            <a:off x="10052277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C45DC01-FF43-4845-8DC6-29513EA1EC17}"/>
              </a:ext>
            </a:extLst>
          </p:cNvPr>
          <p:cNvSpPr>
            <a:spLocks noGrp="1"/>
          </p:cNvSpPr>
          <p:nvPr/>
        </p:nvSpPr>
        <p:spPr>
          <a:xfrm>
            <a:off x="10902723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90FD77E-B3E4-4289-A000-63064E85C835}"/>
              </a:ext>
            </a:extLst>
          </p:cNvPr>
          <p:cNvSpPr>
            <a:spLocks noGrp="1"/>
          </p:cNvSpPr>
          <p:nvPr/>
        </p:nvSpPr>
        <p:spPr>
          <a:xfrm>
            <a:off x="11753170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3FB7EEF-0A58-4126-9941-AF9596597CE9}"/>
              </a:ext>
            </a:extLst>
          </p:cNvPr>
          <p:cNvSpPr>
            <a:spLocks noGrp="1"/>
          </p:cNvSpPr>
          <p:nvPr/>
        </p:nvSpPr>
        <p:spPr>
          <a:xfrm>
            <a:off x="12603616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4BE7740-3F26-4409-A7B1-75048F1E2B64}"/>
              </a:ext>
            </a:extLst>
          </p:cNvPr>
          <p:cNvSpPr>
            <a:spLocks noGrp="1"/>
          </p:cNvSpPr>
          <p:nvPr/>
        </p:nvSpPr>
        <p:spPr>
          <a:xfrm>
            <a:off x="77135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BDDDAA6-CFDD-4A01-8015-ED7CD3B9B7F1}"/>
              </a:ext>
            </a:extLst>
          </p:cNvPr>
          <p:cNvSpPr>
            <a:spLocks noGrp="1"/>
          </p:cNvSpPr>
          <p:nvPr/>
        </p:nvSpPr>
        <p:spPr>
          <a:xfrm>
            <a:off x="79261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0A3D015-F2E9-4211-9F13-2A0AC4CA43E7}"/>
              </a:ext>
            </a:extLst>
          </p:cNvPr>
          <p:cNvSpPr>
            <a:spLocks noGrp="1"/>
          </p:cNvSpPr>
          <p:nvPr/>
        </p:nvSpPr>
        <p:spPr>
          <a:xfrm>
            <a:off x="81387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37BC4E1-D869-4783-810B-3EAC6DF27577}"/>
              </a:ext>
            </a:extLst>
          </p:cNvPr>
          <p:cNvSpPr>
            <a:spLocks noGrp="1"/>
          </p:cNvSpPr>
          <p:nvPr/>
        </p:nvSpPr>
        <p:spPr>
          <a:xfrm>
            <a:off x="85639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44C786E-7564-4D99-A48F-C9E2B98DE215}"/>
              </a:ext>
            </a:extLst>
          </p:cNvPr>
          <p:cNvSpPr>
            <a:spLocks noGrp="1"/>
          </p:cNvSpPr>
          <p:nvPr/>
        </p:nvSpPr>
        <p:spPr>
          <a:xfrm>
            <a:off x="87766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944B4FD-1C45-45BD-8B48-ADBAF2F075EF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12CDE3B-D5C8-4C50-B66F-96BF995BD295}"/>
              </a:ext>
            </a:extLst>
          </p:cNvPr>
          <p:cNvSpPr>
            <a:spLocks noGrp="1"/>
          </p:cNvSpPr>
          <p:nvPr/>
        </p:nvSpPr>
        <p:spPr>
          <a:xfrm>
            <a:off x="941444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69A78D9A-4314-43E8-92D3-07B979783F30}"/>
              </a:ext>
            </a:extLst>
          </p:cNvPr>
          <p:cNvSpPr>
            <a:spLocks noGrp="1"/>
          </p:cNvSpPr>
          <p:nvPr/>
        </p:nvSpPr>
        <p:spPr>
          <a:xfrm>
            <a:off x="96270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A5356AA-B5C7-4103-820C-4ED72E2B76C5}"/>
              </a:ext>
            </a:extLst>
          </p:cNvPr>
          <p:cNvSpPr>
            <a:spLocks noGrp="1"/>
          </p:cNvSpPr>
          <p:nvPr/>
        </p:nvSpPr>
        <p:spPr>
          <a:xfrm>
            <a:off x="98396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30E80C72-25C2-4C76-AD1D-11DF09B3D7C9}"/>
              </a:ext>
            </a:extLst>
          </p:cNvPr>
          <p:cNvSpPr>
            <a:spLocks noGrp="1"/>
          </p:cNvSpPr>
          <p:nvPr/>
        </p:nvSpPr>
        <p:spPr>
          <a:xfrm>
            <a:off x="1026488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BD49B9FA-F34F-4921-AA0B-26A9625099E0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641C05D-6D5E-40BD-AA26-40B20D028D89}"/>
              </a:ext>
            </a:extLst>
          </p:cNvPr>
          <p:cNvSpPr>
            <a:spLocks noGrp="1"/>
          </p:cNvSpPr>
          <p:nvPr/>
        </p:nvSpPr>
        <p:spPr>
          <a:xfrm>
            <a:off x="1069011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9D8CB92-816A-4F36-B35B-1796B7D46EC4}"/>
              </a:ext>
            </a:extLst>
          </p:cNvPr>
          <p:cNvSpPr>
            <a:spLocks noGrp="1"/>
          </p:cNvSpPr>
          <p:nvPr/>
        </p:nvSpPr>
        <p:spPr>
          <a:xfrm>
            <a:off x="111153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B67B9B18-DD05-45FB-B40B-4385D67F5D94}"/>
              </a:ext>
            </a:extLst>
          </p:cNvPr>
          <p:cNvSpPr>
            <a:spLocks noGrp="1"/>
          </p:cNvSpPr>
          <p:nvPr/>
        </p:nvSpPr>
        <p:spPr>
          <a:xfrm>
            <a:off x="113279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5BA84941-C2D0-446E-8D85-064F86A1BD57}"/>
              </a:ext>
            </a:extLst>
          </p:cNvPr>
          <p:cNvSpPr>
            <a:spLocks noGrp="1"/>
          </p:cNvSpPr>
          <p:nvPr/>
        </p:nvSpPr>
        <p:spPr>
          <a:xfrm>
            <a:off x="1154055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2904589B-7229-422F-852B-2C5504F250DE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4FBFA6F0-828E-4842-AF7B-7F688A7ACC0A}"/>
              </a:ext>
            </a:extLst>
          </p:cNvPr>
          <p:cNvSpPr>
            <a:spLocks noGrp="1"/>
          </p:cNvSpPr>
          <p:nvPr/>
        </p:nvSpPr>
        <p:spPr>
          <a:xfrm>
            <a:off x="121783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90C090B-3B26-429A-8E27-6966AF749A14}"/>
              </a:ext>
            </a:extLst>
          </p:cNvPr>
          <p:cNvSpPr>
            <a:spLocks noGrp="1"/>
          </p:cNvSpPr>
          <p:nvPr/>
        </p:nvSpPr>
        <p:spPr>
          <a:xfrm>
            <a:off x="123910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05F45CA8-F288-400D-9008-FD312D4FEA2E}"/>
              </a:ext>
            </a:extLst>
          </p:cNvPr>
          <p:cNvSpPr>
            <a:spLocks noGrp="1"/>
          </p:cNvSpPr>
          <p:nvPr/>
        </p:nvSpPr>
        <p:spPr>
          <a:xfrm>
            <a:off x="128162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2306ED77-0096-4666-A63A-28CFCC09F518}"/>
              </a:ext>
            </a:extLst>
          </p:cNvPr>
          <p:cNvSpPr>
            <a:spLocks noGrp="1"/>
          </p:cNvSpPr>
          <p:nvPr/>
        </p:nvSpPr>
        <p:spPr>
          <a:xfrm>
            <a:off x="130288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130D38B1-CF23-4D68-90AF-6136AB728CB6}"/>
              </a:ext>
            </a:extLst>
          </p:cNvPr>
          <p:cNvSpPr>
            <a:spLocks noGrp="1"/>
          </p:cNvSpPr>
          <p:nvPr/>
        </p:nvSpPr>
        <p:spPr>
          <a:xfrm>
            <a:off x="132414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F600B260-279F-49D5-85FB-FF2AA72180C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1/3 is split into 4 equal pieces.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EC38E06F-6B8A-42B2-8649-4852F077096C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7/12</a:t>
            </a:r>
          </a:p>
        </p:txBody>
      </p:sp>
    </p:spTree>
    <p:extLst>
      <p:ext uri="{BB962C8B-B14F-4D97-AF65-F5344CB8AC3E}">
        <p14:creationId xmlns:p14="http://schemas.microsoft.com/office/powerpoint/2010/main" val="989614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70E02493-3B2B-48EA-9BFB-F20D5CCC58B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2AF6B41-AA85-4DC7-B9DC-12F271EC54C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CD4F5D6-6ADB-4B5B-A299-35C09063F71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1/3 ÷ 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703D519-19B8-4670-B181-AF26AF743BA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DBE2397-73AC-46E9-96A3-1B6DA722AD0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BDFAEE8-FBE4-405A-82A9-22C799CFE5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65D943F-F622-4A0D-987D-1D7AE54A64F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1/3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F83850F-A846-4BBC-BB47-7373811A5D43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+ 1 = 10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BA97298-28EF-4F50-94CF-4422D6F7F9B9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8BBE45A-07EB-4332-85F3-DA96058C4682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AA9767B-212F-499A-A57A-D01B8F64A4F5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9009FEC-DB30-40E9-9321-EA53ABB4853A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1A10825-32BA-43D5-B42D-422FB5D6D664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1 + 0 = 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12FB037-BCC7-414C-B84C-036D1DB52BE3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6CD3D15-FA7B-4FC2-B27E-2CA60B3A26B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D29A482-F8B9-499E-AB75-B0A071725C74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42343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object-1">
            <a:extLst>
              <a:ext uri="{FF2B5EF4-FFF2-40B4-BE49-F238E27FC236}">
                <a16:creationId xmlns:a16="http://schemas.microsoft.com/office/drawing/2014/main" id="{944AA9DF-DDB2-4C24-AA14-980B4095106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1D3649B-8A6B-4DD8-82E2-FACA6FDB248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4B53D70-47C9-4154-8EF8-2EBBB2F956D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1/3 ÷ 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2D54059-7036-43B2-B3A8-9C5A6439843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C695CC7-131A-4EDF-A99E-8E84C45AD49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58BA451-C8F8-4C18-AAD9-BA3CB649894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CCEE1DB-E909-4293-A946-A70BFB482316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8EFC5B3-A07C-4B2E-ADBA-A82521E634C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7500BF9-4B0F-4CBE-91B5-E3E896255C5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61B0927-4820-4E93-8584-6D59289FA47D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94FCAC4-FFC2-4926-BB54-FF38C78D4C73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CC80184-3C5B-468E-B6FE-1FB65BC82825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7EC5CA3-DF91-4488-9AB9-5DE5C0FCE8AD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BD38799-CC70-41AF-9BAE-F549E31DEB71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6D9992F-8598-4478-B868-9976449F3D5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5DE93C8-3ACD-4D86-A6BF-9216D9449968}"/>
              </a:ext>
            </a:extLst>
          </p:cNvPr>
          <p:cNvSpPr>
            <a:spLocks noGrp="1"/>
          </p:cNvSpPr>
          <p:nvPr/>
        </p:nvSpPr>
        <p:spPr>
          <a:xfrm>
            <a:off x="8691563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8B806C2-E8FB-439B-831D-02B1CD0CC9B8}"/>
              </a:ext>
            </a:extLst>
          </p:cNvPr>
          <p:cNvSpPr>
            <a:spLocks noGrp="1"/>
          </p:cNvSpPr>
          <p:nvPr/>
        </p:nvSpPr>
        <p:spPr>
          <a:xfrm>
            <a:off x="9286875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56F981C-AB7D-4577-BA05-D4C0D594BD78}"/>
              </a:ext>
            </a:extLst>
          </p:cNvPr>
          <p:cNvSpPr>
            <a:spLocks noGrp="1"/>
          </p:cNvSpPr>
          <p:nvPr/>
        </p:nvSpPr>
        <p:spPr>
          <a:xfrm>
            <a:off x="9882188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9234869-CC56-47E9-9D37-347C8B378924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D4CD076-BB54-4EDF-87C1-C82EFD5EB049}"/>
              </a:ext>
            </a:extLst>
          </p:cNvPr>
          <p:cNvSpPr>
            <a:spLocks noGrp="1"/>
          </p:cNvSpPr>
          <p:nvPr/>
        </p:nvSpPr>
        <p:spPr>
          <a:xfrm>
            <a:off x="11072813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7614A5B-BFF0-4EBA-9CC5-D5C33F4E8193}"/>
              </a:ext>
            </a:extLst>
          </p:cNvPr>
          <p:cNvSpPr>
            <a:spLocks noGrp="1"/>
          </p:cNvSpPr>
          <p:nvPr/>
        </p:nvSpPr>
        <p:spPr>
          <a:xfrm>
            <a:off x="11668125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6D962CB-C37D-466C-A302-679CD6686E96}"/>
              </a:ext>
            </a:extLst>
          </p:cNvPr>
          <p:cNvSpPr>
            <a:spLocks noGrp="1"/>
          </p:cNvSpPr>
          <p:nvPr/>
        </p:nvSpPr>
        <p:spPr>
          <a:xfrm>
            <a:off x="12263438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AC6B07E-FE6F-474F-AF49-649C34F55B67}"/>
              </a:ext>
            </a:extLst>
          </p:cNvPr>
          <p:cNvSpPr>
            <a:spLocks noGrp="1"/>
          </p:cNvSpPr>
          <p:nvPr/>
        </p:nvSpPr>
        <p:spPr>
          <a:xfrm>
            <a:off x="12858750" y="3333750"/>
            <a:ext cx="59531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B1A74F9-221D-4319-A9AC-E0A8B255AF57}"/>
              </a:ext>
            </a:extLst>
          </p:cNvPr>
          <p:cNvSpPr>
            <a:spLocks noGrp="1"/>
          </p:cNvSpPr>
          <p:nvPr/>
        </p:nvSpPr>
        <p:spPr>
          <a:xfrm>
            <a:off x="764976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1A4BDD3-D4C9-4874-9B17-33F6B1FC28E0}"/>
              </a:ext>
            </a:extLst>
          </p:cNvPr>
          <p:cNvSpPr>
            <a:spLocks noGrp="1"/>
          </p:cNvSpPr>
          <p:nvPr/>
        </p:nvSpPr>
        <p:spPr>
          <a:xfrm>
            <a:off x="77985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6412C9D-3D23-40F5-85F5-B3673784F84A}"/>
              </a:ext>
            </a:extLst>
          </p:cNvPr>
          <p:cNvSpPr>
            <a:spLocks noGrp="1"/>
          </p:cNvSpPr>
          <p:nvPr/>
        </p:nvSpPr>
        <p:spPr>
          <a:xfrm>
            <a:off x="79474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06BFFD9-C45F-48DE-A156-2A3D9FEB4A01}"/>
              </a:ext>
            </a:extLst>
          </p:cNvPr>
          <p:cNvSpPr>
            <a:spLocks noGrp="1"/>
          </p:cNvSpPr>
          <p:nvPr/>
        </p:nvSpPr>
        <p:spPr>
          <a:xfrm>
            <a:off x="82450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901F5B1-31BF-4BB8-BA62-233790BB6ED1}"/>
              </a:ext>
            </a:extLst>
          </p:cNvPr>
          <p:cNvSpPr>
            <a:spLocks noGrp="1"/>
          </p:cNvSpPr>
          <p:nvPr/>
        </p:nvSpPr>
        <p:spPr>
          <a:xfrm>
            <a:off x="83939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1E9A7AE2-9166-48D5-BC8A-63204157AC64}"/>
              </a:ext>
            </a:extLst>
          </p:cNvPr>
          <p:cNvSpPr>
            <a:spLocks noGrp="1"/>
          </p:cNvSpPr>
          <p:nvPr/>
        </p:nvSpPr>
        <p:spPr>
          <a:xfrm>
            <a:off x="854273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D106569-C464-4571-B0E0-3061DC5F888A}"/>
              </a:ext>
            </a:extLst>
          </p:cNvPr>
          <p:cNvSpPr>
            <a:spLocks noGrp="1"/>
          </p:cNvSpPr>
          <p:nvPr/>
        </p:nvSpPr>
        <p:spPr>
          <a:xfrm>
            <a:off x="884039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CD83854-44FD-4ACE-A809-E20AE8938241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99492FC2-882C-4B09-84A5-1D6ACA4F6E82}"/>
              </a:ext>
            </a:extLst>
          </p:cNvPr>
          <p:cNvSpPr>
            <a:spLocks noGrp="1"/>
          </p:cNvSpPr>
          <p:nvPr/>
        </p:nvSpPr>
        <p:spPr>
          <a:xfrm>
            <a:off x="913804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CD80CCE-3B63-486B-9F80-1895DCBE93A3}"/>
              </a:ext>
            </a:extLst>
          </p:cNvPr>
          <p:cNvSpPr>
            <a:spLocks noGrp="1"/>
          </p:cNvSpPr>
          <p:nvPr/>
        </p:nvSpPr>
        <p:spPr>
          <a:xfrm>
            <a:off x="943570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C650242-A59B-44A3-AB48-24E9F0C3BA8F}"/>
              </a:ext>
            </a:extLst>
          </p:cNvPr>
          <p:cNvSpPr>
            <a:spLocks noGrp="1"/>
          </p:cNvSpPr>
          <p:nvPr/>
        </p:nvSpPr>
        <p:spPr>
          <a:xfrm>
            <a:off x="958453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0DBCFF21-6432-4057-80FF-E5C9C422556E}"/>
              </a:ext>
            </a:extLst>
          </p:cNvPr>
          <p:cNvSpPr>
            <a:spLocks noGrp="1"/>
          </p:cNvSpPr>
          <p:nvPr/>
        </p:nvSpPr>
        <p:spPr>
          <a:xfrm>
            <a:off x="97333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016E9C76-063B-4DF4-9A58-CDCFD3F171C9}"/>
              </a:ext>
            </a:extLst>
          </p:cNvPr>
          <p:cNvSpPr>
            <a:spLocks noGrp="1"/>
          </p:cNvSpPr>
          <p:nvPr/>
        </p:nvSpPr>
        <p:spPr>
          <a:xfrm>
            <a:off x="1003101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14E19FA-AED7-4050-B6EE-1A9B39D8B02E}"/>
              </a:ext>
            </a:extLst>
          </p:cNvPr>
          <p:cNvSpPr>
            <a:spLocks noGrp="1"/>
          </p:cNvSpPr>
          <p:nvPr/>
        </p:nvSpPr>
        <p:spPr>
          <a:xfrm>
            <a:off x="1017984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746A042-270A-4656-87C3-2F915E40BEB3}"/>
              </a:ext>
            </a:extLst>
          </p:cNvPr>
          <p:cNvSpPr>
            <a:spLocks noGrp="1"/>
          </p:cNvSpPr>
          <p:nvPr/>
        </p:nvSpPr>
        <p:spPr>
          <a:xfrm>
            <a:off x="103286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688C1C1-2F39-4B67-BD5D-E7770A9193C5}"/>
              </a:ext>
            </a:extLst>
          </p:cNvPr>
          <p:cNvSpPr>
            <a:spLocks noGrp="1"/>
          </p:cNvSpPr>
          <p:nvPr/>
        </p:nvSpPr>
        <p:spPr>
          <a:xfrm>
            <a:off x="106263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66AC912C-0A9D-438F-A328-BDDE62445942}"/>
              </a:ext>
            </a:extLst>
          </p:cNvPr>
          <p:cNvSpPr>
            <a:spLocks noGrp="1"/>
          </p:cNvSpPr>
          <p:nvPr/>
        </p:nvSpPr>
        <p:spPr>
          <a:xfrm>
            <a:off x="1077515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79655705-1B78-4FE7-9C73-817A454750DF}"/>
              </a:ext>
            </a:extLst>
          </p:cNvPr>
          <p:cNvSpPr>
            <a:spLocks noGrp="1"/>
          </p:cNvSpPr>
          <p:nvPr/>
        </p:nvSpPr>
        <p:spPr>
          <a:xfrm>
            <a:off x="1092398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9B17F95-D869-4683-BBEB-A8B218435D27}"/>
              </a:ext>
            </a:extLst>
          </p:cNvPr>
          <p:cNvSpPr>
            <a:spLocks noGrp="1"/>
          </p:cNvSpPr>
          <p:nvPr/>
        </p:nvSpPr>
        <p:spPr>
          <a:xfrm>
            <a:off x="112216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512EE7D-AB59-4743-AD17-78CD23327EF0}"/>
              </a:ext>
            </a:extLst>
          </p:cNvPr>
          <p:cNvSpPr>
            <a:spLocks noGrp="1"/>
          </p:cNvSpPr>
          <p:nvPr/>
        </p:nvSpPr>
        <p:spPr>
          <a:xfrm>
            <a:off x="1137046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44BCFDFA-6CAC-4222-8811-F102D877B573}"/>
              </a:ext>
            </a:extLst>
          </p:cNvPr>
          <p:cNvSpPr>
            <a:spLocks noGrp="1"/>
          </p:cNvSpPr>
          <p:nvPr/>
        </p:nvSpPr>
        <p:spPr>
          <a:xfrm>
            <a:off x="1151929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B7BC5BA-381A-472E-BD41-24C94692F295}"/>
              </a:ext>
            </a:extLst>
          </p:cNvPr>
          <p:cNvSpPr>
            <a:spLocks noGrp="1"/>
          </p:cNvSpPr>
          <p:nvPr/>
        </p:nvSpPr>
        <p:spPr>
          <a:xfrm>
            <a:off x="1181695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6C0A23C-A9F6-406F-BB3D-789CC7118FE4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434BF2E-E25E-413A-A76E-B39382F0BDE4}"/>
              </a:ext>
            </a:extLst>
          </p:cNvPr>
          <p:cNvSpPr>
            <a:spLocks noGrp="1"/>
          </p:cNvSpPr>
          <p:nvPr/>
        </p:nvSpPr>
        <p:spPr>
          <a:xfrm>
            <a:off x="1211460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26507C68-C5FD-4DDD-B9BC-B6167CCDD610}"/>
              </a:ext>
            </a:extLst>
          </p:cNvPr>
          <p:cNvSpPr>
            <a:spLocks noGrp="1"/>
          </p:cNvSpPr>
          <p:nvPr/>
        </p:nvSpPr>
        <p:spPr>
          <a:xfrm>
            <a:off x="1241226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5A111B85-9A67-406E-BCEF-892D2336C6C0}"/>
              </a:ext>
            </a:extLst>
          </p:cNvPr>
          <p:cNvSpPr>
            <a:spLocks noGrp="1"/>
          </p:cNvSpPr>
          <p:nvPr/>
        </p:nvSpPr>
        <p:spPr>
          <a:xfrm>
            <a:off x="125610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20767E63-294C-4C8E-AF4F-8481E148CD47}"/>
              </a:ext>
            </a:extLst>
          </p:cNvPr>
          <p:cNvSpPr>
            <a:spLocks noGrp="1"/>
          </p:cNvSpPr>
          <p:nvPr/>
        </p:nvSpPr>
        <p:spPr>
          <a:xfrm>
            <a:off x="127099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8EF1FBDA-B541-4E00-9BCC-BA64997B64F2}"/>
              </a:ext>
            </a:extLst>
          </p:cNvPr>
          <p:cNvSpPr>
            <a:spLocks noGrp="1"/>
          </p:cNvSpPr>
          <p:nvPr/>
        </p:nvSpPr>
        <p:spPr>
          <a:xfrm>
            <a:off x="130075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209D04B1-FE12-46FD-9433-16D8A856E6AF}"/>
              </a:ext>
            </a:extLst>
          </p:cNvPr>
          <p:cNvSpPr>
            <a:spLocks noGrp="1"/>
          </p:cNvSpPr>
          <p:nvPr/>
        </p:nvSpPr>
        <p:spPr>
          <a:xfrm>
            <a:off x="131564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48AF07AF-9653-47D4-A2D7-402C2D07A853}"/>
              </a:ext>
            </a:extLst>
          </p:cNvPr>
          <p:cNvSpPr>
            <a:spLocks noGrp="1"/>
          </p:cNvSpPr>
          <p:nvPr/>
        </p:nvSpPr>
        <p:spPr>
          <a:xfrm>
            <a:off x="1330523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BD2E4657-D875-4A1F-B110-F5CE87F7C2D2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1/3 is split into 4 equal pieces.</a:t>
            </a:r>
          </a:p>
        </p:txBody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5C9DA39-FEBF-4574-B554-BBFA7D47B7DF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5/6</a:t>
            </a:r>
          </a:p>
        </p:txBody>
      </p:sp>
    </p:spTree>
    <p:extLst>
      <p:ext uri="{BB962C8B-B14F-4D97-AF65-F5344CB8AC3E}">
        <p14:creationId xmlns:p14="http://schemas.microsoft.com/office/powerpoint/2010/main" val="246502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09089ED3-5BC7-41F2-BE24-C4A981749C0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979087F-994D-40BE-B029-C623DED4282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6C5F513-CA5E-4E0A-94C5-3AF26EBCF85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E4F3C96-E951-4FCB-8880-4901B8F4C0C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8C9994E-43F8-4AA4-A893-2839044CB8B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BFCA573-79AD-43AF-BAB5-2CA7FE2D375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D674778-783B-40B0-9DBF-210EB060D4D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BF4AA0B-63BB-4470-B6FD-78910EBF46C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72602E8-7E35-48F5-9116-7ACC5023412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BDDC373-682B-487C-B9E7-623D0A0D3763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E63E8F-85CE-42C2-BCA4-60751E54268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56BB1A9-A0A1-4CA7-8A01-53ADC31E141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7CC4588-546F-46D6-8653-CDB162FEDBC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40ED298-BED0-4247-91B6-BE50BCD41E6D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1/3 divided by 4.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B34F384-F24E-4EF8-9CAC-A53AA64FD9E4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6EE1325-A7D0-4D17-B5BF-8D2DB973A8FF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3/4 divided by 2.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DAE974E-9E0F-49CB-902B-EFB000D4C99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1838144-8775-432C-9F23-CB45C9133CE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5/6 divided by 3.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0A85F36-2219-49D3-AC37-3C0CC9C8DC5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E366D4B-C278-46AF-9FC7-96D7805270E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2 1/4 divided by 3.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FBB0C82-2597-4317-9F0C-F39DF414D03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668FD30-F4AB-42C2-BD61-B1FBCA78ABD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both the numerator and denominator by the whole number.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9B574F6-FBB1-4F4D-BFDA-ED84AD70B1B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46C3251-2014-4178-B85B-7152AC4B57D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D49F675-85D6-47AB-B7CA-1A1ADA3CBE0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D37BB9D-3940-474B-9E6B-F7CFE68FC03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5/6 divided by 3.</a:t>
            </a:r>
          </a:p>
        </p:txBody>
      </p:sp>
    </p:spTree>
    <p:extLst>
      <p:ext uri="{BB962C8B-B14F-4D97-AF65-F5344CB8AC3E}">
        <p14:creationId xmlns:p14="http://schemas.microsoft.com/office/powerpoint/2010/main" val="1816656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006446C5-F5CB-44C1-8F5A-0334B65FECB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8A535E9-CA84-4BD7-9639-D992C0E499C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6A60A2F-F248-4DAB-9E7A-1DACEFF596C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9915498-FE78-44C1-95EB-8358146CBE4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10A1C44-C473-4F92-8B33-BF1AC62492E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9077BB2-2D67-48C7-A80F-A54C5615461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66AAF75-1E43-486D-9BEF-DC99710452B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5776CE4-EA6B-4ABA-AE11-0A0682CFC63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74F740B-EFF1-4A50-AED6-666DF78F15B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BAB1990-1289-4E79-AC86-B5F812231AE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493863B-780B-4608-8E3C-1C55002CA4B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7B69429-0C22-4B90-8D89-921D8C8B8765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473A0B7-1DB2-4934-AEA8-DC9B40D840C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404284B-0586-47DF-AF07-71E570E9753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5D62980-DC39-46AF-8CEC-5420AB89D13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3/8.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1C281B8-8A99-48E7-9877-C8726ED665B3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CCFBD31-39B4-44B8-981B-0F4C37C49D5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5/18.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5320A8F-0F7E-43A7-B868-0FE58C2C59E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FE1287C-7A8B-4DCA-B4B0-BA1528715413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0F807B4-FDC3-42EB-9EAD-5878B0830D6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06563D-E37C-43EF-BDED-59A80144E16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B47A86A-B327-41F8-94DF-D4A8E225B1D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9D3A1B1-72E3-47B2-ACBD-315A96A73BE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5ACA336-8FA8-4821-AB38-14E45358DE12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804A1D7-FD79-4FC0-ABD1-80738438E10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7317098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1276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2026-09-14T13:19:15Z</dcterms:created>
  <dcterms:modified xsi:type="dcterms:W3CDTF">2026-09-14T13:20:02Z</dcterms:modified>
</cp:coreProperties>
</file>