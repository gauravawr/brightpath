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de5d26e5964376" /><Relationship Type="http://schemas.openxmlformats.org/officeDocument/2006/relationships/extended-properties" Target="/docProps/app.xml" Id="R5d05c9289cbe4ea7" /><Relationship Type="http://schemas.openxmlformats.org/officeDocument/2006/relationships/officeDocument" Target="/ppt/presentation.xml" Id="R0d102385c32643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e0228db8f64e0b"/>
  </p:sldMasterIdLst>
  <p:notesMasterIdLst>
    <p:notesMasterId xmlns:r="http://schemas.openxmlformats.org/officeDocument/2006/relationships" r:id="R835b7c1e6b8c41bd"/>
  </p:notesMasterIdLst>
  <p:sldIdLst>
    <p:sldId xmlns:r="http://schemas.openxmlformats.org/officeDocument/2006/relationships" id="256" r:id="Ra61e28d9de4148c5"/>
    <p:sldId xmlns:r="http://schemas.openxmlformats.org/officeDocument/2006/relationships" id="257" r:id="R37fc6e4a583f4869"/>
    <p:sldId xmlns:r="http://schemas.openxmlformats.org/officeDocument/2006/relationships" id="258" r:id="R2bffda9096d54b6c"/>
    <p:sldId xmlns:r="http://schemas.openxmlformats.org/officeDocument/2006/relationships" id="259" r:id="Re0def41da0984cb6"/>
    <p:sldId xmlns:r="http://schemas.openxmlformats.org/officeDocument/2006/relationships" id="260" r:id="R9711628093554b92"/>
    <p:sldId xmlns:r="http://schemas.openxmlformats.org/officeDocument/2006/relationships" id="261" r:id="Rc44a6d908d604255"/>
    <p:sldId xmlns:r="http://schemas.openxmlformats.org/officeDocument/2006/relationships" id="262" r:id="R90d7dfc9bde548e3"/>
    <p:sldId xmlns:r="http://schemas.openxmlformats.org/officeDocument/2006/relationships" id="263" r:id="R1e4b72adca5e43ca"/>
    <p:sldId xmlns:r="http://schemas.openxmlformats.org/officeDocument/2006/relationships" id="264" r:id="R2515d887c26d462c"/>
    <p:sldId xmlns:r="http://schemas.openxmlformats.org/officeDocument/2006/relationships" id="265" r:id="Rfbaeb88bf8b1467a"/>
    <p:sldId xmlns:r="http://schemas.openxmlformats.org/officeDocument/2006/relationships" id="266" r:id="Rc921d77f137f49d6"/>
    <p:sldId xmlns:r="http://schemas.openxmlformats.org/officeDocument/2006/relationships" id="267" r:id="Rfe72537f652d4b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a4e93d8bf34668" /><Relationship Type="http://schemas.openxmlformats.org/officeDocument/2006/relationships/slideMaster" Target="/ppt/slideMasters/slideMaster1.xml" Id="R71e0228db8f64e0b" /><Relationship Type="http://schemas.openxmlformats.org/officeDocument/2006/relationships/notesMaster" Target="/ppt/notesMasters/notesMaster1.xml" Id="R835b7c1e6b8c41bd" /><Relationship Type="http://schemas.openxmlformats.org/officeDocument/2006/relationships/presProps" Target="/ppt/presProps.xml" Id="R4cd1b69f9c41402d" /><Relationship Type="http://schemas.openxmlformats.org/officeDocument/2006/relationships/tableStyles" Target="/ppt/tableStyles.xml" Id="R008cf53f0c654e9a" /><Relationship Type="http://schemas.openxmlformats.org/officeDocument/2006/relationships/slide" Target="/ppt/slides/slide1.xml" Id="Ra61e28d9de4148c5" /><Relationship Type="http://schemas.openxmlformats.org/officeDocument/2006/relationships/slide" Target="/ppt/slides/slide2.xml" Id="R37fc6e4a583f4869" /><Relationship Type="http://schemas.openxmlformats.org/officeDocument/2006/relationships/slide" Target="/ppt/slides/slide3.xml" Id="R2bffda9096d54b6c" /><Relationship Type="http://schemas.openxmlformats.org/officeDocument/2006/relationships/slide" Target="/ppt/slides/slide4.xml" Id="Re0def41da0984cb6" /><Relationship Type="http://schemas.openxmlformats.org/officeDocument/2006/relationships/slide" Target="/ppt/slides/slide5.xml" Id="R9711628093554b92" /><Relationship Type="http://schemas.openxmlformats.org/officeDocument/2006/relationships/slide" Target="/ppt/slides/slide6.xml" Id="Rc44a6d908d604255" /><Relationship Type="http://schemas.openxmlformats.org/officeDocument/2006/relationships/slide" Target="/ppt/slides/slide7.xml" Id="R90d7dfc9bde548e3" /><Relationship Type="http://schemas.openxmlformats.org/officeDocument/2006/relationships/slide" Target="/ppt/slides/slide8.xml" Id="R1e4b72adca5e43ca" /><Relationship Type="http://schemas.openxmlformats.org/officeDocument/2006/relationships/slide" Target="/ppt/slides/slide9.xml" Id="R2515d887c26d462c" /><Relationship Type="http://schemas.openxmlformats.org/officeDocument/2006/relationships/slide" Target="/ppt/slides/slide10.xml" Id="Rfbaeb88bf8b1467a" /><Relationship Type="http://schemas.openxmlformats.org/officeDocument/2006/relationships/slide" Target="/ppt/slides/slide11.xml" Id="Rc921d77f137f49d6" /><Relationship Type="http://schemas.openxmlformats.org/officeDocument/2006/relationships/slide" Target="/ppt/slides/slide12.xml" Id="Rfe72537f652d4b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cb98bff10045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c9ed6873da4a41" /><Relationship Type="http://schemas.openxmlformats.org/officeDocument/2006/relationships/notesMaster" Target="/ppt/notesMasters/notesMaster1.xml" Id="R79a96a43aed144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e58b5d54034f7d" /><Relationship Type="http://schemas.openxmlformats.org/officeDocument/2006/relationships/notesMaster" Target="/ppt/notesMasters/notesMaster1.xml" Id="R14bdf1b5195944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663b59e2994071" /><Relationship Type="http://schemas.openxmlformats.org/officeDocument/2006/relationships/notesMaster" Target="/ppt/notesMasters/notesMaster1.xml" Id="R2fcd7479f8694b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9dafb770c84244" /><Relationship Type="http://schemas.openxmlformats.org/officeDocument/2006/relationships/notesMaster" Target="/ppt/notesMasters/notesMaster1.xml" Id="Rfc22b8b6e9ad47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a90c9577514ce4" /><Relationship Type="http://schemas.openxmlformats.org/officeDocument/2006/relationships/notesMaster" Target="/ppt/notesMasters/notesMaster1.xml" Id="Rd8eaaff912f347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0b4ce37468447f" /><Relationship Type="http://schemas.openxmlformats.org/officeDocument/2006/relationships/notesMaster" Target="/ppt/notesMasters/notesMaster1.xml" Id="Rb4234fa17d5e45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810f18b10e477d" /><Relationship Type="http://schemas.openxmlformats.org/officeDocument/2006/relationships/notesMaster" Target="/ppt/notesMasters/notesMaster1.xml" Id="Rbf1779014f1b45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fe420b8f29491e" /><Relationship Type="http://schemas.openxmlformats.org/officeDocument/2006/relationships/notesMaster" Target="/ppt/notesMasters/notesMaster1.xml" Id="Rca118a0f5c9342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cdfc422731411d" /><Relationship Type="http://schemas.openxmlformats.org/officeDocument/2006/relationships/notesMaster" Target="/ppt/notesMasters/notesMaster1.xml" Id="R0871b449e4334e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e3955a48d243a5" /><Relationship Type="http://schemas.openxmlformats.org/officeDocument/2006/relationships/notesMaster" Target="/ppt/notesMasters/notesMaster1.xml" Id="R02462fff282844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29b74575f545ca" /><Relationship Type="http://schemas.openxmlformats.org/officeDocument/2006/relationships/notesMaster" Target="/ppt/notesMasters/notesMaster1.xml" Id="R72d726bb5b7945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5b5e9df9b64508" /><Relationship Type="http://schemas.openxmlformats.org/officeDocument/2006/relationships/notesMaster" Target="/ppt/notesMasters/notesMaster1.xml" Id="Re4216de5f13042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Fraction strips, bar models, counters, squared paper,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3/8. | Represent the fraction as equal parts or use an equivalent multiplication. | Division changes the size of each share. Use a bar model or multiply by the unit fraction, then simplify.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divide, share, quotient, unit fraction, non-unit fraction, reciprocal.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1/12.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3/8.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Division changes the size of each share. Use a bar model or multiply by the unit fraction, then simplify.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3/8..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5/18..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3/4.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5/18.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5/18. | Division changes the size of each share. Use a bar model or multiply by the unit fraction, then simplify.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085244c1e4e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de23eb2312476c" /><Relationship Type="http://schemas.openxmlformats.org/officeDocument/2006/relationships/slideLayout" Target="/ppt/slideLayouts/slideLayout1.xml" Id="R61914c59399440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914c59399440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de7f2a1cc457a" /><Relationship Type="http://schemas.openxmlformats.org/officeDocument/2006/relationships/notesSlide" Target="/ppt/notesSlides/notesSlide1.xml" Id="R2ee5506081b64a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f6153a802475f" /><Relationship Type="http://schemas.openxmlformats.org/officeDocument/2006/relationships/notesSlide" Target="/ppt/notesSlides/notesSlide2.xml" Id="R3e030232a7cc43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0d8c526a34e04" /><Relationship Type="http://schemas.openxmlformats.org/officeDocument/2006/relationships/notesSlide" Target="/ppt/notesSlides/notesSlide3.xml" Id="Ra3499a0c3f9e49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5af7976484b19" /><Relationship Type="http://schemas.openxmlformats.org/officeDocument/2006/relationships/notesSlide" Target="/ppt/notesSlides/notesSlide4.xml" Id="R7d27ca3729ce4c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cb36315d04afb" /><Relationship Type="http://schemas.openxmlformats.org/officeDocument/2006/relationships/notesSlide" Target="/ppt/notesSlides/notesSlide5.xml" Id="Re156d3fd3e2845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955d6f35a4138" /><Relationship Type="http://schemas.openxmlformats.org/officeDocument/2006/relationships/notesSlide" Target="/ppt/notesSlides/notesSlide6.xml" Id="R1340a1b13e1e4c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65b06bf1246c4" /><Relationship Type="http://schemas.openxmlformats.org/officeDocument/2006/relationships/image" Target="/ppt/media/image.png" Id="Ra0b2db4202434949" /><Relationship Type="http://schemas.openxmlformats.org/officeDocument/2006/relationships/notesSlide" Target="/ppt/notesSlides/notesSlide7.xml" Id="R3beb47cce95e4f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bb1847fd64f84" /><Relationship Type="http://schemas.openxmlformats.org/officeDocument/2006/relationships/notesSlide" Target="/ppt/notesSlides/notesSlide8.xml" Id="R7f804b41fb5c41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09fa1fee1451e" /><Relationship Type="http://schemas.openxmlformats.org/officeDocument/2006/relationships/notesSlide" Target="/ppt/notesSlides/notesSlide9.xml" Id="R4cdfa7c82e254f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8633be6b54f37" /><Relationship Type="http://schemas.openxmlformats.org/officeDocument/2006/relationships/notesSlide" Target="/ppt/notesSlides/notesSlide10.xml" Id="R3e799869a67b46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5914457994a5a" /><Relationship Type="http://schemas.openxmlformats.org/officeDocument/2006/relationships/notesSlide" Target="/ppt/notesSlides/notesSlide11.xml" Id="R180e018d014247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e9952dbd34e3f" /><Relationship Type="http://schemas.openxmlformats.org/officeDocument/2006/relationships/notesSlide" Target="/ppt/notesSlides/notesSlide12.xml" Id="R3981d9fe22d244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8796E-52F4-41A5-8F1F-34F01F7D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B8737-9BBC-48B5-A7B4-03B466B3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58F5B-86BF-4AC7-AC19-E3B7B4FF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D10DD-A69A-4AE7-9B03-8F119B12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68ED3-9D7D-4C5B-87CF-7C0341F4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Divide unit fractions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AE649-1AA9-46B2-AF22-FE3015D3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D0288-AF1C-4570-B90F-975098C2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C69CE-C2FA-4B54-96BE-47A3D52B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divide unit fractions by whole numbers.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3BB7C-B6CC-4E18-8D4C-60798ABC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F7375-0282-411A-9617-AA11B9C7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Fraction strips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11680-9B4B-4624-A4D8-5658048E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751230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70196F-2B28-42F6-9A37-5B4B949B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54BEF-4F68-4F4A-9903-E153B011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0D127-CD53-46EF-969E-CC915468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96945-58CE-4606-92C4-5A8A88B6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CEB6E-A740-4DF4-8714-28EE2C65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2226C-0967-4B0C-A02D-132FA35E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D07C3-53D1-4101-9EBB-98673C92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FC9F8-7C29-43F8-872E-6EC583A3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7B96D-7C73-4E40-B80D-C240CD72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542C5-A4E9-4230-A258-1DEEF4F4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3B1FA-26AA-4700-9C94-F0AC1D23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7EF71-8BA6-4262-A43C-8E874304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7FD0F-C627-4126-8578-154EA55D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Share unit and non-unit fractions equally and connect division with multiplication by a unit fraction.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553CF-E204-4BF1-ABF7-77C9D4BF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AD7F6-3F01-4129-AEF4-E2C56BA7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98F5E-91D2-4E7B-A92D-905CC014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B4FBB-A749-4853-A2A9-DBC9C380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3/4 divided by 2.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7B2C2-AB84-41EA-A617-06C58820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9D1B58-8211-4D76-9968-B7411674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0FAC21-0C59-4A26-8809-EB445C9F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15EDA-4CB1-495D-B597-130F51DB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1/3 divided by 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E18DA-BEF0-40A0-824D-A8FA6F98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205713751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46E31-95F8-45D6-B525-815D4C0C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446A9-0D80-4FD1-AF76-3AF3231F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2965D-4327-4770-9010-4D2F3D0A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B4A55-4AF6-4550-AB2C-7C46C61F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350B4-3D92-4FE6-BDE8-10A83915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9DEB0-8D9B-4872-9BBE-F6B5996B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F6BA8-0379-4EB6-BD74-8429FEE0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58585-A9DC-450A-87C7-C9916C9E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6FB4C-8F28-40A7-BCA6-A0FA30D5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5C4A9-6D56-4BD1-A8E9-338C7CF6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divide unit fractions by whole numbers.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27703-0093-490C-BACC-71D0A897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C9B9A-6DB4-4462-9C08-6E340F44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Represent the fraction as equal parts or use an equivalent multiplication.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F8100-5F9B-444A-B594-2DA9DB25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Divide the numerator when possible or multiply the denominator by the whole number.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4AB88-CB63-423F-BB40-DCF75353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Simplify and check by multiplying 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348B5-47E8-4700-995B-D476348A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divide  |  share  |  quotient  |  unit fraction  |  non-unit fraction  |  reciprocal</a:t>
            </a:r>
          </a:p>
        </p:txBody>
      </p:sp>
    </p:spTree>
    <p:extLst>
      <p:ext uri="{BB962C8B-B14F-4D97-AF65-F5344CB8AC3E}">
        <p14:creationId xmlns:p14="http://schemas.microsoft.com/office/powerpoint/2010/main" val="150709877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368D6-4CF5-48EB-8395-4442F65C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422A1-FFD3-45F9-B818-59D601FD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C25D0-5271-4961-BEB0-AEF26663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711DC-55D8-4E3E-B678-95E902E1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0CD86-7259-4803-9271-C8A6EC03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697F2-B93E-4F1F-B55A-2B140C5E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2825E-AE63-4C76-B32A-2515F248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78692-A061-4B05-8B06-8AE048D2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3640D-6645-4055-9A1A-2A6DE7A8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76789-5EFC-419F-BD96-64A15977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1/3 divided by 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F3D6C-24B2-404E-BB4B-A7DA6167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5EDB3-C7DA-4B32-A35B-D7EF4528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D0DF3-62BB-452A-A1BF-50AB92D2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1/3 ÷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EE6AF-2ED4-4DF9-904B-2C6E5307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63B07-E074-472E-9656-9668C65D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BECAB-4EB7-4806-80EF-FABEA5B5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Dividing by 4 means multiply by 1/4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B68F9-CFEF-40B2-9B72-B1D57922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4AE88-F081-48F8-B5C8-6FA7308B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3B8AE-4053-4CEC-A188-713FFB4D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1/3 × 1/4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DDC26-50F6-4F06-958A-3945CF1E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C3B3CA-F17C-43B4-92BC-AFCAA6FA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76551D-9CA4-49E2-A146-6029D08A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4070355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09E7E-D28C-4B43-9835-30C2C437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E7BF8-302F-4F7C-B2F0-DD420F23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7594F-F6F1-4797-8A4F-FBAEA095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7AB96-0A2A-492C-AC5E-484076A2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FB146-4CEE-4277-8489-A6C4BA37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1CA56-47BD-400E-AB00-EBC908C3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810F1-047C-4B94-B4CB-88FF6A50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90226-01CE-4CAA-9CC3-7AFFE150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409D8-8BE7-4F40-9587-4D51D619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910AB-3F17-497E-8552-9C887136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89F68-5FAA-41C1-8D51-BB407B77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1/12.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81AB0-3009-4C27-ABE0-CDDE36F7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4700E-F057-4F74-BAB6-59A1883C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Simplify and check by multiplying back.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1DE20-378A-4F09-BE12-75FB2442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10488709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022255-E5B2-4F7E-B47E-A687CE7A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9F74F-D917-4635-BD39-F60A55F0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8C6A3-6710-4E57-B0D1-A77DAD43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65BAB-16B7-4988-85D3-05282743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D2F63-CFF4-4FDF-AE00-DE094537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E59D6-FC42-4D40-B9ED-A12E0E26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427A4-344D-4D17-AE25-CBB500BD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D7F96-4D4A-4BE4-B234-32A8C9B5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F8FA3-59DD-4274-B93D-2A280E54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FEE01-722E-457B-8A5F-D81A7F3E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3/4 divided by 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359CB-2EA3-4631-AB3F-9671B0AE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41D46-EAA8-4F87-B944-4267D271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E0771-E20C-464A-B7D9-31E339DB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5FD2D-4039-4611-9C37-C81B575C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1FDBA-4A76-4498-80BF-404B635A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3/8.</a:t>
            </a:r>
          </a:p>
        </p:txBody>
      </p:sp>
    </p:spTree>
    <p:extLst>
      <p:ext uri="{BB962C8B-B14F-4D97-AF65-F5344CB8AC3E}">
        <p14:creationId xmlns:p14="http://schemas.microsoft.com/office/powerpoint/2010/main" val="17563275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A9A98-4AC9-4947-9438-6FC329B2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5684F-4AB0-411C-AB1A-BA88D62E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08060-7B5B-4503-9620-3CC820B1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91873-79CA-4545-B9E7-2D6366F2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F41BB-23DA-4996-9BED-F2171972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BBD4B-A356-469B-86DA-7555AA93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1AF10-58A4-46AE-B8A4-DCD6B471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4FB6D-CF4E-4F09-8EF0-427D22D8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E543E-BE97-41DD-8558-7BC77568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unit fractions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2db4202434949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64747-26AF-4518-B035-7571EC86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222D3-0CD6-425F-9C33-4F41468F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divides both the numerator and denominator by the whole number.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7754D-72D8-48C7-99C7-F53EBE89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741C6-80EC-48C4-AFC9-FDE9B530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F64A0-4AFD-434E-8818-00286550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Division changes the size of each share. Use a bar model or multiply by the unit fraction, then simplify.</a:t>
            </a:r>
          </a:p>
        </p:txBody>
      </p:sp>
    </p:spTree>
    <p:extLst>
      <p:ext uri="{BB962C8B-B14F-4D97-AF65-F5344CB8AC3E}">
        <p14:creationId xmlns:p14="http://schemas.microsoft.com/office/powerpoint/2010/main" val="42342614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CFF84B-2502-4671-BD62-50F60C46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3B0C6-B4B0-4C17-A0F2-C687BCC2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D5FE6-1A80-4DC7-AEBC-4262A1EA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C2ECD-E587-4208-B5E4-C7BBC068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38CC6-DAB5-4EF3-90F6-D1ABF523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E93C1-9263-4668-A6AB-207629DF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46AD2-4CE6-4158-A372-B1B79187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D0D0B-1386-4912-987D-4EB632AD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929B5-4527-474E-BCB4-F972F590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0C7A5-F12A-4BB7-A040-4F8898EC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E9A0E-BA84-4768-99AB-28AC9CA9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912C4-085F-485D-9A25-F676F2F5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5E0BC-E870-4B3E-B134-72EF4970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3/4 divided by 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9F032-D642-4899-B950-93E6BAE9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9EC1B-96DE-4557-88CB-43C3E4F3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7B0A9-114F-4745-9F2E-BE277B92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27EE5-D119-4D31-A77C-E2001A07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94B10-6F44-4871-B73A-22A244E6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F2FE9D-EDFA-4066-913A-624375F0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A5505-FBC0-41FA-8516-E7C620EE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246ECB-C4CE-44FA-AB3D-5DC78EAC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3/8.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A713C6-D2C7-406C-9B17-7B89F2EA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4524952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F4C7D-82EA-41B4-987E-FBDF2C89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41175-5F48-498F-A9D7-97922774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2B3D2-F6E6-4B98-992E-56365AE3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51FDB-9ADE-43C7-8A0C-33D306DF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BB2C1-693A-4BD9-8113-BF218E88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BBAAD-E6B3-40E6-A012-6945D030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230FA-170D-4ABB-92AB-83B81FA2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8864E-D83C-4202-81C3-8AE7A889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7B60E-B184-4E5B-A9D1-C0E6A0C4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87908-A863-41B3-943E-A456734B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66E41-6F94-4292-817D-0DFF830B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79615-FDF3-4379-AA18-2C013CC7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6B3BA-840B-4BF4-91CA-EE757FCE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5/6 divided by 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05B71-FA4E-4DC1-87A2-389F8216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E4709-300E-4CF2-BFE0-6948EEF7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6B343-01A8-4CC6-90EA-C49805DA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083C7-C357-4E06-BE54-5E15F84F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B5FC4-9C34-432F-BA58-FFB7B8A2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B3E58-EC32-476C-915B-C9039304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A4FCC-D1A2-4D03-B1FD-B340E3DA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F68FB3-23BA-4292-BABB-DFA0652E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95846087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6539E-BE08-4911-886D-2597026E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9A7E5-8CB3-43E5-9FC7-B299EDA1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6D89D-9AB2-4C52-8F90-62D1CCAC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387C6-CBA0-4DAF-9563-83D905A6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3B309-A483-4A38-B5DF-5BD628DB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1CB6C-EDCA-4653-BEA9-1A9B623A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24E9A-E7EE-4C0F-9ED2-D921DFC8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DB94D-5F80-4294-BFF6-254FD7B2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FCB8A-29A8-4972-B5FA-F96D6D71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F9602-2093-4B73-80BE-1010B6B9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Calculate 2 1/4 divided by 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63DA5-8645-4CB4-9825-D4FFE9B2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1BFF8-06D8-467B-B9C5-4784DF8B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7163F-5F92-4BA7-BCBE-E244CE18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3/4.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72083819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B866E-CE44-43EE-969D-14AEEECF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9F61D-A055-4C3B-93CE-6ABC8242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92BF9-3AFB-4A84-B144-AF90DF12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09473-7F5E-45FC-9FDE-D04E4672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2E83C-37ED-4325-ABE8-F03EBAD4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1FD46-49B0-42CE-9215-247EFD34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454D0-C89D-4D6A-BCB6-12E32EB9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0A473-8FBE-4102-A5E8-05E813AB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7C907-F9CD-4F56-BE4B-3BEBB000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E98F8-2385-4A59-AF73-4F1ECBF4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13168-6310-4A54-A6EC-597A4393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ABD02-2984-49B3-9B35-9A7BBCE9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5/6 divided by 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CA7BB-3FAB-4163-ABD0-86A512CC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8D706-F056-4E29-B649-3B029714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A2A03-628C-4BC7-9EE7-32E690ED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091F5-C47A-429D-BA52-1137D68E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5/18.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B479BA-3A5E-40BB-B6F6-E8CB9886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58371-B93B-4C89-ACE1-48C74F22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44387981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D73D80-4663-4134-9CE2-25A08275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27900-F602-438B-93F6-E558994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D64E2-8162-458E-AD45-2AEC7075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02A81-051A-4D6C-84CD-B3F29917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BE706-E691-4324-864E-C4A23B25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47C8E-34BA-4BC0-8A7D-0BA77FCB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CF5A1-C7E7-4A2F-A2CB-700ED5E5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946E9-5899-4931-BAC5-FD398590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4581A-B830-475D-92FA-A498B2F6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B743C-04F6-45B5-A008-C65A516D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03750-B515-4EED-AE8F-5D7F1CD2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A326E-CEA1-45D3-B67D-6690BBFB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9E8DC-A766-4B82-ADAA-686ED76B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5/6 divided by 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C5F53-23FB-411F-B27D-CC5E41CA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7C227-81DF-4A52-ADFA-7A8E8D84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B5E81-BD20-4C71-9434-23A3798F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EE049-2E20-4B5D-8B98-301E424F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divides both the numerator and denominator by the whole number.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EA818-FC5B-4997-B762-3D0E8A69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F18C42-FF96-44A3-9092-B2E91745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9B36D-A0F4-4044-B11F-7EB9E321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F849D-BE46-4C31-90E1-721930AC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942DA7-FCCE-4456-AB69-DABEBF99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83684992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2026-09-09T22:13:46.1340000Z</dcterms:created>
  <dcterms:modified xsi:type="dcterms:W3CDTF">2026-09-09T22:13:46.1340000Z</dcterms:modified>
</coreProperties>
</file>