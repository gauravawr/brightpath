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e270da689c41b9" /><Relationship Type="http://schemas.openxmlformats.org/officeDocument/2006/relationships/extended-properties" Target="/docProps/app.xml" Id="R3044872179944812" /><Relationship Type="http://schemas.openxmlformats.org/officeDocument/2006/relationships/officeDocument" Target="/ppt/presentation.xml" Id="Rbfe4aad4b7e545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3d1ff424e54bda"/>
  </p:sldMasterIdLst>
  <p:notesMasterIdLst>
    <p:notesMasterId xmlns:r="http://schemas.openxmlformats.org/officeDocument/2006/relationships" r:id="R09c33536e33d43b2"/>
  </p:notesMasterIdLst>
  <p:sldIdLst>
    <p:sldId xmlns:r="http://schemas.openxmlformats.org/officeDocument/2006/relationships" id="256" r:id="R4b64722f72b9478c"/>
    <p:sldId xmlns:r="http://schemas.openxmlformats.org/officeDocument/2006/relationships" id="257" r:id="R3034ac09730a4ab3"/>
    <p:sldId xmlns:r="http://schemas.openxmlformats.org/officeDocument/2006/relationships" id="258" r:id="R32a7047c1a2d4de4"/>
    <p:sldId xmlns:r="http://schemas.openxmlformats.org/officeDocument/2006/relationships" id="259" r:id="R4e7d06daf60a4c50"/>
    <p:sldId xmlns:r="http://schemas.openxmlformats.org/officeDocument/2006/relationships" id="260" r:id="R1dc9f65b482e4c4d"/>
    <p:sldId xmlns:r="http://schemas.openxmlformats.org/officeDocument/2006/relationships" id="261" r:id="Rd32df357e9be4f84"/>
    <p:sldId xmlns:r="http://schemas.openxmlformats.org/officeDocument/2006/relationships" id="262" r:id="Ra3ae85d6adeb474f"/>
    <p:sldId xmlns:r="http://schemas.openxmlformats.org/officeDocument/2006/relationships" id="263" r:id="R3e627982f43448a9"/>
    <p:sldId xmlns:r="http://schemas.openxmlformats.org/officeDocument/2006/relationships" id="264" r:id="R46c2627a69df4254"/>
    <p:sldId xmlns:r="http://schemas.openxmlformats.org/officeDocument/2006/relationships" id="265" r:id="Ra84875f3197644ed"/>
    <p:sldId xmlns:r="http://schemas.openxmlformats.org/officeDocument/2006/relationships" id="266" r:id="R474114b18f834a76"/>
    <p:sldId xmlns:r="http://schemas.openxmlformats.org/officeDocument/2006/relationships" id="267" r:id="R1a11ec9916d7471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275b6dbdd34f73" /><Relationship Type="http://schemas.openxmlformats.org/officeDocument/2006/relationships/slideMaster" Target="/ppt/slideMasters/slideMaster1.xml" Id="R4f3d1ff424e54bda" /><Relationship Type="http://schemas.openxmlformats.org/officeDocument/2006/relationships/notesMaster" Target="/ppt/notesMasters/notesMaster1.xml" Id="R09c33536e33d43b2" /><Relationship Type="http://schemas.openxmlformats.org/officeDocument/2006/relationships/presProps" Target="/ppt/presProps.xml" Id="R208f3d2b48e143b5" /><Relationship Type="http://schemas.openxmlformats.org/officeDocument/2006/relationships/tableStyles" Target="/ppt/tableStyles.xml" Id="Rf4c05b7612924b2c" /><Relationship Type="http://schemas.openxmlformats.org/officeDocument/2006/relationships/slide" Target="/ppt/slides/slide1.xml" Id="R4b64722f72b9478c" /><Relationship Type="http://schemas.openxmlformats.org/officeDocument/2006/relationships/slide" Target="/ppt/slides/slide2.xml" Id="R3034ac09730a4ab3" /><Relationship Type="http://schemas.openxmlformats.org/officeDocument/2006/relationships/slide" Target="/ppt/slides/slide3.xml" Id="R32a7047c1a2d4de4" /><Relationship Type="http://schemas.openxmlformats.org/officeDocument/2006/relationships/slide" Target="/ppt/slides/slide4.xml" Id="R4e7d06daf60a4c50" /><Relationship Type="http://schemas.openxmlformats.org/officeDocument/2006/relationships/slide" Target="/ppt/slides/slide5.xml" Id="R1dc9f65b482e4c4d" /><Relationship Type="http://schemas.openxmlformats.org/officeDocument/2006/relationships/slide" Target="/ppt/slides/slide6.xml" Id="Rd32df357e9be4f84" /><Relationship Type="http://schemas.openxmlformats.org/officeDocument/2006/relationships/slide" Target="/ppt/slides/slide7.xml" Id="Ra3ae85d6adeb474f" /><Relationship Type="http://schemas.openxmlformats.org/officeDocument/2006/relationships/slide" Target="/ppt/slides/slide8.xml" Id="R3e627982f43448a9" /><Relationship Type="http://schemas.openxmlformats.org/officeDocument/2006/relationships/slide" Target="/ppt/slides/slide9.xml" Id="R46c2627a69df4254" /><Relationship Type="http://schemas.openxmlformats.org/officeDocument/2006/relationships/slide" Target="/ppt/slides/slide10.xml" Id="Ra84875f3197644ed" /><Relationship Type="http://schemas.openxmlformats.org/officeDocument/2006/relationships/slide" Target="/ppt/slides/slide11.xml" Id="R474114b18f834a76" /><Relationship Type="http://schemas.openxmlformats.org/officeDocument/2006/relationships/slide" Target="/ppt/slides/slide12.xml" Id="R1a11ec9916d747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b0ff9f72db4d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261dd140164811" /><Relationship Type="http://schemas.openxmlformats.org/officeDocument/2006/relationships/notesMaster" Target="/ppt/notesMasters/notesMaster1.xml" Id="R38b31c38e8b743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a961c296674471" /><Relationship Type="http://schemas.openxmlformats.org/officeDocument/2006/relationships/notesMaster" Target="/ppt/notesMasters/notesMaster1.xml" Id="Rdd01b3273bdd44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3d6c9f633144c4" /><Relationship Type="http://schemas.openxmlformats.org/officeDocument/2006/relationships/notesMaster" Target="/ppt/notesMasters/notesMaster1.xml" Id="R452e2fd4998449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d59d536e2946f3" /><Relationship Type="http://schemas.openxmlformats.org/officeDocument/2006/relationships/notesMaster" Target="/ppt/notesMasters/notesMaster1.xml" Id="Rfd1f5865d5e04a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abc792a0374b18" /><Relationship Type="http://schemas.openxmlformats.org/officeDocument/2006/relationships/notesMaster" Target="/ppt/notesMasters/notesMaster1.xml" Id="Re4b198961c8d4f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f5efd6d63e4594" /><Relationship Type="http://schemas.openxmlformats.org/officeDocument/2006/relationships/notesMaster" Target="/ppt/notesMasters/notesMaster1.xml" Id="Rcde355dff7b343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68e059556f4503" /><Relationship Type="http://schemas.openxmlformats.org/officeDocument/2006/relationships/notesMaster" Target="/ppt/notesMasters/notesMaster1.xml" Id="R5b2c09ccab1642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73ea1ff9f94268" /><Relationship Type="http://schemas.openxmlformats.org/officeDocument/2006/relationships/notesMaster" Target="/ppt/notesMasters/notesMaster1.xml" Id="Rf143f7de232e47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1f85a555ba40dc" /><Relationship Type="http://schemas.openxmlformats.org/officeDocument/2006/relationships/notesMaster" Target="/ppt/notesMasters/notesMaster1.xml" Id="R1137ca3b01b444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b44851016d46a2" /><Relationship Type="http://schemas.openxmlformats.org/officeDocument/2006/relationships/notesMaster" Target="/ppt/notesMasters/notesMaster1.xml" Id="Rb603ba605ca4482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e0ecc1eeb84e5e" /><Relationship Type="http://schemas.openxmlformats.org/officeDocument/2006/relationships/notesMaster" Target="/ppt/notesMasters/notesMaster1.xml" Id="R7c321a68801745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af2f37c15d4f6e" /><Relationship Type="http://schemas.openxmlformats.org/officeDocument/2006/relationships/notesMaster" Target="/ppt/notesMasters/notesMaster1.xml" Id="R9585f62d28a249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counters,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3/8. | Represent the fraction as equal parts or use an equivalent multiplication. |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divide, share, quotient, unit fraction, non-unit fraction, reciprocal.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3/8.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3/8..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5/18..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5/18.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5/18. | Division changes the size of each share. Use a bar model or multiply by the unit fraction, then simplify.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263ccd16d444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dd514d53cb48f2" /><Relationship Type="http://schemas.openxmlformats.org/officeDocument/2006/relationships/slideLayout" Target="/ppt/slideLayouts/slideLayout1.xml" Id="Rb9f955346c5143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f955346c5143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54d9939a447d1" /><Relationship Type="http://schemas.openxmlformats.org/officeDocument/2006/relationships/notesSlide" Target="/ppt/notesSlides/notesSlide1.xml" Id="R3631ca6bc9b64f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1f1b18fc04b93" /><Relationship Type="http://schemas.openxmlformats.org/officeDocument/2006/relationships/notesSlide" Target="/ppt/notesSlides/notesSlide2.xml" Id="R479367d0ed514f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2e7d38dbc408e" /><Relationship Type="http://schemas.openxmlformats.org/officeDocument/2006/relationships/notesSlide" Target="/ppt/notesSlides/notesSlide3.xml" Id="Re30364d5c61443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ff2d3a2044d88" /><Relationship Type="http://schemas.openxmlformats.org/officeDocument/2006/relationships/notesSlide" Target="/ppt/notesSlides/notesSlide4.xml" Id="R518539f0647944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b14c685eb4d65" /><Relationship Type="http://schemas.openxmlformats.org/officeDocument/2006/relationships/notesSlide" Target="/ppt/notesSlides/notesSlide5.xml" Id="Rd9e2969e97d64a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9be0af82f40a3" /><Relationship Type="http://schemas.openxmlformats.org/officeDocument/2006/relationships/notesSlide" Target="/ppt/notesSlides/notesSlide6.xml" Id="R9e23fd6d167640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ca88db8cb46c8" /><Relationship Type="http://schemas.openxmlformats.org/officeDocument/2006/relationships/image" Target="/ppt/media/image.png" Id="Reac06ceb3b3c40ad" /><Relationship Type="http://schemas.openxmlformats.org/officeDocument/2006/relationships/notesSlide" Target="/ppt/notesSlides/notesSlide7.xml" Id="Rd88a6214ac5149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095f55cc44671" /><Relationship Type="http://schemas.openxmlformats.org/officeDocument/2006/relationships/notesSlide" Target="/ppt/notesSlides/notesSlide8.xml" Id="Rb66339a5574f4e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3bc66a9a74440" /><Relationship Type="http://schemas.openxmlformats.org/officeDocument/2006/relationships/notesSlide" Target="/ppt/notesSlides/notesSlide9.xml" Id="R9118292c0fe144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e53cdcae64f3d" /><Relationship Type="http://schemas.openxmlformats.org/officeDocument/2006/relationships/notesSlide" Target="/ppt/notesSlides/notesSlide10.xml" Id="Rf72210fee92a4c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9a9dcbb6f4203" /><Relationship Type="http://schemas.openxmlformats.org/officeDocument/2006/relationships/notesSlide" Target="/ppt/notesSlides/notesSlide11.xml" Id="R4f964888e14a4bf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21dd313924515" /><Relationship Type="http://schemas.openxmlformats.org/officeDocument/2006/relationships/notesSlide" Target="/ppt/notesSlides/notesSlide12.xml" Id="R57c41c46c70840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359C8-3257-4B01-9BE9-7E5B7A3D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E4E8C-6CEF-4479-BC1C-510197F3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22DF2-E28E-4949-9BD4-96A8DCC7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AADFC-72AE-4D9E-9D6D-3F61500F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63D55C-F402-4AC0-9D38-5FE7ED73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8EBD12-5C51-4312-A8DB-5AC96FEC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2ED3AF-2195-471B-B987-D37E85FA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39F8B8-799B-401F-9776-424F25BB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unit fractions by whole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C7B26-97C7-4EE9-A1A1-268D1FF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570889-C96A-41C9-9BB1-C3FBA9B8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280377-02AC-49BB-9AEB-48D306B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637977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813519-AFB6-4787-A20D-3E897A59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54444-B3A4-4789-8B6A-6448667F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ED6EC4-114B-418C-B247-BEADCF32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57C8B-125A-4A20-A21F-B86B5607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F23E17-3DFA-4CEB-B661-E99519B0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6DEA3-5038-408C-B97F-DAB3E7A6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9641E2-E951-4A87-ACF2-8ED79349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4A2BA-979A-4490-9A3E-2D5D0A19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788BD5-F93E-4198-817A-92716CBA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6D8C9-EC31-41B4-ABF7-1F0DE12B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205F7-3A78-4629-9FE4-554BB0A9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22AFAA-E04E-4F20-90C8-2CBEA227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29CEE-4D90-4078-9208-EA6CC1EA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Share unit and non-unit fractions equally and connect division with multiplication by a unit fraction.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E88635-8C5A-45B6-A12C-702541E1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612D3F-A177-47BA-A160-7FDA02B2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C16FA3-773F-4401-9785-A08FF058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D4178-092F-4E0E-966F-1636C0A9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5EDF0D-A851-4438-9B3A-6929C6B7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0808C9-E327-4C14-9BC3-0FF32EF9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511BC8-235A-4851-9DEE-2D3098A1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C22239-DCFD-4A1E-A9E4-E40400AB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1/3 divided by 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0A6171-7BDB-4482-ACE4-935083AA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223363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8B5BAA-EC4E-460A-A591-969E819E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A44B8-7990-49C1-B53D-74C775FF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76C8B-8527-442F-90D8-C21D0500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AF48D-A77D-434D-8F56-CD70F733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F0E55-66DC-408F-A74B-77D2574F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FBD49-ACEE-406F-8D9F-829CB00E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F8DA82-007E-4A88-92EC-1975EB03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040C6E-2D54-4B5D-A118-D09BB5B0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DBD25-5773-448C-9FC3-EFC0AE40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C72307-1850-451C-8554-3D5E5C01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unit fractions by whole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6AF4F-2463-4AE2-8224-D93D3EE3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306FF-833F-4C27-9890-03F5B9EC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Represent the fraction as equal parts or use an equivalent multiplication.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E87245-F979-4A07-BFBB-51900DA1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the numerator when possible or multiply the denominator by the whole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6EC97A-95BD-4F7A-9C3B-B450E15C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check by multiplying 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7908E7-1105-430B-B5AE-89F19892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  |  share  |  quotient  |  unit fraction  |  non-unit fraction  |  reciprocal</a:t>
            </a:r>
          </a:p>
        </p:txBody>
      </p:sp>
    </p:spTree>
    <p:extLst>
      <p:ext uri="{BB962C8B-B14F-4D97-AF65-F5344CB8AC3E}">
        <p14:creationId xmlns:p14="http://schemas.microsoft.com/office/powerpoint/2010/main" val="13997351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B87993-909D-4DD5-BAF8-86F8956C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EB939-F42F-4FA5-AB4C-82EC49C2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D6ECF-1A25-448E-8CCF-9397F5A7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FC6A9-C7D0-496F-A823-3311CFCF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072D2-3744-4F0D-AC4A-0B313A75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178756-62CA-4D4D-B575-6160333F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A3931-28E7-4EEA-A746-18FD3ACC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A5F1DD-CE18-41B7-A372-3D1265A0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B275E6-272E-450D-8EDB-C33188B4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DCF574-2910-4961-BF98-3BFEB9D7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E2E47C-8544-4558-A9A0-DFAD72C1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91C0E9-561B-4592-B913-2EAD04FE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121C79-1C2B-4058-A8CD-88D02672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Represent the fraction as equal parts or use an equivalent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19B882-DC2C-4CEF-AED9-B0C11117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D2C4B4-3E9C-4411-99A3-2542E36B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1DDC64-1656-4E67-94ED-09C360FF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Divide the numerator when possible or multiply the denominator by the whole number.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5BE50-5405-4E6E-9194-5031F84B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43AACF-BB91-4189-B4B3-6C87192F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2CE42D-769A-4022-9475-892A55A1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1/12.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5F953C-6D3F-49F7-95FA-2383E95A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342FD1-DBB6-4393-B349-EE883A0E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374563-AD60-422A-ABDE-56A8C19F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check by multiplying back.</a:t>
            </a:r>
          </a:p>
        </p:txBody>
      </p:sp>
    </p:spTree>
    <p:extLst>
      <p:ext uri="{BB962C8B-B14F-4D97-AF65-F5344CB8AC3E}">
        <p14:creationId xmlns:p14="http://schemas.microsoft.com/office/powerpoint/2010/main" val="13915166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10091E-1412-4D1F-8D89-3B5BC5AF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04CB3A-1BD2-44E5-9336-8B5D0B2F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C06DB8-D32A-492B-82C9-C529F9A9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B799BF-818B-43BE-BDB7-4896D0FD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D2B61-0AE7-4F98-94CE-A70E8010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C7073-12D5-4442-9803-780769CD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DAEB6B-6BA4-4DA5-AFAB-D5975016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A2F36-5E63-45BB-801B-4FA06B79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265CEF-0A6C-4269-AFE7-4D0352B5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41AF1-9DB0-48E3-A645-FFC93B13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93144C-8A3F-45FA-A01D-EEFB881E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1/12.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573FE-12C0-47E2-B714-CBCDA648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DFC975-1F32-488A-AEDD-CFCD9BA1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check by multiplying 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C76B9B-CFD8-41CA-B6CD-F919E3BB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380766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D7BF05-5978-4E61-A8F6-2E2E66B0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66EB0F-E3CB-4FEC-B18B-2A367894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1E5F7-0AAD-4936-A283-4142A64C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0A889A-C292-4C64-B626-7E99C283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717E0C-F70D-4B48-86D5-C5487B67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DD656-43E4-4D41-A35B-0E4E60B6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3994C0-2841-4ACC-9ED6-E32B621F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281C5-DDD0-4C94-A888-C894CD8D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B5CA7-E80C-4661-83AF-C8933741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E63D00-62B9-47C8-BDC1-F09FBEF5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9CE52B-D2AB-47B1-8F5E-A91D97C3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6D68A-EE66-416B-8B27-E8E08B7C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28ADF9-9799-465F-B813-B6FC7283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8FD075-FB17-4D24-AF50-2C668DB6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7E019B-C507-4933-820C-8FE0782A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3/8.</a:t>
            </a:r>
          </a:p>
        </p:txBody>
      </p:sp>
    </p:spTree>
    <p:extLst>
      <p:ext uri="{BB962C8B-B14F-4D97-AF65-F5344CB8AC3E}">
        <p14:creationId xmlns:p14="http://schemas.microsoft.com/office/powerpoint/2010/main" val="5760729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A77CF8-A2AF-4960-B22B-517A12B1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349E1-E9F9-4C0F-937E-B4075B11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EAF04-8783-4D59-B995-43AD56F0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B12442-F346-4819-BB5A-C065CD27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30E62-8849-4371-9C75-3B2813E6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F8F2B-EECF-450D-BEB5-9173B96D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F3CCDE-2922-452B-996C-9A608333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5CDE8B-F305-4E5A-9DAD-2426E70F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DE4F0-584C-47BB-B200-D2082B2C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06ceb3b3c40a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4D86D-DF8B-4974-825B-4FB3848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C0FB5-D907-44A6-82F0-45B4F2AA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both the numerator and denominator by the whole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B3712-3D21-4465-B16F-678810EE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050185-B671-40A0-B894-4F9C8231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240ED2-3F78-4A0A-BC6C-A27DC155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</p:spTree>
    <p:extLst>
      <p:ext uri="{BB962C8B-B14F-4D97-AF65-F5344CB8AC3E}">
        <p14:creationId xmlns:p14="http://schemas.microsoft.com/office/powerpoint/2010/main" val="2344169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0F5FC2-53BF-41D9-AEEF-0D8A5706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53A48-6998-4CDA-A19E-055600AE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21052-946B-41F0-B651-12A918EA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991A7-FC6A-4F22-A5A5-BD0CD2E9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A6143-3B37-4AEC-851E-4CFD31A8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DD104-8784-4CC1-9590-007DDE49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4A60C-6736-4C1E-97C9-C799B322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132C2E-77E9-48CA-A2AB-5F26AE96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85990E-0DF4-4849-8F75-1A8B49EC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52ABF3-BFA1-4004-963A-1451BF13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D02BC-0062-4875-898E-BBCDC71B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38D8F-3D64-4E1F-975A-4F6680F0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57289-7325-4BB9-BF4D-00D60F75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1D36E-1082-4D86-8E1D-8AFFAA06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9A004-7785-42EE-80FA-873A533D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540A4C-8011-4CAF-AB8D-62D067D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D95E2B-3A84-4E88-A134-885C0265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66624-5F0B-44FA-9D41-FC967DC2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8EE5D-B82D-4DBE-9AAF-D2FCE322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31BEB5-4FE3-4D26-932B-B9D91AD0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EEA2C-0900-488A-92EA-95C6F6BE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3/8.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0DEE9C-A345-49BC-8365-2F5BBAC0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642845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AC1803-1BDD-4382-9BD3-B1A695F4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124CF5-C656-4152-BF84-277F953A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D4D527-70EF-4379-83FC-A4754572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AC4CF2-3083-452A-BC51-C4CE7D39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1376C-2722-4CD9-B850-FD1BCC6B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E1958-CEC8-477E-B896-0DF1881F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97E0C-1183-422F-87D8-BE0A51A5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ADBF3-1B21-47A9-8B69-2AF71715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D589C2-0DDF-49F3-A79F-23CC4D7A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CB25FC-6C77-4D99-9288-2982A38A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294B5E-50ED-4468-88F7-F8F3ACE0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7521F-F5DF-4CDA-83C5-9F5D2719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FEBB4E-4848-4A2F-AC86-F9B90073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80A5DB-03F1-4A3F-BCFA-BAF7F974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447796-EDED-4EAC-82A0-FAF5A98F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0E5B36-6486-4406-A7EB-CF74C89B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0A4723-C8D6-4118-8501-51FB50E3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1A743-F041-4A7A-8E38-BE8E1658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056208-F03A-4CEE-8318-54B02BD6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F8A587-970C-45FE-BB57-B37A38FC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DA436B-3C74-4DBF-B06B-E2505DF6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19353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007A1C-1E02-490B-97D5-B029AF12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FB0CAC-47EF-41F1-9E19-6AD92AFB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1EE0F4-C2CB-4DF6-8735-20C74071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9DE65-C04D-49AB-94D6-71025549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CBD4F-21DD-4790-9FB1-3EDC3F32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C20D2-DF5A-4BA3-9F3A-38C615EC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16E688-B6F6-4F36-9D97-AADF68AF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AA8E9-CDF8-4E83-8A73-85BDD29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4100D-C5D2-442A-927D-52C0FEFF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1A95F5-5A9E-45D5-A5F4-874F5907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 1/4 divided by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A43059-E438-4CFA-A72D-A8474403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61368-FB71-4AF4-A9E5-58B83FD2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1DED3F-D6E0-401A-9FB0-A811FB67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9262875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0E1AE9-B9EE-4DA1-9E38-98A30234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B06D2-7CD2-4325-8149-A72B06EA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DA624-0A4A-4B35-9BC7-1205BB8A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E82CC-598E-4191-871A-BABBD906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01CE04-EBF4-445F-A938-2693A166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5A90E4-BDF3-4DE1-926D-A2B1CC9A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3392E9-3FCF-44E7-981E-11C974FE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4BEC4D-CF01-4309-9EE1-E90F7F2E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AF3F2-3229-4432-A169-A620A7E0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2B9B1-0C6E-40FC-9B12-A1E676FE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AFEB94-5556-4EC3-88D7-84C157EA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B0BC8A-5BED-45AE-9F5E-C2CA39C6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CC3D12-B692-46A5-A3FF-8F81A6B8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53770D-AE7A-4B8D-9F0B-0BAA6A9C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F5E31F-65D9-480F-8054-23FFD7B4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8E111D-D3B3-47D3-A789-FEA889E8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5/18.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BF5B06-7657-4A5B-AD41-06F29A69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13337-479D-4F5A-B8A7-20E3F5C8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586567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295457-434F-4694-BF53-139AC72D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9423F-C875-43C1-A2DB-5AF72A63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A18D8-9BF0-4227-945F-104AC13E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F9E76-5E91-4456-80F0-CE4CF2D1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6A7E5-74BD-4D88-978E-F2F1DC58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3CD74-4ED2-4C2A-80BC-1772CDF1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A4CE5-81A9-43C4-A3F0-F7FE1A44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43650-0A77-46E8-87F9-633760D4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0DCBA-5D2E-4AE8-B436-6B1E1D37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4824F1-928C-4E2F-9177-D78EF9A3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153B4C-BCB5-4876-8BF1-6599B5E2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ACB84-F65F-43D3-8828-AABE772F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426A1-3127-4EB2-AD36-77E3E1FE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31D4FC-2329-4323-81ED-239D08A7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A749E-BC0F-417C-81AD-6D0A4D72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4B3EA-5F4F-402F-9F25-9357BDFF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2A6C0B-3CCB-4E24-926C-62BD1344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both the numerator and denominator by the whole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6B00C-5BAC-4D80-BDFD-D232A8C0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75C791-09A0-490E-8C4F-710FCDC3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E31028-1BF6-4233-ACF1-572EEB74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870BA0-1D5E-4C78-B2CB-5D42F775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378F87-60B0-4924-A9BB-D35499BF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378445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2026-09-09T20:46:43.9230000Z</dcterms:created>
  <dcterms:modified xsi:type="dcterms:W3CDTF">2026-09-09T20:46:43.9230000Z</dcterms:modified>
</coreProperties>
</file>