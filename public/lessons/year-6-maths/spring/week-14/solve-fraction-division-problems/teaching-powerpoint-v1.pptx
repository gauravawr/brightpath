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7c2a9862644ce" /><Relationship Type="http://schemas.openxmlformats.org/officeDocument/2006/relationships/extended-properties" Target="/docProps/app.xml" Id="Rc3bb8b30a6b64bb0" /><Relationship Type="http://schemas.openxmlformats.org/officeDocument/2006/relationships/officeDocument" Target="/ppt/presentation.xml" Id="R79578f36eee441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6a33509d64f4a"/>
  </p:sldMasterIdLst>
  <p:notesMasterIdLst>
    <p:notesMasterId xmlns:r="http://schemas.openxmlformats.org/officeDocument/2006/relationships" r:id="R7cb3f3afb0094641"/>
  </p:notesMasterIdLst>
  <p:sldIdLst>
    <p:sldId xmlns:r="http://schemas.openxmlformats.org/officeDocument/2006/relationships" id="256" r:id="Reccad7552eb84c8e"/>
    <p:sldId xmlns:r="http://schemas.openxmlformats.org/officeDocument/2006/relationships" id="257" r:id="Rd47f13737e12427e"/>
    <p:sldId xmlns:r="http://schemas.openxmlformats.org/officeDocument/2006/relationships" id="258" r:id="R13f32074d9344d7c"/>
    <p:sldId xmlns:r="http://schemas.openxmlformats.org/officeDocument/2006/relationships" id="259" r:id="R9b3d76575c1d4283"/>
    <p:sldId xmlns:r="http://schemas.openxmlformats.org/officeDocument/2006/relationships" id="260" r:id="R07f9d1b7d4e743ea"/>
    <p:sldId xmlns:r="http://schemas.openxmlformats.org/officeDocument/2006/relationships" id="261" r:id="Rd2dd91217eea4263"/>
    <p:sldId xmlns:r="http://schemas.openxmlformats.org/officeDocument/2006/relationships" id="262" r:id="R2a496f1e7b224151"/>
    <p:sldId xmlns:r="http://schemas.openxmlformats.org/officeDocument/2006/relationships" id="263" r:id="R721971a176da43e6"/>
    <p:sldId xmlns:r="http://schemas.openxmlformats.org/officeDocument/2006/relationships" id="264" r:id="R9ac7e70f5d8f49ae"/>
    <p:sldId xmlns:r="http://schemas.openxmlformats.org/officeDocument/2006/relationships" id="265" r:id="R1e054058002640e5"/>
    <p:sldId xmlns:r="http://schemas.openxmlformats.org/officeDocument/2006/relationships" id="266" r:id="R1c9243218000437b"/>
    <p:sldId xmlns:r="http://schemas.openxmlformats.org/officeDocument/2006/relationships" id="267" r:id="Rcec2502e19114a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3d1d7890ce45f4" /><Relationship Type="http://schemas.openxmlformats.org/officeDocument/2006/relationships/slideMaster" Target="/ppt/slideMasters/slideMaster1.xml" Id="R6376a33509d64f4a" /><Relationship Type="http://schemas.openxmlformats.org/officeDocument/2006/relationships/notesMaster" Target="/ppt/notesMasters/notesMaster1.xml" Id="R7cb3f3afb0094641" /><Relationship Type="http://schemas.openxmlformats.org/officeDocument/2006/relationships/presProps" Target="/ppt/presProps.xml" Id="Rdcf8f852ac3a442b" /><Relationship Type="http://schemas.openxmlformats.org/officeDocument/2006/relationships/tableStyles" Target="/ppt/tableStyles.xml" Id="Rb6eb1fcb2a2f471f" /><Relationship Type="http://schemas.openxmlformats.org/officeDocument/2006/relationships/slide" Target="/ppt/slides/slide1.xml" Id="Reccad7552eb84c8e" /><Relationship Type="http://schemas.openxmlformats.org/officeDocument/2006/relationships/slide" Target="/ppt/slides/slide2.xml" Id="Rd47f13737e12427e" /><Relationship Type="http://schemas.openxmlformats.org/officeDocument/2006/relationships/slide" Target="/ppt/slides/slide3.xml" Id="R13f32074d9344d7c" /><Relationship Type="http://schemas.openxmlformats.org/officeDocument/2006/relationships/slide" Target="/ppt/slides/slide4.xml" Id="R9b3d76575c1d4283" /><Relationship Type="http://schemas.openxmlformats.org/officeDocument/2006/relationships/slide" Target="/ppt/slides/slide5.xml" Id="R07f9d1b7d4e743ea" /><Relationship Type="http://schemas.openxmlformats.org/officeDocument/2006/relationships/slide" Target="/ppt/slides/slide6.xml" Id="Rd2dd91217eea4263" /><Relationship Type="http://schemas.openxmlformats.org/officeDocument/2006/relationships/slide" Target="/ppt/slides/slide7.xml" Id="R2a496f1e7b224151" /><Relationship Type="http://schemas.openxmlformats.org/officeDocument/2006/relationships/slide" Target="/ppt/slides/slide8.xml" Id="R721971a176da43e6" /><Relationship Type="http://schemas.openxmlformats.org/officeDocument/2006/relationships/slide" Target="/ppt/slides/slide9.xml" Id="R9ac7e70f5d8f49ae" /><Relationship Type="http://schemas.openxmlformats.org/officeDocument/2006/relationships/slide" Target="/ppt/slides/slide10.xml" Id="R1e054058002640e5" /><Relationship Type="http://schemas.openxmlformats.org/officeDocument/2006/relationships/slide" Target="/ppt/slides/slide11.xml" Id="R1c9243218000437b" /><Relationship Type="http://schemas.openxmlformats.org/officeDocument/2006/relationships/slide" Target="/ppt/slides/slide12.xml" Id="Rcec2502e19114a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71b03e980148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1aa347ca3457d" /><Relationship Type="http://schemas.openxmlformats.org/officeDocument/2006/relationships/notesMaster" Target="/ppt/notesMasters/notesMaster1.xml" Id="Rf6ef17fb44574a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6782c168ed4642" /><Relationship Type="http://schemas.openxmlformats.org/officeDocument/2006/relationships/notesMaster" Target="/ppt/notesMasters/notesMaster1.xml" Id="R412fb25c1f1949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b2507f8ce4568" /><Relationship Type="http://schemas.openxmlformats.org/officeDocument/2006/relationships/notesMaster" Target="/ppt/notesMasters/notesMaster1.xml" Id="Re3bd4d3e350348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49b7f939f94a42" /><Relationship Type="http://schemas.openxmlformats.org/officeDocument/2006/relationships/notesMaster" Target="/ppt/notesMasters/notesMaster1.xml" Id="R57573696dc52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355eb83a6741bd" /><Relationship Type="http://schemas.openxmlformats.org/officeDocument/2006/relationships/notesMaster" Target="/ppt/notesMasters/notesMaster1.xml" Id="Rc1ec8166532348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bad90fe454cb9" /><Relationship Type="http://schemas.openxmlformats.org/officeDocument/2006/relationships/notesMaster" Target="/ppt/notesMasters/notesMaster1.xml" Id="R53ab3fbd39eb42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00694fae34273" /><Relationship Type="http://schemas.openxmlformats.org/officeDocument/2006/relationships/notesMaster" Target="/ppt/notesMasters/notesMaster1.xml" Id="Rfa12227faeb446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35381f19e342be" /><Relationship Type="http://schemas.openxmlformats.org/officeDocument/2006/relationships/notesMaster" Target="/ppt/notesMasters/notesMaster1.xml" Id="Rc39bfaf605794a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e6a79de67f4190" /><Relationship Type="http://schemas.openxmlformats.org/officeDocument/2006/relationships/notesMaster" Target="/ppt/notesMasters/notesMaster1.xml" Id="Rfeb26109c8eb41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dd57d646914135" /><Relationship Type="http://schemas.openxmlformats.org/officeDocument/2006/relationships/notesMaster" Target="/ppt/notesMasters/notesMaster1.xml" Id="Rab754ac505044f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c6d141522b4853" /><Relationship Type="http://schemas.openxmlformats.org/officeDocument/2006/relationships/notesMaster" Target="/ppt/notesMasters/notesMaster1.xml" Id="R01ab303413dc48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a8f8db0a914947" /><Relationship Type="http://schemas.openxmlformats.org/officeDocument/2006/relationships/notesMaster" Target="/ppt/notesMasters/notesMaster1.xml" Id="R41fdad5d8dfc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counters,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1/12. | Represent the fraction as equal parts or use an equivalent multiplication. |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divide, share, quotient, unit fraction, non-unit fraction, reciprocal.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7/24 litre.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1/12.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1/12..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3/8..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5/18.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3/8. | Division changes the size of each share. Use a bar model or multiply by the unit fraction, then simplify.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58ccb56c54e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d4fd9e2ed4dae" /><Relationship Type="http://schemas.openxmlformats.org/officeDocument/2006/relationships/slideLayout" Target="/ppt/slideLayouts/slideLayout1.xml" Id="R2ff97afa663247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97afa663247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546a2eded4774" /><Relationship Type="http://schemas.openxmlformats.org/officeDocument/2006/relationships/notesSlide" Target="/ppt/notesSlides/notesSlide1.xml" Id="Rb7b7d7c438724e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2969e7d324138" /><Relationship Type="http://schemas.openxmlformats.org/officeDocument/2006/relationships/notesSlide" Target="/ppt/notesSlides/notesSlide2.xml" Id="Rda5e21634de44d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fda00d4364ee3" /><Relationship Type="http://schemas.openxmlformats.org/officeDocument/2006/relationships/notesSlide" Target="/ppt/notesSlides/notesSlide3.xml" Id="R009b07be52b0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419e5bb974dd7" /><Relationship Type="http://schemas.openxmlformats.org/officeDocument/2006/relationships/notesSlide" Target="/ppt/notesSlides/notesSlide4.xml" Id="R970332a7ce6440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8e55fada143fc" /><Relationship Type="http://schemas.openxmlformats.org/officeDocument/2006/relationships/notesSlide" Target="/ppt/notesSlides/notesSlide5.xml" Id="R5821c53fc2e24a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538b24a02416a" /><Relationship Type="http://schemas.openxmlformats.org/officeDocument/2006/relationships/notesSlide" Target="/ppt/notesSlides/notesSlide6.xml" Id="Reae779b1b25340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4c623828a4912" /><Relationship Type="http://schemas.openxmlformats.org/officeDocument/2006/relationships/image" Target="/ppt/media/image.png" Id="Ra2a903b50f444858" /><Relationship Type="http://schemas.openxmlformats.org/officeDocument/2006/relationships/notesSlide" Target="/ppt/notesSlides/notesSlide7.xml" Id="R986b6036d28f4b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189682a124b02" /><Relationship Type="http://schemas.openxmlformats.org/officeDocument/2006/relationships/notesSlide" Target="/ppt/notesSlides/notesSlide8.xml" Id="Rf520d55f2dbd4c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8a3e4ccbb4e14" /><Relationship Type="http://schemas.openxmlformats.org/officeDocument/2006/relationships/notesSlide" Target="/ppt/notesSlides/notesSlide9.xml" Id="R7774e1b58f684d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61a638d48458e" /><Relationship Type="http://schemas.openxmlformats.org/officeDocument/2006/relationships/notesSlide" Target="/ppt/notesSlides/notesSlide10.xml" Id="R391e433eec9347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7669673ef4bfb" /><Relationship Type="http://schemas.openxmlformats.org/officeDocument/2006/relationships/notesSlide" Target="/ppt/notesSlides/notesSlide11.xml" Id="Rc526a07709384a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007ab70294cfb" /><Relationship Type="http://schemas.openxmlformats.org/officeDocument/2006/relationships/notesSlide" Target="/ppt/notesSlides/notesSlide12.xml" Id="R1e764f90f0e24c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65993-0B88-40AA-90D0-32AB7AE2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89D61-F95E-4B27-92B9-A1983D4A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9654F-BB47-4DDB-AD8E-EC0A2EB4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0D995-764C-42BE-9C18-BF0FA4F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B4109-04AB-4DBF-8201-1B02B7DA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753A6-027E-47ED-9AF5-3925C09D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BDC1B-D964-4B2F-9947-8DE35439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1ECD7-F053-455A-8F11-5306B75C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sharing problems involving fractional quantities.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0DE69-6465-40C3-B3C0-28D3AC7E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1A83B-E34D-48AE-9C8C-F542843C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4E8AF-4824-4242-B947-05FAA281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513290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313C5-2502-4786-B6F7-ADDED99B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DFB60-9C48-41E1-A53C-DA1D9512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E613C-2D78-466E-BB66-4690127F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09DD0-5068-4D2F-947C-AC39556A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A6B12-590C-4AC8-8EA8-F79FFC6C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D0A0C-22EC-4055-B7F4-2D7073E3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1637A-E909-426D-A96D-B694EBFB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E2CA6-899E-48D8-BAB1-55C29E50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51AAD-2D54-404C-8DD9-0D839012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08EB0-5756-4026-B02D-BD3B0835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DAA30-4E35-424B-8D43-6D87F420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203EC-62AE-49B4-A1BD-E690E2D2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B01DD-F0D0-45DF-A1A6-F3B4431A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Share unit and non-unit fractions equally and connect division with multiplication by a unit fraction.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FD57E-414B-4441-83C5-2C925D5E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4CCD7-403F-431A-9A65-EB3FB0E3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2862C-344A-48D6-AE2D-8F870E67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404C4-774F-47B3-BD59-AB5175DF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1/3 divided by 4.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1E0DA-7E28-4734-B037-1B21665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13E98-2A95-417E-838A-9AA71D15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F3970-2AC5-4BC8-ADDF-BAB53AF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5962D-1941-4D36-9A90-F2F0988D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Seven eighths of a litre is shared equally between 3 cups. How much is in each cup?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51A13F-4F7D-4D06-8265-97303E07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9948175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EC4F3-B07B-4075-A1E0-2F1F031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4FBF5-3C92-487C-9581-54A08B77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B06AD-1805-42CE-8B4B-C048A3D9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C7A9D-BFD0-4492-B5C4-028935D8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02F54-8428-4FB2-BAAB-B75D12F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7D2FD1-B244-4DAC-AB0D-40C37CD2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23A9B-B938-419E-A708-7D90F170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B713D-3D8F-4500-949C-E4317551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048E0-F073-4D6E-96C7-399A2C1D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F8AC3-3DD8-4CB2-B0D5-09D54508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solve sharing problems involving fractional quantities.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FB95D-5A60-45C1-A8F8-E9A05E3B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3FDA6-80EA-45FE-9E77-77B2F81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Represent the fraction as equal parts or use an equivalent multiplication.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31C18-E108-499F-A606-7F5259D8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Divide the numerator when possible or multiply the denominator by the whole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6154B-0C19-4B76-9063-17C8CF3A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and check by multiplying 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D2ACE-CDCD-4219-9CA3-8F668114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divide  |  share  |  quotient  |  unit fraction  |  non-unit fraction  |  reciprocal</a:t>
            </a:r>
          </a:p>
        </p:txBody>
      </p:sp>
    </p:spTree>
    <p:extLst>
      <p:ext uri="{BB962C8B-B14F-4D97-AF65-F5344CB8AC3E}">
        <p14:creationId xmlns:p14="http://schemas.microsoft.com/office/powerpoint/2010/main" val="205020537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C82E0-2242-4BD6-9537-AE58AEA1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F9EA8-F38F-49C6-BBD9-D9FDC15A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FCFA4-79DB-495C-99B5-17EE59A9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9E421-7E11-4BC1-ACD2-2C556C96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9F6D5-A8A6-4405-94B0-6295C486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D55DA-99F4-4A94-AE97-18B9DABC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1DFF4-A0A8-4620-9499-989C4655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7ADC8-B932-45CD-ACE3-C3C30778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3EB71-B074-44BE-9025-86E6907A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63D7D-976A-466B-9244-BAB09E39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Seven eighths of a litre is shared equally between 3 cups. How much is in each cup?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22503-BEC1-4AF7-9A31-2BF91B2A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38BE9-8A11-4C92-A30D-1C74065D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0E9D0-8A88-4CD3-9293-88AE7383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7/8 litre ÷ 3 cups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338F3-98E6-4949-89B3-D3E4C01D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5A0A0-96B6-4462-8ADD-908AC932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10B23-8B72-4700-9F31-36317A1D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7/8 × 1/3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3A4D8-F377-465F-B0A0-019AD83F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3EAF3-7BA6-4216-844F-90AD385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6598E-7F47-4AD1-B03D-29EC4C6E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1 / 8 ×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81D46-B84B-40C8-B374-220429D2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FE72C-A37E-41D7-A4B2-115BE617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CCAA1-BA5E-45F4-BC9C-406E689B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7/24 litre in each cup</a:t>
            </a:r>
          </a:p>
        </p:txBody>
      </p:sp>
    </p:spTree>
    <p:extLst>
      <p:ext uri="{BB962C8B-B14F-4D97-AF65-F5344CB8AC3E}">
        <p14:creationId xmlns:p14="http://schemas.microsoft.com/office/powerpoint/2010/main" val="35444471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49A2D-5CA8-46EA-B891-5F200AE2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F90A3-84B8-4B94-B90C-D1ACD8EA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B5440-3296-4D77-A23F-81DC7453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495E7-45E5-438F-9B97-065F05B6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EE6E0-3D28-417F-8686-9E7C5237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30761-F264-4FE3-86FA-9B5846DF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003DF-E896-4131-9B22-9E4DCB89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C7648-0D34-4578-A5D0-F39DD79D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4283B-9B25-4DCB-83F7-8AB68188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694C6-6A19-49F2-AC32-45A87D82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FC715-5A2C-4BD9-A499-9A54E512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7/24 litre.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17A1F-3352-4D4B-8CB2-E5B50312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BDE4D-E5ED-4491-8D45-B7CB5FB6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and check by multiplying 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8C4C14-BC06-4B67-B922-13ABFF1C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2679128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78CA9-4494-4CF7-9ED7-DD829DB7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D5B08-45A1-4FD5-976D-D5981264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E5A17-96DF-4AA4-BAB5-354771C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34852-76AE-4C86-A303-F30950C7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F9F81-7D8F-4054-8D00-65240FEA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5BF9B-6956-4F06-B2C2-809FAD34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C008C-AA8D-46E3-AA34-DCAAA4C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8201DA-21D0-474E-8644-5169DF57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0E67C-E8A5-4D70-972C-1C7BDC9C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49CDD-5611-4D4B-9093-A79DC22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1/3 divided by 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F13CC-3E24-493F-8D35-DAEDDC0D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8337A-EA7F-4106-BD1A-63CA535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50218-156D-42A4-A8F0-BB1E6234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42DC4-408D-4D67-A0CE-75D6EC9A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E4601-CFDF-48E4-895D-1BBA0FBF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1/12.</a:t>
            </a:r>
          </a:p>
        </p:txBody>
      </p:sp>
    </p:spTree>
    <p:extLst>
      <p:ext uri="{BB962C8B-B14F-4D97-AF65-F5344CB8AC3E}">
        <p14:creationId xmlns:p14="http://schemas.microsoft.com/office/powerpoint/2010/main" val="12428924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D1D42-8F1B-4B4E-8FB1-F78C3A82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08EB4-99A7-45AA-8843-A0DE4F2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6D82C-C7F8-49AB-8901-C9891677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9E49D-D58A-4FEA-AA3F-F0AA8AAC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E485D-F82F-47AF-B449-2957000C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556CE-082A-4972-AB06-068C3784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7D65C-98E2-4CE3-BCEB-EC719145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66473-0C61-43EE-82C3-2B17CF5B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F4994-370C-45B8-BFAD-D539AFC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903b50f444858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F73F2-32F1-4E4C-83A4-F7F5CB9A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96DF1-D3B4-4690-9D7C-F4075D95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divides both the numerator and denominator by the whole number.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C1339-945A-4A87-AE32-3400FE6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A2E33-9C30-4FCB-B883-FA8160F5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33E5F-8BDE-4F66-A039-312BB3A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Division changes the size of each share. Use a bar model or multiply by the unit fraction, then simplify.</a:t>
            </a:r>
          </a:p>
        </p:txBody>
      </p:sp>
    </p:spTree>
    <p:extLst>
      <p:ext uri="{BB962C8B-B14F-4D97-AF65-F5344CB8AC3E}">
        <p14:creationId xmlns:p14="http://schemas.microsoft.com/office/powerpoint/2010/main" val="20225946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3D2B2-64E8-47B2-B384-E8029765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5EA99-C29A-4F79-A3CE-1B6F8DE2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FB0D4-BC32-4A67-B51A-8DC04170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7B2CB-2CB9-4685-8AD0-F6BA4FE9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3A5B3-13C5-4CB8-8B1E-11E21B57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C2098-6E73-4043-932A-FE9ABC97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57069-B388-4EE5-AC76-9BCC226B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1B0B6-9A7A-4FC6-9D17-4CF612E7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DF031-A2F0-46F4-BA8B-47CD0DA1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82D5C-078D-4684-8FFB-3C91E83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11FCE-41A2-4993-B81F-825A0F7B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67A5F-6B85-41F9-9DC9-01B90196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F8E6C-7A9D-4E2D-82D5-DD740721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1/3 divided by 4.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F2CF4-20B2-4249-BB74-006D6B4E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3E13F-B370-4B14-B0E0-EF0F4ED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C6D3A-8C96-489A-A417-82CF0CBD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34613-8DD0-455A-AA96-A2F3F702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AA970C-A058-4D92-A695-3C14A9DF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330765-E6F0-48C9-8C3F-02AEE0C9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196AAB-BA2C-4F1B-8B90-D78D7347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411B3-4670-4012-AF9D-C59A65BD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1/12.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369A1-7CCD-4430-85DA-83D69487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892456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FA3A1-C3E4-45C7-BE0B-080493E1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26751-60AC-46BB-A88B-040C2E65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27E18-5EB0-441B-8852-457CEA51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EB9CA-75C5-49FA-BC18-DAFB792F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6BFF5-7C7C-426F-8FF4-583A89B9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7B175-E787-4666-9286-3241BC9D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ECDF7-65F2-4CA1-9400-79480C88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3A031-155F-4CAA-88B6-0E358D6D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D8892-E33C-4BEA-BAA9-CB56583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131FB-291A-430F-B377-5A23768F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3D769-A09F-4F32-90C3-EE5340AB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867C8-0152-4DE8-BE7B-D707AF39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E53BD-E842-4DF1-BFE4-11A7F06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divided by 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DB6AD-8B8B-407D-B323-EAA2B77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C232C-2F29-491B-9609-DAD79430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1F0A3-1233-4E9C-BD84-8333FCC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1DB24-DA5B-4C5E-9D2A-41408114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5FC1F-6198-45F5-BF97-6BD2BFDD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8762D-7B22-47DA-AAE5-A5DE14D9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B6459-95EB-442E-A170-64134D75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28389-8E20-49C8-B6CB-BB77B20C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9340009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C83F09-7140-4DAE-B125-0CA7E219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C2E08-2AE9-462F-9C44-71F2AAC2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3F938-7C9C-4434-9E86-93948A4F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8D630-7072-4B5C-A5AE-8DA8FCD8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5D700-179D-4A8A-8C0F-0AB0134C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008D6-E41E-478C-B97A-1F042DB5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85325-8783-402D-AE9E-F0BC3166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92026-C626-4725-A89A-3B5E2BC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2A0A1-D490-4613-BB34-0B74C5AC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67577-F64C-4D49-9AC3-795D2731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5/6 divided by 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93F19-8427-4A06-8211-9E766310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6C0CE-49D7-4855-BE93-26EB0128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0BF7E-86CA-45D9-8764-FC2A86E2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5/18.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73823774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740AC-F5A8-40DB-8B5E-915DB787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C010D-9B19-42A7-9A6F-BFB019BA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FBA39-6A1E-4F65-AE09-211BE25E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F7973-CC55-49A4-BD2C-1884B1F0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5709A-2A89-459F-B23F-AF34503A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48ACD-0068-490C-8B2E-3295EF57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ACFD0-A667-4044-B644-3D445476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B17C6-FFDB-450B-A74F-3E19A37C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FB165-24B2-47D3-A174-509B04CD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5B5CA-B099-41EE-86A2-2EE2BBF8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E60E5-59EE-4A75-B69E-BCC726F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1F80D-D3A2-4DC5-A874-ECCD6B6F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divided by 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64AC0-8EF2-45B3-B5C0-20D49E40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E4BF5-85BD-433C-9992-086F7B01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BFB00-2F73-4F72-AAFB-DCDA66A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424EB-852D-473F-8C8F-50B60A4E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3/8.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C2FDD-57C9-4BA2-BB52-C956935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49041-36EE-453F-93AB-9282368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6568545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DC9BF-9EA5-405E-AFA4-BDABC564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832B7-84A1-4C51-A995-34E5EBC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DA666-52AF-46B1-8D16-3237EE5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094D4-487D-4FB7-8584-CDC92305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10A12-4CB1-4FB3-B124-7B878BEB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BF0B9-6B6E-4A00-B960-E04367DE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65784-1070-4D7C-BA54-44373EA4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04129-3BB6-4529-BBD3-BCA66E9D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2FDBE-6545-4F15-BFC9-9DC4D160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Solve fraction division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AA765-A203-4A39-ADC6-20575F1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843A8-7E9B-487E-BA4E-AFA76AF8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EF033-F566-4056-8965-7B899BAF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41D50-1491-4FC9-AC47-BF70DEAC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divided by 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C0A56-1ECC-4243-A906-F925925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44E68-08A7-4871-92D1-EA987BBC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9FA5D1-B28A-4187-A67F-A7A05772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CCA52-959A-4130-BFB1-E2A22046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divides both the numerator and denominator by the whole number.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E1109-C85F-4921-B6A2-7F9005EE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3FA4F-3FB3-444F-93BC-C2297863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E1DA5-9789-4392-8D76-91E5446B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6C4A3-CF12-42AB-9D97-B02E4942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88DD7-CF37-488D-B18E-BFBF0E6D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2722781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2026-09-09T22:13:51.2960000Z</dcterms:created>
  <dcterms:modified xsi:type="dcterms:W3CDTF">2026-09-09T22:13:51.2960000Z</dcterms:modified>
</coreProperties>
</file>