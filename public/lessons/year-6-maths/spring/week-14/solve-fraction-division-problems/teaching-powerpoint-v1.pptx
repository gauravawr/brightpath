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Solve fraction division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fraction division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60DAAE42-5F3C-4EA1-88A5-E1634FFCB4D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20FAB15-FE20-4A4E-81DC-0CAFAAF249FC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3E5403B-3A4B-456C-9815-D4CF0BA51A0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D96E76D-E03F-4972-BB8F-E18FE24DC9B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3B66FE4-2EDD-4F54-830E-930D9CA69A2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19E5C4C-CF1B-46C5-A2FE-065817BE3BFE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sharing problems involving fractional quantities.</a:t>
            </a:r>
          </a:p>
        </p:txBody>
      </p:sp>
    </p:spTree>
    <p:extLst>
      <p:ext uri="{BB962C8B-B14F-4D97-AF65-F5344CB8AC3E}">
        <p14:creationId xmlns:p14="http://schemas.microsoft.com/office/powerpoint/2010/main" val="311851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E73B4AF1-2649-4AE3-BAEB-01B8A1D0064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09CB42E-31C5-4849-B8E1-61B41A216EE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7/8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826B0FF-F128-4E26-8110-87E97682390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6D7350F-9FBD-4161-963E-26DB6D7A27E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D6F06F-4A17-4D86-B276-9F234343DA6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D1333B7-3E5A-443B-B6F8-EF1A94FE250F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7/8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CCD80D9-BB42-4AEE-9194-6CC43EE2E717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8 + 7 = 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F77E2C0-4CD2-4EDC-A7AD-5296EB943AA3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4D6AF4D-E312-4C89-B8B3-5E0525679D82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A21E5B7-DA23-4012-9219-6369896571CD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CC5D549-6DDA-4C10-930A-EF816E5F3687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62151D7-443D-4E77-94E3-1D3ABB392A25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4EAE9C8-DEEA-4F57-9810-CE62D5239B21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8E82EFB-B102-4386-9E5A-90EDDCC10C9F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9476083-4FCA-4BE2-B637-B29DDA0D25EF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0432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object-1">
            <a:extLst>
              <a:ext uri="{FF2B5EF4-FFF2-40B4-BE49-F238E27FC236}">
                <a16:creationId xmlns:a16="http://schemas.microsoft.com/office/drawing/2014/main" id="{48D26D62-D2F4-418D-8E98-1C53D76FE49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629F23F-41AB-4EBF-96EA-93609E9A89C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7/8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68DC103-2C81-44F9-BC06-A1B802C1FE0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E45F305-FB46-479F-995B-40414032B92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4B7BE91-0023-47D1-B101-C78BB651481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B488484-D7D6-49FC-A9A0-9FA186CB13DA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3E7F585-AE47-40B1-87C0-F1B773B9BD2F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3B6C2BB-7573-4ABD-B6B8-859F6D6CC6C6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1501821-2B5E-47A6-AD49-F4AF6D8B97B6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063B011-385F-462B-B57C-47750E54C413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D3F5EF2-B7F8-499E-8BFF-519F43A6B0B9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4EBD075-DD1B-4EEB-A0E3-8103BAD54C19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6E7D441-6E8C-4BD6-B2AA-80471A450C27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9D6B37E-1CAE-45A0-92D2-153EFCA3E9A7}"/>
              </a:ext>
            </a:extLst>
          </p:cNvPr>
          <p:cNvSpPr>
            <a:spLocks noGrp="1"/>
          </p:cNvSpPr>
          <p:nvPr/>
        </p:nvSpPr>
        <p:spPr>
          <a:xfrm>
            <a:off x="8245078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63C0032-4537-492F-862A-C12FD923DEE7}"/>
              </a:ext>
            </a:extLst>
          </p:cNvPr>
          <p:cNvSpPr>
            <a:spLocks noGrp="1"/>
          </p:cNvSpPr>
          <p:nvPr/>
        </p:nvSpPr>
        <p:spPr>
          <a:xfrm>
            <a:off x="8989219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CB8A945-E65E-465C-8B3B-A633CC3F8991}"/>
              </a:ext>
            </a:extLst>
          </p:cNvPr>
          <p:cNvSpPr>
            <a:spLocks noGrp="1"/>
          </p:cNvSpPr>
          <p:nvPr/>
        </p:nvSpPr>
        <p:spPr>
          <a:xfrm>
            <a:off x="9733359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7365FA8-20C9-4DEC-A222-80E65BB6F1CC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2D1A138D-FC3C-404E-8461-C29262CF758F}"/>
              </a:ext>
            </a:extLst>
          </p:cNvPr>
          <p:cNvSpPr>
            <a:spLocks noGrp="1"/>
          </p:cNvSpPr>
          <p:nvPr/>
        </p:nvSpPr>
        <p:spPr>
          <a:xfrm>
            <a:off x="11221641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FAB320D-8CA2-4EB0-80A5-18EF9514015D}"/>
              </a:ext>
            </a:extLst>
          </p:cNvPr>
          <p:cNvSpPr>
            <a:spLocks noGrp="1"/>
          </p:cNvSpPr>
          <p:nvPr/>
        </p:nvSpPr>
        <p:spPr>
          <a:xfrm>
            <a:off x="11965781" y="3333750"/>
            <a:ext cx="744141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A689682-7B7A-4778-8697-693B6F4DCD55}"/>
              </a:ext>
            </a:extLst>
          </p:cNvPr>
          <p:cNvSpPr>
            <a:spLocks noGrp="1"/>
          </p:cNvSpPr>
          <p:nvPr/>
        </p:nvSpPr>
        <p:spPr>
          <a:xfrm>
            <a:off x="12709922" y="3333750"/>
            <a:ext cx="744141" cy="773906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6EE1F9C-ADB3-48EC-8413-D5917CFE13E6}"/>
              </a:ext>
            </a:extLst>
          </p:cNvPr>
          <p:cNvSpPr>
            <a:spLocks noGrp="1"/>
          </p:cNvSpPr>
          <p:nvPr/>
        </p:nvSpPr>
        <p:spPr>
          <a:xfrm>
            <a:off x="774898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6F017AC-1ADF-47E9-B209-3E63884BA713}"/>
              </a:ext>
            </a:extLst>
          </p:cNvPr>
          <p:cNvSpPr>
            <a:spLocks noGrp="1"/>
          </p:cNvSpPr>
          <p:nvPr/>
        </p:nvSpPr>
        <p:spPr>
          <a:xfrm>
            <a:off x="799703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F2B085A-A072-421D-BE13-A1779B9CC8D8}"/>
              </a:ext>
            </a:extLst>
          </p:cNvPr>
          <p:cNvSpPr>
            <a:spLocks noGrp="1"/>
          </p:cNvSpPr>
          <p:nvPr/>
        </p:nvSpPr>
        <p:spPr>
          <a:xfrm>
            <a:off x="84931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446E67E-6B7C-4523-A05B-110C9C9BF7FC}"/>
              </a:ext>
            </a:extLst>
          </p:cNvPr>
          <p:cNvSpPr>
            <a:spLocks noGrp="1"/>
          </p:cNvSpPr>
          <p:nvPr/>
        </p:nvSpPr>
        <p:spPr>
          <a:xfrm>
            <a:off x="87411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6DCB7D7-E0AF-4B0B-A9AA-60D61E96CE24}"/>
              </a:ext>
            </a:extLst>
          </p:cNvPr>
          <p:cNvSpPr>
            <a:spLocks noGrp="1"/>
          </p:cNvSpPr>
          <p:nvPr/>
        </p:nvSpPr>
        <p:spPr>
          <a:xfrm>
            <a:off x="923726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12C47D7-C62B-45A3-8EDA-F4A51726F0FA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F4F836FE-C8D1-4259-842E-48F5C79F7C13}"/>
              </a:ext>
            </a:extLst>
          </p:cNvPr>
          <p:cNvSpPr>
            <a:spLocks noGrp="1"/>
          </p:cNvSpPr>
          <p:nvPr/>
        </p:nvSpPr>
        <p:spPr>
          <a:xfrm>
            <a:off x="998140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E24B36E-8369-43E8-9EC4-0CFE418F2402}"/>
              </a:ext>
            </a:extLst>
          </p:cNvPr>
          <p:cNvSpPr>
            <a:spLocks noGrp="1"/>
          </p:cNvSpPr>
          <p:nvPr/>
        </p:nvSpPr>
        <p:spPr>
          <a:xfrm>
            <a:off x="1022945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79130B7-AC80-4FBF-9C4A-EDF9E79A21E3}"/>
              </a:ext>
            </a:extLst>
          </p:cNvPr>
          <p:cNvSpPr>
            <a:spLocks noGrp="1"/>
          </p:cNvSpPr>
          <p:nvPr/>
        </p:nvSpPr>
        <p:spPr>
          <a:xfrm>
            <a:off x="1072554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1201846-1332-44D5-9077-9BB11AB5D5EE}"/>
              </a:ext>
            </a:extLst>
          </p:cNvPr>
          <p:cNvSpPr>
            <a:spLocks noGrp="1"/>
          </p:cNvSpPr>
          <p:nvPr/>
        </p:nvSpPr>
        <p:spPr>
          <a:xfrm>
            <a:off x="1097359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D91E598-26D6-4F07-ACD2-C35B1F06733D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20BEA029-ED66-40CA-9DCA-C715727AF01E}"/>
              </a:ext>
            </a:extLst>
          </p:cNvPr>
          <p:cNvSpPr>
            <a:spLocks noGrp="1"/>
          </p:cNvSpPr>
          <p:nvPr/>
        </p:nvSpPr>
        <p:spPr>
          <a:xfrm>
            <a:off x="1171773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BA879B1C-97F3-497D-9421-58D35F543B4C}"/>
              </a:ext>
            </a:extLst>
          </p:cNvPr>
          <p:cNvSpPr>
            <a:spLocks noGrp="1"/>
          </p:cNvSpPr>
          <p:nvPr/>
        </p:nvSpPr>
        <p:spPr>
          <a:xfrm>
            <a:off x="122138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0FCD6EEF-7B6C-4636-B0CA-41495A2D7C79}"/>
              </a:ext>
            </a:extLst>
          </p:cNvPr>
          <p:cNvSpPr>
            <a:spLocks noGrp="1"/>
          </p:cNvSpPr>
          <p:nvPr/>
        </p:nvSpPr>
        <p:spPr>
          <a:xfrm>
            <a:off x="124618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AAE8751A-D1A7-475A-9300-65A8C501C0AB}"/>
              </a:ext>
            </a:extLst>
          </p:cNvPr>
          <p:cNvSpPr>
            <a:spLocks noGrp="1"/>
          </p:cNvSpPr>
          <p:nvPr/>
        </p:nvSpPr>
        <p:spPr>
          <a:xfrm>
            <a:off x="1295796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DC288246-B40C-43B8-977E-66DCF82B0832}"/>
              </a:ext>
            </a:extLst>
          </p:cNvPr>
          <p:cNvSpPr>
            <a:spLocks noGrp="1"/>
          </p:cNvSpPr>
          <p:nvPr/>
        </p:nvSpPr>
        <p:spPr>
          <a:xfrm>
            <a:off x="1320601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BEB8E5E6-6027-4B36-8B14-75E0E8FB4E0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1/8 is split into 3 equal pieces.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06562B0-8D87-4B9D-9BE6-38377B91AB05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7/24</a:t>
            </a:r>
          </a:p>
        </p:txBody>
      </p:sp>
    </p:spTree>
    <p:extLst>
      <p:ext uri="{BB962C8B-B14F-4D97-AF65-F5344CB8AC3E}">
        <p14:creationId xmlns:p14="http://schemas.microsoft.com/office/powerpoint/2010/main" val="1942130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4F25505D-A2E6-4B76-8D76-BB42A994E9A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F175D0E-26FC-46E9-8D53-DF31A4C7E6E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561F969-16E0-4A4E-8F09-1A27B30422F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7/8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5F20B58-ACD5-405F-BE0E-0DB380428270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2487F3A-9E8A-4117-BAED-6085E060249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6D71456-1DBE-4A3F-B078-0599143984C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1996197-8A5A-400E-AF81-9AAFAC58B57A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7/8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E6C393B-4467-4D52-8577-1F2FC5907DAE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8 + 7 = 15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C71C0F6-41A6-45CD-84EF-712A3AFBF44E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5662609-78DF-493B-AE6F-A8BAF4B59034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04BE88E-A682-482C-9310-6DF99B58201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110F760-3D61-46B0-A921-E2F2F294D10A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86BC34D-792A-4125-91AF-D5FCDCEC6BC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0DD873F-D150-4B21-80CD-D63F57ECDA09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109C2C7-6054-4F38-B319-B75075DBFA60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855C090-B6A9-4E19-8D1D-8B0AE17172C5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3663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object-1">
            <a:extLst>
              <a:ext uri="{FF2B5EF4-FFF2-40B4-BE49-F238E27FC236}">
                <a16:creationId xmlns:a16="http://schemas.microsoft.com/office/drawing/2014/main" id="{F9377987-C9EB-4F13-9AE0-1674431CE73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B1EFA5-0B59-4462-82F1-FBFE001648E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CD9B8BD-7781-4BBE-BA88-8E7D0AFD606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7/8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46D482C-7D8A-48BE-9E3B-6E455AFF2F1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8C14297-1D33-45D9-B27C-C79302B313D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B60BB5D-275E-48F6-9612-AEE43C267C4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F028174-BE7F-497B-A704-7BE2C067A185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C159194-5009-4A6E-B46C-8598AF4ED4B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430085A-D394-458D-A82C-9E3AD01AAE20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1563A53-C30A-48F5-9357-687A67A18CAB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7DD8C53-F5DF-4B73-9A16-64387A8C0128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1CA543D-AB8A-44B8-A6BA-96ABF1C4116D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6218EEA-22E6-434A-83E2-81E846F025D5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B3C5976-AEBD-4AE0-B996-AC65ED6F3B54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C91AFA9-D997-40A7-B7B6-A62BDCA98EC5}"/>
              </a:ext>
            </a:extLst>
          </p:cNvPr>
          <p:cNvSpPr>
            <a:spLocks noGrp="1"/>
          </p:cNvSpPr>
          <p:nvPr/>
        </p:nvSpPr>
        <p:spPr>
          <a:xfrm>
            <a:off x="789781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A15A52F-842A-4900-B6AE-C001EAE7D2C4}"/>
              </a:ext>
            </a:extLst>
          </p:cNvPr>
          <p:cNvSpPr>
            <a:spLocks noGrp="1"/>
          </p:cNvSpPr>
          <p:nvPr/>
        </p:nvSpPr>
        <p:spPr>
          <a:xfrm>
            <a:off x="8294687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EFFE2F4-84A6-46A4-A613-0B451DCE5217}"/>
              </a:ext>
            </a:extLst>
          </p:cNvPr>
          <p:cNvSpPr>
            <a:spLocks noGrp="1"/>
          </p:cNvSpPr>
          <p:nvPr/>
        </p:nvSpPr>
        <p:spPr>
          <a:xfrm>
            <a:off x="869156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1E74EF4-56F0-48EA-A201-F42A2BC1046D}"/>
              </a:ext>
            </a:extLst>
          </p:cNvPr>
          <p:cNvSpPr>
            <a:spLocks noGrp="1"/>
          </p:cNvSpPr>
          <p:nvPr/>
        </p:nvSpPr>
        <p:spPr>
          <a:xfrm>
            <a:off x="90884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22D4F4A-2A3B-4234-8811-E64318EE955A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71A91DC-2F17-4755-892D-B44FC8A3F447}"/>
              </a:ext>
            </a:extLst>
          </p:cNvPr>
          <p:cNvSpPr>
            <a:spLocks noGrp="1"/>
          </p:cNvSpPr>
          <p:nvPr/>
        </p:nvSpPr>
        <p:spPr>
          <a:xfrm>
            <a:off x="988218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2770832-D510-469E-A086-03B5BB9CC54D}"/>
              </a:ext>
            </a:extLst>
          </p:cNvPr>
          <p:cNvSpPr>
            <a:spLocks noGrp="1"/>
          </p:cNvSpPr>
          <p:nvPr/>
        </p:nvSpPr>
        <p:spPr>
          <a:xfrm>
            <a:off x="1027906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219CC76-5718-4A86-A6F4-34EA79C3CBC7}"/>
              </a:ext>
            </a:extLst>
          </p:cNvPr>
          <p:cNvSpPr>
            <a:spLocks noGrp="1"/>
          </p:cNvSpPr>
          <p:nvPr/>
        </p:nvSpPr>
        <p:spPr>
          <a:xfrm>
            <a:off x="106759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E3C609D-5D2E-40D0-B0AF-9845C7275115}"/>
              </a:ext>
            </a:extLst>
          </p:cNvPr>
          <p:cNvSpPr>
            <a:spLocks noGrp="1"/>
          </p:cNvSpPr>
          <p:nvPr/>
        </p:nvSpPr>
        <p:spPr>
          <a:xfrm>
            <a:off x="1107281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DCBF38D-9ADF-4991-BBBD-70A78F7AA8A2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B714CD4-A206-4EE9-9598-DA59D7280F28}"/>
              </a:ext>
            </a:extLst>
          </p:cNvPr>
          <p:cNvSpPr>
            <a:spLocks noGrp="1"/>
          </p:cNvSpPr>
          <p:nvPr/>
        </p:nvSpPr>
        <p:spPr>
          <a:xfrm>
            <a:off x="11866563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0B57CFC-16CC-4A20-976F-E0A1AC39935F}"/>
              </a:ext>
            </a:extLst>
          </p:cNvPr>
          <p:cNvSpPr>
            <a:spLocks noGrp="1"/>
          </p:cNvSpPr>
          <p:nvPr/>
        </p:nvSpPr>
        <p:spPr>
          <a:xfrm>
            <a:off x="1226343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6D7CC71-BD72-4404-B79C-E29C8336CAD7}"/>
              </a:ext>
            </a:extLst>
          </p:cNvPr>
          <p:cNvSpPr>
            <a:spLocks noGrp="1"/>
          </p:cNvSpPr>
          <p:nvPr/>
        </p:nvSpPr>
        <p:spPr>
          <a:xfrm>
            <a:off x="12660312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25A87C1-BC37-473F-BD6B-927694189806}"/>
              </a:ext>
            </a:extLst>
          </p:cNvPr>
          <p:cNvSpPr>
            <a:spLocks noGrp="1"/>
          </p:cNvSpPr>
          <p:nvPr/>
        </p:nvSpPr>
        <p:spPr>
          <a:xfrm>
            <a:off x="13057188" y="3333750"/>
            <a:ext cx="396875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B90DDE5-2F03-4B55-90FE-5320EEEC0F3B}"/>
              </a:ext>
            </a:extLst>
          </p:cNvPr>
          <p:cNvSpPr>
            <a:spLocks noGrp="1"/>
          </p:cNvSpPr>
          <p:nvPr/>
        </p:nvSpPr>
        <p:spPr>
          <a:xfrm>
            <a:off x="76332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A59554D-DC05-4C23-9F46-F5C5CDC13F5C}"/>
              </a:ext>
            </a:extLst>
          </p:cNvPr>
          <p:cNvSpPr>
            <a:spLocks noGrp="1"/>
          </p:cNvSpPr>
          <p:nvPr/>
        </p:nvSpPr>
        <p:spPr>
          <a:xfrm>
            <a:off x="776552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0BFD519F-6D24-4026-9E3B-25C397E6F13F}"/>
              </a:ext>
            </a:extLst>
          </p:cNvPr>
          <p:cNvSpPr>
            <a:spLocks noGrp="1"/>
          </p:cNvSpPr>
          <p:nvPr/>
        </p:nvSpPr>
        <p:spPr>
          <a:xfrm>
            <a:off x="80301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F5CAC88B-8C70-4263-B1B8-57BBC391E4A7}"/>
              </a:ext>
            </a:extLst>
          </p:cNvPr>
          <p:cNvSpPr>
            <a:spLocks noGrp="1"/>
          </p:cNvSpPr>
          <p:nvPr/>
        </p:nvSpPr>
        <p:spPr>
          <a:xfrm>
            <a:off x="81623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1DF9921-64B2-483A-9E9B-2BCD74E3D2BF}"/>
              </a:ext>
            </a:extLst>
          </p:cNvPr>
          <p:cNvSpPr>
            <a:spLocks noGrp="1"/>
          </p:cNvSpPr>
          <p:nvPr/>
        </p:nvSpPr>
        <p:spPr>
          <a:xfrm>
            <a:off x="842697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E718488-787F-478B-ABB5-6CD8E37997D8}"/>
              </a:ext>
            </a:extLst>
          </p:cNvPr>
          <p:cNvSpPr>
            <a:spLocks noGrp="1"/>
          </p:cNvSpPr>
          <p:nvPr/>
        </p:nvSpPr>
        <p:spPr>
          <a:xfrm>
            <a:off x="85592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35F446A-C613-4ED9-97FA-18F5A34DB4AF}"/>
              </a:ext>
            </a:extLst>
          </p:cNvPr>
          <p:cNvSpPr>
            <a:spLocks noGrp="1"/>
          </p:cNvSpPr>
          <p:nvPr/>
        </p:nvSpPr>
        <p:spPr>
          <a:xfrm>
            <a:off x="88238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E62F8C3-FBBD-4E7F-921A-9191882BA505}"/>
              </a:ext>
            </a:extLst>
          </p:cNvPr>
          <p:cNvSpPr>
            <a:spLocks noGrp="1"/>
          </p:cNvSpPr>
          <p:nvPr/>
        </p:nvSpPr>
        <p:spPr>
          <a:xfrm>
            <a:off x="89561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4DED913D-8056-480C-88F9-B602E8630237}"/>
              </a:ext>
            </a:extLst>
          </p:cNvPr>
          <p:cNvSpPr>
            <a:spLocks noGrp="1"/>
          </p:cNvSpPr>
          <p:nvPr/>
        </p:nvSpPr>
        <p:spPr>
          <a:xfrm>
            <a:off x="92207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A7BBA02-ECB0-4A43-8699-764C11BF5340}"/>
              </a:ext>
            </a:extLst>
          </p:cNvPr>
          <p:cNvSpPr>
            <a:spLocks noGrp="1"/>
          </p:cNvSpPr>
          <p:nvPr/>
        </p:nvSpPr>
        <p:spPr>
          <a:xfrm>
            <a:off x="935302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87DE5BD1-3771-42AC-BD58-AD54A93E8CDB}"/>
              </a:ext>
            </a:extLst>
          </p:cNvPr>
          <p:cNvSpPr>
            <a:spLocks noGrp="1"/>
          </p:cNvSpPr>
          <p:nvPr/>
        </p:nvSpPr>
        <p:spPr>
          <a:xfrm>
            <a:off x="96176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2FFB49C7-A8F0-46F0-A02E-363D4F0C02B5}"/>
              </a:ext>
            </a:extLst>
          </p:cNvPr>
          <p:cNvSpPr>
            <a:spLocks noGrp="1"/>
          </p:cNvSpPr>
          <p:nvPr/>
        </p:nvSpPr>
        <p:spPr>
          <a:xfrm>
            <a:off x="97498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3AC0EAA5-EA58-4C68-82D5-9502F2163848}"/>
              </a:ext>
            </a:extLst>
          </p:cNvPr>
          <p:cNvSpPr>
            <a:spLocks noGrp="1"/>
          </p:cNvSpPr>
          <p:nvPr/>
        </p:nvSpPr>
        <p:spPr>
          <a:xfrm>
            <a:off x="1001447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B7371F2-B438-4B3A-B5F4-F5E288E0FC46}"/>
              </a:ext>
            </a:extLst>
          </p:cNvPr>
          <p:cNvSpPr>
            <a:spLocks noGrp="1"/>
          </p:cNvSpPr>
          <p:nvPr/>
        </p:nvSpPr>
        <p:spPr>
          <a:xfrm>
            <a:off x="101467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DBA0112D-8D73-47D1-966E-78B3A232DC30}"/>
              </a:ext>
            </a:extLst>
          </p:cNvPr>
          <p:cNvSpPr>
            <a:spLocks noGrp="1"/>
          </p:cNvSpPr>
          <p:nvPr/>
        </p:nvSpPr>
        <p:spPr>
          <a:xfrm>
            <a:off x="104113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0D96058A-3E3B-4091-B542-72D790FBD6DF}"/>
              </a:ext>
            </a:extLst>
          </p:cNvPr>
          <p:cNvSpPr>
            <a:spLocks noGrp="1"/>
          </p:cNvSpPr>
          <p:nvPr/>
        </p:nvSpPr>
        <p:spPr>
          <a:xfrm>
            <a:off x="105436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825B9E19-C953-4B1E-ABBD-FD25E4BED043}"/>
              </a:ext>
            </a:extLst>
          </p:cNvPr>
          <p:cNvSpPr>
            <a:spLocks noGrp="1"/>
          </p:cNvSpPr>
          <p:nvPr/>
        </p:nvSpPr>
        <p:spPr>
          <a:xfrm>
            <a:off x="108082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CC8EA660-808B-42D6-A4B9-D5286BF874D7}"/>
              </a:ext>
            </a:extLst>
          </p:cNvPr>
          <p:cNvSpPr>
            <a:spLocks noGrp="1"/>
          </p:cNvSpPr>
          <p:nvPr/>
        </p:nvSpPr>
        <p:spPr>
          <a:xfrm>
            <a:off x="1094052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AA0366CA-609C-43AA-9BD3-3FA0D3C6F732}"/>
              </a:ext>
            </a:extLst>
          </p:cNvPr>
          <p:cNvSpPr>
            <a:spLocks noGrp="1"/>
          </p:cNvSpPr>
          <p:nvPr/>
        </p:nvSpPr>
        <p:spPr>
          <a:xfrm>
            <a:off x="112051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EF9B7EC3-A068-48D0-90DB-4CDF5AD404F2}"/>
              </a:ext>
            </a:extLst>
          </p:cNvPr>
          <p:cNvSpPr>
            <a:spLocks noGrp="1"/>
          </p:cNvSpPr>
          <p:nvPr/>
        </p:nvSpPr>
        <p:spPr>
          <a:xfrm>
            <a:off x="113373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2CE9740F-B836-4D85-BEEB-AF7A0059CED8}"/>
              </a:ext>
            </a:extLst>
          </p:cNvPr>
          <p:cNvSpPr>
            <a:spLocks noGrp="1"/>
          </p:cNvSpPr>
          <p:nvPr/>
        </p:nvSpPr>
        <p:spPr>
          <a:xfrm>
            <a:off x="1160197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A3680E35-7215-4113-BB23-DA4AE9745656}"/>
              </a:ext>
            </a:extLst>
          </p:cNvPr>
          <p:cNvSpPr>
            <a:spLocks noGrp="1"/>
          </p:cNvSpPr>
          <p:nvPr/>
        </p:nvSpPr>
        <p:spPr>
          <a:xfrm>
            <a:off x="117342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1D4CD60E-BE4E-47E5-ABB3-24D2DA432CBA}"/>
              </a:ext>
            </a:extLst>
          </p:cNvPr>
          <p:cNvSpPr>
            <a:spLocks noGrp="1"/>
          </p:cNvSpPr>
          <p:nvPr/>
        </p:nvSpPr>
        <p:spPr>
          <a:xfrm>
            <a:off x="119988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710AC73A-FB15-4DB3-BB14-CF961C813F7D}"/>
              </a:ext>
            </a:extLst>
          </p:cNvPr>
          <p:cNvSpPr>
            <a:spLocks noGrp="1"/>
          </p:cNvSpPr>
          <p:nvPr/>
        </p:nvSpPr>
        <p:spPr>
          <a:xfrm>
            <a:off x="121311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7AFAA822-5D29-4ED1-91FC-0D91DE8B3980}"/>
              </a:ext>
            </a:extLst>
          </p:cNvPr>
          <p:cNvSpPr>
            <a:spLocks noGrp="1"/>
          </p:cNvSpPr>
          <p:nvPr/>
        </p:nvSpPr>
        <p:spPr>
          <a:xfrm>
            <a:off x="123957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C3DF02CD-A23F-402C-9E6D-13B12C25BB0B}"/>
              </a:ext>
            </a:extLst>
          </p:cNvPr>
          <p:cNvSpPr>
            <a:spLocks noGrp="1"/>
          </p:cNvSpPr>
          <p:nvPr/>
        </p:nvSpPr>
        <p:spPr>
          <a:xfrm>
            <a:off x="1252802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A3A9A67A-B671-40B9-B74C-BED5682C21D6}"/>
              </a:ext>
            </a:extLst>
          </p:cNvPr>
          <p:cNvSpPr>
            <a:spLocks noGrp="1"/>
          </p:cNvSpPr>
          <p:nvPr/>
        </p:nvSpPr>
        <p:spPr>
          <a:xfrm>
            <a:off x="127926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B5B8A993-0913-413D-BC1B-5CE92BD93852}"/>
              </a:ext>
            </a:extLst>
          </p:cNvPr>
          <p:cNvSpPr>
            <a:spLocks noGrp="1"/>
          </p:cNvSpPr>
          <p:nvPr/>
        </p:nvSpPr>
        <p:spPr>
          <a:xfrm>
            <a:off x="129248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62FB51F3-8C3E-454B-AAB9-4FA752E217E7}"/>
              </a:ext>
            </a:extLst>
          </p:cNvPr>
          <p:cNvSpPr>
            <a:spLocks noGrp="1"/>
          </p:cNvSpPr>
          <p:nvPr/>
        </p:nvSpPr>
        <p:spPr>
          <a:xfrm>
            <a:off x="1318947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E4BA3911-0BCA-4B68-AED1-9853A65533E4}"/>
              </a:ext>
            </a:extLst>
          </p:cNvPr>
          <p:cNvSpPr>
            <a:spLocks noGrp="1"/>
          </p:cNvSpPr>
          <p:nvPr/>
        </p:nvSpPr>
        <p:spPr>
          <a:xfrm>
            <a:off x="133217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C0BC28F8-4182-48B2-8F49-DEFB837391D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1/8 is split into 3 equal pieces.</a:t>
            </a:r>
          </a:p>
        </p:txBody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9E24F18A-DF8F-4B17-9A74-0012F3AB534B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5/8</a:t>
            </a:r>
          </a:p>
        </p:txBody>
      </p:sp>
    </p:spTree>
    <p:extLst>
      <p:ext uri="{BB962C8B-B14F-4D97-AF65-F5344CB8AC3E}">
        <p14:creationId xmlns:p14="http://schemas.microsoft.com/office/powerpoint/2010/main" val="456389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A206AE74-2E6A-4590-A2BC-8F9BD7F7BFA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1F92EAA-FCB4-467B-AA36-5FE9B4BD99A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7/8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61A8645-EAFB-47E3-9D2B-BD3F266E32D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F239101-D385-4F44-8459-E5BB5CA1A16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0472864-2323-4144-A8D3-89DA81B6630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F9C1AC1-26DD-4D48-B76F-99593290EC21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7/8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728B438-16EE-41E3-A376-D51CDA576039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8 + 7 = 23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39E292C-8BAE-46C3-9B0D-B032137F07D3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2A57AF7-CFC5-4C2F-AD46-50BE20BDD3F0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0827553-9872-4655-88B3-4BB343C82507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31A5301-1938-4607-BA47-1F385214E002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240F981-35C1-446C-B2D7-4E5CA5F77D13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56AB704-3DAB-40FF-8A29-8A0ED9E78C21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1DBCFAA-643B-49FC-B210-68C4195A609A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30333D7-77AD-4200-8869-B9DBBCFEC8A1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6473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object-1">
            <a:extLst>
              <a:ext uri="{FF2B5EF4-FFF2-40B4-BE49-F238E27FC236}">
                <a16:creationId xmlns:a16="http://schemas.microsoft.com/office/drawing/2014/main" id="{C04D6744-3D8B-4F25-9D6B-A1A3B4DDFD4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8369B79-B00B-4AAD-8B4B-D3EAB8DA819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7/8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D799190-D653-46A5-BFCA-53FA5532D24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81668B2-51CA-4608-8882-442319F0F41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1622F5E-55E4-489D-9FE0-39DEE2A87EB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940C06A-2EB5-4A6A-9D35-4FB791912DD1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C178942-9021-4E76-8965-4C6879F753C3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0B3C470-4539-45DD-953F-F20E3CF4E23B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8C9D3C0-6FFA-4D45-8739-15129EDA5DD6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A05D089-A8A1-46D9-8ED7-701BD0E0533A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9865CAD-9A3C-48CA-BA96-CF33320EBA5D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AE28945-70E6-4230-9E0B-6BAD7DB3B4F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E8C0511-3FAC-4720-ADF4-40BC4C50DBE4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B963582-8176-48CD-AECF-C202011AA10D}"/>
              </a:ext>
            </a:extLst>
          </p:cNvPr>
          <p:cNvSpPr>
            <a:spLocks noGrp="1"/>
          </p:cNvSpPr>
          <p:nvPr/>
        </p:nvSpPr>
        <p:spPr>
          <a:xfrm>
            <a:off x="7759769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3D4AA45-441C-4003-AF96-4F4D58469680}"/>
              </a:ext>
            </a:extLst>
          </p:cNvPr>
          <p:cNvSpPr>
            <a:spLocks noGrp="1"/>
          </p:cNvSpPr>
          <p:nvPr/>
        </p:nvSpPr>
        <p:spPr>
          <a:xfrm>
            <a:off x="8018601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CBB0ED7-60ED-49B3-B2D5-2F10D737B235}"/>
              </a:ext>
            </a:extLst>
          </p:cNvPr>
          <p:cNvSpPr>
            <a:spLocks noGrp="1"/>
          </p:cNvSpPr>
          <p:nvPr/>
        </p:nvSpPr>
        <p:spPr>
          <a:xfrm>
            <a:off x="8277432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B0D4D5E-10BE-41F0-8C5D-9EB531687CDF}"/>
              </a:ext>
            </a:extLst>
          </p:cNvPr>
          <p:cNvSpPr>
            <a:spLocks noGrp="1"/>
          </p:cNvSpPr>
          <p:nvPr/>
        </p:nvSpPr>
        <p:spPr>
          <a:xfrm>
            <a:off x="8536264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7D72BBD-5FC9-4E24-BC69-092E435E495D}"/>
              </a:ext>
            </a:extLst>
          </p:cNvPr>
          <p:cNvSpPr>
            <a:spLocks noGrp="1"/>
          </p:cNvSpPr>
          <p:nvPr/>
        </p:nvSpPr>
        <p:spPr>
          <a:xfrm>
            <a:off x="8795095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D4772E6-113E-4933-BE99-DC3845C799AB}"/>
              </a:ext>
            </a:extLst>
          </p:cNvPr>
          <p:cNvSpPr>
            <a:spLocks noGrp="1"/>
          </p:cNvSpPr>
          <p:nvPr/>
        </p:nvSpPr>
        <p:spPr>
          <a:xfrm>
            <a:off x="9053927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30D1256-2016-424C-900A-B329DDFE1F4D}"/>
              </a:ext>
            </a:extLst>
          </p:cNvPr>
          <p:cNvSpPr>
            <a:spLocks noGrp="1"/>
          </p:cNvSpPr>
          <p:nvPr/>
        </p:nvSpPr>
        <p:spPr>
          <a:xfrm>
            <a:off x="9312758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EA4558F-60E9-49AA-AD9A-8351542CBE6D}"/>
              </a:ext>
            </a:extLst>
          </p:cNvPr>
          <p:cNvSpPr>
            <a:spLocks noGrp="1"/>
          </p:cNvSpPr>
          <p:nvPr/>
        </p:nvSpPr>
        <p:spPr>
          <a:xfrm>
            <a:off x="9571590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459BF1A-FF04-42A0-BA55-A807403005EF}"/>
              </a:ext>
            </a:extLst>
          </p:cNvPr>
          <p:cNvSpPr>
            <a:spLocks noGrp="1"/>
          </p:cNvSpPr>
          <p:nvPr/>
        </p:nvSpPr>
        <p:spPr>
          <a:xfrm>
            <a:off x="9830421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A106DF4-63C6-4499-807D-40267B32C7D1}"/>
              </a:ext>
            </a:extLst>
          </p:cNvPr>
          <p:cNvSpPr>
            <a:spLocks noGrp="1"/>
          </p:cNvSpPr>
          <p:nvPr/>
        </p:nvSpPr>
        <p:spPr>
          <a:xfrm>
            <a:off x="10089253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55659EB-9C6B-44FF-A332-8C1BE3A17A16}"/>
              </a:ext>
            </a:extLst>
          </p:cNvPr>
          <p:cNvSpPr>
            <a:spLocks noGrp="1"/>
          </p:cNvSpPr>
          <p:nvPr/>
        </p:nvSpPr>
        <p:spPr>
          <a:xfrm>
            <a:off x="10348084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32B1636-E136-440C-861D-1E0109A6C831}"/>
              </a:ext>
            </a:extLst>
          </p:cNvPr>
          <p:cNvSpPr>
            <a:spLocks noGrp="1"/>
          </p:cNvSpPr>
          <p:nvPr/>
        </p:nvSpPr>
        <p:spPr>
          <a:xfrm>
            <a:off x="10606916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7C5CC22-299E-44DC-8663-F0CEAC51C806}"/>
              </a:ext>
            </a:extLst>
          </p:cNvPr>
          <p:cNvSpPr>
            <a:spLocks noGrp="1"/>
          </p:cNvSpPr>
          <p:nvPr/>
        </p:nvSpPr>
        <p:spPr>
          <a:xfrm>
            <a:off x="10865747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D06A213-A61E-4DB8-91D2-63D6535A389E}"/>
              </a:ext>
            </a:extLst>
          </p:cNvPr>
          <p:cNvSpPr>
            <a:spLocks noGrp="1"/>
          </p:cNvSpPr>
          <p:nvPr/>
        </p:nvSpPr>
        <p:spPr>
          <a:xfrm>
            <a:off x="11124579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B9C194F-D41B-49F6-8F05-E0C35E217F74}"/>
              </a:ext>
            </a:extLst>
          </p:cNvPr>
          <p:cNvSpPr>
            <a:spLocks noGrp="1"/>
          </p:cNvSpPr>
          <p:nvPr/>
        </p:nvSpPr>
        <p:spPr>
          <a:xfrm>
            <a:off x="11383410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E628FCF6-FB61-410B-A923-31326FB44F36}"/>
              </a:ext>
            </a:extLst>
          </p:cNvPr>
          <p:cNvSpPr>
            <a:spLocks noGrp="1"/>
          </p:cNvSpPr>
          <p:nvPr/>
        </p:nvSpPr>
        <p:spPr>
          <a:xfrm>
            <a:off x="11642242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2F9AACF4-FA52-4523-91BD-9D25282F8D84}"/>
              </a:ext>
            </a:extLst>
          </p:cNvPr>
          <p:cNvSpPr>
            <a:spLocks noGrp="1"/>
          </p:cNvSpPr>
          <p:nvPr/>
        </p:nvSpPr>
        <p:spPr>
          <a:xfrm>
            <a:off x="11901073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1C059C55-764E-4102-8461-463EF9859244}"/>
              </a:ext>
            </a:extLst>
          </p:cNvPr>
          <p:cNvSpPr>
            <a:spLocks noGrp="1"/>
          </p:cNvSpPr>
          <p:nvPr/>
        </p:nvSpPr>
        <p:spPr>
          <a:xfrm>
            <a:off x="12159905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8C0FB82-160F-45B2-ACC1-B7BE41AE5965}"/>
              </a:ext>
            </a:extLst>
          </p:cNvPr>
          <p:cNvSpPr>
            <a:spLocks noGrp="1"/>
          </p:cNvSpPr>
          <p:nvPr/>
        </p:nvSpPr>
        <p:spPr>
          <a:xfrm>
            <a:off x="12418736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FFCE90C6-720F-4AB9-9F31-52666AB271D0}"/>
              </a:ext>
            </a:extLst>
          </p:cNvPr>
          <p:cNvSpPr>
            <a:spLocks noGrp="1"/>
          </p:cNvSpPr>
          <p:nvPr/>
        </p:nvSpPr>
        <p:spPr>
          <a:xfrm>
            <a:off x="12677568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73D21062-8C96-42D4-90EF-FDCF7AF447E6}"/>
              </a:ext>
            </a:extLst>
          </p:cNvPr>
          <p:cNvSpPr>
            <a:spLocks noGrp="1"/>
          </p:cNvSpPr>
          <p:nvPr/>
        </p:nvSpPr>
        <p:spPr>
          <a:xfrm>
            <a:off x="12936399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63FF5707-F420-4644-B5A7-FF830A65319B}"/>
              </a:ext>
            </a:extLst>
          </p:cNvPr>
          <p:cNvSpPr>
            <a:spLocks noGrp="1"/>
          </p:cNvSpPr>
          <p:nvPr/>
        </p:nvSpPr>
        <p:spPr>
          <a:xfrm>
            <a:off x="13195231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8E772991-31D7-421C-A362-1945EABB2141}"/>
              </a:ext>
            </a:extLst>
          </p:cNvPr>
          <p:cNvSpPr>
            <a:spLocks noGrp="1"/>
          </p:cNvSpPr>
          <p:nvPr/>
        </p:nvSpPr>
        <p:spPr>
          <a:xfrm>
            <a:off x="75872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4DAFA36D-17EB-4C20-BBD2-BD42E1316AE4}"/>
              </a:ext>
            </a:extLst>
          </p:cNvPr>
          <p:cNvSpPr>
            <a:spLocks noGrp="1"/>
          </p:cNvSpPr>
          <p:nvPr/>
        </p:nvSpPr>
        <p:spPr>
          <a:xfrm>
            <a:off x="767349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F4EF215-36CF-47B9-BB2C-39D67D6AE831}"/>
              </a:ext>
            </a:extLst>
          </p:cNvPr>
          <p:cNvSpPr>
            <a:spLocks noGrp="1"/>
          </p:cNvSpPr>
          <p:nvPr/>
        </p:nvSpPr>
        <p:spPr>
          <a:xfrm>
            <a:off x="78460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1D64A912-526E-4D11-80D0-5BF9A166F270}"/>
              </a:ext>
            </a:extLst>
          </p:cNvPr>
          <p:cNvSpPr>
            <a:spLocks noGrp="1"/>
          </p:cNvSpPr>
          <p:nvPr/>
        </p:nvSpPr>
        <p:spPr>
          <a:xfrm>
            <a:off x="793232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8F838B2A-1CE6-4C40-A984-1C64711FA987}"/>
              </a:ext>
            </a:extLst>
          </p:cNvPr>
          <p:cNvSpPr>
            <a:spLocks noGrp="1"/>
          </p:cNvSpPr>
          <p:nvPr/>
        </p:nvSpPr>
        <p:spPr>
          <a:xfrm>
            <a:off x="81048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AD229D1B-FE6A-4EC7-99F8-B2888663513F}"/>
              </a:ext>
            </a:extLst>
          </p:cNvPr>
          <p:cNvSpPr>
            <a:spLocks noGrp="1"/>
          </p:cNvSpPr>
          <p:nvPr/>
        </p:nvSpPr>
        <p:spPr>
          <a:xfrm>
            <a:off x="819115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37DFA4E7-F5B2-425C-A79C-D488EE94FF06}"/>
              </a:ext>
            </a:extLst>
          </p:cNvPr>
          <p:cNvSpPr>
            <a:spLocks noGrp="1"/>
          </p:cNvSpPr>
          <p:nvPr/>
        </p:nvSpPr>
        <p:spPr>
          <a:xfrm>
            <a:off x="836370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F6E7009D-C594-400C-A880-2398B841413A}"/>
              </a:ext>
            </a:extLst>
          </p:cNvPr>
          <p:cNvSpPr>
            <a:spLocks noGrp="1"/>
          </p:cNvSpPr>
          <p:nvPr/>
        </p:nvSpPr>
        <p:spPr>
          <a:xfrm>
            <a:off x="844998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1308641D-B6BB-427E-82C2-659F189F17DB}"/>
              </a:ext>
            </a:extLst>
          </p:cNvPr>
          <p:cNvSpPr>
            <a:spLocks noGrp="1"/>
          </p:cNvSpPr>
          <p:nvPr/>
        </p:nvSpPr>
        <p:spPr>
          <a:xfrm>
            <a:off x="862254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85A95892-FF4E-4213-89CE-C8F15083E664}"/>
              </a:ext>
            </a:extLst>
          </p:cNvPr>
          <p:cNvSpPr>
            <a:spLocks noGrp="1"/>
          </p:cNvSpPr>
          <p:nvPr/>
        </p:nvSpPr>
        <p:spPr>
          <a:xfrm>
            <a:off x="870881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39BE5394-F5C7-4774-BCA1-26AA0BCE59EA}"/>
              </a:ext>
            </a:extLst>
          </p:cNvPr>
          <p:cNvSpPr>
            <a:spLocks noGrp="1"/>
          </p:cNvSpPr>
          <p:nvPr/>
        </p:nvSpPr>
        <p:spPr>
          <a:xfrm>
            <a:off x="88813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97CDEB46-C32F-4218-912E-FD9D2519B51C}"/>
              </a:ext>
            </a:extLst>
          </p:cNvPr>
          <p:cNvSpPr>
            <a:spLocks noGrp="1"/>
          </p:cNvSpPr>
          <p:nvPr/>
        </p:nvSpPr>
        <p:spPr>
          <a:xfrm>
            <a:off x="896764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996C25C5-8B61-46C9-81C1-12B7FFBC9AE8}"/>
              </a:ext>
            </a:extLst>
          </p:cNvPr>
          <p:cNvSpPr>
            <a:spLocks noGrp="1"/>
          </p:cNvSpPr>
          <p:nvPr/>
        </p:nvSpPr>
        <p:spPr>
          <a:xfrm>
            <a:off x="91402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45945460-7D7D-4FAF-A82E-E07C4AC1479F}"/>
              </a:ext>
            </a:extLst>
          </p:cNvPr>
          <p:cNvSpPr>
            <a:spLocks noGrp="1"/>
          </p:cNvSpPr>
          <p:nvPr/>
        </p:nvSpPr>
        <p:spPr>
          <a:xfrm>
            <a:off x="922648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0D09E44E-37EE-4205-8640-EBFE67C0045C}"/>
              </a:ext>
            </a:extLst>
          </p:cNvPr>
          <p:cNvSpPr>
            <a:spLocks noGrp="1"/>
          </p:cNvSpPr>
          <p:nvPr/>
        </p:nvSpPr>
        <p:spPr>
          <a:xfrm>
            <a:off x="93990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A320D68D-6A5D-4091-9691-67FA6712525A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6B61E112-806E-4731-AC1B-A5F1405DDEF1}"/>
              </a:ext>
            </a:extLst>
          </p:cNvPr>
          <p:cNvSpPr>
            <a:spLocks noGrp="1"/>
          </p:cNvSpPr>
          <p:nvPr/>
        </p:nvSpPr>
        <p:spPr>
          <a:xfrm>
            <a:off x="96578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D2685217-2E91-416A-8BD9-AEDCF17CAF06}"/>
              </a:ext>
            </a:extLst>
          </p:cNvPr>
          <p:cNvSpPr>
            <a:spLocks noGrp="1"/>
          </p:cNvSpPr>
          <p:nvPr/>
        </p:nvSpPr>
        <p:spPr>
          <a:xfrm>
            <a:off x="974414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7DC458A8-7FB6-4DE2-9A8C-95A9F582A1A4}"/>
              </a:ext>
            </a:extLst>
          </p:cNvPr>
          <p:cNvSpPr>
            <a:spLocks noGrp="1"/>
          </p:cNvSpPr>
          <p:nvPr/>
        </p:nvSpPr>
        <p:spPr>
          <a:xfrm>
            <a:off x="991669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9A92E7BB-007D-4D47-8409-091723A5F317}"/>
              </a:ext>
            </a:extLst>
          </p:cNvPr>
          <p:cNvSpPr>
            <a:spLocks noGrp="1"/>
          </p:cNvSpPr>
          <p:nvPr/>
        </p:nvSpPr>
        <p:spPr>
          <a:xfrm>
            <a:off x="1000297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9A58412E-3646-413C-BDE4-C0A4907FA3F0}"/>
              </a:ext>
            </a:extLst>
          </p:cNvPr>
          <p:cNvSpPr>
            <a:spLocks noGrp="1"/>
          </p:cNvSpPr>
          <p:nvPr/>
        </p:nvSpPr>
        <p:spPr>
          <a:xfrm>
            <a:off x="1017553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B3FC1997-CB5E-40C6-90FF-0AB752A79AD5}"/>
              </a:ext>
            </a:extLst>
          </p:cNvPr>
          <p:cNvSpPr>
            <a:spLocks noGrp="1"/>
          </p:cNvSpPr>
          <p:nvPr/>
        </p:nvSpPr>
        <p:spPr>
          <a:xfrm>
            <a:off x="102618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D0DB0C5B-D414-48E1-86B0-850701EDED0B}"/>
              </a:ext>
            </a:extLst>
          </p:cNvPr>
          <p:cNvSpPr>
            <a:spLocks noGrp="1"/>
          </p:cNvSpPr>
          <p:nvPr/>
        </p:nvSpPr>
        <p:spPr>
          <a:xfrm>
            <a:off x="104343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9251658D-E7A5-4279-A344-05BE810DF417}"/>
              </a:ext>
            </a:extLst>
          </p:cNvPr>
          <p:cNvSpPr>
            <a:spLocks noGrp="1"/>
          </p:cNvSpPr>
          <p:nvPr/>
        </p:nvSpPr>
        <p:spPr>
          <a:xfrm>
            <a:off x="105206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EA1F5AF3-F3AA-4535-A5FB-331063F6D5E6}"/>
              </a:ext>
            </a:extLst>
          </p:cNvPr>
          <p:cNvSpPr>
            <a:spLocks noGrp="1"/>
          </p:cNvSpPr>
          <p:nvPr/>
        </p:nvSpPr>
        <p:spPr>
          <a:xfrm>
            <a:off x="106931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4A7FF74B-5B84-4E11-B733-B3BF84F461A0}"/>
              </a:ext>
            </a:extLst>
          </p:cNvPr>
          <p:cNvSpPr>
            <a:spLocks noGrp="1"/>
          </p:cNvSpPr>
          <p:nvPr/>
        </p:nvSpPr>
        <p:spPr>
          <a:xfrm>
            <a:off x="1077947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4FDFCDC3-7569-4A77-B2B7-683F42E7D483}"/>
              </a:ext>
            </a:extLst>
          </p:cNvPr>
          <p:cNvSpPr>
            <a:spLocks noGrp="1"/>
          </p:cNvSpPr>
          <p:nvPr/>
        </p:nvSpPr>
        <p:spPr>
          <a:xfrm>
            <a:off x="1095202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466990B1-D5FD-4FAB-AB5F-14B5772EE9DC}"/>
              </a:ext>
            </a:extLst>
          </p:cNvPr>
          <p:cNvSpPr>
            <a:spLocks noGrp="1"/>
          </p:cNvSpPr>
          <p:nvPr/>
        </p:nvSpPr>
        <p:spPr>
          <a:xfrm>
            <a:off x="1103830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3FED299-C7A3-48E1-A8D3-A8AC04721831}"/>
              </a:ext>
            </a:extLst>
          </p:cNvPr>
          <p:cNvSpPr>
            <a:spLocks noGrp="1"/>
          </p:cNvSpPr>
          <p:nvPr/>
        </p:nvSpPr>
        <p:spPr>
          <a:xfrm>
            <a:off x="1121085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6E8F9C06-09D2-4C7F-9C85-830ADF53D9B2}"/>
              </a:ext>
            </a:extLst>
          </p:cNvPr>
          <p:cNvSpPr>
            <a:spLocks noGrp="1"/>
          </p:cNvSpPr>
          <p:nvPr/>
        </p:nvSpPr>
        <p:spPr>
          <a:xfrm>
            <a:off x="112971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5ADC711B-7FD6-4304-BEE9-5DFFC85A786C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8B0B3310-AA5D-470A-AD84-D2766078A535}"/>
              </a:ext>
            </a:extLst>
          </p:cNvPr>
          <p:cNvSpPr>
            <a:spLocks noGrp="1"/>
          </p:cNvSpPr>
          <p:nvPr/>
        </p:nvSpPr>
        <p:spPr>
          <a:xfrm>
            <a:off x="115559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456BBF0D-9DD4-4E88-A3FE-550DD1AB56A3}"/>
              </a:ext>
            </a:extLst>
          </p:cNvPr>
          <p:cNvSpPr>
            <a:spLocks noGrp="1"/>
          </p:cNvSpPr>
          <p:nvPr/>
        </p:nvSpPr>
        <p:spPr>
          <a:xfrm>
            <a:off x="1172851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E62A6024-EB85-44FD-A557-78866297A4F7}"/>
              </a:ext>
            </a:extLst>
          </p:cNvPr>
          <p:cNvSpPr>
            <a:spLocks noGrp="1"/>
          </p:cNvSpPr>
          <p:nvPr/>
        </p:nvSpPr>
        <p:spPr>
          <a:xfrm>
            <a:off x="118147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445E666D-FBA8-49C4-84E9-B7D7F2D75D4F}"/>
              </a:ext>
            </a:extLst>
          </p:cNvPr>
          <p:cNvSpPr>
            <a:spLocks noGrp="1"/>
          </p:cNvSpPr>
          <p:nvPr/>
        </p:nvSpPr>
        <p:spPr>
          <a:xfrm>
            <a:off x="1198735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49E64422-75A4-46D7-9E23-5CE335AD6C98}"/>
              </a:ext>
            </a:extLst>
          </p:cNvPr>
          <p:cNvSpPr>
            <a:spLocks noGrp="1"/>
          </p:cNvSpPr>
          <p:nvPr/>
        </p:nvSpPr>
        <p:spPr>
          <a:xfrm>
            <a:off x="120736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CF300752-05EE-4B82-BF6A-5E1E16B3C6BF}"/>
              </a:ext>
            </a:extLst>
          </p:cNvPr>
          <p:cNvSpPr>
            <a:spLocks noGrp="1"/>
          </p:cNvSpPr>
          <p:nvPr/>
        </p:nvSpPr>
        <p:spPr>
          <a:xfrm>
            <a:off x="1224618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567B080F-5278-4312-A561-D8D910E371F4}"/>
              </a:ext>
            </a:extLst>
          </p:cNvPr>
          <p:cNvSpPr>
            <a:spLocks noGrp="1"/>
          </p:cNvSpPr>
          <p:nvPr/>
        </p:nvSpPr>
        <p:spPr>
          <a:xfrm>
            <a:off x="1233245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88A117E9-92E1-4072-878B-6E9C974D8E67}"/>
              </a:ext>
            </a:extLst>
          </p:cNvPr>
          <p:cNvSpPr>
            <a:spLocks noGrp="1"/>
          </p:cNvSpPr>
          <p:nvPr/>
        </p:nvSpPr>
        <p:spPr>
          <a:xfrm>
            <a:off x="1250501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D1EF0484-7A47-4BF0-BC59-1F316E9D555F}"/>
              </a:ext>
            </a:extLst>
          </p:cNvPr>
          <p:cNvSpPr>
            <a:spLocks noGrp="1"/>
          </p:cNvSpPr>
          <p:nvPr/>
        </p:nvSpPr>
        <p:spPr>
          <a:xfrm>
            <a:off x="1259129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84EDE9BB-1E4F-4233-A6CF-09A6469C64FF}"/>
              </a:ext>
            </a:extLst>
          </p:cNvPr>
          <p:cNvSpPr>
            <a:spLocks noGrp="1"/>
          </p:cNvSpPr>
          <p:nvPr/>
        </p:nvSpPr>
        <p:spPr>
          <a:xfrm>
            <a:off x="1276384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FB8344E3-63A0-40F1-A99B-39CDBF9CF26F}"/>
              </a:ext>
            </a:extLst>
          </p:cNvPr>
          <p:cNvSpPr>
            <a:spLocks noGrp="1"/>
          </p:cNvSpPr>
          <p:nvPr/>
        </p:nvSpPr>
        <p:spPr>
          <a:xfrm>
            <a:off x="128501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43608CB1-A3C7-453C-AE85-4B8D2C1ACBD1}"/>
              </a:ext>
            </a:extLst>
          </p:cNvPr>
          <p:cNvSpPr>
            <a:spLocks noGrp="1"/>
          </p:cNvSpPr>
          <p:nvPr/>
        </p:nvSpPr>
        <p:spPr>
          <a:xfrm>
            <a:off x="1302267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FFB239C9-689F-4097-B7D9-6719863B0345}"/>
              </a:ext>
            </a:extLst>
          </p:cNvPr>
          <p:cNvSpPr>
            <a:spLocks noGrp="1"/>
          </p:cNvSpPr>
          <p:nvPr/>
        </p:nvSpPr>
        <p:spPr>
          <a:xfrm>
            <a:off x="131089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B42FA73D-98AA-4507-B776-9B9B182326F5}"/>
              </a:ext>
            </a:extLst>
          </p:cNvPr>
          <p:cNvSpPr>
            <a:spLocks noGrp="1"/>
          </p:cNvSpPr>
          <p:nvPr/>
        </p:nvSpPr>
        <p:spPr>
          <a:xfrm>
            <a:off x="1328150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EF7180C8-E06A-475A-8836-AD12D326DC7A}"/>
              </a:ext>
            </a:extLst>
          </p:cNvPr>
          <p:cNvSpPr>
            <a:spLocks noGrp="1"/>
          </p:cNvSpPr>
          <p:nvPr/>
        </p:nvSpPr>
        <p:spPr>
          <a:xfrm>
            <a:off x="133677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5D059447-9A3B-4541-B75E-EA242E4DBA05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1/8 is split into 3 equal pieces.</a:t>
            </a:r>
          </a:p>
        </p:txBody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FFD60F09-6094-4829-83D9-F9D7048E60EA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23/24</a:t>
            </a:r>
          </a:p>
        </p:txBody>
      </p:sp>
    </p:spTree>
    <p:extLst>
      <p:ext uri="{BB962C8B-B14F-4D97-AF65-F5344CB8AC3E}">
        <p14:creationId xmlns:p14="http://schemas.microsoft.com/office/powerpoint/2010/main" val="57029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944AA93C-8977-43AC-9A46-1D6B646F487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56C954C-496D-4126-A044-355B6415764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14F2E87-9534-4CA4-ADE8-57B3874FAB3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7/8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27074EE-EE50-48EE-A41F-7DE3FE974D8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62458BE-F0C0-4892-9121-7E67DB3D2CF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DEF4412-1533-4BE6-B8D8-9D5DB3093DA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08FE5FC-E4B1-436A-A73C-96A963BCA483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7/8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48B8F3C-AEDB-4F5D-B718-9D90F6023F71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8 + 7 = 31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19BD28D-E4FB-4CB5-B7A5-5A2C8C4628D0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EE6A73C-CF32-4B3A-B4DD-ACA918C5F7E3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66D8994-F3D3-4F90-BBF8-2D0475D50440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71CBEB2-D559-446A-9AE2-904F7F72C87D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C6B1FC4-B78E-46EA-B6E3-EA0DB2016CF1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18E3E97-733D-49E5-ADD5-FEEF218F819F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145FB05-5A81-4530-B351-2D90A2DA81ED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D741B39-53A3-406C-80B1-85E2C3E95B6A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189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object-1">
            <a:extLst>
              <a:ext uri="{FF2B5EF4-FFF2-40B4-BE49-F238E27FC236}">
                <a16:creationId xmlns:a16="http://schemas.microsoft.com/office/drawing/2014/main" id="{8814FF64-4A90-42BE-A3E7-7099302CCDC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C5DD657-F4E1-4719-83DF-FCFF5295E17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9A3BFEA-27AC-4A19-9D09-5B2D838D393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7/8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34E649E-AD63-4631-9357-AE351AC9E6A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B5A148A-26BB-469F-A73C-68F3BFB2510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BF4E49E-3CA3-4992-8055-B6732E9BB4D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29BE3A1-777B-46FB-8F77-07D8E77F1968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1A66D87-945E-4151-942D-D4184BD02F8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CABF8E8-943D-4B95-9BFB-746E0DD7C9EA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444245D-1A86-40D5-8B97-FA38B87116AC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419BDFC-F2BE-41C9-A857-57BD66B28B89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4CFAD77-4FE1-4CED-823D-85DA9E7F53ED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312FE66-C3FE-4670-80F9-6304B7A0F081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7B450CA-51DB-4386-B216-EEE58853A45C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0F8C74A-1AD2-4480-9692-44617AB28CDB}"/>
              </a:ext>
            </a:extLst>
          </p:cNvPr>
          <p:cNvSpPr>
            <a:spLocks noGrp="1"/>
          </p:cNvSpPr>
          <p:nvPr/>
        </p:nvSpPr>
        <p:spPr>
          <a:xfrm>
            <a:off x="7692974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B834EC0-D19F-4719-BDA8-CB75F0EE2666}"/>
              </a:ext>
            </a:extLst>
          </p:cNvPr>
          <p:cNvSpPr>
            <a:spLocks noGrp="1"/>
          </p:cNvSpPr>
          <p:nvPr/>
        </p:nvSpPr>
        <p:spPr>
          <a:xfrm>
            <a:off x="7885010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1E4691F-AA07-43F9-86EB-FDB2A500DE39}"/>
              </a:ext>
            </a:extLst>
          </p:cNvPr>
          <p:cNvSpPr>
            <a:spLocks noGrp="1"/>
          </p:cNvSpPr>
          <p:nvPr/>
        </p:nvSpPr>
        <p:spPr>
          <a:xfrm>
            <a:off x="8077046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3319A62-D4B0-4D6C-A2F6-8C875B347E33}"/>
              </a:ext>
            </a:extLst>
          </p:cNvPr>
          <p:cNvSpPr>
            <a:spLocks noGrp="1"/>
          </p:cNvSpPr>
          <p:nvPr/>
        </p:nvSpPr>
        <p:spPr>
          <a:xfrm>
            <a:off x="8269083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8AE5F63-AE45-426A-B638-63A416B7A34C}"/>
              </a:ext>
            </a:extLst>
          </p:cNvPr>
          <p:cNvSpPr>
            <a:spLocks noGrp="1"/>
          </p:cNvSpPr>
          <p:nvPr/>
        </p:nvSpPr>
        <p:spPr>
          <a:xfrm>
            <a:off x="8461119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47D65F1-E562-48E5-8305-3FC15975F8BC}"/>
              </a:ext>
            </a:extLst>
          </p:cNvPr>
          <p:cNvSpPr>
            <a:spLocks noGrp="1"/>
          </p:cNvSpPr>
          <p:nvPr/>
        </p:nvSpPr>
        <p:spPr>
          <a:xfrm>
            <a:off x="8653155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2834D26-B189-4E7C-B352-6A9E022B8A57}"/>
              </a:ext>
            </a:extLst>
          </p:cNvPr>
          <p:cNvSpPr>
            <a:spLocks noGrp="1"/>
          </p:cNvSpPr>
          <p:nvPr/>
        </p:nvSpPr>
        <p:spPr>
          <a:xfrm>
            <a:off x="8845192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7B46140-E862-4B05-99CC-1000DEBD3182}"/>
              </a:ext>
            </a:extLst>
          </p:cNvPr>
          <p:cNvSpPr>
            <a:spLocks noGrp="1"/>
          </p:cNvSpPr>
          <p:nvPr/>
        </p:nvSpPr>
        <p:spPr>
          <a:xfrm>
            <a:off x="9037228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14CF83C-7859-4778-81A7-F66D50C5A8DA}"/>
              </a:ext>
            </a:extLst>
          </p:cNvPr>
          <p:cNvSpPr>
            <a:spLocks noGrp="1"/>
          </p:cNvSpPr>
          <p:nvPr/>
        </p:nvSpPr>
        <p:spPr>
          <a:xfrm>
            <a:off x="9229264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A3EEA2C-2353-4A55-BA7B-FB62B0FDCF01}"/>
              </a:ext>
            </a:extLst>
          </p:cNvPr>
          <p:cNvSpPr>
            <a:spLocks noGrp="1"/>
          </p:cNvSpPr>
          <p:nvPr/>
        </p:nvSpPr>
        <p:spPr>
          <a:xfrm>
            <a:off x="9421300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9C49E7F-F4E2-4EC3-9A8C-1E7834D99094}"/>
              </a:ext>
            </a:extLst>
          </p:cNvPr>
          <p:cNvSpPr>
            <a:spLocks noGrp="1"/>
          </p:cNvSpPr>
          <p:nvPr/>
        </p:nvSpPr>
        <p:spPr>
          <a:xfrm>
            <a:off x="9613337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2B60D8C3-5049-4F40-8777-25B1EA735930}"/>
              </a:ext>
            </a:extLst>
          </p:cNvPr>
          <p:cNvSpPr>
            <a:spLocks noGrp="1"/>
          </p:cNvSpPr>
          <p:nvPr/>
        </p:nvSpPr>
        <p:spPr>
          <a:xfrm>
            <a:off x="9805373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FF971F17-FA9C-4410-A4E5-590261DA129E}"/>
              </a:ext>
            </a:extLst>
          </p:cNvPr>
          <p:cNvSpPr>
            <a:spLocks noGrp="1"/>
          </p:cNvSpPr>
          <p:nvPr/>
        </p:nvSpPr>
        <p:spPr>
          <a:xfrm>
            <a:off x="9997409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7952915-83F9-48BD-A830-6450F4CD0CDD}"/>
              </a:ext>
            </a:extLst>
          </p:cNvPr>
          <p:cNvSpPr>
            <a:spLocks noGrp="1"/>
          </p:cNvSpPr>
          <p:nvPr/>
        </p:nvSpPr>
        <p:spPr>
          <a:xfrm>
            <a:off x="10189446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6F93FD0D-5521-438E-AE31-4AEE26E9F98F}"/>
              </a:ext>
            </a:extLst>
          </p:cNvPr>
          <p:cNvSpPr>
            <a:spLocks noGrp="1"/>
          </p:cNvSpPr>
          <p:nvPr/>
        </p:nvSpPr>
        <p:spPr>
          <a:xfrm>
            <a:off x="10381482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91507E40-7DAB-47A5-8726-5604AA4D31BE}"/>
              </a:ext>
            </a:extLst>
          </p:cNvPr>
          <p:cNvSpPr>
            <a:spLocks noGrp="1"/>
          </p:cNvSpPr>
          <p:nvPr/>
        </p:nvSpPr>
        <p:spPr>
          <a:xfrm>
            <a:off x="10573518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51142E72-11B5-4A16-A7D5-715709CF324B}"/>
              </a:ext>
            </a:extLst>
          </p:cNvPr>
          <p:cNvSpPr>
            <a:spLocks noGrp="1"/>
          </p:cNvSpPr>
          <p:nvPr/>
        </p:nvSpPr>
        <p:spPr>
          <a:xfrm>
            <a:off x="10765554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670039BD-2B0F-4D26-9B9E-39D790FC1CF4}"/>
              </a:ext>
            </a:extLst>
          </p:cNvPr>
          <p:cNvSpPr>
            <a:spLocks noGrp="1"/>
          </p:cNvSpPr>
          <p:nvPr/>
        </p:nvSpPr>
        <p:spPr>
          <a:xfrm>
            <a:off x="10957591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73FE2C16-90B2-4575-A80A-4FECCC85386B}"/>
              </a:ext>
            </a:extLst>
          </p:cNvPr>
          <p:cNvSpPr>
            <a:spLocks noGrp="1"/>
          </p:cNvSpPr>
          <p:nvPr/>
        </p:nvSpPr>
        <p:spPr>
          <a:xfrm>
            <a:off x="11149627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4DD3CE5-85DD-4B10-9CD6-8C930B33A366}"/>
              </a:ext>
            </a:extLst>
          </p:cNvPr>
          <p:cNvSpPr>
            <a:spLocks noGrp="1"/>
          </p:cNvSpPr>
          <p:nvPr/>
        </p:nvSpPr>
        <p:spPr>
          <a:xfrm>
            <a:off x="11341663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74D1623A-E702-43F4-B002-35C227F6F2CE}"/>
              </a:ext>
            </a:extLst>
          </p:cNvPr>
          <p:cNvSpPr>
            <a:spLocks noGrp="1"/>
          </p:cNvSpPr>
          <p:nvPr/>
        </p:nvSpPr>
        <p:spPr>
          <a:xfrm>
            <a:off x="11533700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6814524C-B638-4564-9FA8-E1A03705295E}"/>
              </a:ext>
            </a:extLst>
          </p:cNvPr>
          <p:cNvSpPr>
            <a:spLocks noGrp="1"/>
          </p:cNvSpPr>
          <p:nvPr/>
        </p:nvSpPr>
        <p:spPr>
          <a:xfrm>
            <a:off x="11725736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C80C5EFE-2A80-4B5A-938C-E421D3EB8F5E}"/>
              </a:ext>
            </a:extLst>
          </p:cNvPr>
          <p:cNvSpPr>
            <a:spLocks noGrp="1"/>
          </p:cNvSpPr>
          <p:nvPr/>
        </p:nvSpPr>
        <p:spPr>
          <a:xfrm>
            <a:off x="11917772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97171BC3-9A04-45B2-8546-5FBD1547E714}"/>
              </a:ext>
            </a:extLst>
          </p:cNvPr>
          <p:cNvSpPr>
            <a:spLocks noGrp="1"/>
          </p:cNvSpPr>
          <p:nvPr/>
        </p:nvSpPr>
        <p:spPr>
          <a:xfrm>
            <a:off x="12109808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82E90A2D-68D2-4234-B18D-F31EDA526D76}"/>
              </a:ext>
            </a:extLst>
          </p:cNvPr>
          <p:cNvSpPr>
            <a:spLocks noGrp="1"/>
          </p:cNvSpPr>
          <p:nvPr/>
        </p:nvSpPr>
        <p:spPr>
          <a:xfrm>
            <a:off x="12301845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D23717BE-23C1-4AEA-8E47-C9EE6D195EBC}"/>
              </a:ext>
            </a:extLst>
          </p:cNvPr>
          <p:cNvSpPr>
            <a:spLocks noGrp="1"/>
          </p:cNvSpPr>
          <p:nvPr/>
        </p:nvSpPr>
        <p:spPr>
          <a:xfrm>
            <a:off x="12493881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E1E1E533-0F55-4A70-A1AD-A3E21C6300B4}"/>
              </a:ext>
            </a:extLst>
          </p:cNvPr>
          <p:cNvSpPr>
            <a:spLocks noGrp="1"/>
          </p:cNvSpPr>
          <p:nvPr/>
        </p:nvSpPr>
        <p:spPr>
          <a:xfrm>
            <a:off x="12685917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DCEA3DC2-A889-4BA1-BFD7-2DF59F216D50}"/>
              </a:ext>
            </a:extLst>
          </p:cNvPr>
          <p:cNvSpPr>
            <a:spLocks noGrp="1"/>
          </p:cNvSpPr>
          <p:nvPr/>
        </p:nvSpPr>
        <p:spPr>
          <a:xfrm>
            <a:off x="12877954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A8981BA-B5D4-4F36-9588-C0A049CFE82E}"/>
              </a:ext>
            </a:extLst>
          </p:cNvPr>
          <p:cNvSpPr>
            <a:spLocks noGrp="1"/>
          </p:cNvSpPr>
          <p:nvPr/>
        </p:nvSpPr>
        <p:spPr>
          <a:xfrm>
            <a:off x="13069990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EEDC55AD-A52F-4DC8-9C31-98DA8A93E9C2}"/>
              </a:ext>
            </a:extLst>
          </p:cNvPr>
          <p:cNvSpPr>
            <a:spLocks noGrp="1"/>
          </p:cNvSpPr>
          <p:nvPr/>
        </p:nvSpPr>
        <p:spPr>
          <a:xfrm>
            <a:off x="13262026" y="3333750"/>
            <a:ext cx="192036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0477560-475E-4E5C-9291-2DF65875B8C0}"/>
              </a:ext>
            </a:extLst>
          </p:cNvPr>
          <p:cNvSpPr>
            <a:spLocks noGrp="1"/>
          </p:cNvSpPr>
          <p:nvPr/>
        </p:nvSpPr>
        <p:spPr>
          <a:xfrm>
            <a:off x="756495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41424761-BB26-4040-9090-67EF52893779}"/>
              </a:ext>
            </a:extLst>
          </p:cNvPr>
          <p:cNvSpPr>
            <a:spLocks noGrp="1"/>
          </p:cNvSpPr>
          <p:nvPr/>
        </p:nvSpPr>
        <p:spPr>
          <a:xfrm>
            <a:off x="762896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290F2D8E-3F26-4A58-AA8B-EB7A045CD422}"/>
              </a:ext>
            </a:extLst>
          </p:cNvPr>
          <p:cNvSpPr>
            <a:spLocks noGrp="1"/>
          </p:cNvSpPr>
          <p:nvPr/>
        </p:nvSpPr>
        <p:spPr>
          <a:xfrm>
            <a:off x="775698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EE0A61A8-608D-4058-837E-6074E4C28BCA}"/>
              </a:ext>
            </a:extLst>
          </p:cNvPr>
          <p:cNvSpPr>
            <a:spLocks noGrp="1"/>
          </p:cNvSpPr>
          <p:nvPr/>
        </p:nvSpPr>
        <p:spPr>
          <a:xfrm>
            <a:off x="782099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FBE602CA-1D83-4FDE-8086-56AA12274E7F}"/>
              </a:ext>
            </a:extLst>
          </p:cNvPr>
          <p:cNvSpPr>
            <a:spLocks noGrp="1"/>
          </p:cNvSpPr>
          <p:nvPr/>
        </p:nvSpPr>
        <p:spPr>
          <a:xfrm>
            <a:off x="79490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CB7772A6-9665-468D-A187-BB58BE33DFB0}"/>
              </a:ext>
            </a:extLst>
          </p:cNvPr>
          <p:cNvSpPr>
            <a:spLocks noGrp="1"/>
          </p:cNvSpPr>
          <p:nvPr/>
        </p:nvSpPr>
        <p:spPr>
          <a:xfrm>
            <a:off x="801303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5B274816-3CF0-4969-A186-09C5523F4AE7}"/>
              </a:ext>
            </a:extLst>
          </p:cNvPr>
          <p:cNvSpPr>
            <a:spLocks noGrp="1"/>
          </p:cNvSpPr>
          <p:nvPr/>
        </p:nvSpPr>
        <p:spPr>
          <a:xfrm>
            <a:off x="814105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2270CC7A-BA71-468F-AA84-0462273D3A08}"/>
              </a:ext>
            </a:extLst>
          </p:cNvPr>
          <p:cNvSpPr>
            <a:spLocks noGrp="1"/>
          </p:cNvSpPr>
          <p:nvPr/>
        </p:nvSpPr>
        <p:spPr>
          <a:xfrm>
            <a:off x="82050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DBD18DF0-0755-4610-B68B-9C5CD2E2B8E4}"/>
              </a:ext>
            </a:extLst>
          </p:cNvPr>
          <p:cNvSpPr>
            <a:spLocks noGrp="1"/>
          </p:cNvSpPr>
          <p:nvPr/>
        </p:nvSpPr>
        <p:spPr>
          <a:xfrm>
            <a:off x="833309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EE4B2C58-5654-4378-81FB-EEE7B539FDDF}"/>
              </a:ext>
            </a:extLst>
          </p:cNvPr>
          <p:cNvSpPr>
            <a:spLocks noGrp="1"/>
          </p:cNvSpPr>
          <p:nvPr/>
        </p:nvSpPr>
        <p:spPr>
          <a:xfrm>
            <a:off x="83971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38865F07-4A15-462E-AC3C-F6A608AA1171}"/>
              </a:ext>
            </a:extLst>
          </p:cNvPr>
          <p:cNvSpPr>
            <a:spLocks noGrp="1"/>
          </p:cNvSpPr>
          <p:nvPr/>
        </p:nvSpPr>
        <p:spPr>
          <a:xfrm>
            <a:off x="852513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3857FF7D-CD23-4407-9503-3BB17E23C68A}"/>
              </a:ext>
            </a:extLst>
          </p:cNvPr>
          <p:cNvSpPr>
            <a:spLocks noGrp="1"/>
          </p:cNvSpPr>
          <p:nvPr/>
        </p:nvSpPr>
        <p:spPr>
          <a:xfrm>
            <a:off x="858914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229FDAF0-E35D-497B-8EE9-B1E0E733277B}"/>
              </a:ext>
            </a:extLst>
          </p:cNvPr>
          <p:cNvSpPr>
            <a:spLocks noGrp="1"/>
          </p:cNvSpPr>
          <p:nvPr/>
        </p:nvSpPr>
        <p:spPr>
          <a:xfrm>
            <a:off x="87171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24C42C9E-3953-4C71-B48B-CE86E874A826}"/>
              </a:ext>
            </a:extLst>
          </p:cNvPr>
          <p:cNvSpPr>
            <a:spLocks noGrp="1"/>
          </p:cNvSpPr>
          <p:nvPr/>
        </p:nvSpPr>
        <p:spPr>
          <a:xfrm>
            <a:off x="878117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7AB12A8-F19F-4532-9F1D-3D01A07403E0}"/>
              </a:ext>
            </a:extLst>
          </p:cNvPr>
          <p:cNvSpPr>
            <a:spLocks noGrp="1"/>
          </p:cNvSpPr>
          <p:nvPr/>
        </p:nvSpPr>
        <p:spPr>
          <a:xfrm>
            <a:off x="89092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A29AB986-64AB-4567-93CC-24DF78C01BA7}"/>
              </a:ext>
            </a:extLst>
          </p:cNvPr>
          <p:cNvSpPr>
            <a:spLocks noGrp="1"/>
          </p:cNvSpPr>
          <p:nvPr/>
        </p:nvSpPr>
        <p:spPr>
          <a:xfrm>
            <a:off x="897321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775D58AF-A302-4CCB-BB8E-FE4B52047E0C}"/>
              </a:ext>
            </a:extLst>
          </p:cNvPr>
          <p:cNvSpPr>
            <a:spLocks noGrp="1"/>
          </p:cNvSpPr>
          <p:nvPr/>
        </p:nvSpPr>
        <p:spPr>
          <a:xfrm>
            <a:off x="910124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47AE2DED-9CD7-470C-983F-A093229648DA}"/>
              </a:ext>
            </a:extLst>
          </p:cNvPr>
          <p:cNvSpPr>
            <a:spLocks noGrp="1"/>
          </p:cNvSpPr>
          <p:nvPr/>
        </p:nvSpPr>
        <p:spPr>
          <a:xfrm>
            <a:off x="916525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5804A7F0-9697-4C3A-A073-81A1F8E0790B}"/>
              </a:ext>
            </a:extLst>
          </p:cNvPr>
          <p:cNvSpPr>
            <a:spLocks noGrp="1"/>
          </p:cNvSpPr>
          <p:nvPr/>
        </p:nvSpPr>
        <p:spPr>
          <a:xfrm>
            <a:off x="929327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543C8939-3FBF-4D23-A4E2-30B7D9C977FD}"/>
              </a:ext>
            </a:extLst>
          </p:cNvPr>
          <p:cNvSpPr>
            <a:spLocks noGrp="1"/>
          </p:cNvSpPr>
          <p:nvPr/>
        </p:nvSpPr>
        <p:spPr>
          <a:xfrm>
            <a:off x="935728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AD4C9D28-97D8-4DE4-A192-9E990960F50A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EF64668B-21E0-408D-BC9A-8AB508E920D3}"/>
              </a:ext>
            </a:extLst>
          </p:cNvPr>
          <p:cNvSpPr>
            <a:spLocks noGrp="1"/>
          </p:cNvSpPr>
          <p:nvPr/>
        </p:nvSpPr>
        <p:spPr>
          <a:xfrm>
            <a:off x="954932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500E53D1-9BF3-4974-994C-3ACCE58D4190}"/>
              </a:ext>
            </a:extLst>
          </p:cNvPr>
          <p:cNvSpPr>
            <a:spLocks noGrp="1"/>
          </p:cNvSpPr>
          <p:nvPr/>
        </p:nvSpPr>
        <p:spPr>
          <a:xfrm>
            <a:off x="967734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AC2D9035-39E5-4C13-BED0-70F38AA6829F}"/>
              </a:ext>
            </a:extLst>
          </p:cNvPr>
          <p:cNvSpPr>
            <a:spLocks noGrp="1"/>
          </p:cNvSpPr>
          <p:nvPr/>
        </p:nvSpPr>
        <p:spPr>
          <a:xfrm>
            <a:off x="97413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D56B8A2C-292A-4D31-B11B-16D3C8177C9C}"/>
              </a:ext>
            </a:extLst>
          </p:cNvPr>
          <p:cNvSpPr>
            <a:spLocks noGrp="1"/>
          </p:cNvSpPr>
          <p:nvPr/>
        </p:nvSpPr>
        <p:spPr>
          <a:xfrm>
            <a:off x="98693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2D2B6E7D-5FCD-47A1-8B47-CFE7F24B7057}"/>
              </a:ext>
            </a:extLst>
          </p:cNvPr>
          <p:cNvSpPr>
            <a:spLocks noGrp="1"/>
          </p:cNvSpPr>
          <p:nvPr/>
        </p:nvSpPr>
        <p:spPr>
          <a:xfrm>
            <a:off x="993339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2225DACA-5E38-4174-BB5B-376ED76E14C2}"/>
              </a:ext>
            </a:extLst>
          </p:cNvPr>
          <p:cNvSpPr>
            <a:spLocks noGrp="1"/>
          </p:cNvSpPr>
          <p:nvPr/>
        </p:nvSpPr>
        <p:spPr>
          <a:xfrm>
            <a:off x="1006142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BE9C0B32-E699-476C-8E57-A81532C1BD63}"/>
              </a:ext>
            </a:extLst>
          </p:cNvPr>
          <p:cNvSpPr>
            <a:spLocks noGrp="1"/>
          </p:cNvSpPr>
          <p:nvPr/>
        </p:nvSpPr>
        <p:spPr>
          <a:xfrm>
            <a:off x="101254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624BC0A8-5594-4D0C-A694-4D6AE49CF5A3}"/>
              </a:ext>
            </a:extLst>
          </p:cNvPr>
          <p:cNvSpPr>
            <a:spLocks noGrp="1"/>
          </p:cNvSpPr>
          <p:nvPr/>
        </p:nvSpPr>
        <p:spPr>
          <a:xfrm>
            <a:off x="1025345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4DBC40BD-6BE1-466E-8901-F473D4638A25}"/>
              </a:ext>
            </a:extLst>
          </p:cNvPr>
          <p:cNvSpPr>
            <a:spLocks noGrp="1"/>
          </p:cNvSpPr>
          <p:nvPr/>
        </p:nvSpPr>
        <p:spPr>
          <a:xfrm>
            <a:off x="1031747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59CF6F86-688F-4C37-ADB4-0EA9A77F6CF7}"/>
              </a:ext>
            </a:extLst>
          </p:cNvPr>
          <p:cNvSpPr>
            <a:spLocks noGrp="1"/>
          </p:cNvSpPr>
          <p:nvPr/>
        </p:nvSpPr>
        <p:spPr>
          <a:xfrm>
            <a:off x="1044549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AA94B995-2774-42EE-A89B-D6EB0D17E7E1}"/>
              </a:ext>
            </a:extLst>
          </p:cNvPr>
          <p:cNvSpPr>
            <a:spLocks noGrp="1"/>
          </p:cNvSpPr>
          <p:nvPr/>
        </p:nvSpPr>
        <p:spPr>
          <a:xfrm>
            <a:off x="1050950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713A6C3D-A0DE-4357-99E6-D70D4A952FD6}"/>
              </a:ext>
            </a:extLst>
          </p:cNvPr>
          <p:cNvSpPr>
            <a:spLocks noGrp="1"/>
          </p:cNvSpPr>
          <p:nvPr/>
        </p:nvSpPr>
        <p:spPr>
          <a:xfrm>
            <a:off x="1063753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B2B57BF0-FA33-4960-BE15-8531105A35B2}"/>
              </a:ext>
            </a:extLst>
          </p:cNvPr>
          <p:cNvSpPr>
            <a:spLocks noGrp="1"/>
          </p:cNvSpPr>
          <p:nvPr/>
        </p:nvSpPr>
        <p:spPr>
          <a:xfrm>
            <a:off x="1070154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B64CF84A-E3A6-4931-B528-10225D64D19C}"/>
              </a:ext>
            </a:extLst>
          </p:cNvPr>
          <p:cNvSpPr>
            <a:spLocks noGrp="1"/>
          </p:cNvSpPr>
          <p:nvPr/>
        </p:nvSpPr>
        <p:spPr>
          <a:xfrm>
            <a:off x="108295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09C96907-B9E6-49C4-B2CA-1E3805A5DF3D}"/>
              </a:ext>
            </a:extLst>
          </p:cNvPr>
          <p:cNvSpPr>
            <a:spLocks noGrp="1"/>
          </p:cNvSpPr>
          <p:nvPr/>
        </p:nvSpPr>
        <p:spPr>
          <a:xfrm>
            <a:off x="1089357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129783FE-A2EA-406A-9EB2-269A64F4C2E6}"/>
              </a:ext>
            </a:extLst>
          </p:cNvPr>
          <p:cNvSpPr>
            <a:spLocks noGrp="1"/>
          </p:cNvSpPr>
          <p:nvPr/>
        </p:nvSpPr>
        <p:spPr>
          <a:xfrm>
            <a:off x="1102160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FAF5547C-CC15-49B3-8BCF-CF3F60C557E7}"/>
              </a:ext>
            </a:extLst>
          </p:cNvPr>
          <p:cNvSpPr>
            <a:spLocks noGrp="1"/>
          </p:cNvSpPr>
          <p:nvPr/>
        </p:nvSpPr>
        <p:spPr>
          <a:xfrm>
            <a:off x="110856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FD404117-A406-4F3F-8493-58FB958CFF34}"/>
              </a:ext>
            </a:extLst>
          </p:cNvPr>
          <p:cNvSpPr>
            <a:spLocks noGrp="1"/>
          </p:cNvSpPr>
          <p:nvPr/>
        </p:nvSpPr>
        <p:spPr>
          <a:xfrm>
            <a:off x="112136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5256FAD2-2197-40FE-A239-FE70B393D292}"/>
              </a:ext>
            </a:extLst>
          </p:cNvPr>
          <p:cNvSpPr>
            <a:spLocks noGrp="1"/>
          </p:cNvSpPr>
          <p:nvPr/>
        </p:nvSpPr>
        <p:spPr>
          <a:xfrm>
            <a:off x="1127765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0ABF78BA-37AA-4B69-BB5C-4BF3C09DD714}"/>
              </a:ext>
            </a:extLst>
          </p:cNvPr>
          <p:cNvSpPr>
            <a:spLocks noGrp="1"/>
          </p:cNvSpPr>
          <p:nvPr/>
        </p:nvSpPr>
        <p:spPr>
          <a:xfrm>
            <a:off x="1140567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198ACB1D-4464-4C01-B82E-85C11B593E54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3BBABF10-931F-464F-A875-3BCB32382AE1}"/>
              </a:ext>
            </a:extLst>
          </p:cNvPr>
          <p:cNvSpPr>
            <a:spLocks noGrp="1"/>
          </p:cNvSpPr>
          <p:nvPr/>
        </p:nvSpPr>
        <p:spPr>
          <a:xfrm>
            <a:off x="1159771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A117701E-0D63-42C6-A01D-44D17B228F15}"/>
              </a:ext>
            </a:extLst>
          </p:cNvPr>
          <p:cNvSpPr>
            <a:spLocks noGrp="1"/>
          </p:cNvSpPr>
          <p:nvPr/>
        </p:nvSpPr>
        <p:spPr>
          <a:xfrm>
            <a:off x="1166172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6AC0EFFB-E783-4D00-AF51-AF8EA9773A09}"/>
              </a:ext>
            </a:extLst>
          </p:cNvPr>
          <p:cNvSpPr>
            <a:spLocks noGrp="1"/>
          </p:cNvSpPr>
          <p:nvPr/>
        </p:nvSpPr>
        <p:spPr>
          <a:xfrm>
            <a:off x="1178974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515CA29F-A1EF-4436-AC0C-8427BE9BA968}"/>
              </a:ext>
            </a:extLst>
          </p:cNvPr>
          <p:cNvSpPr>
            <a:spLocks noGrp="1"/>
          </p:cNvSpPr>
          <p:nvPr/>
        </p:nvSpPr>
        <p:spPr>
          <a:xfrm>
            <a:off x="1185376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920ED9B8-8D3C-46C6-BBD0-FC3F835FAE4D}"/>
              </a:ext>
            </a:extLst>
          </p:cNvPr>
          <p:cNvSpPr>
            <a:spLocks noGrp="1"/>
          </p:cNvSpPr>
          <p:nvPr/>
        </p:nvSpPr>
        <p:spPr>
          <a:xfrm>
            <a:off x="1198178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E274C16B-8059-4950-8B97-0DE443B75AE4}"/>
              </a:ext>
            </a:extLst>
          </p:cNvPr>
          <p:cNvSpPr>
            <a:spLocks noGrp="1"/>
          </p:cNvSpPr>
          <p:nvPr/>
        </p:nvSpPr>
        <p:spPr>
          <a:xfrm>
            <a:off x="120457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A7D07601-65B4-4135-B8E4-1DE9F1B9895B}"/>
              </a:ext>
            </a:extLst>
          </p:cNvPr>
          <p:cNvSpPr>
            <a:spLocks noGrp="1"/>
          </p:cNvSpPr>
          <p:nvPr/>
        </p:nvSpPr>
        <p:spPr>
          <a:xfrm>
            <a:off x="1217382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48D9522B-4F10-4D6E-A966-57566D2E3221}"/>
              </a:ext>
            </a:extLst>
          </p:cNvPr>
          <p:cNvSpPr>
            <a:spLocks noGrp="1"/>
          </p:cNvSpPr>
          <p:nvPr/>
        </p:nvSpPr>
        <p:spPr>
          <a:xfrm>
            <a:off x="122378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AFB817A0-D6CE-458F-9CA1-81F4FC985C24}"/>
              </a:ext>
            </a:extLst>
          </p:cNvPr>
          <p:cNvSpPr>
            <a:spLocks noGrp="1"/>
          </p:cNvSpPr>
          <p:nvPr/>
        </p:nvSpPr>
        <p:spPr>
          <a:xfrm>
            <a:off x="1236585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B9A27D00-D636-4950-8D4F-4D93C09FC872}"/>
              </a:ext>
            </a:extLst>
          </p:cNvPr>
          <p:cNvSpPr>
            <a:spLocks noGrp="1"/>
          </p:cNvSpPr>
          <p:nvPr/>
        </p:nvSpPr>
        <p:spPr>
          <a:xfrm>
            <a:off x="1242986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45DDB7E1-9168-46D3-BFFA-F1C590497D3D}"/>
              </a:ext>
            </a:extLst>
          </p:cNvPr>
          <p:cNvSpPr>
            <a:spLocks noGrp="1"/>
          </p:cNvSpPr>
          <p:nvPr/>
        </p:nvSpPr>
        <p:spPr>
          <a:xfrm>
            <a:off x="125578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C93A19A4-254D-4195-B4B6-EBA76F938EAD}"/>
              </a:ext>
            </a:extLst>
          </p:cNvPr>
          <p:cNvSpPr>
            <a:spLocks noGrp="1"/>
          </p:cNvSpPr>
          <p:nvPr/>
        </p:nvSpPr>
        <p:spPr>
          <a:xfrm>
            <a:off x="1262190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98777230-F671-48ED-AC8D-C072C1B25796}"/>
              </a:ext>
            </a:extLst>
          </p:cNvPr>
          <p:cNvSpPr>
            <a:spLocks noGrp="1"/>
          </p:cNvSpPr>
          <p:nvPr/>
        </p:nvSpPr>
        <p:spPr>
          <a:xfrm>
            <a:off x="127499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8AB89132-C2AF-401B-9D88-514FB546996F}"/>
              </a:ext>
            </a:extLst>
          </p:cNvPr>
          <p:cNvSpPr>
            <a:spLocks noGrp="1"/>
          </p:cNvSpPr>
          <p:nvPr/>
        </p:nvSpPr>
        <p:spPr>
          <a:xfrm>
            <a:off x="1281394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D34A5281-2D1A-467B-A598-136901C38AA9}"/>
              </a:ext>
            </a:extLst>
          </p:cNvPr>
          <p:cNvSpPr>
            <a:spLocks noGrp="1"/>
          </p:cNvSpPr>
          <p:nvPr/>
        </p:nvSpPr>
        <p:spPr>
          <a:xfrm>
            <a:off x="1294196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BAE69D0B-C4A4-4DD4-96DC-F844D4DD0BE7}"/>
              </a:ext>
            </a:extLst>
          </p:cNvPr>
          <p:cNvSpPr>
            <a:spLocks noGrp="1"/>
          </p:cNvSpPr>
          <p:nvPr/>
        </p:nvSpPr>
        <p:spPr>
          <a:xfrm>
            <a:off x="130059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B6BD8726-0478-4958-9402-CD3DCCD3EEE1}"/>
              </a:ext>
            </a:extLst>
          </p:cNvPr>
          <p:cNvSpPr>
            <a:spLocks noGrp="1"/>
          </p:cNvSpPr>
          <p:nvPr/>
        </p:nvSpPr>
        <p:spPr>
          <a:xfrm>
            <a:off x="1313400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25C726E1-E521-4ECF-8D66-98F54012F5A0}"/>
              </a:ext>
            </a:extLst>
          </p:cNvPr>
          <p:cNvSpPr>
            <a:spLocks noGrp="1"/>
          </p:cNvSpPr>
          <p:nvPr/>
        </p:nvSpPr>
        <p:spPr>
          <a:xfrm>
            <a:off x="1319801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E6AAD6CC-80F7-4554-8CBE-04CB9D1F939C}"/>
              </a:ext>
            </a:extLst>
          </p:cNvPr>
          <p:cNvSpPr>
            <a:spLocks noGrp="1"/>
          </p:cNvSpPr>
          <p:nvPr/>
        </p:nvSpPr>
        <p:spPr>
          <a:xfrm>
            <a:off x="1332603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BF7BC05C-C7E5-4056-BA2A-34065B2F9C8A}"/>
              </a:ext>
            </a:extLst>
          </p:cNvPr>
          <p:cNvSpPr>
            <a:spLocks noGrp="1"/>
          </p:cNvSpPr>
          <p:nvPr/>
        </p:nvSpPr>
        <p:spPr>
          <a:xfrm>
            <a:off x="1339005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F22AE60A-A9C9-4D38-B0A6-119878920E28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1/8 is split into 3 equal pieces.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4486F734-07AF-41D9-A71D-3CEEA63BF44A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7/24</a:t>
            </a:r>
          </a:p>
        </p:txBody>
      </p:sp>
    </p:spTree>
    <p:extLst>
      <p:ext uri="{BB962C8B-B14F-4D97-AF65-F5344CB8AC3E}">
        <p14:creationId xmlns:p14="http://schemas.microsoft.com/office/powerpoint/2010/main" val="488499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B6249518-7C8F-45BE-9CBB-9CD03112558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54832AA-1E6C-4C1E-9B39-59A683C54B26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FB57442-054A-4EB0-AD18-CE601075163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BDA82CA-9E14-4F8D-BE99-74962D3B7D2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DCB0B51-D33D-4EA0-8CB7-B229803B604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C7C9C76-FC0F-4D8F-A6FA-4F057F7145F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399847F-E909-4D66-A956-D9ED77FC4CC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C2AD814-D4DC-4326-8606-A70957C6464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F8FA773-EB70-4EEF-95E5-C7AD2CF1516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B2EF710-8E9C-466F-B552-6A100B65E23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B1DD0C3-C1A4-4A69-9140-7C8D9CDEFD2C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EA4617D-69BD-4E09-8C1A-36499692D9B0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28CDF80-D426-40D5-9CA8-63C32B9DCC4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38FCEF9-CB21-481B-962B-70E1605EE781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Seven eighths of a litre is shared equally between 3 cups. How much is in each cup?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EA89BCD-7C04-49D7-B099-A29BB8165DC4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209B5B0-0C13-48C7-A57E-BBD1433C9B75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1/3 divided by 4.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0159C42-007F-433C-B7D3-F40DC779517C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0DEEB79-D553-4528-9A8B-720006D3F095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3/4 divided by 2.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3AA8409-8F39-4B99-8CAA-F5C232F3DCDB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F6D538F-9E6F-42BD-8BED-4CF9DF321D44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5/6 divided by 3.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7CEE326-E271-48AD-BCCF-534F4D3DE52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610C965-6ADB-450A-9E92-309FD460837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divides both the numerator and denominator by the whole number.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EADB331-1FC5-415A-8D3C-2BFA0914BDAD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CF6E09D-FE74-4C05-A435-98D0C4608A8A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E6C7A49-9703-41A7-AC21-5CBD81A4321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4AD938B-C0CA-4233-89D1-260EDBD085C5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3/4 divided by 2.</a:t>
            </a:r>
          </a:p>
        </p:txBody>
      </p:sp>
    </p:spTree>
    <p:extLst>
      <p:ext uri="{BB962C8B-B14F-4D97-AF65-F5344CB8AC3E}">
        <p14:creationId xmlns:p14="http://schemas.microsoft.com/office/powerpoint/2010/main" val="1402107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B98D4E29-DA5B-4A76-891C-0C4093A9D3D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D61888F-3AC5-469C-8B8D-EEC39DFE0BB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8F9E640-3403-4B80-9289-9947D8AEFAE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049A3C1-91EC-46E8-B921-52E5C3D292D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fraction division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C9BE281-0584-455D-BE14-BBD9C8EDB4E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329163B-7DAD-40E7-BA78-9E1214B457B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6095B55-CF1F-4DE0-8DD0-84DF61ACA4F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7/24 litre.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1365035-DD30-42A4-B440-44E436FBC09D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F4F4F8A-581C-4956-8A94-3DD3101C08C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1/12.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6DAA20E-95BA-49E4-9ED6-91ADC0E64D4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31D6FC4-56AF-4560-9885-4BEA5F9F485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3/8.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53FB2B0-0D23-4023-BAE8-BEA567900E8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535A572-1520-4515-857B-3043B11341FB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7/24 litre.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BF133B0-BEC4-4601-9C40-03402A10875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6D1CA16-2023-41D3-96B0-65705B6E5DC1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1/12.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FF5A29D-0727-4CE1-AE57-A7D6BEC67E90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40026AA-B28D-4A59-88EF-FD667BE2AC6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3/8.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71A5E01-09AC-4D23-AE0D-F5EFA753F7F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2FA472D-3CB7-48C0-905C-38D01092A62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5/18.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31976B8-C81E-4F2A-B827-507A5D39D7E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CCCDB39-83CB-4C26-A3FE-A1E8973D0B8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241C696-12C5-41A2-AF6A-28F0030C9327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8030DF5-EDE8-447C-8D06-6C2DCD597729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149D60C-4A38-49AB-8070-CE972168F5EC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DAF0C8A-7A02-4270-AA28-F8DAB11C8CB6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45955332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1328</Words>
  <Application>Microsoft Office PowerPoint</Application>
  <DocSecurity>0</DocSecurity>
  <PresentationFormat>Custom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2026-09-14T13:19:16Z</dcterms:created>
  <dcterms:modified xsi:type="dcterms:W3CDTF">2026-09-14T13:20:10Z</dcterms:modified>
</cp:coreProperties>
</file>