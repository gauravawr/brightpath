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9ceffa61f441da" /><Relationship Type="http://schemas.openxmlformats.org/officeDocument/2006/relationships/extended-properties" Target="/docProps/app.xml" Id="R6f40c5ed500e4eb2" /><Relationship Type="http://schemas.openxmlformats.org/officeDocument/2006/relationships/officeDocument" Target="/ppt/presentation.xml" Id="R1743b9115eb34d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cdab4a2210464d"/>
  </p:sldMasterIdLst>
  <p:notesMasterIdLst>
    <p:notesMasterId xmlns:r="http://schemas.openxmlformats.org/officeDocument/2006/relationships" r:id="R7d55e9203687459a"/>
  </p:notesMasterIdLst>
  <p:sldIdLst>
    <p:sldId xmlns:r="http://schemas.openxmlformats.org/officeDocument/2006/relationships" id="256" r:id="R79364904795446a6"/>
    <p:sldId xmlns:r="http://schemas.openxmlformats.org/officeDocument/2006/relationships" id="257" r:id="R9d5c0aa72dc74c1d"/>
    <p:sldId xmlns:r="http://schemas.openxmlformats.org/officeDocument/2006/relationships" id="258" r:id="R7c77830bdb9b4b61"/>
    <p:sldId xmlns:r="http://schemas.openxmlformats.org/officeDocument/2006/relationships" id="259" r:id="Rcb7241d8514649ea"/>
    <p:sldId xmlns:r="http://schemas.openxmlformats.org/officeDocument/2006/relationships" id="260" r:id="Rb71d38d35cce4c44"/>
    <p:sldId xmlns:r="http://schemas.openxmlformats.org/officeDocument/2006/relationships" id="261" r:id="R2487f09605764784"/>
    <p:sldId xmlns:r="http://schemas.openxmlformats.org/officeDocument/2006/relationships" id="262" r:id="R4d9038e6d3064efb"/>
    <p:sldId xmlns:r="http://schemas.openxmlformats.org/officeDocument/2006/relationships" id="263" r:id="Rfabb9d0185684b27"/>
    <p:sldId xmlns:r="http://schemas.openxmlformats.org/officeDocument/2006/relationships" id="264" r:id="Rff798dc9cab24fb2"/>
    <p:sldId xmlns:r="http://schemas.openxmlformats.org/officeDocument/2006/relationships" id="265" r:id="R5f10e1b1c7c144ae"/>
    <p:sldId xmlns:r="http://schemas.openxmlformats.org/officeDocument/2006/relationships" id="266" r:id="R5624a966645647bc"/>
    <p:sldId xmlns:r="http://schemas.openxmlformats.org/officeDocument/2006/relationships" id="267" r:id="R4428e55c3495431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5723589913643cc" /><Relationship Type="http://schemas.openxmlformats.org/officeDocument/2006/relationships/slideMaster" Target="/ppt/slideMasters/slideMaster1.xml" Id="Radcdab4a2210464d" /><Relationship Type="http://schemas.openxmlformats.org/officeDocument/2006/relationships/notesMaster" Target="/ppt/notesMasters/notesMaster1.xml" Id="R7d55e9203687459a" /><Relationship Type="http://schemas.openxmlformats.org/officeDocument/2006/relationships/presProps" Target="/ppt/presProps.xml" Id="R84d49b8898cc48e0" /><Relationship Type="http://schemas.openxmlformats.org/officeDocument/2006/relationships/tableStyles" Target="/ppt/tableStyles.xml" Id="R2d8dbdb0b68f48c2" /><Relationship Type="http://schemas.openxmlformats.org/officeDocument/2006/relationships/slide" Target="/ppt/slides/slide1.xml" Id="R79364904795446a6" /><Relationship Type="http://schemas.openxmlformats.org/officeDocument/2006/relationships/slide" Target="/ppt/slides/slide2.xml" Id="R9d5c0aa72dc74c1d" /><Relationship Type="http://schemas.openxmlformats.org/officeDocument/2006/relationships/slide" Target="/ppt/slides/slide3.xml" Id="R7c77830bdb9b4b61" /><Relationship Type="http://schemas.openxmlformats.org/officeDocument/2006/relationships/slide" Target="/ppt/slides/slide4.xml" Id="Rcb7241d8514649ea" /><Relationship Type="http://schemas.openxmlformats.org/officeDocument/2006/relationships/slide" Target="/ppt/slides/slide5.xml" Id="Rb71d38d35cce4c44" /><Relationship Type="http://schemas.openxmlformats.org/officeDocument/2006/relationships/slide" Target="/ppt/slides/slide6.xml" Id="R2487f09605764784" /><Relationship Type="http://schemas.openxmlformats.org/officeDocument/2006/relationships/slide" Target="/ppt/slides/slide7.xml" Id="R4d9038e6d3064efb" /><Relationship Type="http://schemas.openxmlformats.org/officeDocument/2006/relationships/slide" Target="/ppt/slides/slide8.xml" Id="Rfabb9d0185684b27" /><Relationship Type="http://schemas.openxmlformats.org/officeDocument/2006/relationships/slide" Target="/ppt/slides/slide9.xml" Id="Rff798dc9cab24fb2" /><Relationship Type="http://schemas.openxmlformats.org/officeDocument/2006/relationships/slide" Target="/ppt/slides/slide10.xml" Id="R5f10e1b1c7c144ae" /><Relationship Type="http://schemas.openxmlformats.org/officeDocument/2006/relationships/slide" Target="/ppt/slides/slide11.xml" Id="R5624a966645647bc" /><Relationship Type="http://schemas.openxmlformats.org/officeDocument/2006/relationships/slide" Target="/ppt/slides/slide12.xml" Id="R4428e55c349543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2af31eef39a403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16ba1530b884dd6" /><Relationship Type="http://schemas.openxmlformats.org/officeDocument/2006/relationships/notesMaster" Target="/ppt/notesMasters/notesMaster1.xml" Id="Rf9f8c6f33f1f40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a096730ef4644ab" /><Relationship Type="http://schemas.openxmlformats.org/officeDocument/2006/relationships/notesMaster" Target="/ppt/notesMasters/notesMaster1.xml" Id="R048e550c99be42f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6fa53857d454c5e" /><Relationship Type="http://schemas.openxmlformats.org/officeDocument/2006/relationships/notesMaster" Target="/ppt/notesMasters/notesMaster1.xml" Id="R9ad6907a37414c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3ab276eb7a64a8b" /><Relationship Type="http://schemas.openxmlformats.org/officeDocument/2006/relationships/notesMaster" Target="/ppt/notesMasters/notesMaster1.xml" Id="R980db8020ea84d9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653912c40d4fff" /><Relationship Type="http://schemas.openxmlformats.org/officeDocument/2006/relationships/notesMaster" Target="/ppt/notesMasters/notesMaster1.xml" Id="Rdd260e1c2ebe432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a42fd628e6a4691" /><Relationship Type="http://schemas.openxmlformats.org/officeDocument/2006/relationships/notesMaster" Target="/ppt/notesMasters/notesMaster1.xml" Id="Rd7bf06417ce44cf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d76da663a924f59" /><Relationship Type="http://schemas.openxmlformats.org/officeDocument/2006/relationships/notesMaster" Target="/ppt/notesMasters/notesMaster1.xml" Id="Rc2f741538b3c470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56af8ffe6d040f4" /><Relationship Type="http://schemas.openxmlformats.org/officeDocument/2006/relationships/notesMaster" Target="/ppt/notesMasters/notesMaster1.xml" Id="R205ea080f03f42f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039a61a75034218" /><Relationship Type="http://schemas.openxmlformats.org/officeDocument/2006/relationships/notesMaster" Target="/ppt/notesMasters/notesMaster1.xml" Id="Ra44f4de06c4247b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1cd2b98afc54051" /><Relationship Type="http://schemas.openxmlformats.org/officeDocument/2006/relationships/notesMaster" Target="/ppt/notesMasters/notesMaster1.xml" Id="Rca1454df9ca6444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d9b3e0d71564830" /><Relationship Type="http://schemas.openxmlformats.org/officeDocument/2006/relationships/notesMaster" Target="/ppt/notesMasters/notesMaster1.xml" Id="Rdd51aa3b42a148c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eeec712f3474959" /><Relationship Type="http://schemas.openxmlformats.org/officeDocument/2006/relationships/notesMaster" Target="/ppt/notesMasters/notesMaster1.xml" Id="Rc78109956a0441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bar models, counters,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1/12. | Represent the fraction as equal parts or use an equivalent multiplication. | Division changes the size of each share. Use a bar model or multiply by the unit fraction, then simplify.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divide, share, quotient, unit fraction, non-unit fraction, reciprocal.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7/24 litre.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Division changes the size of each share. Use a bar model or multiply by the unit fraction, then simplify.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1/12..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3/8..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5/18.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3/8.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3/8. | Division changes the size of each share. Use a bar model or multiply by the unit fraction, then simplify.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da829c69b34d8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b77fe7b88d4c3f" /><Relationship Type="http://schemas.openxmlformats.org/officeDocument/2006/relationships/slideLayout" Target="/ppt/slideLayouts/slideLayout1.xml" Id="R2d3a29fb2e6b4d4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3a29fb2e6b4d4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d1696cc174dd9" /><Relationship Type="http://schemas.openxmlformats.org/officeDocument/2006/relationships/notesSlide" Target="/ppt/notesSlides/notesSlide1.xml" Id="Rcdd1a0f3f4b8478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0779948ae8411b" /><Relationship Type="http://schemas.openxmlformats.org/officeDocument/2006/relationships/notesSlide" Target="/ppt/notesSlides/notesSlide2.xml" Id="Rec26e854a43242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666b38ff1d4da4" /><Relationship Type="http://schemas.openxmlformats.org/officeDocument/2006/relationships/notesSlide" Target="/ppt/notesSlides/notesSlide3.xml" Id="Rc6f836645a484f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5b99a2706d4952" /><Relationship Type="http://schemas.openxmlformats.org/officeDocument/2006/relationships/notesSlide" Target="/ppt/notesSlides/notesSlide4.xml" Id="Rf5e1db54619b402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dc392046b14249" /><Relationship Type="http://schemas.openxmlformats.org/officeDocument/2006/relationships/notesSlide" Target="/ppt/notesSlides/notesSlide5.xml" Id="R60406ee11fcd490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8cbe9a83144836" /><Relationship Type="http://schemas.openxmlformats.org/officeDocument/2006/relationships/notesSlide" Target="/ppt/notesSlides/notesSlide6.xml" Id="Ree1ced06261048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98406feea344c3" /><Relationship Type="http://schemas.openxmlformats.org/officeDocument/2006/relationships/image" Target="/ppt/media/image.png" Id="R8f01e6bffb7643f1" /><Relationship Type="http://schemas.openxmlformats.org/officeDocument/2006/relationships/notesSlide" Target="/ppt/notesSlides/notesSlide7.xml" Id="R5412fb9ea8674db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e937668ae40ef" /><Relationship Type="http://schemas.openxmlformats.org/officeDocument/2006/relationships/notesSlide" Target="/ppt/notesSlides/notesSlide8.xml" Id="R6154ba384a704cd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322cfa05f84aba" /><Relationship Type="http://schemas.openxmlformats.org/officeDocument/2006/relationships/notesSlide" Target="/ppt/notesSlides/notesSlide9.xml" Id="Rc7c2c45b070d4d8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391c87c7624430" /><Relationship Type="http://schemas.openxmlformats.org/officeDocument/2006/relationships/notesSlide" Target="/ppt/notesSlides/notesSlide10.xml" Id="R9fddc2e267cd41c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e64a25b32946b7" /><Relationship Type="http://schemas.openxmlformats.org/officeDocument/2006/relationships/notesSlide" Target="/ppt/notesSlides/notesSlide11.xml" Id="Rdcff6be578774ef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93caeaad1d4a4c" /><Relationship Type="http://schemas.openxmlformats.org/officeDocument/2006/relationships/notesSlide" Target="/ppt/notesSlides/notesSlide12.xml" Id="R31822c08047f4ef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6EC724-4C2F-44C5-B925-E985D0AE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213921-28C8-4BAF-A88F-19E5EC2C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182D5D-4584-4D9F-91B1-B4C289852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1C7226-7648-41A2-8D2A-5724FD69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D9361A-2C3B-4BDB-B58C-A41EACC4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fraction division problems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4EE237-BE5C-44DE-BEBC-D62E0D502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4DC00E-F32B-4468-AAE1-A1FA4B01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08EAFA-5D2A-483A-97E3-1BA94AB6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sharing problems involving fractional quantities.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8C2C68-3DC4-473F-AAF3-4CFEFAD8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506061-33A2-481A-A3F7-C8BCCB654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D98402-D559-44BB-AB69-3FDF44C7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6025899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2C0CD5-8AA2-4197-B6ED-DF2C2287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6771CC-47EA-4357-ADC6-3B366B19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CF9642-C357-49F2-86D1-7E927903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188497-B4DD-4171-9511-3D1B93B0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2DB6BD-69E5-43E8-B5E8-EBEE0047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50EF69-D489-4619-9BB6-3605561A9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1126E0-E7A2-461F-B45C-40FA57AF5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2CFBE4-88FF-42E4-A918-D7144E4AB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869A91-228D-4865-A71D-2D11FC14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3BB172-18AF-47D8-905F-551FB642E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2F030C-9A17-4E77-8D6A-4012C0BA4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0D51A2-DB15-4528-8DE4-B5B302F9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5C7804-A925-4381-95D4-297C5FC62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Share unit and non-unit fractions equally and connect division with multiplication by a unit fraction.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ADF8A0-A477-41BE-8B6E-84AEA0EAA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FC8774-B528-4019-BA4E-CB2D2576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459C7F-56B7-4DF7-A451-8CA5E286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C45F38-D204-4879-AE23-C96AC5AC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1/3 divided by 4.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F190AA-01E8-449C-B087-EEFF86BD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934620-8164-4A9C-897A-E4E31318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F87B63-9599-4899-B959-18815EC1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119996-D63E-4325-B9D5-F539607C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Seven eighths of a litre is shared equally between 3 cups. How much is in each cup?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D3C0FD-9F44-40B5-8358-DFD18D536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845230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BF7611-9FB0-4C54-A9F2-DD645DFCE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ABDDF4-9FED-4E91-BC2B-566F5FB0C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8BBB8D-051E-4438-984B-E451FF717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AF7ACB-7C09-40B0-8291-6CF0FAC2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80F6E0-A65F-471A-B351-96B396B85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26BD7C-1F44-4551-9F8A-B1F089D9B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DE650E-D027-4938-B433-0B3C8D1EF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565057-C5A7-4FA9-8A3E-E1EAC116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242136-9DF8-425E-A966-35B323FA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AB95AF-9303-48F6-9AEC-C2FCC17E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sharing problems involving fractional quantities.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2529D1-C048-4BB0-BA8B-6CC66D7B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0A3AA9-1025-4EA0-8E13-5FCD8911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Represent the fraction as equal parts or use an equivalent multiplication.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DAC58F-8EC2-4EE8-835D-BCE6A9CE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Divide the numerator when possible or multiply the denominator by the whole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36A771-F87A-4B46-AE4B-63734C784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and check by multiplying back.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F5EBBF-4C2F-46D5-A5F0-89B8C69B6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divide  |  share  |  quotient  |  unit fraction  |  non-unit fraction  |  reciprocal</a:t>
            </a:r>
          </a:p>
        </p:txBody>
      </p:sp>
    </p:spTree>
    <p:extLst>
      <p:ext uri="{BB962C8B-B14F-4D97-AF65-F5344CB8AC3E}">
        <p14:creationId xmlns:p14="http://schemas.microsoft.com/office/powerpoint/2010/main" val="50398283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AC3ED2-0067-4F0E-842C-DF65D8E2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6AA562-C1E2-43E8-AB14-31D81CA3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950F61-71CC-4233-A9E0-477157C94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A6550F-D80B-437D-88BC-60366E84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D94134-82C0-403C-BC2C-12D33305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34403F-6766-412B-A670-5A5FF3441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E71CD3-B577-45B5-B066-E6BEFC34F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D19D6E-C6F2-43BF-B16F-C8289193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FD296B-DEE5-41AA-9363-78D0F935E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17CBB2-6654-441F-8DEA-98845184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Seven eighths of a litre is shared equally between 3 cups. How much is in each cup?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6DB64F-BC88-497E-A4B6-62EFFA2B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4BA62D-3A08-400B-BD20-5D1D64A4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89EC61-3284-44EB-BE98-387839CF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Represent the fraction as equal parts or use an equivalent multiplication.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1901CB-CACC-469A-BAC9-C833BA06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15A360-C8DC-4361-85F2-6E74FD1E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20ACF4-D296-4B9C-BF1A-E8B11E2EA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Divide the numerator when possible or multiply the denominator by the whole number.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2F0A5F-106D-4FCE-9BE8-959D3D491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E6A87D-2D1C-4113-8342-218A67DD8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FA4939-28DB-4AFA-985F-75E82C21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7/24 litre.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D27F64-516C-442E-9FDB-BB1E4F0A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0F788E-2D81-44C7-A663-BF75D274E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2046DA-4C52-46CF-9529-6E1112AB6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and check by multiplying back.</a:t>
            </a:r>
          </a:p>
        </p:txBody>
      </p:sp>
    </p:spTree>
    <p:extLst>
      <p:ext uri="{BB962C8B-B14F-4D97-AF65-F5344CB8AC3E}">
        <p14:creationId xmlns:p14="http://schemas.microsoft.com/office/powerpoint/2010/main" val="2898505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E0ACCA-0E81-4234-99C3-E0EFFB5B1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48F135-1A12-4432-B6AF-6B5EA7C7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B7EAD1-4621-472F-B7AB-9C0AFB2F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2DCE9F-8E25-4CAD-BA12-9B398ACC9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4CABC9-F38E-416F-B57E-413EB883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D52FAE-31AE-4A93-923E-14D61B7E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0AD33C-CB53-48EB-9157-B7E26591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F9B0A2-8C2D-4B27-8ED0-DE952C90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78D7C9-2EFC-4FDB-9AD9-27CB1081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F4D14E-F3B4-400C-9686-82DFA03E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19C8A5-1667-4E1F-9288-2E49AD23D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7/24 litre.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F6CC7C-CAB1-4118-9B12-83BE1F96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ECF377-C9E4-448A-BA75-95AA0EBCA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and check by multiplying back.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6CFAF8-C115-45F2-9130-4A105DFA6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61930083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591D44-8B4C-4838-961E-6BD63C16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EE9799-5978-4739-A071-238446C2C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7E99A8-7BBB-4EF4-8DB1-10D76C1C2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E76374-E22D-455B-B7B7-A8FB96EB8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CE3BE-C549-4731-9C92-081A9856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FA0E8F-C2F1-46F1-BDD5-5976334A1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1F5B07-E726-424D-BDE1-3C0E12B6D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603FE7-4814-451B-B824-B05EF0C1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B3B21C-4F86-40E7-8E8A-FA56B3C4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8338F7-C0D0-4698-924D-CB4DE1BF1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1/3 divided by 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2484CC-4263-43E6-9899-4DDAF8164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C761EF-5101-46B7-BB1E-B4D929FCE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DCC91B-23C3-4AF1-8475-69BEA2FD7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B36552-DCFB-40E7-9A16-0EA959B1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AE4795-62DD-4ED7-AA07-E7C0172B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1/12.</a:t>
            </a:r>
          </a:p>
        </p:txBody>
      </p:sp>
    </p:spTree>
    <p:extLst>
      <p:ext uri="{BB962C8B-B14F-4D97-AF65-F5344CB8AC3E}">
        <p14:creationId xmlns:p14="http://schemas.microsoft.com/office/powerpoint/2010/main" val="4072683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8DD7DF-1163-401D-BA67-09E9BC68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745EE9-8462-49C6-A9DC-455ED5859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74397D-A478-492F-8CCA-718B84F43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DAB6F0-BBD9-4BCB-8C27-718C4869D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676C7-39EC-4D04-9D55-DAD0A3F15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EE9DF9-8536-45B9-8930-AB379F928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17F725-15FE-4369-8019-6A9666731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400068-44BC-4EE9-A026-E4205CA3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F4DF94-9424-4D1E-A028-AA6D1799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division problems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01e6bffb7643f1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650B8C-D286-46A6-BB7D-B702D349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D6B88B-32E6-4580-A9AA-D9524C2E4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both the numerator and denominator by the whole number.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9D5E24-9C4C-47E9-BCEB-4917E227D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298381-8C1F-4BFC-AEB3-23D77718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1800A1-0829-4392-8591-4968E239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Division changes the size of each share. Use a bar model or multiply by the unit fraction, then simplify.</a:t>
            </a:r>
          </a:p>
        </p:txBody>
      </p:sp>
    </p:spTree>
    <p:extLst>
      <p:ext uri="{BB962C8B-B14F-4D97-AF65-F5344CB8AC3E}">
        <p14:creationId xmlns:p14="http://schemas.microsoft.com/office/powerpoint/2010/main" val="8416746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C71D5F-2CB1-432E-828E-B1F27DD6B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CC48EE-1431-4C84-94C2-69AC8C2E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D1363B-3BDA-49A3-9955-6047CEF30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69D766-5C72-4EE6-9B51-27B6D832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AEE74E-EC05-4230-91A0-D71081CE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A37366-3CA0-4EE8-8A7B-F111C5415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DC4A48-D6FB-4124-8939-34403A91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F7B8F0-2D5C-4B7E-9881-A4BB8CE8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91A398-3D0D-4FA0-BD7B-CBD8B012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D23FBF-B2FE-431A-8AD6-5B1D82452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56BA6F-5136-4A11-A685-292D0F91D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91E106-469C-44D4-A057-2DF6AACA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4A7FC8-439D-42DC-9E2A-F9756D51A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1/3 divided by 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1DBD1F-D52F-41CA-9714-AF2D5CB48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36B3E6-FF37-4CF2-9CE2-B561A10A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564A1A-F425-4656-9150-86BF0053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763DEC-01EA-4E86-839D-E5B0231F3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315A3B-CBDE-4A90-9F99-D8B72D57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72C170-37E3-4708-BE88-3F36F0CF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A05BA8-09E0-4FAE-9CC0-E1987818F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E96D48-1640-4E1E-821C-3C400867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1/12.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B70558-0321-42D6-A3AC-9AD872993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5785426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8A823D-217B-4FDC-AB03-50B4C19A1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3BAEBD-EEF8-4930-AC48-E7175D93B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7F8A1E-2D08-44E8-B612-7D09F6B4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E9B21E-9452-46E4-80C5-6A2CB87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69FCE1-EE2D-41D4-B9B6-56C6B911D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D648CE-342E-49B3-8150-4D280917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5A8F65-4B2D-4C22-B069-7F9CC79A9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753856-69EF-4B74-AE4D-A0CD2E4ED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8C5EF2-6118-4AEF-9B2D-CACA0F3B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E4B27B-9D8A-419C-963D-99F6B9B7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9DBCBB-C443-4810-AE6B-2620F1A7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F17101-014C-4EDB-A80B-098085C09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AB7413-E508-43E3-BAFE-26717EC8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divided by 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5ACA7E-0B00-4DAF-AE1E-CDBB9D7EE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DB963F-B6D5-44A1-8D66-F06CE86C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1306E5-0E4E-4351-9733-6DE5645ED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3B743A-DDA2-4FE2-8E38-5A3FA0AE4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5A1F36-65BC-4F5B-8BC3-624A6CCD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401451-4BCD-4270-B0C3-AAEDA537B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1E9FFD-F07A-4EFE-8678-AEC057D7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42577B-424D-4A51-8606-EBD1034A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9644942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0FFAD8-0C9D-42E2-BE48-760940C4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90748B-0FE2-4821-8AF0-99102052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14DBD1-A3C6-458A-B8AE-F130C53A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6D9AED-AA3B-4050-B84F-52875E4F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B21EFB-B907-4DE0-BD70-20B50DC4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B2C235-CAED-4B8C-8096-3451B06F6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1CBC3C-630A-49DA-88FB-AB32C3BC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0FECDA-1BB2-4984-B5EC-DD534C30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0F22BA-5EED-419D-B5D0-8951968E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042AFF-AC11-4028-BFCF-49E1CDEB5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5/6 divided by 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A260D6-337F-452B-BA0F-17B77E3B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037D3F-EF63-440B-A28F-B1D0C8D6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2827AB-AF36-4A80-BD97-002E44E94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5/18.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3362885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9FFFCD-285C-4275-9010-13C15563D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EC7D58-A1B2-4A15-9C6E-7E2BB62F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DDAE6D-4B06-4124-B736-383AD4B2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F99D09-481F-4502-B2FA-4C14FAE7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DFF815-4920-40A3-881A-FBC9E0494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0B6132-A626-4DF7-B42E-107D30F37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5C5117-1CDE-4A32-B320-30106590A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5DE684-5A84-4A67-894E-67B85A0EF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7D274A-9098-4F35-A32C-E83BB0C69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DC29C2-81EE-4AD5-80CF-216ED5432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7A79E0-6D44-4897-B1B0-65C461D4D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AED31D-69C3-455F-B0D3-D8DCE398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divided by 2.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27FBC6-2799-4FA1-BB3B-5DDAED3EA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15FDF5-9569-47B5-969F-D3396DE2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C56E1A-52A1-498C-B58F-2701D94D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D75078-02DA-446B-95CA-9EB23327A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3/8.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F1667F-304A-409B-B986-BE921C72A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7E10BC-E2F8-4929-B677-241CCABD3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2319378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BC403F-5BD7-4D43-B5B9-A71075CA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BBC7CF-9423-47B7-8F84-C688EC45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480D8C-5473-4EB0-9662-D1F642A8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3F0B0E-9DD9-42D1-A996-614A91B9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936BF1-8937-4FE1-8FB1-B66DC976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DB3834-B349-48D3-AC4A-67632890E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6E9CEE-B11B-4ADE-A2C1-6709D114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690C86-57EC-4E24-9A48-A0CBF7F0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1725F4-AAD1-4640-B74B-787F1F56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fraction division problems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FE3782-EC02-46EA-972D-11884B06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F402C1-6FE8-4486-B311-AE2F1E75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00DF2E-96C6-4A50-866B-B6FCA7391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1854AC-3E22-4F17-A601-22FF4E2F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divided by 2.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BE2880-D4FF-479E-BB7F-C644684D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0976D9-5909-4721-9AE7-F5038A9AF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621571-279E-47E8-91A8-8652C335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E84161-E1BB-4F9A-9395-5CDDF13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both the numerator and denominator by the whole number.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E32AF9-47F4-42A0-9FE1-9A43588F2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08D1E4-F338-45E0-9797-588ACFD75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7342D4-FA8A-4980-A4AF-BD4196DB1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3DDB4-47FD-4FFF-9FC1-F4D9BBDA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FE57CAB-3C91-4573-B88F-0B32D55E4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9445407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2026-09-09T20:46:48.2470000Z</dcterms:created>
  <dcterms:modified xsi:type="dcterms:W3CDTF">2026-09-09T20:46:48.2470000Z</dcterms:modified>
</coreProperties>
</file>