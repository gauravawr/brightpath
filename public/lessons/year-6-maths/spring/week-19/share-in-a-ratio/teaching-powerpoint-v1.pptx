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1b620de9e3c4f62" /><Relationship Type="http://schemas.openxmlformats.org/officeDocument/2006/relationships/extended-properties" Target="/docProps/app.xml" Id="R531b30c66ccf4be2" /><Relationship Type="http://schemas.openxmlformats.org/officeDocument/2006/relationships/officeDocument" Target="/ppt/presentation.xml" Id="Ra2f3556fefd94ba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2427a7371bd47dd"/>
  </p:sldMasterIdLst>
  <p:notesMasterIdLst>
    <p:notesMasterId xmlns:r="http://schemas.openxmlformats.org/officeDocument/2006/relationships" r:id="Rb79671e245e145bf"/>
  </p:notesMasterIdLst>
  <p:sldIdLst>
    <p:sldId xmlns:r="http://schemas.openxmlformats.org/officeDocument/2006/relationships" id="256" r:id="R5f3c0a79ce364a55"/>
    <p:sldId xmlns:r="http://schemas.openxmlformats.org/officeDocument/2006/relationships" id="257" r:id="Rd42678630a8f48ac"/>
    <p:sldId xmlns:r="http://schemas.openxmlformats.org/officeDocument/2006/relationships" id="258" r:id="Rcaf62451c35f48e3"/>
    <p:sldId xmlns:r="http://schemas.openxmlformats.org/officeDocument/2006/relationships" id="259" r:id="R6822c289f09c4131"/>
    <p:sldId xmlns:r="http://schemas.openxmlformats.org/officeDocument/2006/relationships" id="260" r:id="Ra9c30c81e4df4d58"/>
    <p:sldId xmlns:r="http://schemas.openxmlformats.org/officeDocument/2006/relationships" id="261" r:id="R12ab9be1026c45ec"/>
    <p:sldId xmlns:r="http://schemas.openxmlformats.org/officeDocument/2006/relationships" id="262" r:id="Ra1128776d4044abe"/>
    <p:sldId xmlns:r="http://schemas.openxmlformats.org/officeDocument/2006/relationships" id="263" r:id="R9d6430d13a484aac"/>
    <p:sldId xmlns:r="http://schemas.openxmlformats.org/officeDocument/2006/relationships" id="264" r:id="R650565ecbca94758"/>
    <p:sldId xmlns:r="http://schemas.openxmlformats.org/officeDocument/2006/relationships" id="265" r:id="R4c8ea03570824442"/>
    <p:sldId xmlns:r="http://schemas.openxmlformats.org/officeDocument/2006/relationships" id="266" r:id="R06e3d14140fd4eb2"/>
    <p:sldId xmlns:r="http://schemas.openxmlformats.org/officeDocument/2006/relationships" id="267" r:id="R8edc994076d6404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c3350b5d80041d9" /><Relationship Type="http://schemas.openxmlformats.org/officeDocument/2006/relationships/slideMaster" Target="/ppt/slideMasters/slideMaster1.xml" Id="R22427a7371bd47dd" /><Relationship Type="http://schemas.openxmlformats.org/officeDocument/2006/relationships/notesMaster" Target="/ppt/notesMasters/notesMaster1.xml" Id="Rb79671e245e145bf" /><Relationship Type="http://schemas.openxmlformats.org/officeDocument/2006/relationships/presProps" Target="/ppt/presProps.xml" Id="R3633f0db43754bcf" /><Relationship Type="http://schemas.openxmlformats.org/officeDocument/2006/relationships/tableStyles" Target="/ppt/tableStyles.xml" Id="R5cb3da832fe747f7" /><Relationship Type="http://schemas.openxmlformats.org/officeDocument/2006/relationships/slide" Target="/ppt/slides/slide1.xml" Id="R5f3c0a79ce364a55" /><Relationship Type="http://schemas.openxmlformats.org/officeDocument/2006/relationships/slide" Target="/ppt/slides/slide2.xml" Id="Rd42678630a8f48ac" /><Relationship Type="http://schemas.openxmlformats.org/officeDocument/2006/relationships/slide" Target="/ppt/slides/slide3.xml" Id="Rcaf62451c35f48e3" /><Relationship Type="http://schemas.openxmlformats.org/officeDocument/2006/relationships/slide" Target="/ppt/slides/slide4.xml" Id="R6822c289f09c4131" /><Relationship Type="http://schemas.openxmlformats.org/officeDocument/2006/relationships/slide" Target="/ppt/slides/slide5.xml" Id="Ra9c30c81e4df4d58" /><Relationship Type="http://schemas.openxmlformats.org/officeDocument/2006/relationships/slide" Target="/ppt/slides/slide6.xml" Id="R12ab9be1026c45ec" /><Relationship Type="http://schemas.openxmlformats.org/officeDocument/2006/relationships/slide" Target="/ppt/slides/slide7.xml" Id="Ra1128776d4044abe" /><Relationship Type="http://schemas.openxmlformats.org/officeDocument/2006/relationships/slide" Target="/ppt/slides/slide8.xml" Id="R9d6430d13a484aac" /><Relationship Type="http://schemas.openxmlformats.org/officeDocument/2006/relationships/slide" Target="/ppt/slides/slide9.xml" Id="R650565ecbca94758" /><Relationship Type="http://schemas.openxmlformats.org/officeDocument/2006/relationships/slide" Target="/ppt/slides/slide10.xml" Id="R4c8ea03570824442" /><Relationship Type="http://schemas.openxmlformats.org/officeDocument/2006/relationships/slide" Target="/ppt/slides/slide11.xml" Id="R06e3d14140fd4eb2" /><Relationship Type="http://schemas.openxmlformats.org/officeDocument/2006/relationships/slide" Target="/ppt/slides/slide12.xml" Id="R8edc994076d6404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553bb88e4ef41d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01b6e0ed3b34017" /><Relationship Type="http://schemas.openxmlformats.org/officeDocument/2006/relationships/notesMaster" Target="/ppt/notesMasters/notesMaster1.xml" Id="Rf359de4f4c9c428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96cd5bb54344b24" /><Relationship Type="http://schemas.openxmlformats.org/officeDocument/2006/relationships/notesMaster" Target="/ppt/notesMasters/notesMaster1.xml" Id="Rae6fcdf508cf400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1f5704ce5d24305" /><Relationship Type="http://schemas.openxmlformats.org/officeDocument/2006/relationships/notesMaster" Target="/ppt/notesMasters/notesMaster1.xml" Id="R1026cf4dd5874ad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58b09adfaae41ea" /><Relationship Type="http://schemas.openxmlformats.org/officeDocument/2006/relationships/notesMaster" Target="/ppt/notesMasters/notesMaster1.xml" Id="R4bbf9ead21c1413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3412cf28f534a6a" /><Relationship Type="http://schemas.openxmlformats.org/officeDocument/2006/relationships/notesMaster" Target="/ppt/notesMasters/notesMaster1.xml" Id="R01a97311f8bd49a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5869aeed1d145c9" /><Relationship Type="http://schemas.openxmlformats.org/officeDocument/2006/relationships/notesMaster" Target="/ppt/notesMasters/notesMaster1.xml" Id="R062df9b463874c9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efa4ca956e349cb" /><Relationship Type="http://schemas.openxmlformats.org/officeDocument/2006/relationships/notesMaster" Target="/ppt/notesMasters/notesMaster1.xml" Id="R2d9f9b1db81043d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55eb91e52e44961" /><Relationship Type="http://schemas.openxmlformats.org/officeDocument/2006/relationships/notesMaster" Target="/ppt/notesMasters/notesMaster1.xml" Id="R5bbc6b6aa1bb4dd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3392b637dde46ea" /><Relationship Type="http://schemas.openxmlformats.org/officeDocument/2006/relationships/notesMaster" Target="/ppt/notesMasters/notesMaster1.xml" Id="R0ced3ac5486b4ec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ee57b3d94064a4f" /><Relationship Type="http://schemas.openxmlformats.org/officeDocument/2006/relationships/notesMaster" Target="/ppt/notesMasters/notesMaster1.xml" Id="R88ff6112407942d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2ecbefb71614b17" /><Relationship Type="http://schemas.openxmlformats.org/officeDocument/2006/relationships/notesMaster" Target="/ppt/notesMasters/notesMaster1.xml" Id="R0a3273293f2547e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b8b75ba3f4d47be" /><Relationship Type="http://schemas.openxmlformats.org/officeDocument/2006/relationships/notesMaster" Target="/ppt/notesMasters/notesMaster1.xml" Id="R96061da288b34a7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Scale drawings, recipes, ratio bars, double number lines, rulers,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52 km. | Identify the multiplicative scale or total number of ratio parts. | Apply the same multiplicative relationship to every corresponding measure or ratio part.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proportion, scale factor, corresponding, share, ratio part, total parts.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£180 and £240.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52 km.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Apply the same multiplicative relationship to every corresponding measure or ratio part.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52 km..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24.5 cm..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1,050 g.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24.5 cm.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24.5 cm. | Apply the same multiplicative relationship to every corresponding measure or ratio part.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824153f7e21457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ee7282991b143ed" /><Relationship Type="http://schemas.openxmlformats.org/officeDocument/2006/relationships/slideLayout" Target="/ppt/slideLayouts/slideLayout1.xml" Id="R39fd6861f153489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9fd6861f153489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bef8d202814306" /><Relationship Type="http://schemas.openxmlformats.org/officeDocument/2006/relationships/notesSlide" Target="/ppt/notesSlides/notesSlide1.xml" Id="R6309e36439e5404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942f88a44546fb" /><Relationship Type="http://schemas.openxmlformats.org/officeDocument/2006/relationships/notesSlide" Target="/ppt/notesSlides/notesSlide2.xml" Id="Reeaae77c13734bd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51adb016fe4b1a" /><Relationship Type="http://schemas.openxmlformats.org/officeDocument/2006/relationships/notesSlide" Target="/ppt/notesSlides/notesSlide3.xml" Id="Ra12341731752449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43a9aa9bcd43fa" /><Relationship Type="http://schemas.openxmlformats.org/officeDocument/2006/relationships/notesSlide" Target="/ppt/notesSlides/notesSlide4.xml" Id="R69dca3417028487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a1bd3dd04d4f4c" /><Relationship Type="http://schemas.openxmlformats.org/officeDocument/2006/relationships/notesSlide" Target="/ppt/notesSlides/notesSlide5.xml" Id="Ref5fde6e22634ae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873d0cf68241ba" /><Relationship Type="http://schemas.openxmlformats.org/officeDocument/2006/relationships/notesSlide" Target="/ppt/notesSlides/notesSlide6.xml" Id="Rb9426d79d34841b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4345bf1f024e75" /><Relationship Type="http://schemas.openxmlformats.org/officeDocument/2006/relationships/image" Target="/ppt/media/image.png" Id="R19703fcfb4684831" /><Relationship Type="http://schemas.openxmlformats.org/officeDocument/2006/relationships/notesSlide" Target="/ppt/notesSlides/notesSlide7.xml" Id="Rf10ddf11b2fd464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fb5c9e207d44d8" /><Relationship Type="http://schemas.openxmlformats.org/officeDocument/2006/relationships/notesSlide" Target="/ppt/notesSlides/notesSlide8.xml" Id="R8c03b1db15474a1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820c0ab6374116" /><Relationship Type="http://schemas.openxmlformats.org/officeDocument/2006/relationships/notesSlide" Target="/ppt/notesSlides/notesSlide9.xml" Id="R9e76d8d51f20490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0ed0bb5f504558" /><Relationship Type="http://schemas.openxmlformats.org/officeDocument/2006/relationships/notesSlide" Target="/ppt/notesSlides/notesSlide10.xml" Id="R113ec07c517b4f1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b85790da974ae7" /><Relationship Type="http://schemas.openxmlformats.org/officeDocument/2006/relationships/notesSlide" Target="/ppt/notesSlides/notesSlide11.xml" Id="R783e71c0028e4b8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e8448f42d14e77" /><Relationship Type="http://schemas.openxmlformats.org/officeDocument/2006/relationships/notesSlide" Target="/ppt/notesSlides/notesSlide12.xml" Id="Rc991711942cf484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89128C-860A-4B3A-BD60-333626A80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AC52F9-B9FC-49C2-9AEB-46537FCB9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A13AD8-696E-406A-8965-D52B3796F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6E1488-FF12-49E7-AC37-E31D39927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0050E9-3AE0-48A1-B22A-D1A2BFC80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Share in a ratio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779CB4-63AC-404E-BE51-D137BB698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14A983-858B-4A87-97BB-3CC09E020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F8D3C8-38E1-4B15-9979-0410A6E32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divide a quantity into unequal parts.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92F62A-281F-4E57-8C6D-011236230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423B2D-024A-4EA0-8A41-50C2B9B2E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Scale drawings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E9F2DD-F1B6-4E24-95F4-1CA00B557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64929211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0C698E9-7E0B-4717-89C0-2943C087F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0C82B5-310D-4D68-BDAD-C0404BA48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244D57-8AFB-4597-A6AB-3E05A2EE5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B2EF71-153B-4DF2-A537-4CC4558AB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B39C8B-78B0-41A5-9985-75EC79F99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B872A0-D1B8-4648-98A4-1385C97D2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A7A5E9-AC0A-495D-BB67-E01BC5C04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8E2181-7202-467D-99CC-F5AD000B5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45C59A-185A-45FB-8AAE-D10838E02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Share in a ratio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9EED3A-8AED-4420-974B-DF673381C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9FFF05-45A4-4600-9EC7-8607F8227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E20904-0CA8-4138-A09F-98244C5E5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D1592F-18DB-4A4A-921A-9A4530598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Use scale factors and ratio parts to solve proportional problems.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E9CFFC-3988-4521-880A-578C60754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752E912-12E4-4C04-9A36-0CF8DBBAB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B85161B-F7FB-4D4A-9CE8-755D65449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0FBBA5E-18BD-46C8-BDA3-8C4CE9968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map scale is 1 cm to 8 km. Two towns are 6.5 cm apart. Find the real distance.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367A782-E5CD-4B23-8362-08B482250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F442680-B639-4B28-AD16-E3F002F87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6E0BD90-6FBB-45D9-BC06-236906986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657B6EA-38AB-47D0-B541-BA6228D34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Share £420 in the ratio 3:4.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5B7F91B-97AB-4592-93D0-FF9772B7F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86578700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931A9D-F31B-494E-A844-1AE968736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D70A8E-B938-45E9-BF29-50E7274F8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3CAE05-D948-4C3B-869A-B1A1C23D9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9CA934-2EE1-4E6C-A876-F6801C15D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03DE5C-1A7B-448C-8F68-813D36D15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DBBA26-492D-465C-85F6-E513991B3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81739B-1253-43A3-86C1-60146FE23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F3C9E5-E934-493F-BE94-81CB71FB5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7C7696-7066-439B-AB47-5B1EA2534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Share in a ratio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A20CCA-0563-41E9-8E52-50E3733A7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divide a quantity into unequal parts.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95E1B2-6D77-4C5B-AA7D-5544F91F8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7FDD622-90AD-4FAE-AAB5-90C0763E9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Identify the multiplicative scale or total number of ratio parts.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6D8ED0-AAAF-41F0-977E-1F1F95492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Apply the factor consistently or find the value of one part.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372479-8F6D-40BC-9146-05E6D7754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Recombine and check the total or corresponding measure.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A74C1D-59E1-4ADA-A84A-BE725BD45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proportion  |  scale factor  |  corresponding  |  share  |  ratio part  |  total parts</a:t>
            </a:r>
          </a:p>
        </p:txBody>
      </p:sp>
    </p:spTree>
    <p:extLst>
      <p:ext uri="{BB962C8B-B14F-4D97-AF65-F5344CB8AC3E}">
        <p14:creationId xmlns:p14="http://schemas.microsoft.com/office/powerpoint/2010/main" val="61301153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9CA240F-32D3-4777-8A58-CF02E11CF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7E320D-8E94-4F33-92C3-800EDF875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8F88B1-64FF-44AD-B834-B4C4A1D9D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2DF136-65B6-4FDD-8B1D-BA1C47EB9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6493F4-4019-4E31-BF47-A59810462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F0F980-AD96-4B4B-9282-1AAC312AA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5557BB-7FA0-4AC7-8921-5F3FFE6ED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E773D5-A1DB-438E-AC08-20B41C899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1EAAAC-5550-49E9-8C95-D79BA4ED8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Share in a ratio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CB3980-F035-44D3-A8B2-19984D16E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Share £420 in the ratio 3:4.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BC7DF6-25D8-4798-821F-822033A88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B34B8C-AD91-4D27-9419-BA45C477F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A13A72-9300-4F6E-A918-419192FCF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Identify the multiplicative scale or total number of ratio parts.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C72072D-5E12-4A49-BCF8-10D000CCC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A8B12B1-CFF5-445C-B641-BED5A1835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365E0CA-7070-4C63-BFD4-244103415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Apply the factor consistently or find the value of one part.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391EE0F-5D71-4AEB-914D-A5CE2A60A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1BB1C4E-AC8F-42FC-AB26-79A8909BA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D4789A6-86FF-40F5-84E3-5011EB330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£180 and £240.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7B39DBF-3714-447E-8A60-ACC8EFCB7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1EEFFD6-D4F4-405E-91FE-09D3B59E3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F16F93D-40DB-4A4F-9B36-B5E01A2D4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Recombine and check the total or corresponding measure.</a:t>
            </a:r>
          </a:p>
        </p:txBody>
      </p:sp>
    </p:spTree>
    <p:extLst>
      <p:ext uri="{BB962C8B-B14F-4D97-AF65-F5344CB8AC3E}">
        <p14:creationId xmlns:p14="http://schemas.microsoft.com/office/powerpoint/2010/main" val="65075708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6AFE88-9DD2-4BDC-A265-DE703DBBE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4027B2-76EA-4FCB-B34C-D34CEE79E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F0CB64-A2FA-454B-9435-1BDB89E65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1FED5E-A971-4F52-B3B7-8E8EBE270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A06F9A-11FC-4A22-97ED-BF7FFFFD7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C7B942-8823-479A-9A12-C057ED744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7F864F-F082-4DEC-B9F3-AF425185F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C857E9-C751-4A17-A2CF-CC0FAC1B1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F5AED2-FA54-4B9D-9108-A4A75E34F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Share in a ratio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353875-3306-4C0E-BDCD-0C206D757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CCFD82-296B-49F0-BC1D-5BF8EBB04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£180 and £240.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EAC686-54C3-4179-AD79-CBA44E72D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72D299E-C69E-41DC-AE87-18AE96F03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Recombine and check the total or corresponding measure.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F5077A-A0C5-45AF-B67C-B88769B57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0876135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4605045-A8A5-4F2E-931B-DE2CFFF2E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F527E0-3004-46C2-BC61-C9D8B0720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E21CE7-12E8-458B-96F9-6C882DAFE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24C7AB-F7C9-4F47-846E-3F49069E5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279380-66BE-42A1-A0E1-B0542B00C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780E7F-2306-4893-91FE-AB006844F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68FE55-A1B1-4DA5-8F03-EBAB85FE1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63876E-2789-41AE-AF08-7141354EA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8AC11D-9454-40E3-B024-B9B7C7669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Share in a ratio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86EA70-9E89-40D9-B7E5-9E0A165D5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map scale is 1 cm to 8 km. Two towns are 6.5 cm apart. Find the real distance.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C08B1D-BFE7-480F-B6FC-77D42724D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AB0DD1-FCA0-4C62-8BAD-DCDD61B1F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9D8584-AB23-4B52-B0D7-8530E534E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69B238-2645-40CB-AF85-5AED3E6A3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5CC97B4-8D49-4638-9B76-6ECFB91FE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52 km.</a:t>
            </a:r>
          </a:p>
        </p:txBody>
      </p:sp>
    </p:spTree>
    <p:extLst>
      <p:ext uri="{BB962C8B-B14F-4D97-AF65-F5344CB8AC3E}">
        <p14:creationId xmlns:p14="http://schemas.microsoft.com/office/powerpoint/2010/main" val="196357367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AF4A0DB-211F-4AB5-B272-493A4ED62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D4A875-617F-4E58-AB2D-672DACD04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2017F9-7296-4DE9-9C21-E596C002B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35F355-A3FC-4000-A377-9ECB515B6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CDD074-7BAA-4910-9D70-890BA036E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2A81C2-2552-4435-83E3-EBC8762C7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9EEFF2-F0E0-406E-86E8-DC3C90326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0FEF79-95DD-4F26-9AF9-DDEF35C9E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D3B282-7E71-4C10-B7DC-C40A282F3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Share in a ratio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703fcfb4684831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29F846-65A6-4AAC-98A4-3C5B324EC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942276-9B7F-4C4F-A755-5A4F91819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uses the scale factor on only one corresponding quantity.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5217D9-6970-44B0-840A-07A86E3BF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3C6F5B-8C6B-4B97-B019-B7C1DD402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973C8D5-5BFF-46B1-BF31-BD4800A70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Apply the same multiplicative relationship to every corresponding measure or ratio part.</a:t>
            </a:r>
          </a:p>
        </p:txBody>
      </p:sp>
    </p:spTree>
    <p:extLst>
      <p:ext uri="{BB962C8B-B14F-4D97-AF65-F5344CB8AC3E}">
        <p14:creationId xmlns:p14="http://schemas.microsoft.com/office/powerpoint/2010/main" val="108079933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B8431CB-AB48-40F3-955F-3CC47F56C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C9CD1F-E8AC-46D4-BAB1-D19ECDEE4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6E9B63-6173-4ED3-864C-7D4C5A667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CC2FFA-44B4-43F0-BDE1-5A13C023F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C305F8-D62F-4273-9AA3-985ADEE83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1231FC-15CF-4D2E-8A93-53C262B94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69A54F-9AA0-483D-9560-B71275C06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EEF115-6D1B-4831-BA3C-A2C316CC0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BF7425-3136-4E8A-81D9-27D2AC5FB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Share in a ratio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E4756B-2036-4DB6-840A-C55FA05C3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AF61137-B8CB-4484-9D73-7221579A1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D60072-2295-4C75-83F2-4EB600418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88C8BE-AF3C-47CE-9FD4-9096037E5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map scale is 1 cm to 8 km. Two towns are 6.5 cm apart. Find the real distance.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AFF94E-9E9D-4DFC-87BD-7620DDE47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B694795-8276-46B1-B577-C217AFB9D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BCA996C-B031-4FD6-B27C-C1FA2F4B4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995ED86-5C9A-4F3B-9EEF-CDA223154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6348C5-CE38-4D3C-AD0B-E0E91AD86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1C47A71-D757-4F8F-B07C-CA68A2456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4A675BD-47B4-4A67-A735-A9CE8B2DF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B163909-BF30-486E-9319-2F50B9D4A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52 km.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DB2792E-405E-43A8-86B7-877B9B029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67538847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71BDF44-6237-4AD7-BB1C-C5DFE07E8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782520-25E2-4AE6-83CA-28BBF822C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5B8817-BD17-43E6-834F-F76DFCCA5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8586AF-592D-4C9F-8929-68DE0B56C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240F73-267E-4AE9-89E3-A0C478004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8A4E7A-5D08-4C50-B045-12011C922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DBFEDF-493E-42B7-811F-4456786EE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16ED4F-DEF1-483A-99E5-FD8A08876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189B97-2AF6-43AE-AD21-A053DCE90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Share in a ratio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40F3DE-FAD7-4E38-BA70-54F62425E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75EA24-9334-48F7-A881-B49D09B04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9982B2-040C-46DB-A519-1B16C4794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D2F848-E45B-494E-A6A8-DE463E045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length of 7 cm is enlarged by scale factor 3.5. What is the new length?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FB233EB-BCBE-4E2D-8476-220ACB25D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61C994-A84C-48E4-A48B-81EFD8123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F411D0E-B025-49FB-BA76-2B9004894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83A79BF-C045-452D-9FC7-B5B22F159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832BBF3-B6E0-46DD-9866-260C5C7D7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4F3176C-7FAC-48D7-A642-D20C9B460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F4BF729-FE3D-466A-B280-7302F8654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97362EC-C238-4ABA-A1A4-B0C4A3A5C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208965354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B9658E-2C11-43A6-8203-28738157A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C14BA5-56FB-478C-B6E2-21360EB87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9BB888-139E-4E16-932D-8A95537D9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63FF36-830F-4134-99AC-2FD3E51CB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04B607-D1C0-444D-88A5-DB8135791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874818-CADA-495F-9FE6-827A7F616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ADE8FF-8502-4BFE-80BC-D4F8FDAF2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42FF79-1009-4E85-BAB0-413B66422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A71791-2A9B-4040-94B8-C4D66E9A8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Share in a ratio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4831A7-D8B1-4F78-952F-581A02175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A recipe for 6 uses 450 g flour. How much flour is needed for 14?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C54BAC-BEF3-4014-BE8A-75388BB85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4992DE-461A-4AF7-8AD1-311894537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7A877E-5F1D-4C27-B42A-EA46E5CC7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1,050 g.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177870066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172B8D-40BD-49CA-A684-87368434E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9D7672-D9C9-41B9-9ABA-3DAAC89B4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63231F-2F86-4B7A-9FC1-D8B28D0B6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C4F47D-ECD8-4FB6-BD9E-06B6881E0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4E984A-606D-4E40-A298-127FE5603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B571BF-B024-4094-8ED8-A7EE30991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403C82-7EEC-4E46-A6B0-4DEF72E73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3FD061-33A1-4D4D-BD57-C72B640AE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7CD1B6-C989-4691-8111-096EA5C83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Share in a ratio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8CFA1B-F8B3-42EB-9AF0-8108EF3F0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FB8833-3B06-47EE-9E4E-ECBEC75A4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5FDFC2-F0D0-453A-AB93-8362620BF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length of 7 cm is enlarged by scale factor 3.5. What is the new length?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1BAC268-06C0-45C8-B9E9-435E7BC15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92704E-D59C-49EB-8B3B-8A9B650FA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6354446-3535-4A2D-AEA8-C2A9A5F00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05D7CEF-DF17-4D9A-9316-F17BAF9CD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24.5 cm.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167D707-11C0-4D5B-B2F6-E9F4A7860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5EBA008-A2F2-4FEB-A65A-0B239FF1E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70943511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C549DC7-BD47-49F2-B21C-76F7877D0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DF035D-1FFF-45FA-9C88-42E449D50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1FE0C4-3890-4FFB-AB20-14A5E1E0D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8C3F76-E95D-480F-8FE6-7AAC8E762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5081DD-1678-4514-AF9F-D33FA0BCC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0C1194-F3A4-42BB-A5A7-997F32F94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D294A3-45B1-46D9-BF85-73D640A1B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EDE646-A151-48B7-8F4E-1F6BC2A25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F77FE0-B82D-4BEF-8A8E-44CC0654D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Share in a ratio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022A78-E138-488D-89D0-6CAD49F7D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87C87C-533D-4EA8-9444-61FD0C475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11D398-3593-4752-A8FB-5FE9D4FF1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E2360D-DD82-4E07-995E-19DC51CFC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length of 7 cm is enlarged by scale factor 3.5. What is the new length?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9DF742-33FC-49F9-A6D1-266D92253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EE387C7-CB7F-4F09-BA2C-C5ABB9791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F524E8F-AA51-4A7E-A13A-D177991AD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2CDBAF-E46D-44DA-AC6C-EF4134134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uses the scale factor on only one corresponding quantity.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20A63AC-AA0D-40A1-A73D-C44388171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D29DF47-8B38-4846-9421-094818D58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FD77C78-8A73-4BB4-BB82-3692AF00D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E85948D-07E1-4869-8CC4-071A078D0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2F89C50-4DBB-411B-A5C0-344DD1BC6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14499418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2026-09-09T20:47:15.4030000Z</dcterms:created>
  <dcterms:modified xsi:type="dcterms:W3CDTF">2026-09-09T20:47:15.4030000Z</dcterms:modified>
</coreProperties>
</file>