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21f10d8d724563" /><Relationship Type="http://schemas.openxmlformats.org/officeDocument/2006/relationships/extended-properties" Target="/docProps/app.xml" Id="R4d1f235f14a84df8" /><Relationship Type="http://schemas.openxmlformats.org/officeDocument/2006/relationships/officeDocument" Target="/ppt/presentation.xml" Id="R7dc77b5a957549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85782a50e84119"/>
  </p:sldMasterIdLst>
  <p:notesMasterIdLst>
    <p:notesMasterId xmlns:r="http://schemas.openxmlformats.org/officeDocument/2006/relationships" r:id="R7d686fe53d1d4902"/>
  </p:notesMasterIdLst>
  <p:sldIdLst>
    <p:sldId xmlns:r="http://schemas.openxmlformats.org/officeDocument/2006/relationships" id="256" r:id="Rae6faf4bf94c495e"/>
    <p:sldId xmlns:r="http://schemas.openxmlformats.org/officeDocument/2006/relationships" id="257" r:id="R35aafb7c69204397"/>
    <p:sldId xmlns:r="http://schemas.openxmlformats.org/officeDocument/2006/relationships" id="258" r:id="R584fdae15a584dee"/>
    <p:sldId xmlns:r="http://schemas.openxmlformats.org/officeDocument/2006/relationships" id="259" r:id="R38495fe8d98c4738"/>
    <p:sldId xmlns:r="http://schemas.openxmlformats.org/officeDocument/2006/relationships" id="260" r:id="R0974f1249f1946f0"/>
    <p:sldId xmlns:r="http://schemas.openxmlformats.org/officeDocument/2006/relationships" id="261" r:id="Rb2f8d1fe32ad4127"/>
    <p:sldId xmlns:r="http://schemas.openxmlformats.org/officeDocument/2006/relationships" id="262" r:id="Rc1a159df880048c6"/>
    <p:sldId xmlns:r="http://schemas.openxmlformats.org/officeDocument/2006/relationships" id="263" r:id="R81df51174be94b76"/>
    <p:sldId xmlns:r="http://schemas.openxmlformats.org/officeDocument/2006/relationships" id="264" r:id="Rd0fa8e16b6d940e5"/>
    <p:sldId xmlns:r="http://schemas.openxmlformats.org/officeDocument/2006/relationships" id="265" r:id="Ra0a509a4b2f44f8e"/>
    <p:sldId xmlns:r="http://schemas.openxmlformats.org/officeDocument/2006/relationships" id="266" r:id="R0c08d72a890e4772"/>
    <p:sldId xmlns:r="http://schemas.openxmlformats.org/officeDocument/2006/relationships" id="267" r:id="R0b53ab4ee73843f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f588d1cef8488a" /><Relationship Type="http://schemas.openxmlformats.org/officeDocument/2006/relationships/slideMaster" Target="/ppt/slideMasters/slideMaster1.xml" Id="R0185782a50e84119" /><Relationship Type="http://schemas.openxmlformats.org/officeDocument/2006/relationships/notesMaster" Target="/ppt/notesMasters/notesMaster1.xml" Id="R7d686fe53d1d4902" /><Relationship Type="http://schemas.openxmlformats.org/officeDocument/2006/relationships/presProps" Target="/ppt/presProps.xml" Id="Rb184f2353b634d94" /><Relationship Type="http://schemas.openxmlformats.org/officeDocument/2006/relationships/tableStyles" Target="/ppt/tableStyles.xml" Id="R4c1b5501e8634f32" /><Relationship Type="http://schemas.openxmlformats.org/officeDocument/2006/relationships/slide" Target="/ppt/slides/slide1.xml" Id="Rae6faf4bf94c495e" /><Relationship Type="http://schemas.openxmlformats.org/officeDocument/2006/relationships/slide" Target="/ppt/slides/slide2.xml" Id="R35aafb7c69204397" /><Relationship Type="http://schemas.openxmlformats.org/officeDocument/2006/relationships/slide" Target="/ppt/slides/slide3.xml" Id="R584fdae15a584dee" /><Relationship Type="http://schemas.openxmlformats.org/officeDocument/2006/relationships/slide" Target="/ppt/slides/slide4.xml" Id="R38495fe8d98c4738" /><Relationship Type="http://schemas.openxmlformats.org/officeDocument/2006/relationships/slide" Target="/ppt/slides/slide5.xml" Id="R0974f1249f1946f0" /><Relationship Type="http://schemas.openxmlformats.org/officeDocument/2006/relationships/slide" Target="/ppt/slides/slide6.xml" Id="Rb2f8d1fe32ad4127" /><Relationship Type="http://schemas.openxmlformats.org/officeDocument/2006/relationships/slide" Target="/ppt/slides/slide7.xml" Id="Rc1a159df880048c6" /><Relationship Type="http://schemas.openxmlformats.org/officeDocument/2006/relationships/slide" Target="/ppt/slides/slide8.xml" Id="R81df51174be94b76" /><Relationship Type="http://schemas.openxmlformats.org/officeDocument/2006/relationships/slide" Target="/ppt/slides/slide9.xml" Id="Rd0fa8e16b6d940e5" /><Relationship Type="http://schemas.openxmlformats.org/officeDocument/2006/relationships/slide" Target="/ppt/slides/slide10.xml" Id="Ra0a509a4b2f44f8e" /><Relationship Type="http://schemas.openxmlformats.org/officeDocument/2006/relationships/slide" Target="/ppt/slides/slide11.xml" Id="R0c08d72a890e4772" /><Relationship Type="http://schemas.openxmlformats.org/officeDocument/2006/relationships/slide" Target="/ppt/slides/slide12.xml" Id="R0b53ab4ee73843f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18de5664a44cf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34bbc83e1d4698" /><Relationship Type="http://schemas.openxmlformats.org/officeDocument/2006/relationships/notesMaster" Target="/ppt/notesMasters/notesMaster1.xml" Id="R6fa53aa995904f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99aab9918e4932" /><Relationship Type="http://schemas.openxmlformats.org/officeDocument/2006/relationships/notesMaster" Target="/ppt/notesMasters/notesMaster1.xml" Id="R06d539ad9ddc45b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a9409eb9874857" /><Relationship Type="http://schemas.openxmlformats.org/officeDocument/2006/relationships/notesMaster" Target="/ppt/notesMasters/notesMaster1.xml" Id="R0525dbc65c9f45b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74bbb0cb4749b1" /><Relationship Type="http://schemas.openxmlformats.org/officeDocument/2006/relationships/notesMaster" Target="/ppt/notesMasters/notesMaster1.xml" Id="R798ddd395fb246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290aa621754c76" /><Relationship Type="http://schemas.openxmlformats.org/officeDocument/2006/relationships/notesMaster" Target="/ppt/notesMasters/notesMaster1.xml" Id="R7c8c9a59effd4c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d155b8562d40fe" /><Relationship Type="http://schemas.openxmlformats.org/officeDocument/2006/relationships/notesMaster" Target="/ppt/notesMasters/notesMaster1.xml" Id="R5e6a3f151bd74db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d3dab7b3874177" /><Relationship Type="http://schemas.openxmlformats.org/officeDocument/2006/relationships/notesMaster" Target="/ppt/notesMasters/notesMaster1.xml" Id="R6555bc60542145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da28e2d2804433c" /><Relationship Type="http://schemas.openxmlformats.org/officeDocument/2006/relationships/notesMaster" Target="/ppt/notesMasters/notesMaster1.xml" Id="Rf1f8bd590d8745b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0b668f2088f4b73" /><Relationship Type="http://schemas.openxmlformats.org/officeDocument/2006/relationships/notesMaster" Target="/ppt/notesMasters/notesMaster1.xml" Id="R78d39a7c5c8c4b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64b8b05c4fc4036" /><Relationship Type="http://schemas.openxmlformats.org/officeDocument/2006/relationships/notesMaster" Target="/ppt/notesMasters/notesMaster1.xml" Id="R0c46d40d17a442f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7665302545f47e3" /><Relationship Type="http://schemas.openxmlformats.org/officeDocument/2006/relationships/notesMaster" Target="/ppt/notesMasters/notesMaster1.xml" Id="Rfa48d5419133423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975d1369a9d4300" /><Relationship Type="http://schemas.openxmlformats.org/officeDocument/2006/relationships/notesMaster" Target="/ppt/notesMasters/notesMaster1.xml" Id="Ra49574dfcc2848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Scale drawings, recipes, ratio bars, double number lines,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52 km. | Identify the multiplicative scale or total number of ratio parts. |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proportion, scale factor, corresponding, share, ratio part, total parts.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£180 and £240.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52 km.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Apply the same multiplicative relationship to every corresponding measure or ratio part.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52 km..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24.5 cm..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1,050 g.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24.5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24.5 cm. | Apply the same multiplicative relationship to every corresponding measure or ratio part.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fc444a5fa2447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16d50f42aa4e58" /><Relationship Type="http://schemas.openxmlformats.org/officeDocument/2006/relationships/slideLayout" Target="/ppt/slideLayouts/slideLayout1.xml" Id="R9cd0e114af8041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d0e114af8041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b596b53704934" /><Relationship Type="http://schemas.openxmlformats.org/officeDocument/2006/relationships/notesSlide" Target="/ppt/notesSlides/notesSlide1.xml" Id="R25d6ce1f9a86406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49d0978f94fd1" /><Relationship Type="http://schemas.openxmlformats.org/officeDocument/2006/relationships/notesSlide" Target="/ppt/notesSlides/notesSlide2.xml" Id="Rd448eae511164c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492b119cdc4e60" /><Relationship Type="http://schemas.openxmlformats.org/officeDocument/2006/relationships/notesSlide" Target="/ppt/notesSlides/notesSlide3.xml" Id="R3d1090480edb46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3994fe34c4ec3" /><Relationship Type="http://schemas.openxmlformats.org/officeDocument/2006/relationships/notesSlide" Target="/ppt/notesSlides/notesSlide4.xml" Id="Ra45043a2d06b44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7e4e758bab4a26" /><Relationship Type="http://schemas.openxmlformats.org/officeDocument/2006/relationships/notesSlide" Target="/ppt/notesSlides/notesSlide5.xml" Id="Rb10dfead43a44c8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cdc0d36f04794" /><Relationship Type="http://schemas.openxmlformats.org/officeDocument/2006/relationships/notesSlide" Target="/ppt/notesSlides/notesSlide6.xml" Id="R87cb827693d44b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b030ad6a34df3" /><Relationship Type="http://schemas.openxmlformats.org/officeDocument/2006/relationships/image" Target="/ppt/media/image.png" Id="Re7f7d250d5044dfc" /><Relationship Type="http://schemas.openxmlformats.org/officeDocument/2006/relationships/notesSlide" Target="/ppt/notesSlides/notesSlide7.xml" Id="R84603f22b8e4441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1e8442884c41d9" /><Relationship Type="http://schemas.openxmlformats.org/officeDocument/2006/relationships/notesSlide" Target="/ppt/notesSlides/notesSlide8.xml" Id="R67ed75d31f704b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694aef4c6d4e68" /><Relationship Type="http://schemas.openxmlformats.org/officeDocument/2006/relationships/notesSlide" Target="/ppt/notesSlides/notesSlide9.xml" Id="R97987e3f17384fb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7a286918324c99" /><Relationship Type="http://schemas.openxmlformats.org/officeDocument/2006/relationships/notesSlide" Target="/ppt/notesSlides/notesSlide10.xml" Id="Rbf73c152d6a644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15bc9167f4d61" /><Relationship Type="http://schemas.openxmlformats.org/officeDocument/2006/relationships/notesSlide" Target="/ppt/notesSlides/notesSlide11.xml" Id="R11885bd2915845a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fba87e47b41c8" /><Relationship Type="http://schemas.openxmlformats.org/officeDocument/2006/relationships/notesSlide" Target="/ppt/notesSlides/notesSlide12.xml" Id="R6fcd6ad883c14c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5BE4F-6CAC-4E1B-B3B2-EC5BAC596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E67B1-DB58-43FE-ABFD-82DCFFF20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6EC906-239A-4DFB-BA93-1E22EF21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3F515-1C7B-42BE-8C2D-7501CCB81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0E5CBB-D9F9-4FF4-B456-012C43FA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AAFE7E-29F1-4BC4-AF59-C57BF94B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DAAF84-8DDA-49DF-B6A5-253FCFF9F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3D5A2-2F38-4450-B470-D86F59B8E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a quantity into unequal parts.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EE4867-1F58-45D2-823F-95C8E0B1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CF497-29C9-45C6-8464-B599C6D74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Scale drawings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700985-6903-4475-80AF-AB62444A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582129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635BEE-1230-4925-AA0C-196AA8FC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9D7A2D-9F96-4675-80E3-463B288E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18DB16-B106-4C87-B53B-853CBE85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651CC7-E31A-46A3-8453-2291127C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97A5B-60C2-4920-BA6B-F8D1CB57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99AC43-7BC0-4CFB-AA3B-6651DF07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6B15E5-1F31-4380-B74C-4C86E651A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E2D603-259E-492B-9816-9A3D7EF0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EE5988-F867-471E-8815-A71DFE063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0BE2F9-ED2E-434C-816D-5F6AE983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054849-5255-4A00-BAB6-63230184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5C051E-DE3F-4325-93EC-88DDE53F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98D370-E17E-444C-8B6F-F160A6AB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scale factors and ratio parts to solve proportional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CF8F18-292A-45C2-96BE-BD4D921A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B531DB-87BA-4AE3-9C50-535881BB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3FFE6A-4BB8-4E82-9791-08A4D1B69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8AD4E6-6DB3-4949-8957-196A6EF60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62CDEE-252B-4DB2-AF08-8AF5D731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A82E9D-B90C-4F47-9F7B-34332662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63C354-386F-469F-B7CA-A3236BD4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6E515B-BA3D-499C-BA64-ED516EAF3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Share £420 in the ratio 3:4.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9E79BA-3F45-4C58-B935-172CAEE1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8152365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CA33C6-E190-43CB-9772-1B82EB0A4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E17FA-8167-4AB9-BBB4-5CC80F23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0705EB-2858-4858-8A1E-B85C02CB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480797-ACA6-4499-B11F-D64707DA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DC002-CDC9-42EB-A0EF-4C726137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6DD957-2034-49BD-AA92-FE72D4F5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EBD73E-0A3B-4593-AC40-61BE0E88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356A23-B3C5-4123-9D0E-8F69C4F1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96E41-DD72-46CD-8BAA-66BD2811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CB5E19-5792-41E2-8B48-91663261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divide a quantity into unequal parts.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84FF35-D148-4F0D-9EC9-CFAE1B78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5A4667-6351-4CB6-AB29-C3977886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multiplicative scale or total number of ratio parts.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35DF7-37F5-402D-A7C7-090D2667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Apply the factor consistently or find the value of one part.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22A413-6E2B-488A-BCC4-BA6186D1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Recombine and check the total or corresponding measure.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CE720A-00AA-40AD-8E4E-575C1103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proportion  |  scale factor  |  corresponding  |  share  |  ratio part  |  total parts</a:t>
            </a:r>
          </a:p>
        </p:txBody>
      </p:sp>
    </p:spTree>
    <p:extLst>
      <p:ext uri="{BB962C8B-B14F-4D97-AF65-F5344CB8AC3E}">
        <p14:creationId xmlns:p14="http://schemas.microsoft.com/office/powerpoint/2010/main" val="11618206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27AD70-D480-4C22-BCF7-57B87210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C41882-E587-4A94-B55E-FB396B29B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598526-EFF8-4446-89E6-95381CDD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A18E14-1647-4AEA-9136-72BDBADD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84FC4-519E-4670-B97B-7DC5D6AC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E81178-2152-4E64-B13B-BC9BC91D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71FAB3-A97B-44F3-B781-174533B6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7EEF86-7BC5-4F57-BC50-6B4BB3A3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90ACE-E1FC-47C4-8A50-DC9501833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7A8996-3DD2-45E1-B170-6F94D51B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the ratio 3:4.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F6028-964E-4973-B7B6-612BA3BB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5CF7BD-F8E5-4EAB-B02F-0CA74549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BBB336-3054-4B2F-9F7E-9A3D783E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Share £420 in ratio 3 : 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19ACF0-623E-491F-ADE2-6366092DF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F695AE-C114-4816-AA73-25628E7C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40DF9F-6884-46DE-A6B2-A53117D5B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Total parts = 3 + 4 = 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BB0F81-5B2C-46BE-99BD-765BF948E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145C79-CBE6-43CC-BA45-4F567FA0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A0CA2B-351E-4E59-96AF-86AD8968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One part = £420 ÷ 7 = £60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3778F2-D124-4082-B13E-265C55E6E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26610D-A826-4F9A-B23D-5CA67D6F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6FA80E5-BD73-4B5F-A98D-253C0CB2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 parts = £180     4 parts = £240</a:t>
            </a:r>
          </a:p>
        </p:txBody>
      </p:sp>
    </p:spTree>
    <p:extLst>
      <p:ext uri="{BB962C8B-B14F-4D97-AF65-F5344CB8AC3E}">
        <p14:creationId xmlns:p14="http://schemas.microsoft.com/office/powerpoint/2010/main" val="19904160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56E1F1-7F7B-4AA4-9322-C8419C70C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1DA81E-0D92-4ACD-B42F-EC26EF5E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6A312-13DC-42CE-9CD0-4A8C60C9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7F4E36-BFE3-48B9-BD9E-196F541C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E4623D-9AD5-4DD7-AD0A-9F6C8410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3F1281-4DED-46E5-88B3-BC09C236E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B8E2C6-F565-406C-86AF-42CB01913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9EB4A2-0BA3-41A6-B27C-937CAA4E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F30CE-6C09-4DE3-A83F-E1127A984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FBF20-66ED-473A-A392-AABC4AE1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36B810-69B6-4B04-83B0-FE1E35B6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£180 and £240.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2B3654-FCF5-4CEE-AE26-48E900FD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E0BC1-5998-4E47-9CCD-F006667C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Recombine and check the total or corresponding measure.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3586F8-3071-43C3-B9DC-C9F0BFC0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316708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0ABA54-EA39-47A1-BFAE-96B178830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81E28E-D159-4FCA-A619-8914C31EF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856E87-33BF-4453-BB52-836A645E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F8D3C-9B1D-4133-A805-48998F541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40C21D-26AF-4ED0-95A9-772DA370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0B9FF-D908-48B9-934B-FD7C9A91A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5FF495-FF66-4357-8048-175A04B72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B9C5A8-CB1D-4E62-8097-8793B916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CCC3A5-B443-4673-9F83-2AE1EC72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F9A1B1-F804-4482-834E-C7585AA5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FFEF8E-A2FE-4C4E-87C9-553A5D73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43F7F8-F011-42D9-95E2-5BF3D932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2193C5-F0C1-4405-98AB-CE9C9DB0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371E96-C869-44BB-8DD9-274447F6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429BDD-C6ED-4678-8CED-A1D3CE784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52 km.</a:t>
            </a:r>
          </a:p>
        </p:txBody>
      </p:sp>
    </p:spTree>
    <p:extLst>
      <p:ext uri="{BB962C8B-B14F-4D97-AF65-F5344CB8AC3E}">
        <p14:creationId xmlns:p14="http://schemas.microsoft.com/office/powerpoint/2010/main" val="16447616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0064ED-5628-4B36-ABC4-2146147F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F3C992-3587-4C13-886C-00662170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D7FD12-92F0-42C4-9E25-EA93D869F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E9AB8-5383-4387-8DCB-AED6D856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BCF50-84E9-450A-B6DD-624E8FF7D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2B9C2F-7384-4BA7-A2F7-D1483DCEF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69087D-B52E-4196-9E7B-9D0E31263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8E0DCB-9416-42F7-9618-B4D9DED4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7E6E66-17EE-4E45-B32C-4FFC1A4D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f7d250d5044dfc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D55CCF-C8E3-46FC-A4C8-6F73E047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66B87B-5178-4E55-B870-B32BA003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scale factor on only one corresponding quantity.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EBB369-473C-4CB5-8FF8-3DCEA2DD1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14DBAF-062D-4ACB-9CA0-222943FA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B83571-464D-49B5-8988-1AF7DA07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Apply the same multiplicative relationship to every corresponding measure or ratio part.</a:t>
            </a:r>
          </a:p>
        </p:txBody>
      </p:sp>
    </p:spTree>
    <p:extLst>
      <p:ext uri="{BB962C8B-B14F-4D97-AF65-F5344CB8AC3E}">
        <p14:creationId xmlns:p14="http://schemas.microsoft.com/office/powerpoint/2010/main" val="17722509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2664CF-6D81-4392-AF02-36E2D804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E35FCD-357F-44F6-A8EB-634E95F7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FAA97C-ED91-423E-B8A0-436F7891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593DFB-FDF9-48D5-A982-CCFA775B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35606-5E37-41CF-8FAC-0F4B2871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580D65-D706-44D8-AD55-8A1E49FB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55A33A-9C8E-485C-8DA3-FC25D0B5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2B5111-D5B7-4B29-94B8-2A4CD7484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22B077-8E8F-4EB5-B883-5203D46C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75B3C3-8E14-401B-8873-0B23F72E3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60CEB3-EB7D-4CD4-BFEA-88D6EFBE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430BAF-8ABD-4482-90DF-E6C4C6B7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3CC599-A597-4280-A6C7-88072DF3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map scale is 1 cm to 8 km. Two towns are 6.5 cm apart. Find the real distance.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164982-2A87-4D9D-A5AD-4316D157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4C57BF-5575-4DFE-BF92-261323D8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F035B1-0A20-4F10-91D3-1547FDC4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0455C9-D8E0-4235-BC07-981CAD2F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5E11A4-DCC6-4D8E-B58B-065B7665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70981B-5B62-4F5F-AA87-75E9C28A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DD5D58-F382-4EA8-AA98-FA4406DC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7C1BB6-19F1-422F-BDC2-F5B7872E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52 km.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6EBC48-A67F-4488-90C4-8DD9F204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9889780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602D29-6122-4FD5-A77D-DB3A26DA4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AF34D-922A-4EA4-9944-77D99807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B9243E-8C8C-4E8D-8BB9-E9C76653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E6140-6C0D-4D90-8D40-30253DC4D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E6BB9B-8D0C-4C9A-8CD7-FC2E533C8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55F1DC-73F4-48A7-A848-1044D91C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992ACB-2A8E-485F-B803-54010F047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8000C4-E243-47E4-9A3E-C3BD6808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F0496-9FD4-45D0-A702-F5039B220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E56A2-D339-4900-88FE-80DD1BC8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7D191C-B82C-499E-90CD-1FC6F72F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70469-57A4-4846-8155-B496C236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8C1062-41A5-46A2-A420-AF9944AE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51136B-376C-4232-8699-C1F9DA40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1E1AE7-6BC8-4367-8BB3-E8E9BBBF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989A48-2076-4C99-BE67-341A52E0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60EBDB-5662-48C7-828C-B1743E70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8E2C16-7309-4AB6-99FB-2F7F4F2C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51A16E-E4A7-4CBD-A86D-DFF68E17D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18A4CB-ED85-4909-AE69-8AED4ABD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5EC99D-5B6C-4F62-AC6D-20EB8AE9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4979182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66FDF4-14F3-487A-807A-D48FAA80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6D0075-D6B3-46D3-9A24-C6D4E493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015ED-3F26-4CB3-8BC1-DB974FFA8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E68BD2-B5E2-4035-AC6B-F3AED335C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B1D5B-FEEE-43F7-B371-E21F72431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4334EB-25FD-43C3-9F73-CEC27C41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7502B8-B52D-4434-A2DB-B792CD1E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F5E292-3EB0-4749-AEF7-37CA629E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EB31B7-DDB6-4D95-9B51-44FA5656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BC8F60-57AD-4282-97EB-FC773D67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recipe for 6 uses 450 g flour. How much flour is needed for 14?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09CD76-EC32-4B87-9016-12FD3B0C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468D3-655A-48FE-8304-2A086DC5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723262-07C9-4A8C-B975-CC26AF64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1,050 g.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3422630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4C8A03-EC4A-4F4A-9E13-464FB1C62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33535-8275-4376-A61D-AA28E877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CC4DF-62F7-40F5-8264-E221EF4D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C69EA5-AE11-49C3-9A69-5F1EF950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9316FA-1756-40F4-A50C-461A80FC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59AD1F-91A3-49C2-86C6-77329F2F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199EDF-C532-4EA2-A6F5-18DD923B3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9599C-BE1F-41E0-ACB6-00A79F45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A8AFEB-5CC9-4949-BD62-58C07CA6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315CFB-BA25-47FF-8F99-CC0421E6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1F762F-7886-47E1-A6C3-8C987B42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426A1F-90FE-41E9-BE7D-61195AA4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8BCFFF-A3CC-411C-99CC-C7E019EF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F8D6BA-2366-4E5E-96FF-FCDD5653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632E13-C9AC-4FF1-B190-AB205DA23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52E2D8-668C-4A83-9144-BE684FA1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24.5 cm.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BF0324-CCDF-49C1-A878-CFD090225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D89841-1FDE-490F-B81E-181F84B4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59495062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77E5EF-1FE9-4B32-BAC4-36A91F16E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BDC6A6-E576-4144-A490-F328875C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737F18-F85B-42D5-992C-FFE5A66D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59F97-A032-4211-892C-DE1C247AB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7CA0D9-16EB-4E49-93C8-E8B54FD8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3181D6-E8A4-4ED4-A1EB-221C1F529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9971D0-B780-44A5-8A81-4F0FF54C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6EFBA0-FD2B-4F00-B3FF-683D4EF2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DF808A-AFF5-4B05-A9A2-C14ED7F7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Share in a ratio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5853C5-7740-4E10-89C9-556B3E57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9968D9-E28E-4257-9299-211E9EBCC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0BDF91-7B86-4286-8AC7-C71B6209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641E3B-1F29-43E2-AF27-FF8E84BB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length of 7 cm is enlarged by scale factor 3.5. What is the new length?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920856-4A78-4708-99F0-F799326B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F14D19-4F42-402A-9D88-F6805183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9F4572-B62F-4BCB-ABF0-3D1D438D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D331EC-6102-41CF-A631-AB7D43E1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scale factor on only one corresponding quantity.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648875-D950-4492-B259-BAA23332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7AEA44-4335-44B0-AC9E-087DD8174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2265C5-6A5C-441D-AF65-CA5C393A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16D497-5105-44A0-96AF-80A90069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E00ABA-FE53-451F-BD91-C51B80AC1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3026128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2026-09-09T22:14:25.8000000Z</dcterms:created>
  <dcterms:modified xsi:type="dcterms:W3CDTF">2026-09-09T22:14:25.8000000Z</dcterms:modified>
</coreProperties>
</file>