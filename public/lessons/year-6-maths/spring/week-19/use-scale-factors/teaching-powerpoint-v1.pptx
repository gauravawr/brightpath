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scale factors. Use scale factors.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scale factors. I do.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scale factors. You do. Pause before clicking. Let pupils try independently, then reveal and discuss every step.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scale factors. I do.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scale factors. You do. Pause before clicking. Let pupils try independently, then reveal and discuss every step.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scale factors.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scale factors.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66A16622-2AED-405C-B1BE-C8F44291D61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7ADF09E-CD78-4AF8-8F87-57C8B76121F4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E3E5450-380B-4402-B371-C9D959DCD90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7CA8D53-9A85-458E-8BFF-962DF8AF95C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scale factors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8898724-F0E5-45EF-8F06-F45CF654A90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C5D6591-0F75-40CC-95E8-52FB431F2657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enlarge and reduce quantities using scale factors.</a:t>
            </a:r>
          </a:p>
        </p:txBody>
      </p:sp>
    </p:spTree>
    <p:extLst>
      <p:ext uri="{BB962C8B-B14F-4D97-AF65-F5344CB8AC3E}">
        <p14:creationId xmlns:p14="http://schemas.microsoft.com/office/powerpoint/2010/main" val="527831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14A9B19D-12EC-4E96-9DEA-46A0A457DF9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3E09A49-79F9-4502-A9C6-C611AB358F8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1 corresponds to 7 cm, what corresponds to 3.5?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14A7D61-AF29-44E7-9407-5BC9E3173AE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D1F7096-C01E-4C99-967D-F4F62B91BE8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scale factors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831F911-ED4F-48D4-B85A-F5B33E376A9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EE82ECE-3DA0-4EFB-AE9A-3BED4FE393B1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3E5AEEA-A3D9-4649-BE30-7036CE344124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F820413-B411-42E6-82DA-8E724670AF1F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D27040F-C603-43E7-947E-4E35C9BBAF6D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C0F4C51-A975-40B8-929B-537E3F3EC2D6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91DDD45-1AB9-4299-8B04-4CA416B97C3D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7373EAE-5385-4486-ADD5-39603035D694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B61F632-673A-40E9-9076-6B4A5E83FFA6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70D657B-01EB-4D92-AB82-89F4C2481782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24.5 cm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236DF6C-4407-4A74-BB30-855F18988AF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1, then × 3.5</a:t>
            </a:r>
          </a:p>
        </p:txBody>
      </p:sp>
    </p:spTree>
    <p:extLst>
      <p:ext uri="{BB962C8B-B14F-4D97-AF65-F5344CB8AC3E}">
        <p14:creationId xmlns:p14="http://schemas.microsoft.com/office/powerpoint/2010/main" val="1596856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55A9993E-1D56-4D29-B16D-7338FA48750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BCF2910-DFB5-408B-BBD7-E34D942E72E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2ED226D-CC80-457B-A80C-D341402D090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1 corresponds to 7 cm, what corresponds to 4.5?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97BD318-B40C-453D-83B5-222F170D7E8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CFBBFC2-1B05-4712-884D-F28942C461A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scale factors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A016C1E-F075-49CB-A5FF-C2A56DE8098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D218F6F-C7C1-47D8-918C-18D5FE741FC3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40F4160-8C93-4F8D-8B4A-3FB20940D9B6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5CD3980-2029-4896-9A3B-B532758343C0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C27AF4C-6007-4026-9B45-F2D490027D68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1E82AF0-EB06-4B17-93EC-F4A87762AAE9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1901A6A-B51C-44C4-A9BA-5A834AC3ED33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2FE377C-424F-4DE3-A4A3-2189191AE163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9D8A042-3245-4F80-9610-217AF66828A8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17468E2-5AA4-46BB-8F9C-7158C131BEE1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31.5 cm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0638118-4983-4D46-92D0-AD9E03065647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1, then × 4.5</a:t>
            </a:r>
          </a:p>
        </p:txBody>
      </p:sp>
    </p:spTree>
    <p:extLst>
      <p:ext uri="{BB962C8B-B14F-4D97-AF65-F5344CB8AC3E}">
        <p14:creationId xmlns:p14="http://schemas.microsoft.com/office/powerpoint/2010/main" val="209588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471A437E-FD9C-497B-9DDD-9B07C8E11C2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C30FBBA-2CA0-40E5-A51F-5ED5E50D3B4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1 corresponds to 7 cm, what corresponds to 5.5?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F10D8E2-440D-459E-AF38-9A8CD37E1BC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B5E5120-715E-42A6-9063-364F5B5A02E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scale factors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F26EF4F-A8F8-4CFF-9C3F-40C9DDED415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711A195-9377-4E8C-9956-4E895DE82F71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1C692A5-92B9-4C47-9990-46F632325CA2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62D14BB-7641-45EA-B46F-8F34ACF0C1CA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6A7E7BE-333C-4FF6-9F22-A362C80A3200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2180736-BA0D-44AE-B39B-4AE6E301FE0D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63DB524-A0E8-4D02-9B5F-939FEF0D6E09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992436E-BA8A-4789-A45B-EAD1017C38C5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285E5CA-31E8-4975-8268-3F1A39496D64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72CF34B-FBDC-48ED-8398-C9891C1E9432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38.5 cm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1168B8F-E6F1-4307-A1E8-E91D3A0DE8B2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1, then × 5.5</a:t>
            </a:r>
          </a:p>
        </p:txBody>
      </p:sp>
    </p:spTree>
    <p:extLst>
      <p:ext uri="{BB962C8B-B14F-4D97-AF65-F5344CB8AC3E}">
        <p14:creationId xmlns:p14="http://schemas.microsoft.com/office/powerpoint/2010/main" val="2090463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56B1FB2A-D6C8-46FA-ADCE-A6A10D2FE21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139F68B-FA10-44FB-B611-786D40DA75A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EDF36B0-D986-4BFC-93CB-411FC5283A1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1 corresponds to 7 cm, what corresponds to 6.5?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9D02786-76E5-4FDB-9857-CF896923C1B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F74C219-73AF-4FF5-B172-1F54C81A504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scale factors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81FC093-2C03-4287-80AD-982F6616CB7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F7B76FD-49A5-4884-BDF3-BF6804FBB5BC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D1E4C97-B723-42A1-93BC-2635A9F913C3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6B99D35-DEB9-4B29-AEAB-15C652CF0707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FB72A6D-B7C7-4703-8DEB-B7D66CA1C60E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A0C6D64-6325-487E-9055-E36CF47CD3AD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16B97A1-459B-4D50-A198-3935D3244CC7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F423415-B65E-478D-BABA-A43C213DE50C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8AD02C5-4B97-4329-A193-6E2012C943EB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13E3263-E74D-4FCA-815D-5184535C2356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45.5 cm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6DF3CB1-3812-4ECB-9A49-359402156CB4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1, then × 6.5</a:t>
            </a:r>
          </a:p>
        </p:txBody>
      </p:sp>
    </p:spTree>
    <p:extLst>
      <p:ext uri="{BB962C8B-B14F-4D97-AF65-F5344CB8AC3E}">
        <p14:creationId xmlns:p14="http://schemas.microsoft.com/office/powerpoint/2010/main" val="196221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50538DB8-7D25-4D3F-B96B-F690FF7FF5E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7C1246D-4FAE-4E43-A459-EFC3700FE642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93947DC-6F48-4320-B0A0-A591AE11A4F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D4A428E-16EB-4E3B-843F-9282135835F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1BDC6B3-6914-477C-BCF5-C024A7F3269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scale factors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35A303D-F797-4213-B4DB-A1DFC654899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02B4D97-DA36-4F15-BDBA-2E68773BAA7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AF06135-F5E4-45B0-8161-8FE90B5753E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A1DD155-A51F-4527-81BC-FE438D41D1E2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0F690FE-75AC-4C98-841C-84CDBDB889FC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37169E1-B548-4A27-B510-48456B87ED65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D45E1C3-633E-48F0-837A-D86E1199397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4D2492E-BAEA-43F3-9224-B31FFF52932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6A1704C-3062-4CEB-8ABC-FB2F4FDA1ED4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length of 7 cm is enlarged by scale factor 3.5. What is the new length?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ED59B25-E86E-416D-A71C-4A457045A2A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846456A-A181-4478-9B45-CDA9A7B2766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recipe for 6 uses 450 g flour. How much flour is needed for 14?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FFB1251-AFD3-47CA-BE7E-CCBAC08F0DF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72CCDA3-6346-44CA-A7DA-29E779FBA2A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In the ratio 4:7, the smaller part is 20. What is the larger part?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F4CF6C3-4F53-42B8-A482-6B921B77258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5E48807-6E94-4479-94A1-17EE88F4C82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Share £420 in the ratio 3:4.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8A02388-15D7-4265-BDE5-24D099CAAD9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4E65A36-60FF-4C79-A0C5-42D63174E338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uses the scale factor on only one corresponding quantity.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FF23617-1C37-4CF9-819C-C34580A8F41E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17616B8-3887-4890-87E9-800A5C5C21FC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2EC8D5E-0EF1-4BA4-A311-32F45D37DCC4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79E2916-B5CF-4EB5-856E-51928EB8945D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In the ratio 4:7, the smaller part is 20. What is the larger part?</a:t>
            </a:r>
          </a:p>
        </p:txBody>
      </p:sp>
    </p:spTree>
    <p:extLst>
      <p:ext uri="{BB962C8B-B14F-4D97-AF65-F5344CB8AC3E}">
        <p14:creationId xmlns:p14="http://schemas.microsoft.com/office/powerpoint/2010/main" val="553799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CB2F09FC-2415-48C6-8652-D76209BEB18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9887327-286A-4D50-994C-146F9FC182D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FDADC93-68F5-4AC5-869C-A051DE3BB48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1E39D9A-8199-4F6E-8F16-AB0B6D2666E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scale factors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F148EAE-E5C3-4A3D-B239-A1FC87B666B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DCA9F62-6E23-47B3-BD26-5889C660C4A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4BC9F7F-BEBB-4C01-86A3-BD8A28CA1F0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24.5 cm.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BC52889-FD51-4025-B12D-63F9D11372C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4A493F9-A676-400B-B43E-7DCDBF6925ED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1,050 g.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04DE5B4-3398-4657-B224-4EE9B89DA69D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46D5183-1F86-4140-830A-01E047721022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35.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EBF4208-C8DC-4496-86FE-01516B286CD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2C6B849-0441-4100-BDFC-B45C45C69FD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24.5 cm.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E153AF6-7A6B-4C3F-8245-1BFB98607B5B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192B941-3F1F-4D91-91AF-51322FF09501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1,050 g.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A8052B9-F916-42A9-B155-2904247997DD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16DFA1E-3C0F-4F40-BA14-B5B6C7803BB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35.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095A780-757A-4DB7-A3F3-9720DE774128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E9C5774-F543-45C9-B976-153AC641F7E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£180 and £240.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741A908-51D0-4A14-83C6-93950C212B22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BA2BC5B-9AB4-4A27-A902-0BA35BE7997F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3C8074A-B4D1-4250-A519-E8F45AD562EC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BD8131A-ACFA-4F09-B45D-1C8D3979D731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47D193A-23CF-4DFA-B618-CA336C1C80C5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A7D631C-C6F4-468B-A20E-42F085650657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1065202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956</Words>
  <Application>Microsoft Office PowerPoint</Application>
  <DocSecurity>0</DocSecurity>
  <PresentationFormat>Custom</PresentationFormat>
  <Paragraphs>126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2026-09-14T13:14:31Z</dcterms:created>
  <dcterms:modified xsi:type="dcterms:W3CDTF">2026-09-14T13:16:42Z</dcterms:modified>
</cp:coreProperties>
</file>