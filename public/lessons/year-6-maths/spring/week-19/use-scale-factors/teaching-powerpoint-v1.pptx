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88819fa0ae417d" /><Relationship Type="http://schemas.openxmlformats.org/officeDocument/2006/relationships/extended-properties" Target="/docProps/app.xml" Id="R21508a31c0344bcf" /><Relationship Type="http://schemas.openxmlformats.org/officeDocument/2006/relationships/officeDocument" Target="/ppt/presentation.xml" Id="R1658fb3ad7354b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c9f9c4a7d04ada"/>
  </p:sldMasterIdLst>
  <p:notesMasterIdLst>
    <p:notesMasterId xmlns:r="http://schemas.openxmlformats.org/officeDocument/2006/relationships" r:id="R1107e934255f4f28"/>
  </p:notesMasterIdLst>
  <p:sldIdLst>
    <p:sldId xmlns:r="http://schemas.openxmlformats.org/officeDocument/2006/relationships" id="256" r:id="R631a880e77c0480d"/>
    <p:sldId xmlns:r="http://schemas.openxmlformats.org/officeDocument/2006/relationships" id="257" r:id="Rf55bcd1dd80940c0"/>
    <p:sldId xmlns:r="http://schemas.openxmlformats.org/officeDocument/2006/relationships" id="258" r:id="R2543ca9f103a44eb"/>
    <p:sldId xmlns:r="http://schemas.openxmlformats.org/officeDocument/2006/relationships" id="259" r:id="R44fef3e0c29d41c9"/>
    <p:sldId xmlns:r="http://schemas.openxmlformats.org/officeDocument/2006/relationships" id="260" r:id="Rb530690c3b494e61"/>
    <p:sldId xmlns:r="http://schemas.openxmlformats.org/officeDocument/2006/relationships" id="261" r:id="R2128c20ff84c4b3c"/>
    <p:sldId xmlns:r="http://schemas.openxmlformats.org/officeDocument/2006/relationships" id="262" r:id="Rb6da2bf652264a36"/>
    <p:sldId xmlns:r="http://schemas.openxmlformats.org/officeDocument/2006/relationships" id="263" r:id="Red3861c1c46c42d2"/>
    <p:sldId xmlns:r="http://schemas.openxmlformats.org/officeDocument/2006/relationships" id="264" r:id="Rb5438e5fe9a64366"/>
    <p:sldId xmlns:r="http://schemas.openxmlformats.org/officeDocument/2006/relationships" id="265" r:id="Rade5de9c4f894490"/>
    <p:sldId xmlns:r="http://schemas.openxmlformats.org/officeDocument/2006/relationships" id="266" r:id="R0fdcea90938b4813"/>
    <p:sldId xmlns:r="http://schemas.openxmlformats.org/officeDocument/2006/relationships" id="267" r:id="R3ffed171f3d947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f205fc69684dbf" /><Relationship Type="http://schemas.openxmlformats.org/officeDocument/2006/relationships/slideMaster" Target="/ppt/slideMasters/slideMaster1.xml" Id="Rdbc9f9c4a7d04ada" /><Relationship Type="http://schemas.openxmlformats.org/officeDocument/2006/relationships/notesMaster" Target="/ppt/notesMasters/notesMaster1.xml" Id="R1107e934255f4f28" /><Relationship Type="http://schemas.openxmlformats.org/officeDocument/2006/relationships/presProps" Target="/ppt/presProps.xml" Id="Rf7f8a57fd1a643a6" /><Relationship Type="http://schemas.openxmlformats.org/officeDocument/2006/relationships/tableStyles" Target="/ppt/tableStyles.xml" Id="R4dd13775a6974842" /><Relationship Type="http://schemas.openxmlformats.org/officeDocument/2006/relationships/slide" Target="/ppt/slides/slide1.xml" Id="R631a880e77c0480d" /><Relationship Type="http://schemas.openxmlformats.org/officeDocument/2006/relationships/slide" Target="/ppt/slides/slide2.xml" Id="Rf55bcd1dd80940c0" /><Relationship Type="http://schemas.openxmlformats.org/officeDocument/2006/relationships/slide" Target="/ppt/slides/slide3.xml" Id="R2543ca9f103a44eb" /><Relationship Type="http://schemas.openxmlformats.org/officeDocument/2006/relationships/slide" Target="/ppt/slides/slide4.xml" Id="R44fef3e0c29d41c9" /><Relationship Type="http://schemas.openxmlformats.org/officeDocument/2006/relationships/slide" Target="/ppt/slides/slide5.xml" Id="Rb530690c3b494e61" /><Relationship Type="http://schemas.openxmlformats.org/officeDocument/2006/relationships/slide" Target="/ppt/slides/slide6.xml" Id="R2128c20ff84c4b3c" /><Relationship Type="http://schemas.openxmlformats.org/officeDocument/2006/relationships/slide" Target="/ppt/slides/slide7.xml" Id="Rb6da2bf652264a36" /><Relationship Type="http://schemas.openxmlformats.org/officeDocument/2006/relationships/slide" Target="/ppt/slides/slide8.xml" Id="Red3861c1c46c42d2" /><Relationship Type="http://schemas.openxmlformats.org/officeDocument/2006/relationships/slide" Target="/ppt/slides/slide9.xml" Id="Rb5438e5fe9a64366" /><Relationship Type="http://schemas.openxmlformats.org/officeDocument/2006/relationships/slide" Target="/ppt/slides/slide10.xml" Id="Rade5de9c4f894490" /><Relationship Type="http://schemas.openxmlformats.org/officeDocument/2006/relationships/slide" Target="/ppt/slides/slide11.xml" Id="R0fdcea90938b4813" /><Relationship Type="http://schemas.openxmlformats.org/officeDocument/2006/relationships/slide" Target="/ppt/slides/slide12.xml" Id="R3ffed171f3d947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140080accc448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8ed040259944f9" /><Relationship Type="http://schemas.openxmlformats.org/officeDocument/2006/relationships/notesMaster" Target="/ppt/notesMasters/notesMaster1.xml" Id="R68ffc953226f4d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af754fcce24c47" /><Relationship Type="http://schemas.openxmlformats.org/officeDocument/2006/relationships/notesMaster" Target="/ppt/notesMasters/notesMaster1.xml" Id="R497e8b6cbcab4b6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de4bc1f071497d" /><Relationship Type="http://schemas.openxmlformats.org/officeDocument/2006/relationships/notesMaster" Target="/ppt/notesMasters/notesMaster1.xml" Id="R7b853783a9c542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fe96bf05954b4e" /><Relationship Type="http://schemas.openxmlformats.org/officeDocument/2006/relationships/notesMaster" Target="/ppt/notesMasters/notesMaster1.xml" Id="R104b748427394c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393dd026934fc4" /><Relationship Type="http://schemas.openxmlformats.org/officeDocument/2006/relationships/notesMaster" Target="/ppt/notesMasters/notesMaster1.xml" Id="R3a0b54d47d7e45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bbcb8319844be3" /><Relationship Type="http://schemas.openxmlformats.org/officeDocument/2006/relationships/notesMaster" Target="/ppt/notesMasters/notesMaster1.xml" Id="R931a3a35ffb84a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cec63e90284c60" /><Relationship Type="http://schemas.openxmlformats.org/officeDocument/2006/relationships/notesMaster" Target="/ppt/notesMasters/notesMaster1.xml" Id="Rea19465289b54cf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8a3908ea9a418c" /><Relationship Type="http://schemas.openxmlformats.org/officeDocument/2006/relationships/notesMaster" Target="/ppt/notesMasters/notesMaster1.xml" Id="R3cfcd6218e37413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cd27f5d2b1456f" /><Relationship Type="http://schemas.openxmlformats.org/officeDocument/2006/relationships/notesMaster" Target="/ppt/notesMasters/notesMaster1.xml" Id="Rf0a13ae572c84c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79ec7aa3e24a3f" /><Relationship Type="http://schemas.openxmlformats.org/officeDocument/2006/relationships/notesMaster" Target="/ppt/notesMasters/notesMaster1.xml" Id="Rf3e35a4ab8bf48d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26517ad28d04e6c" /><Relationship Type="http://schemas.openxmlformats.org/officeDocument/2006/relationships/notesMaster" Target="/ppt/notesMasters/notesMaster1.xml" Id="R8bbdc6330f1445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59f750fab0744e0" /><Relationship Type="http://schemas.openxmlformats.org/officeDocument/2006/relationships/notesMaster" Target="/ppt/notesMasters/notesMaster1.xml" Id="Rb2d3375030304a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Scale drawings, recipes, ratio bars, double number lines,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1,050 g. | Identify the multiplicative scale or total number of ratio parts. |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proportion, scale factor, corresponding, share, ratio part, total parts.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24.5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1,050 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1,050 g..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35..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£180 and £240.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35. | Apply the same multiplicative relationship to every corresponding measure or ratio part.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ad2e90018941d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9984ddff124e8f" /><Relationship Type="http://schemas.openxmlformats.org/officeDocument/2006/relationships/slideLayout" Target="/ppt/slideLayouts/slideLayout1.xml" Id="Ra541d8eb76754a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41d8eb76754a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fefbdd1104ef8" /><Relationship Type="http://schemas.openxmlformats.org/officeDocument/2006/relationships/notesSlide" Target="/ppt/notesSlides/notesSlide1.xml" Id="R59fa5fb26ab44d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5b95accdb43d4" /><Relationship Type="http://schemas.openxmlformats.org/officeDocument/2006/relationships/notesSlide" Target="/ppt/notesSlides/notesSlide2.xml" Id="R219dd86ba47d47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9a9c92c6f54841" /><Relationship Type="http://schemas.openxmlformats.org/officeDocument/2006/relationships/notesSlide" Target="/ppt/notesSlides/notesSlide3.xml" Id="Rbac53375658348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5819f696c4533" /><Relationship Type="http://schemas.openxmlformats.org/officeDocument/2006/relationships/notesSlide" Target="/ppt/notesSlides/notesSlide4.xml" Id="R3b5ad9ee8d3649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f1a6dba664444d" /><Relationship Type="http://schemas.openxmlformats.org/officeDocument/2006/relationships/notesSlide" Target="/ppt/notesSlides/notesSlide5.xml" Id="Rca521e29881b41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e03716721d46c4" /><Relationship Type="http://schemas.openxmlformats.org/officeDocument/2006/relationships/notesSlide" Target="/ppt/notesSlides/notesSlide6.xml" Id="R924401f600ba4bb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d92c6e8f924a8d" /><Relationship Type="http://schemas.openxmlformats.org/officeDocument/2006/relationships/image" Target="/ppt/media/image.png" Id="R6b1754629ba14dd2" /><Relationship Type="http://schemas.openxmlformats.org/officeDocument/2006/relationships/notesSlide" Target="/ppt/notesSlides/notesSlide7.xml" Id="R8495dec446b4484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ee290ddab4afc" /><Relationship Type="http://schemas.openxmlformats.org/officeDocument/2006/relationships/notesSlide" Target="/ppt/notesSlides/notesSlide8.xml" Id="Rc5cb7f84cecd442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8710543194e35" /><Relationship Type="http://schemas.openxmlformats.org/officeDocument/2006/relationships/notesSlide" Target="/ppt/notesSlides/notesSlide9.xml" Id="Rdad1cd6de2d64e5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541c9ef464f2f" /><Relationship Type="http://schemas.openxmlformats.org/officeDocument/2006/relationships/notesSlide" Target="/ppt/notesSlides/notesSlide10.xml" Id="R4f8761f0ab4149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e5c447dcd49f0" /><Relationship Type="http://schemas.openxmlformats.org/officeDocument/2006/relationships/notesSlide" Target="/ppt/notesSlides/notesSlide11.xml" Id="R5807022dd0084a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bdc9599ad4f84" /><Relationship Type="http://schemas.openxmlformats.org/officeDocument/2006/relationships/notesSlide" Target="/ppt/notesSlides/notesSlide12.xml" Id="R3092247601a9406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D5529-5FE8-416C-AE89-FFC0405B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BDD29-BCBA-4B9E-AACF-B1B2D5ED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77D2E-4A67-4DD7-AC50-D69D5348E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D8A767-FF8F-4C15-8697-43B2D0D3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E2799-805F-4455-9627-B827CF59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B45B27-BB3E-4520-8844-02137737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DCAD6-E037-46BB-9B09-002FBFB0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9AD561-BC9B-461A-9F0D-8F083E98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enlarge and reduce quantities using scale factors.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DBC1D2-A393-449D-B4B1-B23C8483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287DB-14C1-4445-A645-D7A1EAE0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Scale drawings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62FA57-7921-4779-A3F1-149149B6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036128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40D561-8506-4EDE-A4E3-69095F28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23B153-C6F0-408E-A784-882B1B61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4C0A20-AADD-48A0-A046-2C0AA5AC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C6847F-C0C5-4C6C-AD1B-77AC6D62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D477B-877F-46A4-A07A-0C3D1FF2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62F55-5141-454F-A512-2BAF99A9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49245C-251A-416A-93FB-8CD90575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2B1072-2BBD-49F6-97E7-51939523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1280E6-1861-441B-8428-FA9A44FB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3722F9-58C9-4E50-94B3-5071D060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95C1B6-9916-4A08-8482-B8CE85F4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4CD733-8EE3-4DD6-934B-50004DFF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C2E060-AC0B-4FB4-8026-996989CE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scale factors and ratio parts to solve proportional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C6503D-2803-41CB-8EE5-0DFD6386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3DD405-480E-4BB9-BCFD-46DD4A8B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5A7C5-A390-467F-B158-F2FF94F90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A19D2B-3FCB-46CC-89F1-320ED270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B3F475-E3EE-4F13-94CD-C18D7B3A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FB7945-64A1-4677-9607-AD93894C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83E59F-9CFE-42CD-8AD4-BC4A4361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07425A-6A36-4A3D-87F7-72099F30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length of 7 cm is enlarged by scale factor 3.5. What is the new length?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84BE43-CF0B-4767-87C8-CB60348B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515426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D3B64C-1979-4B27-BAE6-93D4733E9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25316D-4C94-4779-B882-E14A88569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A3CCC-914B-4DB4-91F3-89E97722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9AF83A-5ADA-4D76-833F-B8289A1E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ADC7C0-0D54-467B-B319-430674BE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9418A-15CB-45C9-864E-E9408F72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716D38-4C9A-4E44-B8B0-AF28D362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3929F-A8AD-44C0-A511-E591B2B5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CD3335-79EC-4858-96A1-45DAEFFC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9BB1A1-19C8-43E3-A88B-90DECD4F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enlarge and reduce quantities using scale factors.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3F47A0-1104-4CA9-B38B-320A34F9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25A2CF-6CEB-4602-B9AE-D2E74F49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multiplicative scale or total number of ratio parts.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92DF28-68DC-4472-BC87-5677B96F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factor consistently or find the value of one part.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AC61DF-8317-4598-ADA9-5BFC5B47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Recombine and check the total or corresponding measure.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105A94-ABF4-4721-BDAB-2246A9C7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proportion  |  scale factor  |  corresponding  |  share  |  ratio part  |  total parts</a:t>
            </a:r>
          </a:p>
        </p:txBody>
      </p:sp>
    </p:spTree>
    <p:extLst>
      <p:ext uri="{BB962C8B-B14F-4D97-AF65-F5344CB8AC3E}">
        <p14:creationId xmlns:p14="http://schemas.microsoft.com/office/powerpoint/2010/main" val="15000261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1882C9-7599-4D06-A87A-C0AFA0BD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07B00-9D67-4D3A-BC36-A8B4F3D4D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EAF79-2AF3-4BDB-87A6-53B67549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812D4-9876-4A0D-8EFD-ED9B20B2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C729C-D3C0-472E-B4DB-17B3DF4E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94278-DA42-4A47-9581-BC217D2E1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E3067-BCF9-4D6C-BF27-BB066C82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E2AFD4-5447-4822-A4EA-A5DC0AA1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099D1-6BF2-438C-8477-2D70E511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5311A-0EA2-4B70-B1A0-22041B0E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F43773-3282-4FB3-87FF-E64EF270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3B8D9C-7D46-4541-B005-784D8924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2622C1-0578-4DE4-AD5B-91E812AE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multiplicative scale or total number of ratio parts.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8B4D20-D07B-493D-BC9B-02ED9C3E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C4788B-4946-4E30-961E-894B9CC4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2DC2A6-5750-4DE4-9DFB-6ED27D5E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Apply the factor consistently or find the value of one part.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6E9E0-379A-4D07-9B4E-06877019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5D1135-2811-4836-8C05-549BC94B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12CEAA-0211-498F-8DC1-D5A09AF2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24.5 cm.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37EE57-9817-490E-93F9-B90DB935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CE7454-AB0E-4709-A514-5F933ED0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B14738-15C6-4D2D-B4F1-ABC54359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Recombine and check the total or corresponding measure.</a:t>
            </a:r>
          </a:p>
        </p:txBody>
      </p:sp>
    </p:spTree>
    <p:extLst>
      <p:ext uri="{BB962C8B-B14F-4D97-AF65-F5344CB8AC3E}">
        <p14:creationId xmlns:p14="http://schemas.microsoft.com/office/powerpoint/2010/main" val="18817692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0FE60D-9B9D-4FF2-B0EA-C24D79DC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3702B-239F-4347-B9F1-28C856A4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3CB13-7D04-4B89-A082-34EE2377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8CD88-1F8F-4458-B10E-19527EE5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9814E-12AD-4C71-BA7E-998AAA77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25F12C-5319-4B15-9BA3-0EB14F59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C6CA61-6A5E-4833-A137-3BF5BCB81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C30D6-F8F4-4BDA-AA66-90DA4A8A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555873-B52C-4712-96BB-3AFBEA24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CA440-D9E9-450E-8169-92380965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96E90A-5974-4424-B408-C3AFEE15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24.5 cm.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A056A6-7138-4501-AEE2-7B262796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09812B-ECBB-4E6F-9FBB-4AE523EF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Recombine and check the total or corresponding measure.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9397FE-2A39-4282-AC01-9975F44A6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873777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BFCE61-C49A-4F9A-A679-E2D535738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351B4-2591-4EBA-8D1B-C2ACD35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CA6F02-423B-49E4-86D9-59FF993D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F10C9-F05E-4683-99A4-4ACEF42F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7E35C5-C474-44B0-B4B4-07BF7238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15DA1-7730-4012-AE8B-57C45490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57B914-8599-432C-9E4A-2C66D03F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A7726-28C0-4BDB-90CD-916E24C9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B0906B-C7A4-4361-9237-C841EFB1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1BBC39-D967-45D0-B99E-486DB7F9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BBA4A-419F-436F-9492-30A815673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A1AA0B-B454-476C-A1FD-642A145D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377B62-677D-4B89-83A7-E8279EA4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6789B6-8F3C-4B94-B520-10D996C2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A04935-0D60-4BFA-9042-FFD7DC4C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1,050 g.</a:t>
            </a:r>
          </a:p>
        </p:txBody>
      </p:sp>
    </p:spTree>
    <p:extLst>
      <p:ext uri="{BB962C8B-B14F-4D97-AF65-F5344CB8AC3E}">
        <p14:creationId xmlns:p14="http://schemas.microsoft.com/office/powerpoint/2010/main" val="168017519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FF075D-25D4-4DE8-93F6-500DCF04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48949-B5FF-4929-B312-4A43EF3A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19805-A5BF-42B4-B7BE-1ED996816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951AC0-6D9D-47C9-8BC8-7262132D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BB3DFA-6D3E-4DF8-9EEB-95100AF7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AE0C9F-E6FB-4773-ADFE-A28448885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F7054-E320-4873-85FD-7E3ABD33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C5411-6149-42AB-AFF5-8A72AB9CC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0EC7C-2B0C-4A4C-9B09-006EE83E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1754629ba14dd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A75714-BBBC-4AB6-B6C7-0A5C3915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441466-08CD-4EA6-8287-D323D662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scale factor on only one corresponding quantity.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86D4CA-55F7-4B97-AADC-BB2ACBF2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71766-6A16-4975-BA40-95DDCD60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DD4A9-4E67-4657-ACE9-74E5AA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Apply the same multiplicative relationship to every corresponding measure or ratio part.</a:t>
            </a:r>
          </a:p>
        </p:txBody>
      </p:sp>
    </p:spTree>
    <p:extLst>
      <p:ext uri="{BB962C8B-B14F-4D97-AF65-F5344CB8AC3E}">
        <p14:creationId xmlns:p14="http://schemas.microsoft.com/office/powerpoint/2010/main" val="2757254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662AAF-6AE3-4400-862E-D77DFB0E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42F1E3-5FFD-4F69-A28C-8D008552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280C2D-ED75-464B-A2A6-1930BC4D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3EF08-8BF4-4909-92FC-E6DFB6AE5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C1F93E-EFBA-43CB-BC4A-47DCF5A4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A6F52A-C424-47F2-904B-DD36B800E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E0212-208A-4347-A4C9-8F9F58FD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BF5677-6C41-46F3-9DDD-23DEE85D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B8A4FE-0857-495F-9673-307EA71A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8066A6-7A84-4B03-8E19-D83DB999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3479B5-17C1-4BBE-B7C4-3C8ECDB4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BC3C63-8ED6-4210-B048-5B2A0CF35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A3E18F-6FBE-4FD4-A553-7DFB4E29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recipe for 6 uses 450 g flour. How much flour is needed for 14?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7D7544-DD95-4858-9085-DC947264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2633EF-EF4E-4635-98AE-730E3E7CB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340A3A-4C11-4E4E-9F31-4CE3CE62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62B8CD-E11F-4B6A-8B88-399E84A9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49AB24-B664-45B7-B332-52E638E3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88A7D9-CC1E-40CE-98EF-D48892B3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8028AD-89B8-433D-AD1B-7F35C3DA5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8FF4BC-DD92-4CDA-AAC7-31852C76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1,050 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990B6B-35CB-48AA-9B15-BEA95659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0079832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ECF807E-0CC0-4FF9-9969-E79DEE1C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C8651-A3A2-4BCB-ADD0-B6A13AF0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079B0-16B1-427E-BB05-DDBA4270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A39B5-4CD7-4BBE-BBE8-EBBB6762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11E0C-3D16-48AB-8455-EAED634B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C950D-E1C2-4C20-9F28-9FDC2816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1EEB97-0EB4-4359-BFAB-71FA38F8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2398EB-5ED9-4E42-92AF-16C6F12D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1F41A-CF41-4840-B1F2-747BE275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E71D56-D518-471A-A094-A2952A6A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D7FBC-9548-4539-A64D-4159EDB6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4F46D1-ED56-4C6A-864E-E550AF9A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97AEF5-F43B-4E6F-AC59-DC05806B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379141-B844-4F29-96F7-02640174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C654B8-1C26-468F-AAB4-2E824F4A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7ACE66-1A44-4914-B1EB-23F5FA41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CE17D2-173E-440C-B624-F043B7FB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D6A3E8-148F-4B5F-A275-CC2775D5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C91607-113E-41F2-872D-FFBE62C1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14A571-D196-425C-90F9-B57A0413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20A57-5296-46AE-840B-E3205F71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3158142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F675DD-5E0F-4467-800E-D0564E0C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96CBC5-7EBE-4D14-BF71-C7EA6BA0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AFF476-FAFD-4AA2-9623-2EFB634E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8EDC9F-73B2-4F2C-81BB-31AEBEA0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FD4706-155B-4BFB-8CB4-C8B7ED58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DA9EC-671A-449E-93C7-0469AF08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FF2C0E-161A-46EB-B21F-081FD6D5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F5D4DF-E6C2-4218-BC5D-1ED0266E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0754A-BEB7-4F26-A2DA-7B31589D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0EA769-315F-420F-9592-E138FA29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Share £420 in the ratio 3:4.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D2F0AE-E627-4400-9F26-61F38D70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252904-6AC4-42FB-B709-9C5099F6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96BC20-9304-4F8E-B568-D70505A8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55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£180 and £240.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5330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437E4-1483-49CF-A1D3-B319B1E1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B8384B-C360-4173-B301-B50863B0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45225-2AF7-4555-80A5-EE717EE5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BC3069-CF22-410D-B8DD-B6FC6B98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689251-03AF-4A0C-B39C-990E1F44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6C2F32-9226-421E-AD67-73D44A9F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081DBB-0184-4C5A-9A80-1750517FC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E5DCA7-E3E2-4036-8E20-097E7AAA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BD3427-1836-4E3F-890E-D943C78D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0752A8-1871-453F-9416-7D639C80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73F861-B25A-4AC3-A705-229EF46E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9E2D6-A89D-42A3-AC82-9963A125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FDC1E6-DFC6-4329-9CE5-55C48471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8DFBC6-6643-4F3D-B3C2-4A6F2FAB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6D9085-029A-4D04-8A7D-E679284C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F487B8-92ED-4380-A2F7-3C131BA4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B843D-F988-47CC-B905-BC2B4403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6FE2A4-344A-40F6-B3F6-E5E6EF93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495314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4AFC7B-D68B-45A1-8C5D-F00AB38A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D47A9-3E1A-4ECC-9FFA-727315B1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B7CBC0-34CD-4AA6-9393-BEC8F948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593A2C-CA84-458D-8D1D-13AB6A66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4BB72-F77C-451E-8DD0-48CBF47D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4ADD3-4FF9-4ECC-B32F-EE41D659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7AEA2-316C-40BD-A781-B72736B1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5A69C2-00D9-4D34-B6EA-3060818A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A72AC-3087-4BD0-BAC6-9CA7903E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scale factors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6D4B61-B4F1-4D7E-AE0B-44F940EB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8C58CE-9597-4EEB-9CF9-1CC8B159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CFFDC6-94E2-4118-AC58-78741F0E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8334B9-7A33-4B0C-A3FE-BD95CCA3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 the ratio 4:7, the smaller part is 20. What is the larger part?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4DF876-512E-4349-BC06-914115F8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F5601D-6DE7-4473-A587-44A7C65B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556AB4-118A-4EA8-90BB-5998AD22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83E198-80FA-45B8-9798-BAEC73ED2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scale factor on only one corresponding quantity.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BFBD72-5B35-46D6-BB7F-8A251AD5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95F65C-71B9-411A-BF3B-D7C0B6D3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45AD76-1CF1-413A-A9C2-F01A9FDB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93B5C2-AFF7-4186-8F9E-AC659685F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704AC7-5FED-480D-8ECE-CC52C03C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695556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2026-09-09T20:47:12.2080000Z</dcterms:created>
  <dcterms:modified xsi:type="dcterms:W3CDTF">2026-09-09T20:47:12.2080000Z</dcterms:modified>
</coreProperties>
</file>