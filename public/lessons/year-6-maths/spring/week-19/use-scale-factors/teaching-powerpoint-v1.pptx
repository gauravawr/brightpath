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5f0fd3504141ef" /><Relationship Type="http://schemas.openxmlformats.org/officeDocument/2006/relationships/extended-properties" Target="/docProps/app.xml" Id="R3880afa20e2a4a01" /><Relationship Type="http://schemas.openxmlformats.org/officeDocument/2006/relationships/officeDocument" Target="/ppt/presentation.xml" Id="R90978f3b3e7b4c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2973b9e79948f7"/>
  </p:sldMasterIdLst>
  <p:notesMasterIdLst>
    <p:notesMasterId xmlns:r="http://schemas.openxmlformats.org/officeDocument/2006/relationships" r:id="Rf03c411f3c7f4a0d"/>
  </p:notesMasterIdLst>
  <p:sldIdLst>
    <p:sldId xmlns:r="http://schemas.openxmlformats.org/officeDocument/2006/relationships" id="256" r:id="Rb5493488dc094bfb"/>
    <p:sldId xmlns:r="http://schemas.openxmlformats.org/officeDocument/2006/relationships" id="257" r:id="R99ff790a1b294392"/>
    <p:sldId xmlns:r="http://schemas.openxmlformats.org/officeDocument/2006/relationships" id="258" r:id="Rda78c7460fd74dcc"/>
    <p:sldId xmlns:r="http://schemas.openxmlformats.org/officeDocument/2006/relationships" id="259" r:id="R66c8f6ec2f34499d"/>
    <p:sldId xmlns:r="http://schemas.openxmlformats.org/officeDocument/2006/relationships" id="260" r:id="R8db2d16765c74283"/>
    <p:sldId xmlns:r="http://schemas.openxmlformats.org/officeDocument/2006/relationships" id="261" r:id="Rc4ec7171c0384e09"/>
    <p:sldId xmlns:r="http://schemas.openxmlformats.org/officeDocument/2006/relationships" id="262" r:id="Rfbbc9a44c30f4993"/>
    <p:sldId xmlns:r="http://schemas.openxmlformats.org/officeDocument/2006/relationships" id="263" r:id="Rda40b3c1149d47fd"/>
    <p:sldId xmlns:r="http://schemas.openxmlformats.org/officeDocument/2006/relationships" id="264" r:id="Rde41abf3747149d2"/>
    <p:sldId xmlns:r="http://schemas.openxmlformats.org/officeDocument/2006/relationships" id="265" r:id="R264e23b6b50d4bc2"/>
    <p:sldId xmlns:r="http://schemas.openxmlformats.org/officeDocument/2006/relationships" id="266" r:id="R85c152132940451f"/>
    <p:sldId xmlns:r="http://schemas.openxmlformats.org/officeDocument/2006/relationships" id="267" r:id="R10121d0b83a84e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21e6d667ca4ce2" /><Relationship Type="http://schemas.openxmlformats.org/officeDocument/2006/relationships/slideMaster" Target="/ppt/slideMasters/slideMaster1.xml" Id="R702973b9e79948f7" /><Relationship Type="http://schemas.openxmlformats.org/officeDocument/2006/relationships/notesMaster" Target="/ppt/notesMasters/notesMaster1.xml" Id="Rf03c411f3c7f4a0d" /><Relationship Type="http://schemas.openxmlformats.org/officeDocument/2006/relationships/presProps" Target="/ppt/presProps.xml" Id="R74ff4e307b034f78" /><Relationship Type="http://schemas.openxmlformats.org/officeDocument/2006/relationships/tableStyles" Target="/ppt/tableStyles.xml" Id="R9b82907483ad4c17" /><Relationship Type="http://schemas.openxmlformats.org/officeDocument/2006/relationships/slide" Target="/ppt/slides/slide1.xml" Id="Rb5493488dc094bfb" /><Relationship Type="http://schemas.openxmlformats.org/officeDocument/2006/relationships/slide" Target="/ppt/slides/slide2.xml" Id="R99ff790a1b294392" /><Relationship Type="http://schemas.openxmlformats.org/officeDocument/2006/relationships/slide" Target="/ppt/slides/slide3.xml" Id="Rda78c7460fd74dcc" /><Relationship Type="http://schemas.openxmlformats.org/officeDocument/2006/relationships/slide" Target="/ppt/slides/slide4.xml" Id="R66c8f6ec2f34499d" /><Relationship Type="http://schemas.openxmlformats.org/officeDocument/2006/relationships/slide" Target="/ppt/slides/slide5.xml" Id="R8db2d16765c74283" /><Relationship Type="http://schemas.openxmlformats.org/officeDocument/2006/relationships/slide" Target="/ppt/slides/slide6.xml" Id="Rc4ec7171c0384e09" /><Relationship Type="http://schemas.openxmlformats.org/officeDocument/2006/relationships/slide" Target="/ppt/slides/slide7.xml" Id="Rfbbc9a44c30f4993" /><Relationship Type="http://schemas.openxmlformats.org/officeDocument/2006/relationships/slide" Target="/ppt/slides/slide8.xml" Id="Rda40b3c1149d47fd" /><Relationship Type="http://schemas.openxmlformats.org/officeDocument/2006/relationships/slide" Target="/ppt/slides/slide9.xml" Id="Rde41abf3747149d2" /><Relationship Type="http://schemas.openxmlformats.org/officeDocument/2006/relationships/slide" Target="/ppt/slides/slide10.xml" Id="R264e23b6b50d4bc2" /><Relationship Type="http://schemas.openxmlformats.org/officeDocument/2006/relationships/slide" Target="/ppt/slides/slide11.xml" Id="R85c152132940451f" /><Relationship Type="http://schemas.openxmlformats.org/officeDocument/2006/relationships/slide" Target="/ppt/slides/slide12.xml" Id="R10121d0b83a84e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f157baedf048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0794f50b7a49d6" /><Relationship Type="http://schemas.openxmlformats.org/officeDocument/2006/relationships/notesMaster" Target="/ppt/notesMasters/notesMaster1.xml" Id="R0a7eaf15152d4c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092eb5a4ce4f84" /><Relationship Type="http://schemas.openxmlformats.org/officeDocument/2006/relationships/notesMaster" Target="/ppt/notesMasters/notesMaster1.xml" Id="R0e7bf24e4cb745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5bd81c2ecf4c61" /><Relationship Type="http://schemas.openxmlformats.org/officeDocument/2006/relationships/notesMaster" Target="/ppt/notesMasters/notesMaster1.xml" Id="R9880eb534e79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0276902d6f450a" /><Relationship Type="http://schemas.openxmlformats.org/officeDocument/2006/relationships/notesMaster" Target="/ppt/notesMasters/notesMaster1.xml" Id="R16bccd55ad5946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2da97454d74906" /><Relationship Type="http://schemas.openxmlformats.org/officeDocument/2006/relationships/notesMaster" Target="/ppt/notesMasters/notesMaster1.xml" Id="R8af2d3898be54c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4cc68e766c466c" /><Relationship Type="http://schemas.openxmlformats.org/officeDocument/2006/relationships/notesMaster" Target="/ppt/notesMasters/notesMaster1.xml" Id="R51f1c57531554d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2a347fe21644d4" /><Relationship Type="http://schemas.openxmlformats.org/officeDocument/2006/relationships/notesMaster" Target="/ppt/notesMasters/notesMaster1.xml" Id="Rf9152ff3c90742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9680f533cc4303" /><Relationship Type="http://schemas.openxmlformats.org/officeDocument/2006/relationships/notesMaster" Target="/ppt/notesMasters/notesMaster1.xml" Id="R6e2889c317984b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00d93ad96b481e" /><Relationship Type="http://schemas.openxmlformats.org/officeDocument/2006/relationships/notesMaster" Target="/ppt/notesMasters/notesMaster1.xml" Id="R86d52e3e72eb48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4b0377af6c41bf" /><Relationship Type="http://schemas.openxmlformats.org/officeDocument/2006/relationships/notesMaster" Target="/ppt/notesMasters/notesMaster1.xml" Id="R2c71d0fab71e49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8387830036436f" /><Relationship Type="http://schemas.openxmlformats.org/officeDocument/2006/relationships/notesMaster" Target="/ppt/notesMasters/notesMaster1.xml" Id="R35324a48319844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362abc3ac64ce0" /><Relationship Type="http://schemas.openxmlformats.org/officeDocument/2006/relationships/notesMaster" Target="/ppt/notesMasters/notesMaster1.xml" Id="R556d8c257ec440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Scale drawings, recipes, ratio bars, double number lines, rulers,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1,050 g. | Identify the multiplicative scale or total number of ratio parts. | Apply the same multiplicative relationship to every corresponding measure or ratio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proportion, scale factor, corresponding, share, ratio part, total parts.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24.5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1,050 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Apply the same multiplicative relationship to every corresponding measure or ratio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1,050 g..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35..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£180 and £240.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35. | Apply the same multiplicative relationship to every corresponding measure or ratio part.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b769934b041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30f6f6d43b4212" /><Relationship Type="http://schemas.openxmlformats.org/officeDocument/2006/relationships/slideLayout" Target="/ppt/slideLayouts/slideLayout1.xml" Id="R883d415f3efb42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3d415f3efb42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829a5346844f9" /><Relationship Type="http://schemas.openxmlformats.org/officeDocument/2006/relationships/notesSlide" Target="/ppt/notesSlides/notesSlide1.xml" Id="Rf2de7805724047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3faed9a764ac7" /><Relationship Type="http://schemas.openxmlformats.org/officeDocument/2006/relationships/notesSlide" Target="/ppt/notesSlides/notesSlide2.xml" Id="R3a74aeb266574e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4bdf8b02e48b8" /><Relationship Type="http://schemas.openxmlformats.org/officeDocument/2006/relationships/notesSlide" Target="/ppt/notesSlides/notesSlide3.xml" Id="R3c57b344954f4c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492469c29486a" /><Relationship Type="http://schemas.openxmlformats.org/officeDocument/2006/relationships/notesSlide" Target="/ppt/notesSlides/notesSlide4.xml" Id="Rae53ba462cfb44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c572c96f7439c" /><Relationship Type="http://schemas.openxmlformats.org/officeDocument/2006/relationships/notesSlide" Target="/ppt/notesSlides/notesSlide5.xml" Id="R836e68f591cc4c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22ad790c84a76" /><Relationship Type="http://schemas.openxmlformats.org/officeDocument/2006/relationships/notesSlide" Target="/ppt/notesSlides/notesSlide6.xml" Id="Rb3a637033dfa4d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a42f29d0f4532" /><Relationship Type="http://schemas.openxmlformats.org/officeDocument/2006/relationships/image" Target="/ppt/media/image.png" Id="R6fc62fc0d09446ba" /><Relationship Type="http://schemas.openxmlformats.org/officeDocument/2006/relationships/notesSlide" Target="/ppt/notesSlides/notesSlide7.xml" Id="R91083512f13d49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18ab9d66141dd" /><Relationship Type="http://schemas.openxmlformats.org/officeDocument/2006/relationships/notesSlide" Target="/ppt/notesSlides/notesSlide8.xml" Id="Rf984cba1cf9641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0076bcb3d4e4b" /><Relationship Type="http://schemas.openxmlformats.org/officeDocument/2006/relationships/notesSlide" Target="/ppt/notesSlides/notesSlide9.xml" Id="Rd59960526b3649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733745875470a" /><Relationship Type="http://schemas.openxmlformats.org/officeDocument/2006/relationships/notesSlide" Target="/ppt/notesSlides/notesSlide10.xml" Id="R2c84304b03a445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b91b129e848fa" /><Relationship Type="http://schemas.openxmlformats.org/officeDocument/2006/relationships/notesSlide" Target="/ppt/notesSlides/notesSlide11.xml" Id="Rdd741717406344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0ba3716874fab" /><Relationship Type="http://schemas.openxmlformats.org/officeDocument/2006/relationships/notesSlide" Target="/ppt/notesSlides/notesSlide12.xml" Id="R968504f4ddf546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E62C9-0781-4795-9868-6619B4ED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272BE-B99B-4B49-B6DA-E124DD13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E80D1-ADAD-4902-B8F9-DB54AB58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1969C-34E9-42F6-8D87-8F12D36F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8575A-1094-4856-A83B-E91B861B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E9D4A-AA21-48D7-8DDD-56D14689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05F47-CC4D-418E-8D10-9DEC1D6D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39760-636F-4D70-8CD3-4726405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enlarge and reduce quantities using scale factors.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6A315-35C3-4ABA-BFC1-E84F3BE0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DEB00-E81E-4D97-8C0F-EE918125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Scale drawings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6BC26-5FFF-4A37-9A9B-101DA491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726846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F3DCED-1163-40DC-92ED-54B41393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8A805-5C29-4DB8-993E-ABD115DB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2DEC4-4057-43E6-BBAE-1A25C87C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35B26-4920-4D1E-97E9-B220871A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0F06E-1721-48A0-87AE-54E442CA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FA0AC-67E9-4B48-AEDD-FB07A14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16A28-6D2E-4B6D-BEE2-8390E55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79BE9-DC93-4FDE-9F09-E8B3232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77167-3829-408D-80FE-69C3ABDB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C9F9D-3E87-408A-91F2-324AFFCA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28C85-0D61-4A06-9EEC-ABF74837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7EE9D-D27C-433A-82E8-EC93C0C9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CCBDA-3A0A-44B2-B785-B56D88CB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scale factors and ratio parts to solve proportional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928EC-1029-4E39-92F1-BC62554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6EE06-493E-4F44-8FF6-0A4BE042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A3445-21C4-4E60-8AF5-806BAD24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92AF5-1387-4164-A093-1ACAA556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recipe for 6 uses 450 g flour. How much flour is needed for 14?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3A087-27F2-43D2-93E3-83B3BEEE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057AC-D0AA-4D0B-8B80-2800A993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02E72-28F0-4F8C-8DBB-876B1F16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37667-B697-48B9-835B-C4DA66CE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length of 7 cm is enlarged by scale factor 3.5. What is the new length?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769A4-111E-47B3-8A30-00D7F0FD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3352731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B77FC-4D2B-4459-9641-FEEF80E3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DB094-1C51-4102-BCCF-48D83B1B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72B67-9AFF-4B3F-BFC9-40655279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7A46D-3371-4710-BA1C-C3BDF65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AD4DB-BB83-4549-93EA-279BEDCB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2AE78-E090-4FA3-B07B-571CADB4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91A86-4F69-4F1E-977D-47DE333E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813E7-0460-4F76-A497-CF6A4254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E0DA5-ADDA-45DB-AC80-1DAAD38A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6482F-E8F5-4F97-8234-C52268C9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enlarge and reduce quantities using scale factors.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81F9E-206E-4261-98FA-88E38D61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E8F7D-8F73-4598-808F-8CD68575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multiplicative scale or total number of ratio parts.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C2049-FA53-4B1E-8B59-92766E3C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Apply the factor consistently or find the value of one 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427F7-D458-4ECE-9109-90EB44D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Recombine and check the total or corresponding measure.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9138C-B926-4695-A46F-B71A416B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proportion  |  scale factor  |  corresponding  |  share  |  ratio part  |  total parts</a:t>
            </a:r>
          </a:p>
        </p:txBody>
      </p:sp>
    </p:spTree>
    <p:extLst>
      <p:ext uri="{BB962C8B-B14F-4D97-AF65-F5344CB8AC3E}">
        <p14:creationId xmlns:p14="http://schemas.microsoft.com/office/powerpoint/2010/main" val="18397672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46773-D64B-451A-A867-06F0F8FE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8BE4A-A745-4B0C-89DC-88A2D68B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5B668-C101-4AD8-830E-F73041A8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4C16B-2247-436E-90C8-2089301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3718C-6E3C-4607-A4C8-B3E33EB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E9F84-7DDA-4006-A1C8-E8F38EF8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AA60A-6DE4-40B2-87FA-C043EABC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E6E95-3A39-40F1-8306-A1868B4B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512F1-2F92-45B7-8869-EA36A92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31B75-9277-41DE-9AF5-999C8221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length of 7 cm is enlarged by scale factor 3.5. What is the new length?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67234-9227-4F2F-B996-5783C2E4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6554F-40EA-4FB1-910E-65E5B83B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5E2E2-5AB5-48CD-A29A-450B8F30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cm × scale factor 3.5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72E0C-B383-4DB8-9635-5F7CF203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E3F00-3A00-4E27-93E5-FA9BB787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43524-2AA8-4DC4-AF8F-2BB8A86C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× 3.5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A8459-158A-42BA-8A0D-75A32DF3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8650C-5C14-4621-A825-AF75BBF9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F61D7-B74A-424E-B0F1-542B5D7C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× 3 + 7 × 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C3104-90AC-4A5F-8B51-F5B601BD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ABC60-E0EC-4FB4-810F-1AB51C84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ECD2D-B85E-44FA-8E7C-80C2ECAD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21 + 3.5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E51DB-1FDE-4F77-B0F1-3A3497E4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227AC-507E-47D5-9760-C47D2A23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8CB7E-5E94-4508-8CBC-6039D097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24.5 cm</a:t>
            </a:r>
          </a:p>
        </p:txBody>
      </p:sp>
    </p:spTree>
    <p:extLst>
      <p:ext uri="{BB962C8B-B14F-4D97-AF65-F5344CB8AC3E}">
        <p14:creationId xmlns:p14="http://schemas.microsoft.com/office/powerpoint/2010/main" val="123578788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96B4A-0592-47D7-A615-0B3D11FA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573D0-30CF-4C78-BFEC-1EF51A10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DAC6F-6223-4730-AA6D-DF075C1F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1691C-D6EC-4DAE-91A6-E8088F2F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B6D3B-B29D-4EBE-B7BF-3FCD27FA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70CA0-A79B-492A-90AB-671B2C57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A5BBD-4FD0-48D6-9882-C3C3BA19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E06EC-AEED-4F09-83F1-7022209E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67FFA-6040-477E-A1E2-9F1DA045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0DDB0-C6E8-4BC2-BAE9-41717C02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40A68-A8DE-428C-AC22-DC79B0D0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24.5 cm.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25F05-82E4-4C90-A07E-59E4AF09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1FD34-2E69-4D48-B669-94675952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Recombine and check the total or corresponding measure.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0DB0A-9DBF-4B9A-A395-6422C6F1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0697990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6EE98-1385-4D80-80AB-B6DF31C8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4372F-EADA-4724-94BC-186DE06F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89CED-4FB3-4955-861D-C7D5151F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C6E03-1B25-4643-BC99-9B815573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B97CE-7348-4082-9D21-6B7FE6EA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99F39-2A1B-4AC2-8DF9-1D900127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AA997-B516-4A2F-BFD8-DA7C8A79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15230-EAFE-49CD-A377-A30DCA06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90C54-5829-4A02-B17F-3EDEBEBD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12135-E83E-48E1-8406-7F06A2C1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recipe for 6 uses 450 g flour. How much flour is needed for 14?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F1CD0-1F3F-4AE9-8796-D33AFA42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5C33D-D362-4F03-8C00-F400A7E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18F7D-FC54-4C65-B5A4-063ECB9F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0130B-BD34-4A77-8714-1A4C171C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C4C33-2E7B-4F88-A26D-A62D888F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1,050 g.</a:t>
            </a:r>
          </a:p>
        </p:txBody>
      </p:sp>
    </p:spTree>
    <p:extLst>
      <p:ext uri="{BB962C8B-B14F-4D97-AF65-F5344CB8AC3E}">
        <p14:creationId xmlns:p14="http://schemas.microsoft.com/office/powerpoint/2010/main" val="17625332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61715-0417-42E6-84A6-972A3560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3D68A-2E8E-4A54-A07A-1A8726A4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F57B0-F907-4A67-8BF2-652C96AF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F6C1D-93E2-4448-A009-FEF54F05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9389B-B16F-4D01-B849-E95C73C7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F8593-43E8-47C4-BF58-056FA1A9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A1151-883B-44F6-84AE-EAEBD48F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7ACE1-8593-448E-97B4-3BB87EB6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8D2D6-232A-407C-8D92-95CE7E96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62fc0d09446ba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FC12C-637D-4714-92CB-B94A1C4B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F02CC-88C3-4A55-BAEF-033C52DC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uses the scale factor on only one corresponding quantity.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128F7-4A62-4F59-8D1F-03E7FBBE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8A6ED-C9CD-4729-85BE-6EE625A7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981A6-EEB0-4126-A478-BD04B690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Apply the same multiplicative relationship to every corresponding measure or ratio part.</a:t>
            </a:r>
          </a:p>
        </p:txBody>
      </p:sp>
    </p:spTree>
    <p:extLst>
      <p:ext uri="{BB962C8B-B14F-4D97-AF65-F5344CB8AC3E}">
        <p14:creationId xmlns:p14="http://schemas.microsoft.com/office/powerpoint/2010/main" val="79389011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A6508-B4B0-4755-86F6-80482DF9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C1A2F-C9A0-428D-9F75-8EA74974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B69D2-DFDB-4325-B0A5-AD3FD0F3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15626-5E5B-4C92-9BAA-CA97FDCF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5D0C3-FAC5-4EA5-95CE-4253E580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C49B6-5089-4D35-BE11-F7288318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D787D-946F-42FB-9CB9-27E43681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F098F-02FE-43C5-9E42-8788ADB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C05BD-3C62-468B-A251-0888FAC0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AF4C5-02C1-44F3-94AD-EB689C04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40BA3-E579-420F-9854-0BA00ABB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4B748-493F-4EC8-BE24-7F8F2FF6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FB608-E4CB-47F7-BFD2-B5BDB5DF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recipe for 6 uses 450 g flour. How much flour is needed for 14?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21350-6980-4838-9013-7ABE9737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47B9A-F683-4E2D-A81C-6D68D074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21801-25DF-4F7D-B8CC-7D8BB70E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2B283-A15F-47D2-B598-E76BD044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64D4A-6D6C-4EB6-BBD6-FF383687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C53CE-3FB1-4AFC-86E6-18E5AB0B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C5A62-E105-4A2D-A8F5-256C1E07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5760D-4097-4533-ADB2-B19F1E3B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1,050 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50AAF-18ED-4B73-974D-F19C3DD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9888068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730AE-6789-4B74-B70C-3AB7A3A4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9B811-0C68-4954-865D-1E79CB72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864E0-D62E-4E99-B926-38314C6F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2C0AC-2D82-40D2-8A76-9F7F1F4C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18089-A86D-4593-A3F1-27735C72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2544C-A591-417F-9EEA-2B6390DC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95AC1-BB12-4D27-B1A8-09547D93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1D242-E5A5-47EF-A172-5C27011C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90D91-8864-4CD3-AE07-7154477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8DC4C-F9B1-4051-8ACC-C51F9B81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F9ADA-C200-4A39-84CB-776BDA0D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FCDE3-011D-4DCE-BCF1-3FD25FD4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F119E-396F-4612-BC4A-6B47D087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 the ratio 4:7, the smaller part is 20. What is the larger part?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B5449-B978-4E43-A057-5D5A736C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67A09-226D-4652-86CD-9B20DC9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66E89-358C-4532-991E-A43472A0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63529-2609-4676-98A9-391E0ED6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D3D40-F0A3-421D-8C71-79FB42E2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3EC4C-C0E8-443E-AB35-E3D70F58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85A34-D94D-45C9-A382-DA2B85F3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20C15-FBD0-4A7C-B820-F70B4B5E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5901516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3BDFF-F4D7-4925-ACC1-62C86FA3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9AFFF-F3B0-4FEC-BA4D-50094EC8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D0DEE-DC9F-465F-A78A-94CF5002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ADC83-84B0-4A41-99EB-F247F5AA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C939F-ADB0-4901-B6DD-283E2A30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242E0-3326-4A41-9C5A-BD1877C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496C7-7343-4C85-AC81-3971D307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5B8FE-ECC1-4EF8-8FBE-E20A951B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A6AA1-C212-406C-8AE5-992C114F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F4B14-A8C0-4C43-9AEC-165B3AED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Share £420 in the ratio 3:4.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C3A47-76EA-4D21-8FED-1813BEDF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C3CFE-5716-4D8F-878E-CE0505C2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43A51-CB3D-4EDF-9C47-2757231C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5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£180 and £240.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9571010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EF09C-CC41-4E12-BEDC-4F224DAE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9029F-25CF-4501-B2D4-9292C8F4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5AF24-D2F7-485F-BF17-24DCFC38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092A6-3E45-48FE-88AD-4217CF88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C06D7-BD55-4C85-ABC6-AAFF0EFB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38A59-C243-479E-842D-6DF53CDF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DA786-E406-4222-A466-DA6F001D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2F8B0-E453-4942-B13B-AAD35E3B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FECCF-2E50-458B-B6F0-AB1F9D5E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65BB2-5511-47B0-BCC2-555DDE06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BB0C5-8575-440A-A378-BDDA02FD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89725-DAF6-4A7D-ADA6-AB0ECC1F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 the ratio 4:7, the smaller part is 20. What is the larger part?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A670F-4781-45D9-9D49-BF2AA06D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A22F2-9B74-4387-938B-FA61977F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C7BE7-3E85-41E2-8575-40543206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36AC8-9743-40BF-BA80-6D026E46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82D35-BFCA-4AB8-8764-A5D53B68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81407-FF6E-41F3-B0E1-21415B9E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01056950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A9D67C-2C4C-4525-98AE-49AE46F6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BFBA5-A166-40C3-BBF8-30CBAA5B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2CEE6-7854-48AE-AD13-EFEC9810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5C135-791D-4BE4-99C4-6974421B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EBB29-F50D-4970-97BB-15C5D41B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1DF03-8B2E-416F-93FC-840C1F16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A9C0F-8002-40EA-983C-9797F7F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0173C-2F73-4D4F-90D3-F53B4EBA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1F6DB-3B26-4816-A504-4E0F5AA1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scale factors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B97C1-3F94-4A04-9542-A3020D80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70E37-05D5-4865-BC9C-405F00EE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79118-5101-4CD1-A212-E17160A5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DC18E-0298-4591-B399-679FB268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 the ratio 4:7, the smaller part is 20. What is the larger part?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C4FD1-0C12-4CE4-84BA-C62BEECA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B2AB5-4734-41A5-9800-3F424A72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FEE6E-4E86-496C-9AB6-CAADB870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E9574-1589-4BAF-8B8E-8DBD5164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uses the scale factor on only one corresponding quantity.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AEA17-3A19-4073-9F6A-56ECA92D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BC34E-5443-4B3F-9431-6B31619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D26DE-2F76-4BB0-8A3F-1485BF75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B395A-9A19-489E-A6CE-322E2DB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AB36C-67C0-4005-861F-37F0CE26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7881184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2026-09-09T22:14:21.7000000Z</dcterms:created>
  <dcterms:modified xsi:type="dcterms:W3CDTF">2026-09-09T22:14:21.7000000Z</dcterms:modified>
</coreProperties>
</file>