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08698d15914ef8" /><Relationship Type="http://schemas.openxmlformats.org/officeDocument/2006/relationships/extended-properties" Target="/docProps/app.xml" Id="R91b949fec1b648ec" /><Relationship Type="http://schemas.openxmlformats.org/officeDocument/2006/relationships/officeDocument" Target="/ppt/presentation.xml" Id="R8c9b5f44a2144c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2888d31884c7a"/>
  </p:sldMasterIdLst>
  <p:notesMasterIdLst>
    <p:notesMasterId xmlns:r="http://schemas.openxmlformats.org/officeDocument/2006/relationships" r:id="R9d89242abb00447d"/>
  </p:notesMasterIdLst>
  <p:sldIdLst>
    <p:sldId xmlns:r="http://schemas.openxmlformats.org/officeDocument/2006/relationships" id="256" r:id="R6c490a13448849d1"/>
    <p:sldId xmlns:r="http://schemas.openxmlformats.org/officeDocument/2006/relationships" id="257" r:id="R876cbf30f04a4a9a"/>
    <p:sldId xmlns:r="http://schemas.openxmlformats.org/officeDocument/2006/relationships" id="258" r:id="Rd8b8f02c46f14e66"/>
    <p:sldId xmlns:r="http://schemas.openxmlformats.org/officeDocument/2006/relationships" id="259" r:id="R6979d04d04194104"/>
    <p:sldId xmlns:r="http://schemas.openxmlformats.org/officeDocument/2006/relationships" id="260" r:id="Rbbda717a444f4576"/>
    <p:sldId xmlns:r="http://schemas.openxmlformats.org/officeDocument/2006/relationships" id="261" r:id="R3811425827854cd9"/>
    <p:sldId xmlns:r="http://schemas.openxmlformats.org/officeDocument/2006/relationships" id="262" r:id="Rc2ef66af903649e8"/>
    <p:sldId xmlns:r="http://schemas.openxmlformats.org/officeDocument/2006/relationships" id="263" r:id="R35e7cd4d21494bd6"/>
    <p:sldId xmlns:r="http://schemas.openxmlformats.org/officeDocument/2006/relationships" id="264" r:id="Rfde14b53687542f4"/>
    <p:sldId xmlns:r="http://schemas.openxmlformats.org/officeDocument/2006/relationships" id="265" r:id="R68973073da7e4b7d"/>
    <p:sldId xmlns:r="http://schemas.openxmlformats.org/officeDocument/2006/relationships" id="266" r:id="Rd8b2eb8290f74bed"/>
    <p:sldId xmlns:r="http://schemas.openxmlformats.org/officeDocument/2006/relationships" id="267" r:id="R805d1e105e6145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1d914a40724ca2" /><Relationship Type="http://schemas.openxmlformats.org/officeDocument/2006/relationships/slideMaster" Target="/ppt/slideMasters/slideMaster1.xml" Id="R9022888d31884c7a" /><Relationship Type="http://schemas.openxmlformats.org/officeDocument/2006/relationships/notesMaster" Target="/ppt/notesMasters/notesMaster1.xml" Id="R9d89242abb00447d" /><Relationship Type="http://schemas.openxmlformats.org/officeDocument/2006/relationships/presProps" Target="/ppt/presProps.xml" Id="R38e7634de6184071" /><Relationship Type="http://schemas.openxmlformats.org/officeDocument/2006/relationships/tableStyles" Target="/ppt/tableStyles.xml" Id="R715f78c873824f2e" /><Relationship Type="http://schemas.openxmlformats.org/officeDocument/2006/relationships/slide" Target="/ppt/slides/slide1.xml" Id="R6c490a13448849d1" /><Relationship Type="http://schemas.openxmlformats.org/officeDocument/2006/relationships/slide" Target="/ppt/slides/slide2.xml" Id="R876cbf30f04a4a9a" /><Relationship Type="http://schemas.openxmlformats.org/officeDocument/2006/relationships/slide" Target="/ppt/slides/slide3.xml" Id="Rd8b8f02c46f14e66" /><Relationship Type="http://schemas.openxmlformats.org/officeDocument/2006/relationships/slide" Target="/ppt/slides/slide4.xml" Id="R6979d04d04194104" /><Relationship Type="http://schemas.openxmlformats.org/officeDocument/2006/relationships/slide" Target="/ppt/slides/slide5.xml" Id="Rbbda717a444f4576" /><Relationship Type="http://schemas.openxmlformats.org/officeDocument/2006/relationships/slide" Target="/ppt/slides/slide6.xml" Id="R3811425827854cd9" /><Relationship Type="http://schemas.openxmlformats.org/officeDocument/2006/relationships/slide" Target="/ppt/slides/slide7.xml" Id="Rc2ef66af903649e8" /><Relationship Type="http://schemas.openxmlformats.org/officeDocument/2006/relationships/slide" Target="/ppt/slides/slide8.xml" Id="R35e7cd4d21494bd6" /><Relationship Type="http://schemas.openxmlformats.org/officeDocument/2006/relationships/slide" Target="/ppt/slides/slide9.xml" Id="Rfde14b53687542f4" /><Relationship Type="http://schemas.openxmlformats.org/officeDocument/2006/relationships/slide" Target="/ppt/slides/slide10.xml" Id="R68973073da7e4b7d" /><Relationship Type="http://schemas.openxmlformats.org/officeDocument/2006/relationships/slide" Target="/ppt/slides/slide11.xml" Id="Rd8b2eb8290f74bed" /><Relationship Type="http://schemas.openxmlformats.org/officeDocument/2006/relationships/slide" Target="/ppt/slides/slide12.xml" Id="R805d1e105e61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7d7cdd956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b7e174ebe44df5" /><Relationship Type="http://schemas.openxmlformats.org/officeDocument/2006/relationships/notesMaster" Target="/ppt/notesMasters/notesMaster1.xml" Id="R4ce5489d4737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4086c790349e3" /><Relationship Type="http://schemas.openxmlformats.org/officeDocument/2006/relationships/notesMaster" Target="/ppt/notesMasters/notesMaster1.xml" Id="Rdd22e0173f2642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93035b16934bdd" /><Relationship Type="http://schemas.openxmlformats.org/officeDocument/2006/relationships/notesMaster" Target="/ppt/notesMasters/notesMaster1.xml" Id="Rf4f10fa06fe9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0140598a5420c" /><Relationship Type="http://schemas.openxmlformats.org/officeDocument/2006/relationships/notesMaster" Target="/ppt/notesMasters/notesMaster1.xml" Id="R92d1b6ba65d5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dd25be8ec24617" /><Relationship Type="http://schemas.openxmlformats.org/officeDocument/2006/relationships/notesMaster" Target="/ppt/notesMasters/notesMaster1.xml" Id="R6ca5b0e53bbe4c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503f7ea74544fa" /><Relationship Type="http://schemas.openxmlformats.org/officeDocument/2006/relationships/notesMaster" Target="/ppt/notesMasters/notesMaster1.xml" Id="Re8606075f823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7ec4bf805472c" /><Relationship Type="http://schemas.openxmlformats.org/officeDocument/2006/relationships/notesMaster" Target="/ppt/notesMasters/notesMaster1.xml" Id="R4d65d2a7a67040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2a26179584170" /><Relationship Type="http://schemas.openxmlformats.org/officeDocument/2006/relationships/notesMaster" Target="/ppt/notesMasters/notesMaster1.xml" Id="R5097c4f9c3e747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e7be00b99b40e6" /><Relationship Type="http://schemas.openxmlformats.org/officeDocument/2006/relationships/notesMaster" Target="/ppt/notesMasters/notesMaster1.xml" Id="R0baf820d675540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c4296146c949a9" /><Relationship Type="http://schemas.openxmlformats.org/officeDocument/2006/relationships/notesMaster" Target="/ppt/notesMasters/notesMaster1.xml" Id="R52b7fd15345444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d92638e0654ef6" /><Relationship Type="http://schemas.openxmlformats.org/officeDocument/2006/relationships/notesMaster" Target="/ppt/notesMasters/notesMaster1.xml" Id="Rf25f2a8760b948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97021590694cad" /><Relationship Type="http://schemas.openxmlformats.org/officeDocument/2006/relationships/notesMaster" Target="/ppt/notesMasters/notesMaster1.xml" Id="R7356067d1f724f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Scale drawings, recipes, ratio bars, double number lines,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£180 and £240. | Identify the multiplicative scale or total number of ratio parts. | Apply the same multiplicative relationship to every corresponding measure or ratio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proportion, scale factor, corresponding, share, ratio part, total parts.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£180 and £240.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Apply the same multiplicative relationship to every corresponding measure or ratio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£180 and £240..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52 km..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24.5 cm.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52 km.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52 km. | Apply the same multiplicative relationship to every corresponding measure or ratio part.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e0ff3f44b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6811a1afa442e" /><Relationship Type="http://schemas.openxmlformats.org/officeDocument/2006/relationships/slideLayout" Target="/ppt/slideLayouts/slideLayout1.xml" Id="R40df09cfc4b0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df09cfc4b0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cce3abe5458c" /><Relationship Type="http://schemas.openxmlformats.org/officeDocument/2006/relationships/notesSlide" Target="/ppt/notesSlides/notesSlide1.xml" Id="R3d030f90e70a4a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89067b718401e" /><Relationship Type="http://schemas.openxmlformats.org/officeDocument/2006/relationships/notesSlide" Target="/ppt/notesSlides/notesSlide2.xml" Id="R6f29960aa011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485cccab84078" /><Relationship Type="http://schemas.openxmlformats.org/officeDocument/2006/relationships/notesSlide" Target="/ppt/notesSlides/notesSlide3.xml" Id="Rb7482b5aa5ae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4394dd7974996" /><Relationship Type="http://schemas.openxmlformats.org/officeDocument/2006/relationships/notesSlide" Target="/ppt/notesSlides/notesSlide4.xml" Id="Rd39da70127c041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4191886074875" /><Relationship Type="http://schemas.openxmlformats.org/officeDocument/2006/relationships/notesSlide" Target="/ppt/notesSlides/notesSlide5.xml" Id="Rf1b92ca0f9b441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7746bc65044cb" /><Relationship Type="http://schemas.openxmlformats.org/officeDocument/2006/relationships/notesSlide" Target="/ppt/notesSlides/notesSlide6.xml" Id="R0f484f5c19e347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47205dac443fd" /><Relationship Type="http://schemas.openxmlformats.org/officeDocument/2006/relationships/image" Target="/ppt/media/image.png" Id="Rcf78508e24dc4e31" /><Relationship Type="http://schemas.openxmlformats.org/officeDocument/2006/relationships/notesSlide" Target="/ppt/notesSlides/notesSlide7.xml" Id="Rc3ee435997b44e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25a2a2f554ac2" /><Relationship Type="http://schemas.openxmlformats.org/officeDocument/2006/relationships/notesSlide" Target="/ppt/notesSlides/notesSlide8.xml" Id="R231655d3652943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457138bea4899" /><Relationship Type="http://schemas.openxmlformats.org/officeDocument/2006/relationships/notesSlide" Target="/ppt/notesSlides/notesSlide9.xml" Id="R1879c875dc2040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699b827234d2c" /><Relationship Type="http://schemas.openxmlformats.org/officeDocument/2006/relationships/notesSlide" Target="/ppt/notesSlides/notesSlide10.xml" Id="R5ae0f87195274b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f91cb3fa049cd" /><Relationship Type="http://schemas.openxmlformats.org/officeDocument/2006/relationships/notesSlide" Target="/ppt/notesSlides/notesSlide11.xml" Id="Rf30dcbe44b9247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d6ef852d74969" /><Relationship Type="http://schemas.openxmlformats.org/officeDocument/2006/relationships/notesSlide" Target="/ppt/notesSlides/notesSlide12.xml" Id="Recd970078ace40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E47AA-B97B-4481-A66A-13CCC441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77B56-34D5-4A23-887A-EAA4D5FD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8ED54-2AF9-400C-8FCA-74D914A7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FAC0A-6CA6-4488-9F70-B8800478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FC193-BE65-4AB0-BC89-B3E684C6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B1961-B7C8-441A-B46F-98FF10FD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DCDF7-04A7-405E-ABD8-AFD5015F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7D11-736B-41A7-A8E1-9E586780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find one part before scaling a ratio.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B16A5-B000-498E-ADA1-E20BB5A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4FF43-3F85-40C5-B7BF-9376CFA3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Scale drawings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F9B9D-712C-4DB8-880C-4652D7BF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87455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69257-1710-4B22-93D1-FB96E0D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B3E98-2FBD-425D-94CF-4A58C9FA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1D2F8-E65F-4407-98FA-98D668A1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4CBCF-9617-4F88-B071-7F6528B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3FAD7-EA8D-4EED-BF1F-009471F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C458A-D1D4-417E-871B-297D675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E6054-49F4-4D24-A1D7-7B66D43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CCB97-0395-471D-BB6F-441FB20C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9A939-9371-46C1-B418-6AB5ECC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60CDE-2484-430B-9E45-336813C0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D1125-5F11-4ECC-83DE-456D6CC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D5582-DC20-4DFA-A77C-11AD3679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A5B68-22F2-40E1-84BB-A4B5FF1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Use scale factors and ratio parts to solve proportional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B685E-1665-44D8-9843-1AC8142D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505FA-B1BC-4815-9DCA-E48B4CF4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B9C95-9D94-4873-8152-9169A1BB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15FE7-8C54-4009-8F36-6A26BDED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Share £420 in the ratio 3:4.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D59E1-1EFD-4136-B2FE-B8F7BE2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545AE-77E7-41D1-9724-EF4A00D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C0A0A-6B0F-49DF-A77A-5CED5D28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2B8D7-B8B5-4C3C-9F89-965DB492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In the ratio 4:7, the smaller part is 20. What is the larger part?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82F2B-1675-4394-811B-A1788814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7249059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36B56-ECE8-4571-ADA4-68BB1B1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089D0-0AB5-41BE-B922-D734B50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BAD0F-FB8C-49FD-9730-D6E4E942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86C47-6D90-4347-882C-E2CF440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B7D17-E8AD-4FDB-B594-BADA240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1F7C0-2E68-457C-8BC7-BD40B2A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AAEA7-55D1-4FCD-A4EA-B8C165F0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2372A-A077-41E0-B6AF-3C842724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590F4-0BDF-4AB3-AA3A-C62C08F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CC6C8-3DF3-455B-B3B6-FAFE9C25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find one part before scaling a ratio.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23A72-3097-40A6-AE73-4662FFCE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D58B8-60E8-4A1B-9B13-01F0ECB2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multiplicative scale or total number of ratio parts.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A4431-EF31-42D9-8D18-FE57E741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Apply the factor consistently or find the value of one 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010D4-44E6-4074-AB84-CC68A765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Recombine and check the total or corresponding measure.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278DB-2081-4889-BE2B-3D05096A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proportion  |  scale factor  |  corresponding  |  share  |  ratio part  |  total parts</a:t>
            </a:r>
          </a:p>
        </p:txBody>
      </p:sp>
    </p:spTree>
    <p:extLst>
      <p:ext uri="{BB962C8B-B14F-4D97-AF65-F5344CB8AC3E}">
        <p14:creationId xmlns:p14="http://schemas.microsoft.com/office/powerpoint/2010/main" val="8670138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6418E-16B1-44FB-9F84-D747A30F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040E3-8AA8-462B-8884-1431F082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18D71-A2D2-4FA3-BCD5-D74028A4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8746D-489A-435E-92FC-FECDCC36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DED9E-E756-4207-A6F0-6085C1E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F304-DCC6-476A-BF8C-C48C54CA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4A3DA-DCED-4E87-84F4-561D4C01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4B681-20C9-4968-8DD6-462B1E70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69CBD-A7A2-4AC1-B038-7D7EE1F0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8200B-8B9A-43C0-BE8E-32BF74B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 the ratio 4:7, the smaller part is 20. What is the larger part?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659E8-4302-4037-97AA-3280552E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6E477-B989-4B08-8605-3A2F265C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5C0F3-D5F9-4D96-8ADD-1D7EBA73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Ratio 4 : 7; smaller part 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52642-A1E8-464C-9D8B-1A4F8FA4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6C37C-8CBC-45F7-A579-40D93AF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D4125-5C90-44AD-BDA6-7E158A33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 parts =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B9A3B-FB3C-4C2C-8788-826656C5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6647F-5451-46CE-BA99-FB0089E1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E7ACB-C610-467E-BEE4-18F96DA4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 part = 20 ÷ 4 =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2E7BA-1C68-4B14-A6F2-71DADDC1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AC314-8E7A-4598-BED7-61F7FE69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FBCA1-0198-460E-A23A-D1C6D92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parts = 7 ×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35268-532F-49EA-952D-C043E8F8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687F9-9F14-402C-A33F-1C002EEC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AD32D-71CA-46AF-B1E7-83D092BB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953474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31842-6479-41BB-9012-F5954479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04E03-C75B-44D0-A966-83132EA7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89B0E-7E3A-447A-B5DE-264872C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EF082-2576-42D5-AE45-8600D6FB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702D1-E59D-4111-9283-5146B7FB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E483D-5F05-4A8B-8F2F-ADB5772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6D3EF-DF17-4D4A-A47F-DA056661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7B69B-C2F1-45FA-9CC0-E5542A5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42396-91D1-4E91-B958-6BA1B39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78168-EB3F-4A93-8BF2-0A8F8F2E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E2821-42EC-4744-9869-60581EA9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80F1B-4B3D-4A43-A068-D278EC2C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76F77-1A62-43F5-B1C2-BEE2B20B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Recombine and check the total or corresponding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05369-58CA-420D-8340-5C6E5B37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7134591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FAF35-F4B8-4BE2-8902-294BFA7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5990A-FFD7-481B-88F2-A90770BB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5221B-C7FE-4662-9C96-9C3E5D10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4F7D8-5C8D-485D-B0C2-5F078DFC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F957-275D-4CCE-89DB-2EEF116D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6C103-A934-4DFF-A1C9-DA474F4A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0D883-8350-4EE3-89E2-3E4DD3F3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3D6C8-BEA9-4E03-913E-E1C9EB8B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4F1E6-AAED-4502-9A62-1919C7C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E2FC3-B946-4C0E-ADD8-3AF8A9C4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Share £420 in the ratio 3:4.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4C2AB-8890-4403-AE82-B4F8DAF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65342-2E47-439D-9751-D9FAD55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12A6A-7ED9-44BE-BC3F-27819259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B076A-CFCD-4577-B167-40C7454A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F3706-09E3-423D-993F-4C925C87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£180 and £240.</a:t>
            </a:r>
          </a:p>
        </p:txBody>
      </p:sp>
    </p:spTree>
    <p:extLst>
      <p:ext uri="{BB962C8B-B14F-4D97-AF65-F5344CB8AC3E}">
        <p14:creationId xmlns:p14="http://schemas.microsoft.com/office/powerpoint/2010/main" val="9039840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43B41-E914-4123-85DA-BDABDB5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C6BAD-B29B-44F2-A546-8B6875B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516BF-947B-423B-BF27-1F60559F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E988A-A6CD-441E-B2AE-35F7EBBF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F053A-F0D5-4A6F-9D0E-12F2756C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D0094-27B0-4D3C-AAD2-AA4B005E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F5E40-F7E3-4A5B-A7C1-889B5F6B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D9B55-A579-4161-B1C0-9B92917F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8141B-EAD2-4CFA-A422-94B372D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8508e24dc4e31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3CFDB-760F-4048-8D65-ED7C572B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9962E-0CDD-484F-BBD5-757294FA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uses the scale factor on only one corresponding quantity.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44BE4-24EE-4393-B3B9-0CD019DC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CE0A2-102B-47B7-98BE-175CA1CD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35BFA-83F9-4802-BF86-AC6C442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Apply the same multiplicative relationship to every corresponding measure or ratio part.</a:t>
            </a:r>
          </a:p>
        </p:txBody>
      </p:sp>
    </p:spTree>
    <p:extLst>
      <p:ext uri="{BB962C8B-B14F-4D97-AF65-F5344CB8AC3E}">
        <p14:creationId xmlns:p14="http://schemas.microsoft.com/office/powerpoint/2010/main" val="109046736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7B210-F9B9-49C3-B0B7-F62198A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B1C68-C419-4C32-9496-15AE925A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314D0-FF5C-4D8D-9F91-7C04050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4ED21-404E-49D3-9CB4-80F73594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F69A4-008C-4545-81E7-EA223B98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1CD34-E328-425B-B63D-57F9723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09809-988E-4450-AA87-08FEFA2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B3335-2465-4CBB-B10F-E597C7CB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16FAF-8494-4051-80FD-1D4E9123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29A00-D91C-41C4-AC0F-B88E3449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01432-5618-42D0-9A4B-4D5CEE00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45BE7-4759-4A66-A2C8-46B9FEED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05B24-E267-4E9D-B69F-EDF3C6CA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Share £420 in the ratio 3:4.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D5681-9063-467C-80A7-5813089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E6284-91BC-45B9-B481-19022E7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11E7B-271E-4AC8-A9A4-EE33EDA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5C775-5E9E-42C6-9929-6D46662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D65D6-4D16-4811-88C6-9A5809B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EDE67-6F47-418E-B7BB-4AC660C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734E5-B99B-4269-8844-9E02441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C83AC-4966-4D1F-A314-B5694DE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£180 and £240.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64B96-07A8-4F94-9F17-3B4CF0C5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1431401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C45D0-8A14-448C-9B26-35B2CD1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BDE44-F48F-49E6-91B7-75D6B2F3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104BB-164F-4E96-B594-6095E20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FE357-D4A0-478E-9048-BDA03CAC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48E5F-E640-4079-9708-62FD68C0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23265-E1EB-4FC8-985F-D03A26D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C4C5D-F9A9-416C-AAFE-1258D23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BDC9-E84B-4383-890A-874F053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11E6A-385C-4B04-BE30-76972F2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343DB-C2DE-4DCC-807E-3398B078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101E1-BBB0-4012-A72D-18CD8A57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F7282-6491-45F3-9F08-32617289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D817F-02F3-4772-B5CD-80AA8E9D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map scale is 1 cm to 8 km. Two towns are 6.5 cm apart. Find the real distance.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4F4E5-777E-419A-ABE6-14216317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05276-14D8-4AEE-AD9C-A533CD8F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9266A-4113-4F48-BD71-D8C0509F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1F32E-63E4-46C1-9D1B-D43DB05A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A434F-71CB-4373-AE30-D28DC04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E8196-7261-4DF8-A854-2CF751EB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93CE2-FB0B-4EE3-BC3E-156835F3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6C0B8-750C-4A1C-A39D-06CE4108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048907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94E1C-11E1-4197-B07F-3EEE6D28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973A0-40D7-414C-A55F-382CA8A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2F75C-DA37-40A7-B120-A8DA5BB1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4D4E4-D9B9-42F8-858E-B1B4965F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16FE8-0A85-41BA-A182-1BFB091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7B60E-35C8-4FD8-A22C-57AECF48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76587-9788-494D-865B-B4443A8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66EF2-199D-41CA-8618-452E3E4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B097D-AEFE-419D-8178-0B4289D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F2B98-236A-46D3-9F12-1F7CCE00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length of 7 cm is enlarged by scale factor 3.5. What is the new length?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2158C-843F-4824-A2D5-F46E3C11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B5729-4480-49B2-86E0-A8CCC54E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2D644-CFF7-47AD-9DDB-4BF3B11A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24.5 cm.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7710216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E7D6F-2FCF-4B61-B813-87DDC8F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539EE-D067-4D52-9190-6A183D6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7BF1-37FA-40C6-B7C1-11F77DE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FB9C3-C2DB-4B4E-8889-4FF3205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D17D6-3DCA-4754-AE15-5083CC0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10416-3133-48A8-A54A-2A51FCEC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3481F-6E86-4F84-A10C-8100D41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09000-F6C6-4DD9-A9BD-98C170B6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95B3C-CE55-4926-87CD-470F816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19036-5F0D-4B46-ABA2-B9F849C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659DB-4626-4315-BBCA-D70E8CBD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22F97-B03B-41AF-B5D9-A717C514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map scale is 1 cm to 8 km. Two towns are 6.5 cm apart. Find the real distance.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AC015-F3DA-4EEB-856A-73004159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DDB9C-BB8A-4A58-BA0E-DFC43FCE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6AD09-A74E-4F51-83AF-DC5A311F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55586-34F2-4E9A-8C22-810E134C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52 km.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7BB87-9508-4AAE-93CC-CB00054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DD0B3-EFA3-494C-99DB-AB84928B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6832037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C641A-50F8-4A34-8CEF-AA305EB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C78A3-925E-49CD-9584-909B88D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0B28-7AE0-4271-8596-52BEBF7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CA895-5BC1-47EF-95B9-D9FF8FF1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4601C-672A-47D5-876C-6DA0192A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B313-970F-42EC-8841-207C23F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1C98B-F68F-4C1E-8336-5E3CCB2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A9998-FFD1-4E5B-A8CA-A42186B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A36E4-5D38-4B76-BF95-7BC17D1F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value of one ratio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AFB18-1B44-4F61-B61C-141FC988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17DAB-0768-45E7-B0E8-91F08FD2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C80AE-8E2C-4D7F-861B-D232C40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4051E-5985-4437-B773-2A1EC864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map scale is 1 cm to 8 km. Two towns are 6.5 cm apart. Find the real distance.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05814-AD17-4BED-B100-A5888E53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D1AD3-1537-4B35-9015-3DEE334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05485-8270-408E-B2C2-CAC4045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3CAE3-80EE-40F8-B723-0CB7AF18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uses the scale factor on only one corresponding quantity.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65D99-0A8A-45DE-9A90-7BB62CA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12AED-B4E9-4A01-864B-E0A0348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B506E-0DD2-4369-B8F3-E183C4E6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26F1E-F609-478E-975B-8E5513A4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2506C-64E5-4545-979A-A4131118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337256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2026-09-09T22:14:24.3690000Z</dcterms:created>
  <dcterms:modified xsi:type="dcterms:W3CDTF">2026-09-09T22:14:24.3690000Z</dcterms:modified>
</coreProperties>
</file>