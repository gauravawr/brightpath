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ea353207df43a4" /><Relationship Type="http://schemas.openxmlformats.org/officeDocument/2006/relationships/extended-properties" Target="/docProps/app.xml" Id="R77bc900b76744d3a" /><Relationship Type="http://schemas.openxmlformats.org/officeDocument/2006/relationships/officeDocument" Target="/ppt/presentation.xml" Id="R9d447bd2f6474a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76aedc31194f62"/>
  </p:sldMasterIdLst>
  <p:notesMasterIdLst>
    <p:notesMasterId xmlns:r="http://schemas.openxmlformats.org/officeDocument/2006/relationships" r:id="Rc4714df2bb984dbd"/>
  </p:notesMasterIdLst>
  <p:sldIdLst>
    <p:sldId xmlns:r="http://schemas.openxmlformats.org/officeDocument/2006/relationships" id="256" r:id="R6c6988de66ae444a"/>
    <p:sldId xmlns:r="http://schemas.openxmlformats.org/officeDocument/2006/relationships" id="257" r:id="R8a6588f8a1bb4f75"/>
    <p:sldId xmlns:r="http://schemas.openxmlformats.org/officeDocument/2006/relationships" id="258" r:id="Ra97abc6adc1c4655"/>
    <p:sldId xmlns:r="http://schemas.openxmlformats.org/officeDocument/2006/relationships" id="259" r:id="R5267c238be34448e"/>
    <p:sldId xmlns:r="http://schemas.openxmlformats.org/officeDocument/2006/relationships" id="260" r:id="R766d5cd6d52a43c5"/>
    <p:sldId xmlns:r="http://schemas.openxmlformats.org/officeDocument/2006/relationships" id="261" r:id="R940c190a609f49b7"/>
    <p:sldId xmlns:r="http://schemas.openxmlformats.org/officeDocument/2006/relationships" id="262" r:id="Ref53f8ec34ad408f"/>
    <p:sldId xmlns:r="http://schemas.openxmlformats.org/officeDocument/2006/relationships" id="263" r:id="R5c6e950bfc49413e"/>
    <p:sldId xmlns:r="http://schemas.openxmlformats.org/officeDocument/2006/relationships" id="264" r:id="Rf480c38acaf242e1"/>
    <p:sldId xmlns:r="http://schemas.openxmlformats.org/officeDocument/2006/relationships" id="265" r:id="Ra987e8195cd34558"/>
    <p:sldId xmlns:r="http://schemas.openxmlformats.org/officeDocument/2006/relationships" id="266" r:id="Re47fb157545f45ff"/>
    <p:sldId xmlns:r="http://schemas.openxmlformats.org/officeDocument/2006/relationships" id="267" r:id="Raf1ff79548294e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b841be60154310" /><Relationship Type="http://schemas.openxmlformats.org/officeDocument/2006/relationships/slideMaster" Target="/ppt/slideMasters/slideMaster1.xml" Id="R5576aedc31194f62" /><Relationship Type="http://schemas.openxmlformats.org/officeDocument/2006/relationships/notesMaster" Target="/ppt/notesMasters/notesMaster1.xml" Id="Rc4714df2bb984dbd" /><Relationship Type="http://schemas.openxmlformats.org/officeDocument/2006/relationships/presProps" Target="/ppt/presProps.xml" Id="Rfc020a7618424023" /><Relationship Type="http://schemas.openxmlformats.org/officeDocument/2006/relationships/tableStyles" Target="/ppt/tableStyles.xml" Id="R983f43c7d2a244eb" /><Relationship Type="http://schemas.openxmlformats.org/officeDocument/2006/relationships/slide" Target="/ppt/slides/slide1.xml" Id="R6c6988de66ae444a" /><Relationship Type="http://schemas.openxmlformats.org/officeDocument/2006/relationships/slide" Target="/ppt/slides/slide2.xml" Id="R8a6588f8a1bb4f75" /><Relationship Type="http://schemas.openxmlformats.org/officeDocument/2006/relationships/slide" Target="/ppt/slides/slide3.xml" Id="Ra97abc6adc1c4655" /><Relationship Type="http://schemas.openxmlformats.org/officeDocument/2006/relationships/slide" Target="/ppt/slides/slide4.xml" Id="R5267c238be34448e" /><Relationship Type="http://schemas.openxmlformats.org/officeDocument/2006/relationships/slide" Target="/ppt/slides/slide5.xml" Id="R766d5cd6d52a43c5" /><Relationship Type="http://schemas.openxmlformats.org/officeDocument/2006/relationships/slide" Target="/ppt/slides/slide6.xml" Id="R940c190a609f49b7" /><Relationship Type="http://schemas.openxmlformats.org/officeDocument/2006/relationships/slide" Target="/ppt/slides/slide7.xml" Id="Ref53f8ec34ad408f" /><Relationship Type="http://schemas.openxmlformats.org/officeDocument/2006/relationships/slide" Target="/ppt/slides/slide8.xml" Id="R5c6e950bfc49413e" /><Relationship Type="http://schemas.openxmlformats.org/officeDocument/2006/relationships/slide" Target="/ppt/slides/slide9.xml" Id="Rf480c38acaf242e1" /><Relationship Type="http://schemas.openxmlformats.org/officeDocument/2006/relationships/slide" Target="/ppt/slides/slide10.xml" Id="Ra987e8195cd34558" /><Relationship Type="http://schemas.openxmlformats.org/officeDocument/2006/relationships/slide" Target="/ppt/slides/slide11.xml" Id="Re47fb157545f45ff" /><Relationship Type="http://schemas.openxmlformats.org/officeDocument/2006/relationships/slide" Target="/ppt/slides/slide12.xml" Id="Raf1ff79548294e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932a79308346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a2b8d6bbae4cb1" /><Relationship Type="http://schemas.openxmlformats.org/officeDocument/2006/relationships/notesMaster" Target="/ppt/notesMasters/notesMaster1.xml" Id="R420564b35fd74f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7833b5fde0457c" /><Relationship Type="http://schemas.openxmlformats.org/officeDocument/2006/relationships/notesMaster" Target="/ppt/notesMasters/notesMaster1.xml" Id="R409cad52dca148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5b051a2fce484e" /><Relationship Type="http://schemas.openxmlformats.org/officeDocument/2006/relationships/notesMaster" Target="/ppt/notesMasters/notesMaster1.xml" Id="Re374f77ec2ce46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0d1ca76b4a4726" /><Relationship Type="http://schemas.openxmlformats.org/officeDocument/2006/relationships/notesMaster" Target="/ppt/notesMasters/notesMaster1.xml" Id="R1c3638a2760b47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d29088d0f14f42" /><Relationship Type="http://schemas.openxmlformats.org/officeDocument/2006/relationships/notesMaster" Target="/ppt/notesMasters/notesMaster1.xml" Id="Rcc5d85121fce4a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ba84236cc14e05" /><Relationship Type="http://schemas.openxmlformats.org/officeDocument/2006/relationships/notesMaster" Target="/ppt/notesMasters/notesMaster1.xml" Id="R23325c2f10594d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b74423ecf64923" /><Relationship Type="http://schemas.openxmlformats.org/officeDocument/2006/relationships/notesMaster" Target="/ppt/notesMasters/notesMaster1.xml" Id="R28825d6b55384c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fe2bf295dd41b4" /><Relationship Type="http://schemas.openxmlformats.org/officeDocument/2006/relationships/notesMaster" Target="/ppt/notesMasters/notesMaster1.xml" Id="Rf716d02b83d84c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68f90b616ae41ff" /><Relationship Type="http://schemas.openxmlformats.org/officeDocument/2006/relationships/notesMaster" Target="/ppt/notesMasters/notesMaster1.xml" Id="R75baddd5f99b4f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dc29df5e54436a" /><Relationship Type="http://schemas.openxmlformats.org/officeDocument/2006/relationships/notesMaster" Target="/ppt/notesMasters/notesMaster1.xml" Id="R30ac20dc0e9c43e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57999ae19b04529" /><Relationship Type="http://schemas.openxmlformats.org/officeDocument/2006/relationships/notesMaster" Target="/ppt/notesMasters/notesMaster1.xml" Id="Rcac4d78594a94a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f46593fc504a3d" /><Relationship Type="http://schemas.openxmlformats.org/officeDocument/2006/relationships/notesMaster" Target="/ppt/notesMasters/notesMaster1.xml" Id="Reddb537e9f3f40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£180 and £240.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£180 and £240.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£180 and £240..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52 km..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24.5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52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52 km.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754ef854d4b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ff05b505a04af7" /><Relationship Type="http://schemas.openxmlformats.org/officeDocument/2006/relationships/slideLayout" Target="/ppt/slideLayouts/slideLayout1.xml" Id="Rd28b2909b73943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8b2909b73943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0b01828bd4965" /><Relationship Type="http://schemas.openxmlformats.org/officeDocument/2006/relationships/notesSlide" Target="/ppt/notesSlides/notesSlide1.xml" Id="Rea85a40a932d47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26f62086b4483" /><Relationship Type="http://schemas.openxmlformats.org/officeDocument/2006/relationships/notesSlide" Target="/ppt/notesSlides/notesSlide2.xml" Id="R36fc1ff581784d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82a8154ad4857" /><Relationship Type="http://schemas.openxmlformats.org/officeDocument/2006/relationships/notesSlide" Target="/ppt/notesSlides/notesSlide3.xml" Id="Raccaab00c0e347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33bd474fa4da0" /><Relationship Type="http://schemas.openxmlformats.org/officeDocument/2006/relationships/notesSlide" Target="/ppt/notesSlides/notesSlide4.xml" Id="R332de5a9665841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c95e6d0054db2" /><Relationship Type="http://schemas.openxmlformats.org/officeDocument/2006/relationships/notesSlide" Target="/ppt/notesSlides/notesSlide5.xml" Id="R8d74d227556443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7b4e099b34e1d" /><Relationship Type="http://schemas.openxmlformats.org/officeDocument/2006/relationships/notesSlide" Target="/ppt/notesSlides/notesSlide6.xml" Id="R85153897ba114f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f06e994dc4e94" /><Relationship Type="http://schemas.openxmlformats.org/officeDocument/2006/relationships/image" Target="/ppt/media/image.png" Id="R07d29dc582cd4a7c" /><Relationship Type="http://schemas.openxmlformats.org/officeDocument/2006/relationships/notesSlide" Target="/ppt/notesSlides/notesSlide7.xml" Id="R86d82b0139d24a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44d0ff4c348c7" /><Relationship Type="http://schemas.openxmlformats.org/officeDocument/2006/relationships/notesSlide" Target="/ppt/notesSlides/notesSlide8.xml" Id="R0bd6a35be73344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75fa87a344405" /><Relationship Type="http://schemas.openxmlformats.org/officeDocument/2006/relationships/notesSlide" Target="/ppt/notesSlides/notesSlide9.xml" Id="R40da4671e66e4a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421765c3a471b" /><Relationship Type="http://schemas.openxmlformats.org/officeDocument/2006/relationships/notesSlide" Target="/ppt/notesSlides/notesSlide10.xml" Id="Rafa149c7d44341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93d3c799747cb" /><Relationship Type="http://schemas.openxmlformats.org/officeDocument/2006/relationships/notesSlide" Target="/ppt/notesSlides/notesSlide11.xml" Id="Rb00b5000d5b043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f80824d1e4705" /><Relationship Type="http://schemas.openxmlformats.org/officeDocument/2006/relationships/notesSlide" Target="/ppt/notesSlides/notesSlide12.xml" Id="R4c2f78926cce43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C07308-962B-4C44-AC5A-91801466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6205C-B926-4253-998C-68E309C6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6CFFD-1E83-4FD6-B420-EE347593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694B0-E15D-4174-9135-5885F077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64699-3871-451B-A055-AE406E13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89E78-1368-4AAD-8F94-514254B9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9A9EE-7217-430F-9C9D-2AA41062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9A705-68E7-499C-BC8B-F6E36D8D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one part before scaling a ratio.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1EA73-0931-43B3-A5A0-9BB8A77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24479-FEE8-4B2F-85D9-88E49501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BECA3E-111C-4A1B-9714-41DB3824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50759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F6736-679C-4CD0-A934-64D0AFB3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0EB22-4EAC-4E03-A2CE-A8C260C4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6AF2A-C6CD-4D27-8E83-66512DCC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27D9A-4408-4693-95CC-548EE43A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C260E-E8DA-491E-8868-822DB087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8F107-58A0-45B3-B623-A813B546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FC6A9-DFF5-4F85-B1CD-0D9E4D48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BB5B5-C737-4BFC-A86C-5C865451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589CE-E79A-48D9-A313-EE3D1EBC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DCBDF-FB8B-4595-B10C-F3BE3771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F3074-B8B0-497D-8E98-D6F59059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A7721-6BAC-490B-B942-A578E6C2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A0326D-EECC-4BA7-BE88-7538EA67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82A62-26F8-4001-86E6-DCFC5B2D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3A3F8-A22E-4DB8-BC77-F7122788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8CFA1-58D1-44AF-898E-A2DB5B1A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CD9362-AA9A-432C-B8A3-52C0B7A9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1452E3-F36A-482F-9019-701F0698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04ECE8-1428-4D23-A573-9C5D9472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3ACD1-2358-44AB-B9F5-1A7D85E5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F05A50-1961-4E2C-B8C9-2A033C1C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In the ratio 4:7, the smaller part is 20. What is the larger part?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D33786-997C-4223-BD4E-4FA8ADFF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39646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9E6C7-B01A-46C8-86D3-AB60A02E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B9D7B8-5894-4581-B59C-85511256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52F435-C9F0-4142-8842-3DC8F47B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5C33C-5553-4F93-8E55-0CD58ED6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DC01F-9A26-4328-8923-3DE52FDB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59326-7DFA-49BC-877E-6C04E1DF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74BEF-A840-42FB-90DC-0BD6F5BC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D9728-FA18-4512-9E41-145D4D28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49F2F-D7C3-4145-8CBD-8F1A05FD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A6CCD-E3C5-44D1-8BC3-C7A6510A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one part before scaling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2556E-C08A-4B71-82D7-73B55423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8B1CE-C319-4BC0-BC57-424AEFD1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B85DDD-E522-4603-8685-B94F1448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0C0C50-6F08-42D5-A1D6-8A4F34EC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023992-73F6-4536-9976-1A4A6CCD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10186675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DBC15A-A96F-4D9B-9695-AC51E1F9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AC680-C23F-4B3C-9574-AEB201F8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3C44F-7142-4BD7-95DC-879B5B26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7D610-47BF-402D-AA94-8E78A083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DC48C-1A09-4F5E-B8BD-7ABBB9C0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21EB3-D6CF-40B6-96F0-9B3A01EF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03F14-76D1-436C-9674-D66FC08F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26BC2-87A0-4085-AE4F-319E748C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96DC7-9C53-497E-AA2A-1DCAE8D0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2C702-531F-47E0-896C-4C137B67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EA12D-45B9-4595-9857-7687AC4F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D68FA5-B9A9-46A8-99E7-C567673F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5958B6-56B7-42D3-A425-52FAF199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multiplicative scale or total number of ratio parts.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2907A-5AB7-4F50-B659-7216E88E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2A0E09-FB29-46D0-8D09-E7B6D4F8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4FD710-0946-46E0-A87D-1A6A1728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factor consistently or find the value of one part.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0302C5-27FE-41E5-BEEE-2A4F7EE8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45DBD-1694-4389-B49C-49551A40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1113F-E993-477D-9748-C0E86E9B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214E48-D445-4953-B5DB-D7635F3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EB670-1B14-4B92-986A-AC9D9A1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21D057-9824-4C11-81BB-D7A71BAC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Recombine and check the total or corresponding measure.</a:t>
            </a:r>
          </a:p>
        </p:txBody>
      </p:sp>
    </p:spTree>
    <p:extLst>
      <p:ext uri="{BB962C8B-B14F-4D97-AF65-F5344CB8AC3E}">
        <p14:creationId xmlns:p14="http://schemas.microsoft.com/office/powerpoint/2010/main" val="2774062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4F29D-CAC2-4B31-A935-60930571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6F1DE-4E95-495C-B637-8817CC41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9224E-29B1-4B51-BE5C-51F2173B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8D16B-AA19-41FD-886D-48927EFB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85427-A0BA-421F-B619-02A446B0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4401DE-DCED-421C-BF4F-59866F13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82E97-CA42-410B-AD39-A8FD40D3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F7165-9F56-491D-8B63-96769CFE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3792E-1D82-4B7F-9BE0-9A8148FA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602AF-AD01-4620-A15E-2916C30E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9E5B8-F0F1-4F09-8DE2-B84DA26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35.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3598A-0199-4A11-9139-4CBFD723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2916AB-8FA7-4BDC-8D5D-03AA5681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42E97-5BA4-4D04-A755-B7F1CA0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001870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194C0-FAE0-422F-ADE6-3EF3E72A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21D837-0C5D-477A-8E99-314011AB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DDD54-8F4D-4AF6-8328-D6306845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88340-394A-4B21-8679-9C597A38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B15FE7-931E-4BA9-B1C8-07C79BF6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09EED-45F5-4690-A3AD-EC7AC1FB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A9BBA-5470-4DD0-807F-B5D297FB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5D38A-853C-40BC-8A22-84CE182A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FEF58-281E-448C-B507-997F0025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3A6A57-8900-4BE7-8ED0-486973B3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CC438-96D6-462F-8504-1F01CEA4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2381C-B4B0-4BB1-A7FC-30F5D970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3905C6-97E5-462B-A0C7-799426E4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39DFB-9367-4497-8E13-A73AC75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09B42-2785-4C31-8D6D-EE66CD27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£180 and £240.</a:t>
            </a:r>
          </a:p>
        </p:txBody>
      </p:sp>
    </p:spTree>
    <p:extLst>
      <p:ext uri="{BB962C8B-B14F-4D97-AF65-F5344CB8AC3E}">
        <p14:creationId xmlns:p14="http://schemas.microsoft.com/office/powerpoint/2010/main" val="14197749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E83CF8-5206-4658-852A-A3EDAE7A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B8F72-B0AB-4D90-8AF9-F5303FAE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ADB40-EA0E-4C74-86EE-E275E971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1379C2-5B3F-4935-A74F-CA6D969C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BBB62-155D-4A24-8B2F-987460C9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60297-D37F-42F3-BA8F-59FD7D29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5AFF0-A399-459C-A870-91603485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D7BBE-8C02-404F-8119-AC5A3999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0FB88-63DE-47D1-B53E-36D44C58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29dc582cd4a7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C7995-AB5C-4D73-8697-0F74C35C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8F4D2-678D-48F2-81B2-F0107B20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DED950-2E6D-46A2-A559-18A7B33B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2E152-195E-4D43-8F36-575434AC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8A7DE-2BBA-4B9E-A9DC-24AB6196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18278305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2A94D4-BA8F-43A7-B5CD-8A612C6A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07B12-CC13-4B4A-965D-DC8B35A9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1D4A30-3B72-45F9-A88B-77812D4C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23305-97CC-43C4-95CA-DE8A0255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A6A6D-7F1D-45B0-A97B-E01DD8A4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513A9-18C6-478B-BC13-CBC887B6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92B3E2-9874-479D-AE2A-75149D3C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F0C04-55C8-4C98-A360-EB6A2D8C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59935B-D7A1-41DA-9149-751C3268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9F42A1-1C09-48B0-970B-93BA14B0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64E3C-EB7E-44C3-936F-730F56BA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B9B14-E800-4CF7-AEBB-48B2ADF2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705B4-4810-490A-885D-1BA81FD6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8BC38D-ED57-4AA3-BD3F-A5E407F9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14CD56-9F3C-4D45-90E7-153EDB2B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AE14D-E017-44B8-801D-59B0B0FF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EB9E0-6094-4D69-86EE-1808F5C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CDB64-B8C5-4BA4-AEC1-CB4CEECD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3A68E-CB02-4628-B43B-A5F1B144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40221F-FD2B-4E2E-8D37-5D6C888C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74753B-6042-4AA5-8387-8D5497E8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£180 and £240.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C8FA0D-E0BA-439F-AE97-892EDCBB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092244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A160B5-9B8E-465A-BF32-C4F6D27B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7D0D2-6384-4E09-A5D2-2A3D62B0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35B69-6D82-4522-AA5B-83144E31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4FDA7-1DB8-4659-AE04-38C80599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13EDA-4681-469A-A3FB-AFB3C34C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A6B10-CA61-4127-8C56-C24D6719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B2883-49B9-4428-A4E5-0C4E3ACE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7D8D3D-AD68-4D1E-BB80-3C14AC14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F3A2B-6CC4-4EE4-B830-DA0F27E4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B7A0D-3A60-42CB-A8CA-217E8965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76F30-4C4B-4032-90DE-528FDAE7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F83E4-684E-464E-BB87-7D099304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28ACEE-EB0C-4223-A719-145A57BD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EEA33-65AB-4F14-A5AC-851B946F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F3A29-F3EB-4FEF-A9EE-E74A7BA24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6C934-00E1-486D-8C8A-84D8B49B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F9128D-079A-49F1-9DE3-55EDB22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C3778-8ACC-4B21-968C-38E974FC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DBB449-BA6D-4E3F-91D0-8087DC94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A2FD2-859D-4749-856C-CEF77617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CAB7D8-3032-4E5D-8296-A50320BE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828615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C4EA8-576D-4D22-B310-71E2D6F0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2CB24-4F94-4629-B565-6E0F4B76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0BFC2-D891-4484-84A1-B7F1A29C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8964A-6039-460C-88D0-21F060A5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BB61D-CF2E-4583-A0CC-2FCF4B4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88E21-826D-48BD-B1B0-7E05A71E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636E3-0154-4E3E-85A5-B273B9B2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C0113-F999-43C8-A28D-3FAE4E7E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897D1-0556-4C7E-982E-DFA3B76E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3FB82-9DA0-448B-AD54-5EA851AF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length of 7 cm is enlarged by scale factor 3.5. What is the new length?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AEF836-D93D-426C-959E-1CA780DE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A2837C-BF34-4619-B164-9E64C57C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20880-39A8-4389-9314-1A1CDD02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24.5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772570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29706-58B3-4BE3-AD14-D6B9B5B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ACE45-D1A2-4C9F-94D5-94B6CBB6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BEB2DB-8321-49E0-8844-D7A06A0B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F2B5D-9CFB-4930-AF2B-9893364A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6E2DC-521A-4561-8F9E-B41EF13D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9825E-0CF8-4781-88FA-FDD5C7E9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7B779-CF7A-4B1C-ADF1-CA12C787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0D2AD-6D11-4B8C-835D-D399C54A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4A4E0-9AE6-4EC7-8107-672D4805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AC051-90A6-4501-976B-D6FEFCFE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00BBE-EFD4-40FB-919B-46A0BEDE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93ED5-B741-4B79-B8C7-B03249A4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206F07-5133-414B-AB0B-6CB5D2B2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0324B-3A54-4424-ACB0-DF946428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A7D67-1393-424B-B2CB-B475F61D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477EB2-C51B-417F-91C5-85FBD52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52 km.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0CA7F7-E721-4FE3-98CA-5CF90A4C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026C41-57E1-4E42-AA72-30BA7DDB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577070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4146D0-9661-4B40-B0EF-CD2FB929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AA456-E565-4E77-8D56-49A8AA8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E92D1-5369-4836-A615-A8829B11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E0DD9-2220-4796-A9A6-92431B35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5C266-EE0E-4F6F-BFE4-263961FE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09AFE-8A45-4EC9-BEDD-26D5AA5B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9ECCF-1FB6-4B5E-93FE-3DE31DA8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DB0AA-9076-45BA-A4CA-D41AFB88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F601B-43C3-4D3A-AB42-1D2391BD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value of one ratio part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F1B98-0A32-47A4-BEB7-3F1E7505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10645-5285-4735-AD0C-48DDB645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1DE6C-A372-4BA0-AAB0-DFE1C7A8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6412CB-4B36-4C31-AD99-6B60FC70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671133-2923-400E-B98F-F96B28AB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21438-25CB-4078-B4BA-6454175E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DD8F80-4F1B-4016-87EA-2FB8E315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8A3FEA-DB35-4ADB-B706-A5DC2C14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5FF01-6F4D-4C05-B9B0-DDC73E6C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ED98F-1062-416F-8A2E-A16B2A77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CA47DB-C9E7-4185-A7B9-9D7364BC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E88EC9-5DBD-4954-8DE4-68879456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7F220-CFD0-41B7-9A69-A0585604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434182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2026-09-09T20:47:14.2200000Z</dcterms:created>
  <dcterms:modified xsi:type="dcterms:W3CDTF">2026-09-09T20:47:14.2200000Z</dcterms:modified>
</coreProperties>
</file>