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a76fd91a1149a0" /><Relationship Type="http://schemas.openxmlformats.org/officeDocument/2006/relationships/extended-properties" Target="/docProps/app.xml" Id="R685841c8373b4389" /><Relationship Type="http://schemas.openxmlformats.org/officeDocument/2006/relationships/officeDocument" Target="/ppt/presentation.xml" Id="Rd4019f61e0cd4d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9f1f8f0688443c"/>
  </p:sldMasterIdLst>
  <p:notesMasterIdLst>
    <p:notesMasterId xmlns:r="http://schemas.openxmlformats.org/officeDocument/2006/relationships" r:id="R069a36b3148c40bf"/>
  </p:notesMasterIdLst>
  <p:sldIdLst>
    <p:sldId xmlns:r="http://schemas.openxmlformats.org/officeDocument/2006/relationships" id="256" r:id="Reca14486877541e7"/>
    <p:sldId xmlns:r="http://schemas.openxmlformats.org/officeDocument/2006/relationships" id="257" r:id="Rad32fe0a476e438e"/>
    <p:sldId xmlns:r="http://schemas.openxmlformats.org/officeDocument/2006/relationships" id="258" r:id="R7cee87f07eda4f0f"/>
    <p:sldId xmlns:r="http://schemas.openxmlformats.org/officeDocument/2006/relationships" id="259" r:id="R8b899aabab114476"/>
    <p:sldId xmlns:r="http://schemas.openxmlformats.org/officeDocument/2006/relationships" id="260" r:id="R93709ac4eb1b42c1"/>
    <p:sldId xmlns:r="http://schemas.openxmlformats.org/officeDocument/2006/relationships" id="261" r:id="R8c094657fccc4600"/>
    <p:sldId xmlns:r="http://schemas.openxmlformats.org/officeDocument/2006/relationships" id="262" r:id="R68ce0eb96554410d"/>
    <p:sldId xmlns:r="http://schemas.openxmlformats.org/officeDocument/2006/relationships" id="263" r:id="Rfe67ba2f6c7a4a26"/>
    <p:sldId xmlns:r="http://schemas.openxmlformats.org/officeDocument/2006/relationships" id="264" r:id="Rfe5bdf9531c14e76"/>
    <p:sldId xmlns:r="http://schemas.openxmlformats.org/officeDocument/2006/relationships" id="265" r:id="Rb09b95269b6b4bd5"/>
    <p:sldId xmlns:r="http://schemas.openxmlformats.org/officeDocument/2006/relationships" id="266" r:id="Rac5fa141986f40ec"/>
    <p:sldId xmlns:r="http://schemas.openxmlformats.org/officeDocument/2006/relationships" id="267" r:id="R6ab0886862114c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42e8340b984cf8" /><Relationship Type="http://schemas.openxmlformats.org/officeDocument/2006/relationships/slideMaster" Target="/ppt/slideMasters/slideMaster1.xml" Id="Ra69f1f8f0688443c" /><Relationship Type="http://schemas.openxmlformats.org/officeDocument/2006/relationships/notesMaster" Target="/ppt/notesMasters/notesMaster1.xml" Id="R069a36b3148c40bf" /><Relationship Type="http://schemas.openxmlformats.org/officeDocument/2006/relationships/presProps" Target="/ppt/presProps.xml" Id="R4a9d9fc0dd6241ca" /><Relationship Type="http://schemas.openxmlformats.org/officeDocument/2006/relationships/tableStyles" Target="/ppt/tableStyles.xml" Id="R1a54d30ee05240ba" /><Relationship Type="http://schemas.openxmlformats.org/officeDocument/2006/relationships/slide" Target="/ppt/slides/slide1.xml" Id="Reca14486877541e7" /><Relationship Type="http://schemas.openxmlformats.org/officeDocument/2006/relationships/slide" Target="/ppt/slides/slide2.xml" Id="Rad32fe0a476e438e" /><Relationship Type="http://schemas.openxmlformats.org/officeDocument/2006/relationships/slide" Target="/ppt/slides/slide3.xml" Id="R7cee87f07eda4f0f" /><Relationship Type="http://schemas.openxmlformats.org/officeDocument/2006/relationships/slide" Target="/ppt/slides/slide4.xml" Id="R8b899aabab114476" /><Relationship Type="http://schemas.openxmlformats.org/officeDocument/2006/relationships/slide" Target="/ppt/slides/slide5.xml" Id="R93709ac4eb1b42c1" /><Relationship Type="http://schemas.openxmlformats.org/officeDocument/2006/relationships/slide" Target="/ppt/slides/slide6.xml" Id="R8c094657fccc4600" /><Relationship Type="http://schemas.openxmlformats.org/officeDocument/2006/relationships/slide" Target="/ppt/slides/slide7.xml" Id="R68ce0eb96554410d" /><Relationship Type="http://schemas.openxmlformats.org/officeDocument/2006/relationships/slide" Target="/ppt/slides/slide8.xml" Id="Rfe67ba2f6c7a4a26" /><Relationship Type="http://schemas.openxmlformats.org/officeDocument/2006/relationships/slide" Target="/ppt/slides/slide9.xml" Id="Rfe5bdf9531c14e76" /><Relationship Type="http://schemas.openxmlformats.org/officeDocument/2006/relationships/slide" Target="/ppt/slides/slide10.xml" Id="Rb09b95269b6b4bd5" /><Relationship Type="http://schemas.openxmlformats.org/officeDocument/2006/relationships/slide" Target="/ppt/slides/slide11.xml" Id="Rac5fa141986f40ec" /><Relationship Type="http://schemas.openxmlformats.org/officeDocument/2006/relationships/slide" Target="/ppt/slides/slide12.xml" Id="R6ab0886862114c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7ee29121854a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8f066f3da7465a" /><Relationship Type="http://schemas.openxmlformats.org/officeDocument/2006/relationships/notesMaster" Target="/ppt/notesMasters/notesMaster1.xml" Id="R1ff6a7073f5f43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2b7ed9015c4806" /><Relationship Type="http://schemas.openxmlformats.org/officeDocument/2006/relationships/notesMaster" Target="/ppt/notesMasters/notesMaster1.xml" Id="Rb068b629e95c40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4cbd534cc54562" /><Relationship Type="http://schemas.openxmlformats.org/officeDocument/2006/relationships/notesMaster" Target="/ppt/notesMasters/notesMaster1.xml" Id="Ref721f4de02444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b7de4a84ed4b43" /><Relationship Type="http://schemas.openxmlformats.org/officeDocument/2006/relationships/notesMaster" Target="/ppt/notesMasters/notesMaster1.xml" Id="Re9ac5d3c7f354d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304565f9c24224" /><Relationship Type="http://schemas.openxmlformats.org/officeDocument/2006/relationships/notesMaster" Target="/ppt/notesMasters/notesMaster1.xml" Id="Re2fd6a2561eb48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e1ef17392d4736" /><Relationship Type="http://schemas.openxmlformats.org/officeDocument/2006/relationships/notesMaster" Target="/ppt/notesMasters/notesMaster1.xml" Id="R3df8b1936cd241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c748628d80469d" /><Relationship Type="http://schemas.openxmlformats.org/officeDocument/2006/relationships/notesMaster" Target="/ppt/notesMasters/notesMaster1.xml" Id="Rd468464f60c748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6a0573099644bd" /><Relationship Type="http://schemas.openxmlformats.org/officeDocument/2006/relationships/notesMaster" Target="/ppt/notesMasters/notesMaster1.xml" Id="R9db760a1da1642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a27df500ab4f2d" /><Relationship Type="http://schemas.openxmlformats.org/officeDocument/2006/relationships/notesMaster" Target="/ppt/notesMasters/notesMaster1.xml" Id="R750fa04cc22c4a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d88aee13114fee" /><Relationship Type="http://schemas.openxmlformats.org/officeDocument/2006/relationships/notesMaster" Target="/ppt/notesMasters/notesMaster1.xml" Id="Rb87ff34817f14e3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4150a3c3b7488f" /><Relationship Type="http://schemas.openxmlformats.org/officeDocument/2006/relationships/notesMaster" Target="/ppt/notesMasters/notesMaster1.xml" Id="R95cacb2fc7b647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9a3bc055734c85" /><Relationship Type="http://schemas.openxmlformats.org/officeDocument/2006/relationships/notesMaster" Target="/ppt/notesMasters/notesMaster1.xml" Id="Rc3a20b63c7d246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35.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1,050 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£180 and £240..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52 km.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£180 and £240.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£180 and £240.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4ad6f5ac6c41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e6d5ecb37c417e" /><Relationship Type="http://schemas.openxmlformats.org/officeDocument/2006/relationships/slideLayout" Target="/ppt/slideLayouts/slideLayout1.xml" Id="R2b583b2e209347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583b2e209347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09d3d9583428d" /><Relationship Type="http://schemas.openxmlformats.org/officeDocument/2006/relationships/notesSlide" Target="/ppt/notesSlides/notesSlide1.xml" Id="Rb0f4e494ee784c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7259c9f0c4fd1" /><Relationship Type="http://schemas.openxmlformats.org/officeDocument/2006/relationships/notesSlide" Target="/ppt/notesSlides/notesSlide2.xml" Id="Rf3e3bea04d0d4f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10e27473048bb" /><Relationship Type="http://schemas.openxmlformats.org/officeDocument/2006/relationships/notesSlide" Target="/ppt/notesSlides/notesSlide3.xml" Id="R904e36be886b40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4f2f489ef4fcf" /><Relationship Type="http://schemas.openxmlformats.org/officeDocument/2006/relationships/notesSlide" Target="/ppt/notesSlides/notesSlide4.xml" Id="Ra6384206ead04d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3da6719ca451b" /><Relationship Type="http://schemas.openxmlformats.org/officeDocument/2006/relationships/notesSlide" Target="/ppt/notesSlides/notesSlide5.xml" Id="R7527652f0a2149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5281d4f144868" /><Relationship Type="http://schemas.openxmlformats.org/officeDocument/2006/relationships/notesSlide" Target="/ppt/notesSlides/notesSlide6.xml" Id="Rb87dc776142d42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0d974f4ec4db1" /><Relationship Type="http://schemas.openxmlformats.org/officeDocument/2006/relationships/image" Target="/ppt/media/image.png" Id="Rae1cadbd39554c7e" /><Relationship Type="http://schemas.openxmlformats.org/officeDocument/2006/relationships/notesSlide" Target="/ppt/notesSlides/notesSlide7.xml" Id="R7e5f3beff36148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70274e7df4b5f" /><Relationship Type="http://schemas.openxmlformats.org/officeDocument/2006/relationships/notesSlide" Target="/ppt/notesSlides/notesSlide8.xml" Id="R2b03759dbfe24a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65b737a404a1a" /><Relationship Type="http://schemas.openxmlformats.org/officeDocument/2006/relationships/notesSlide" Target="/ppt/notesSlides/notesSlide9.xml" Id="R9af06c1d6d6e45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8f10052c84bc7" /><Relationship Type="http://schemas.openxmlformats.org/officeDocument/2006/relationships/notesSlide" Target="/ppt/notesSlides/notesSlide10.xml" Id="R1608107432ea45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d43a907854708" /><Relationship Type="http://schemas.openxmlformats.org/officeDocument/2006/relationships/notesSlide" Target="/ppt/notesSlides/notesSlide11.xml" Id="R8cfe642e987e4a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a41edeac848b7" /><Relationship Type="http://schemas.openxmlformats.org/officeDocument/2006/relationships/notesSlide" Target="/ppt/notesSlides/notesSlide12.xml" Id="Rfff43cd0c5084a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F4C22-AFD7-4865-A5D5-1B5958C8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6F00F-49D4-450D-942C-FEDEC26E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6842DB-C5CD-4128-B86E-ECDF4802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547DD-FF9B-4FB1-9A42-481DF72A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D911C-9475-4F35-BD47-338E00DF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7E75E-EE05-4C58-9F34-CAC65632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98717-3F2B-47EB-866C-07923440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AB6AFF-457E-419C-A235-E969CCD6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recipe problems using direct proportion.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F3DF4-A8F1-4D20-BD38-CDDE1D1E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B616C-B8FB-4C1D-B8C9-48EE2BCD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102A6-7F2B-40AD-8627-E2885B32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00265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8E04FD-1FBA-4498-87FD-099DE116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DB2FA-3AC2-4632-A454-21D1DB93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785E3C-8EDB-4E4A-A212-F1B4C883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70971-4A38-486E-ACB2-BE48CF56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DD5DC-3807-49E6-BDA7-8710976D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8C43A-6746-4A16-9E05-D57F88DF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E0EC3-6FDB-48DA-BF96-719C9869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1758E-4FD8-4FBE-A758-431A05F4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43E6D-D6A7-45D1-B425-ACC38941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CA104-BDC9-41BA-A4E4-D4DDD128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39535-47D5-41A5-8A33-1770CE01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9B7EBA-1A5E-4118-A758-5793056A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9448F-4D32-4EF6-B73F-6970B4D3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A3616-4390-4188-A7AE-A7EA00C6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1DF39-4FBB-4C60-BAF5-88999262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92A69-6257-4DA2-9DBF-0F74DF08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1D84A-9BE5-4C4B-8D2D-4010E209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8394D0-4976-46FA-B1F4-6CB361C6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BC57C0-D673-427F-8933-6AD088AA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2AD144-1159-41E5-89F0-86A6F07A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4E6D42-88E1-4BDA-A156-61F84415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recipe for 6 uses 450 g flour. How much flour is needed for 14?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CDD1E-1A4A-4EE3-9C10-B799DE62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891929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7F5B03-FE43-40B5-9A3E-A92F88F0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CDC7A-E5AB-4164-9F92-FAB32937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606E8-DB2F-438B-91E2-39A0708A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8221A-03B6-47BD-90B8-33145BD5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54590-E83C-4B7D-AC57-7F9B178B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AD57F-1407-4329-BDCF-D7F05C57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74022-D361-4EB8-805D-6DF0F85A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83EFAA-2634-4EB5-9735-F3962A5C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C53B9-818B-4C8C-9A14-073C5D9F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D7BF6-19A0-40CB-BBB2-25BC82EF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recipe problems using direct proportion.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FABCC-E8E4-4D8A-B26A-9E67B056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E156E-CF98-4240-AE7E-7B764F2A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9B75B3-9342-456A-B17E-3EC54A07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58AF45-123D-4C68-BC1C-FD0B77A5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A113C-DF4E-4DBD-8322-4E890615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5436863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AC9D2E-EBEC-4532-88E1-BEDE4B18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7885-50F4-471F-884B-A535B1A1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D1AD5-2E80-46A1-9185-97ABA444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013F1-8816-4BDA-B3C4-87F677AC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E5AD2-4B53-4A63-86E2-3EFE68CD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E5334-FA90-4AB6-A15B-915F86DB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F7DFF-067E-4AA5-B954-88D5E15D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5ADF0-15A0-40A8-A6AF-0DD5C32C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D1F29-D494-4325-990B-7DA38272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4CD48-7B0A-414E-B5F4-C02C2296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03014-8145-4872-9620-2CF8BEE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840CC-0F82-40DA-8ECB-BC0111ED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F41073-8EB9-44DC-8AD0-F451D47F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 people → 450 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7C7196-7B76-4EB5-AD73-BFC473E3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7DB0BD-B60C-4CDC-9D34-FA9C369E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345C92-D98A-4726-A8A4-0825112B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 person → 450 ÷ 6 = 75 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5707B5-8457-46C8-BEFC-C9FEF881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0996D-1864-46DD-9C94-4C807A81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5932EA-97E0-47F4-8EE4-5B0DEBC6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14 people → 75 × 14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DA9B3-C38C-4EC5-ADEF-4DB82B84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3CB9C9-7254-44A0-82B3-191EC00D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5D10B-A563-45CD-958D-5B44FB51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1,050 g</a:t>
            </a:r>
          </a:p>
        </p:txBody>
      </p:sp>
    </p:spTree>
    <p:extLst>
      <p:ext uri="{BB962C8B-B14F-4D97-AF65-F5344CB8AC3E}">
        <p14:creationId xmlns:p14="http://schemas.microsoft.com/office/powerpoint/2010/main" val="13712728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A9AE0-D520-4E90-BC84-D1F8C0CF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FBF75-DE6A-4025-BA6C-22E4B461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53711-A409-476B-A392-67D3C3EE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3769F-9FBB-4D0E-A936-28AFEF47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B1757-801B-4F26-B7A6-E927448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13974A-06D5-481B-9001-BB7BAF4E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7365E4-733D-478B-85E3-0E632CB4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830FA-258F-4F3F-A9D2-80815C46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9BD4F6-F94F-4D05-9867-6AFF6F7E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1A8BE-AB20-40B6-B08C-900DFF44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76BE1-0F53-4633-A3AA-615B726B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1,050 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B5EF31-8BDB-4A3D-A96E-CDF3A92C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58664-9D16-45B6-BC95-52AB6BF0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ACDAB-93C6-4510-87CD-1ACD7DB4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820172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CC0C2B-A3A7-418B-8659-107A2304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8F65A-6775-4FFA-9996-29A41306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00962-8DF2-4FA5-8A00-458F253F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EEADA-5F01-48D2-96C3-3EA4CBB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74705-901B-4782-A67C-7F2CB6BE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B497F-3BC5-406E-B8CF-BEA7E370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164FD-3B97-4956-BD7C-53F99216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143D2-5953-44D9-8742-9488E7EA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CF7C1-D207-497E-8A18-435DDA47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3E93E-F209-43A0-A80A-04FC910C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0E9B1-4494-4DB3-848C-979ACBA8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5BF8F-F27E-4199-8E48-E0B538DD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4B7F0-A86C-4B81-9C6A-0667829E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18BF5-2929-4208-8562-9ACBF061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FE985-FFC0-4423-8E47-55EE485A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35.</a:t>
            </a:r>
          </a:p>
        </p:txBody>
      </p:sp>
    </p:spTree>
    <p:extLst>
      <p:ext uri="{BB962C8B-B14F-4D97-AF65-F5344CB8AC3E}">
        <p14:creationId xmlns:p14="http://schemas.microsoft.com/office/powerpoint/2010/main" val="17475692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F91C8-4E87-49F8-921D-1AB3660A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61A14-8152-49F9-B255-1C2CC3EB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F348F-23F8-456F-9987-BF8F2BA9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41A824-1FAA-48A8-9D2E-FCDE4509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64A54-B734-4DB2-8BB2-12C693A6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79603-DD91-4DB4-9A7F-E86514FB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617DDB-0290-4F43-BACA-165C82BE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A3087-0142-4FB2-B41B-68ADEC3E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8D209-691D-4E5D-B1BA-06C44BDC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cadbd39554c7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20E69-85F1-449D-9964-D1409E90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4C984-0FDA-44B6-9111-539A6547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0066DD-307C-4A15-8AAF-89BB45CB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E01E7-30FA-4A97-9888-C8A59149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888ECD-DA67-4F72-BDEE-5DF7C0ED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8045559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E150B-9C17-4E2A-92C6-294A59B5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D0943-DD04-486D-A111-0A6667DB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938F6-D12E-431F-94F5-9D26A63D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DF773-AF52-49A6-96BA-F2A025E4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24E919-5B33-47F1-A8A3-1599E54D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73999B-64C1-4D78-B8EE-E0FC409E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DE88E-6E46-405C-AA3A-25E21703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4B518-B398-464F-BE2D-EB53128E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E5588-D904-4074-99D6-86F0F698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D881A-0F86-42F6-B5C5-7F0B92A1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F8F3C-0937-4CCC-8225-187FADFB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2889A6-6A31-4FBF-BA5D-5B4C6A11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DB205E-BB8D-48AD-90F3-455700BE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53DA7-0F1D-4946-A87D-AA53BA75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252F4D-1487-4F95-8794-F8F3A56F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BC9DB-C913-45DF-B8BD-18C1DE34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09965D-7EBE-4927-8AFC-AEF8C51A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E58523-8022-4A99-A119-C1A0B6BB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614E2E-71C9-4DC8-BC9B-B557D634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36CFE1-93F7-45D3-AF75-A5AF0380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F61BE7-AB60-4CA8-8DB3-ABAB4364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13DD5F-4CDA-4B63-91B7-4AB2E083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759342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1AF8A-376A-425A-809A-9DAB3F1D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BC3C3-87F8-40F6-9D8D-E7A3A7E9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10551-03D3-454B-BE2A-1DA271D9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A325B-2A99-432D-869A-1961A9E9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F9024-3591-4822-9AB9-970884D7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20078-1248-44EA-827A-B6C5B6B8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96477-55EB-4ED1-9532-BB796C6E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AB00E-EA83-4DDD-8FE3-C18D0B51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8B52E-9249-463B-AAD9-8D929573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C9B6A-C21E-4AAB-B1DA-29168724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2EF28-F909-4D54-9742-715DDC99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04BF4-738B-42C3-A95A-2E63C1BE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0C378B-9C6E-43F5-9183-A9DE8DD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9E18B-A4C5-4322-B147-D0E10219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37082-6B14-48A0-ACBA-E47CC6A7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6AEAD-DF65-4140-853E-1FF659CB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28C1A-CEB8-47B3-92DC-3B7F7577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EBC803-EFF6-423A-AF02-323A50FF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707B71-6792-4BE5-9787-9EC76D56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EFFC2C-0B84-4966-8DF9-A0A4AB41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41E3A-FA36-4808-94B8-571C39DE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433992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C8919-BCAC-46A0-B6B6-173F7D5B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881F2-C123-492F-979B-CE12828F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E1479-223A-42A7-9A92-2B2781F8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89E89-59EB-4B5E-A198-41410242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82D78-35C0-4CA2-9A03-FB35D80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124D6-38D9-40F7-996C-89EF72CD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9FB99-EA7E-400A-816C-CDDFDBED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1F4AD-0D4F-44CF-BBD0-630FF6E8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6BD1E-8FAA-4783-A6C2-4D34C1B2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DE7D8-C91C-4B65-8131-3DEAF870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map scale is 1 cm to 8 km. Two towns are 6.5 cm apart. Find the real distance.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5007F0-F15B-4DCF-90C1-618701A1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AAB0B-284E-4C46-8E21-96416D49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060DA-2F45-40C9-AAEB-E8700C34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52 km.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3201752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158B07-B34F-4571-BE15-34CF1641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B6E1C6-44DC-46B4-9D73-242F7E43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39FD0-B88D-4620-861F-D680866D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47DE4-8755-46B5-901E-3B7418DB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43FDD-C0F4-46E1-8366-A2E7417E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CB0A4-52DC-4A8A-A53A-1EB7AD6C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C0193-31A1-47C3-B1FD-A2A9773F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40576-1630-47CB-A551-F21B29A5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D4F3B2-B2CE-4BFE-81B3-305A8389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D1F86-71BB-498A-8709-6756FE63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E7359-6A56-49DE-985F-C1253B44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363CF-550C-4033-82CB-E2EB0391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CCCF3-DD80-47F0-8BAF-CC058006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A5716-CECC-455A-B82C-18A371F9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AB068-69DD-48D7-A5FC-2BF00AEC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0AEDB-A806-4677-ADAA-C717AB43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£180 and £240.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311BD-6CC3-4F3D-8782-A6DC7BA3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C269D6-D029-414A-B6C5-0DC5CCC7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28525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0A0454-DC25-4E2B-8CDF-6DCA455F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69FCB-C4C6-4D66-923F-A9109CAB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63957D-D5FD-48C8-BC62-8E8F51AD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5F963-315B-4988-A1DF-AB44AFCD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9BD1D-E7C9-4C92-8730-29578D4B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F5AAF-FC22-4208-ABBC-373E98F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5F5AE-B172-42D8-A9E3-9861497E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1E03A-8D74-4F3B-9EB0-429835B0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695B9-FE68-44D9-8CD4-C41A1F75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1C766-10BE-473D-A323-0DAB9772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E69E51-F965-45B3-BAFC-B3BF5330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6D31FE-4E32-4336-8CAD-4949A6C3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F68FC-A9E9-48D8-AAB8-15A9E3B8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CBC70-4144-4292-874A-B854CBEB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463CF5-1DF5-4305-9D0B-9DAC3745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44A32-9087-4065-BA0C-80FDF48B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338648-2F7A-476B-A09E-0676AE49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F695F-BE59-4213-A6EB-AE40EECD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1ABEE8-0C59-4B6D-8193-45E9C97F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B4E67F-69A1-40A7-B448-C691F7B7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8319C-ECED-4AA4-9158-18F7291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6A1ECD-A4A8-4065-9F8A-5539EAB0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240455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2026-09-09T22:14:23.1600000Z</dcterms:created>
  <dcterms:modified xsi:type="dcterms:W3CDTF">2026-09-09T22:14:23.1600000Z</dcterms:modified>
</coreProperties>
</file>