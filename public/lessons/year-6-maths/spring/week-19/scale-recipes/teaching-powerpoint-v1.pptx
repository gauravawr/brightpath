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6461b4b609419a" /><Relationship Type="http://schemas.openxmlformats.org/officeDocument/2006/relationships/extended-properties" Target="/docProps/app.xml" Id="R78853ab88b4846c0" /><Relationship Type="http://schemas.openxmlformats.org/officeDocument/2006/relationships/officeDocument" Target="/ppt/presentation.xml" Id="Ra26e639ed0354e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9d0a759ff14e1c"/>
  </p:sldMasterIdLst>
  <p:notesMasterIdLst>
    <p:notesMasterId xmlns:r="http://schemas.openxmlformats.org/officeDocument/2006/relationships" r:id="Rd420226832524ec7"/>
  </p:notesMasterIdLst>
  <p:sldIdLst>
    <p:sldId xmlns:r="http://schemas.openxmlformats.org/officeDocument/2006/relationships" id="256" r:id="R7d25f894f28d41d0"/>
    <p:sldId xmlns:r="http://schemas.openxmlformats.org/officeDocument/2006/relationships" id="257" r:id="Rab38c147197843a8"/>
    <p:sldId xmlns:r="http://schemas.openxmlformats.org/officeDocument/2006/relationships" id="258" r:id="Rf6b294f10aa94565"/>
    <p:sldId xmlns:r="http://schemas.openxmlformats.org/officeDocument/2006/relationships" id="259" r:id="Rf3c4e85eb6614bef"/>
    <p:sldId xmlns:r="http://schemas.openxmlformats.org/officeDocument/2006/relationships" id="260" r:id="R89f15ed670d641ff"/>
    <p:sldId xmlns:r="http://schemas.openxmlformats.org/officeDocument/2006/relationships" id="261" r:id="R558b0d6a65c44ecb"/>
    <p:sldId xmlns:r="http://schemas.openxmlformats.org/officeDocument/2006/relationships" id="262" r:id="R8b3468df8dc5492d"/>
    <p:sldId xmlns:r="http://schemas.openxmlformats.org/officeDocument/2006/relationships" id="263" r:id="Rfcccb78d4b3f4637"/>
    <p:sldId xmlns:r="http://schemas.openxmlformats.org/officeDocument/2006/relationships" id="264" r:id="R545732102f52460f"/>
    <p:sldId xmlns:r="http://schemas.openxmlformats.org/officeDocument/2006/relationships" id="265" r:id="R2b5078baad354a92"/>
    <p:sldId xmlns:r="http://schemas.openxmlformats.org/officeDocument/2006/relationships" id="266" r:id="R079f767c28064a5f"/>
    <p:sldId xmlns:r="http://schemas.openxmlformats.org/officeDocument/2006/relationships" id="267" r:id="R9ed076a6db5144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d90d76f23e459d" /><Relationship Type="http://schemas.openxmlformats.org/officeDocument/2006/relationships/slideMaster" Target="/ppt/slideMasters/slideMaster1.xml" Id="R2e9d0a759ff14e1c" /><Relationship Type="http://schemas.openxmlformats.org/officeDocument/2006/relationships/notesMaster" Target="/ppt/notesMasters/notesMaster1.xml" Id="Rd420226832524ec7" /><Relationship Type="http://schemas.openxmlformats.org/officeDocument/2006/relationships/presProps" Target="/ppt/presProps.xml" Id="Rdc94d7ac94904baf" /><Relationship Type="http://schemas.openxmlformats.org/officeDocument/2006/relationships/tableStyles" Target="/ppt/tableStyles.xml" Id="R66e2cdb472c84acc" /><Relationship Type="http://schemas.openxmlformats.org/officeDocument/2006/relationships/slide" Target="/ppt/slides/slide1.xml" Id="R7d25f894f28d41d0" /><Relationship Type="http://schemas.openxmlformats.org/officeDocument/2006/relationships/slide" Target="/ppt/slides/slide2.xml" Id="Rab38c147197843a8" /><Relationship Type="http://schemas.openxmlformats.org/officeDocument/2006/relationships/slide" Target="/ppt/slides/slide3.xml" Id="Rf6b294f10aa94565" /><Relationship Type="http://schemas.openxmlformats.org/officeDocument/2006/relationships/slide" Target="/ppt/slides/slide4.xml" Id="Rf3c4e85eb6614bef" /><Relationship Type="http://schemas.openxmlformats.org/officeDocument/2006/relationships/slide" Target="/ppt/slides/slide5.xml" Id="R89f15ed670d641ff" /><Relationship Type="http://schemas.openxmlformats.org/officeDocument/2006/relationships/slide" Target="/ppt/slides/slide6.xml" Id="R558b0d6a65c44ecb" /><Relationship Type="http://schemas.openxmlformats.org/officeDocument/2006/relationships/slide" Target="/ppt/slides/slide7.xml" Id="R8b3468df8dc5492d" /><Relationship Type="http://schemas.openxmlformats.org/officeDocument/2006/relationships/slide" Target="/ppt/slides/slide8.xml" Id="Rfcccb78d4b3f4637" /><Relationship Type="http://schemas.openxmlformats.org/officeDocument/2006/relationships/slide" Target="/ppt/slides/slide9.xml" Id="R545732102f52460f" /><Relationship Type="http://schemas.openxmlformats.org/officeDocument/2006/relationships/slide" Target="/ppt/slides/slide10.xml" Id="R2b5078baad354a92" /><Relationship Type="http://schemas.openxmlformats.org/officeDocument/2006/relationships/slide" Target="/ppt/slides/slide11.xml" Id="R079f767c28064a5f" /><Relationship Type="http://schemas.openxmlformats.org/officeDocument/2006/relationships/slide" Target="/ppt/slides/slide12.xml" Id="R9ed076a6db5144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a99ec211ff4a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ad544a39ff4914" /><Relationship Type="http://schemas.openxmlformats.org/officeDocument/2006/relationships/notesMaster" Target="/ppt/notesMasters/notesMaster1.xml" Id="R24dc34de2ab54d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fc322c3ebb4956" /><Relationship Type="http://schemas.openxmlformats.org/officeDocument/2006/relationships/notesMaster" Target="/ppt/notesMasters/notesMaster1.xml" Id="Rba405077353a4a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923780f1f44e1c" /><Relationship Type="http://schemas.openxmlformats.org/officeDocument/2006/relationships/notesMaster" Target="/ppt/notesMasters/notesMaster1.xml" Id="R7e64c7df30934e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f84d1f385342a7" /><Relationship Type="http://schemas.openxmlformats.org/officeDocument/2006/relationships/notesMaster" Target="/ppt/notesMasters/notesMaster1.xml" Id="R220f5f31b65e44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be0681040a4bb9" /><Relationship Type="http://schemas.openxmlformats.org/officeDocument/2006/relationships/notesMaster" Target="/ppt/notesMasters/notesMaster1.xml" Id="Rcacacbd8a7be45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aa7aaf36f94b90" /><Relationship Type="http://schemas.openxmlformats.org/officeDocument/2006/relationships/notesMaster" Target="/ppt/notesMasters/notesMaster1.xml" Id="Rc9d0659095fb48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1d89f4a2674650" /><Relationship Type="http://schemas.openxmlformats.org/officeDocument/2006/relationships/notesMaster" Target="/ppt/notesMasters/notesMaster1.xml" Id="R1370d5d4e87a47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cf6cbc34ca4d2c" /><Relationship Type="http://schemas.openxmlformats.org/officeDocument/2006/relationships/notesMaster" Target="/ppt/notesMasters/notesMaster1.xml" Id="R19d29577fa844c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ec9b1f6dfa4512" /><Relationship Type="http://schemas.openxmlformats.org/officeDocument/2006/relationships/notesMaster" Target="/ppt/notesMasters/notesMaster1.xml" Id="Rd7ad8f70cb3543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70f7a035da444e" /><Relationship Type="http://schemas.openxmlformats.org/officeDocument/2006/relationships/notesMaster" Target="/ppt/notesMasters/notesMaster1.xml" Id="Rc39c9d0b0ad241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9b3792ab7e412f" /><Relationship Type="http://schemas.openxmlformats.org/officeDocument/2006/relationships/notesMaster" Target="/ppt/notesMasters/notesMaster1.xml" Id="Ra28d508e99a949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a57ddb6ea14e67" /><Relationship Type="http://schemas.openxmlformats.org/officeDocument/2006/relationships/notesMaster" Target="/ppt/notesMasters/notesMaster1.xml" Id="R40fa291831dc40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35.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1,050 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£180 and £240..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52 km.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£180 and £240.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£180 and £240.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2ce7c2a6bb4a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5eea0a6371473f" /><Relationship Type="http://schemas.openxmlformats.org/officeDocument/2006/relationships/slideLayout" Target="/ppt/slideLayouts/slideLayout1.xml" Id="R44a0142676a241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a0142676a241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36bfdb7524cba" /><Relationship Type="http://schemas.openxmlformats.org/officeDocument/2006/relationships/notesSlide" Target="/ppt/notesSlides/notesSlide1.xml" Id="Rea24c5d468f24b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e9b27d8df449d" /><Relationship Type="http://schemas.openxmlformats.org/officeDocument/2006/relationships/notesSlide" Target="/ppt/notesSlides/notesSlide2.xml" Id="Rb178b7bde59d45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a000702f14fee" /><Relationship Type="http://schemas.openxmlformats.org/officeDocument/2006/relationships/notesSlide" Target="/ppt/notesSlides/notesSlide3.xml" Id="R198b9edfba884c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78bca12a8498e" /><Relationship Type="http://schemas.openxmlformats.org/officeDocument/2006/relationships/notesSlide" Target="/ppt/notesSlides/notesSlide4.xml" Id="Ra97a0d792c4645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78a566caf45e1" /><Relationship Type="http://schemas.openxmlformats.org/officeDocument/2006/relationships/notesSlide" Target="/ppt/notesSlides/notesSlide5.xml" Id="R45d998b0e72043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daf39878449f3" /><Relationship Type="http://schemas.openxmlformats.org/officeDocument/2006/relationships/notesSlide" Target="/ppt/notesSlides/notesSlide6.xml" Id="R47b66cd78e7d40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d42b127654abb" /><Relationship Type="http://schemas.openxmlformats.org/officeDocument/2006/relationships/image" Target="/ppt/media/image.png" Id="R36f56ca78fe54b9f" /><Relationship Type="http://schemas.openxmlformats.org/officeDocument/2006/relationships/notesSlide" Target="/ppt/notesSlides/notesSlide7.xml" Id="Rdab7d25019bf4b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6d418c07d4523" /><Relationship Type="http://schemas.openxmlformats.org/officeDocument/2006/relationships/notesSlide" Target="/ppt/notesSlides/notesSlide8.xml" Id="R6c376417753343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e169cce154e05" /><Relationship Type="http://schemas.openxmlformats.org/officeDocument/2006/relationships/notesSlide" Target="/ppt/notesSlides/notesSlide9.xml" Id="Rde92c4ef966945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dfcf4e02a4e88" /><Relationship Type="http://schemas.openxmlformats.org/officeDocument/2006/relationships/notesSlide" Target="/ppt/notesSlides/notesSlide10.xml" Id="R7b0629dc205346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265fa59484bbd" /><Relationship Type="http://schemas.openxmlformats.org/officeDocument/2006/relationships/notesSlide" Target="/ppt/notesSlides/notesSlide11.xml" Id="R4eb9b4b9b8ce4b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97e5d2cb84076" /><Relationship Type="http://schemas.openxmlformats.org/officeDocument/2006/relationships/notesSlide" Target="/ppt/notesSlides/notesSlide12.xml" Id="R3653c93b8d3b48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8181B-9B49-4231-8A93-38FE2112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60747-909E-4DB1-A3BA-4A18BBCB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E25A8-11D8-4B0C-A8EE-1F94C972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56D32-1F00-4660-A61E-F42BAFCC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C45C2-1D4B-4608-B293-8C2D93C7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FCB53-93D0-430A-A26A-13AB7877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CCD9E5-EC47-4B44-B42A-B2AB2093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02F48A-5FB7-4AC6-915E-C4B2327F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recipe problems using direct proportion.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6FA9E-4747-407D-9346-11FC1A89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FE40E-08DA-46AD-9BB6-B75D8BF3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9552B-417A-48DA-BEDD-6E4AF1F6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05753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310086-480B-406D-AD4F-E2350D42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031A8-1A2D-4E61-9315-DA79AD7E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912F2-E259-484A-8F7C-F11F09E9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523A1-F27F-4420-BB88-16908B16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508E5-80C8-4961-9E79-BE2F6708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66D3F-A901-4801-949A-016C7E3A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6CBB2-BFCB-46CE-BDB1-BB314039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46D21-C469-4A60-9C1D-56B2A9F0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84B670-A682-4499-B4C9-C93931B3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C9BA7-216C-4857-96E3-92C355F1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C581CC-7309-42FA-A575-A62799EA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ACDED-A770-4C3F-94F5-E428499A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479C1-58AA-43F2-A5A4-0B8C5A4E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FED7E1-A688-42DF-BDB0-EF583BAE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D3BD1-DF1D-4C17-A7D3-B5B92738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F2399C-2E26-49E8-A9E5-F25375BB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FD982-BD13-4409-B4F8-CA4A310B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90B2A0-D51A-494A-9824-6AF8A4D9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5FD7CF-0C72-4928-A7EE-89BF8493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B11285-0ECB-4752-A294-5F8D78B6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321FDC-C10F-4161-8683-4932A7AD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recipe for 6 uses 450 g flour. How much flour is needed for 14?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BE278-AD39-42E8-B248-F39A2092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03876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0E6AF-D376-4D12-83D2-BC1D8ACA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E36A1-8E78-453F-89CA-9003F3D2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8D56D-575C-4F33-BCCC-E20684A8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40C9FE-6060-48EB-A092-6E025DF1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38C91-0654-43F3-A8E1-DE69ECC9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4D5D2F-8BF5-4A5A-9F81-B1224E6B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6D5DC7-BDF5-43CB-BD4A-46D5A1F9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0C5261-227E-4C6F-86EA-678BBDEF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9F4CBF-B52F-4162-97E0-A330DC1C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CA585-5FE6-40AD-BE8B-2C788E22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recipe problems using direct proportion.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6F9C6F-1F6A-4FDD-965E-DC499875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73A19-5A93-49C6-ABD8-87B35828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1162B-F098-477A-91C5-46FA29F3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4EEEE-809C-437A-A6D2-82B3DAB6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2B6B5-7911-4755-9D20-8640B820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1883306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B27D4C-713F-4AC4-9350-35296BAF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681EB-C4F6-4410-983E-5E99D3E9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DF4C8-3DFE-4B71-8F72-3499248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AF852-1756-41A5-914B-D6B2DCB2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99671-A774-4C65-8E2A-3AABD3E1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3E44B-B2CB-4534-A192-A7DEED19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0EA89-9E6C-470F-9155-026E4D82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46DD95-593B-4C2B-BE67-6D199DAE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B62C75-1D6C-4D7D-8C11-7101DE59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1FF80-E26F-40BD-8B03-73FF76C6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07D73A-CE76-4F2A-8135-8A464B08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CE14A-4CD1-474B-9EF3-FC252AC9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B674B5-86EA-4C4F-A55C-66A2B4C4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multiplicative scale or total number of ratio parts.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80B8F-46E8-4D25-B6AF-243571BD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AE03E6-BB8D-45C8-92FF-82727D36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A59237-AD80-49AE-A70A-5E24AF0C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factor consistently or find the value of one part.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DF3EE3-0079-4CEB-B076-CDCC4BAC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E86319-B853-43F6-A79D-E99765AA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409D73-668C-4750-9F2F-1DE32CA2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1,050 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66BB4D-83E6-400D-AD2B-899BBD62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C3C1A1-B63E-4D80-8CD8-94FC4375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EFDF28-1845-4AA8-8CCA-A49D1BB8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Recombine and check the total or corresponding measure.</a:t>
            </a:r>
          </a:p>
        </p:txBody>
      </p:sp>
    </p:spTree>
    <p:extLst>
      <p:ext uri="{BB962C8B-B14F-4D97-AF65-F5344CB8AC3E}">
        <p14:creationId xmlns:p14="http://schemas.microsoft.com/office/powerpoint/2010/main" val="4486261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0BAC3-2392-43B5-9E27-0CD5FB17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87F33-B298-4AF2-9271-CD2900DB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E71C0-F46D-456A-98BD-927E661C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3CD3-8B41-4819-8C69-9B182A06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5D0C-AE2C-4E33-9279-88B0BA6A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9440F-4114-4803-9162-FFD4092B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B8C94A-699A-4015-A521-EE2F78AC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70500-9B27-4774-BECC-55C7C474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317C5-B079-4ECA-A250-72681A0A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C2957-D92E-4EBC-8562-1BBAD80F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78AB1-7904-47E9-AEB4-5E4FB3D8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1,050 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DB4FA-424B-48E5-841E-CF50516A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43CA2-D4F1-462D-BF2C-DE261EB8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92253-71BF-473B-A24D-90A04A11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705343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62602-3FBB-4E7B-9EF1-E97A59A7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7AE25-244F-44CB-8B49-E1C72261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5FBB9-5892-451D-9081-CDBD8543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F44D1-C1DA-4FCA-A5D7-A2491D00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1B53F-4A13-4DEC-A13F-1FE95074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99D06-6378-4AD2-8D34-35886D5A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E7A36-22BA-45DD-AD71-48953A8E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845DB-C102-4C35-868A-1470E97E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882D67-8C80-40FA-B718-39373A31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9E3318-697E-498C-AFA2-27C33E09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FC2894-5BAB-426A-9D58-F33797AB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4F3D9C-4474-48AE-AA2A-1369AD53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0CDEB-F05F-4604-AE92-0953792D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C469CD-9EAA-4932-AE95-606FE492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09E8F2-884E-4D56-B575-58C956C3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35.</a:t>
            </a:r>
          </a:p>
        </p:txBody>
      </p:sp>
    </p:spTree>
    <p:extLst>
      <p:ext uri="{BB962C8B-B14F-4D97-AF65-F5344CB8AC3E}">
        <p14:creationId xmlns:p14="http://schemas.microsoft.com/office/powerpoint/2010/main" val="1598162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EE3CE6-A3C5-4F78-A289-5ADB5A83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09529-3408-4ACF-A61B-E1AFBD1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30DAE-89D2-409B-902C-643728C1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43AF2-0DE3-48B1-A7E2-A42D4D31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EA98D-4E4A-4BDD-8B10-950AC78F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F88B0-E25E-407D-8437-08012C9D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1565F-0450-4A7A-A00F-D26078C3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BBE3F-17B7-47C6-9CE8-F0F078F7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B2200C-4DDF-49F3-BA25-00E33CA9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56ca78fe54b9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C5796-A6CE-4122-95A4-23C382DF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DB013F-92B9-42FA-B669-D686B3EA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2A3974-B66C-4506-B0E1-A2F65C21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F313E-CBC3-4355-8031-D246E937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C8DE41-5964-4250-9F85-476A54EA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12496135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312237-A71E-4C20-9EA6-04D453A4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FB66C-1A36-4050-ACBA-36E8128A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A9888-8631-4B1A-B931-39C161FB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9E3C2-DD74-47DE-94E9-1ABEA9FF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CD6B5-EBEE-491D-AABF-504993CD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87984C-E886-49B7-8711-684660B1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31EAE-B572-41FC-B046-79D4FB6E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82BD-DB68-4E88-97BF-217BF49D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5C0FF-BA3F-4595-9FC5-8D76605F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C805D-C78A-4AFD-BF32-1B677955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046B4-22D7-4F23-A721-C9CC3E6D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0AFFA-52E1-4339-8E2B-D0D5C640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C6EAD-EF13-4D2A-9C29-133295D4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8FF39-B3CB-4DBA-AFAD-06A94692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6D2480-06B5-460D-8CE5-5675B00D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B36CB8-956F-44D1-B7B5-899C39C9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EA8C3A-62C2-4CFC-9620-37A1B9FB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5A83B-FA9E-4374-8781-DA02BB73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0AE34D-7ECF-4422-8220-B8CC480D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DE478-233C-448A-945F-7F83A27A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6A397-22DD-4DC7-972E-B279FD69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92294-848C-4415-A1AD-965AF54D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636203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57B50-4A3F-4211-BEE7-3C39C1AC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466D5-3375-464B-9E82-FAB26BE9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59CF7E-1333-44D3-81ED-FA01A383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EB531-AEAF-48F9-93EC-FC4A8D37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00557-A11E-41AF-BD31-A5BC27E2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B60D8-C324-45FC-9E4A-7C35D08C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1B9A7-C07F-4459-A4D5-08752737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35F845-141F-40FF-86AD-A5693B9A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ABB014-107B-43FA-814D-C4BD7FE4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7D8466-DD95-4EC6-B9FE-8EEDD493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7B510-C3AC-4BEA-AF9A-82618964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1CC155-8F7D-4A6C-A105-08BC941C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5F24B-5972-436C-A1BE-69256B58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72A49-2273-4C4C-8301-E52ED64C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2A78F-A6EF-412A-93C5-E79B0CEE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8E596-AEF1-401B-8CF0-FD86BC65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A5D078-F635-4407-A658-2DDFEC49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9DF6D0-4F99-41C6-BEEE-B13D140E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E63F5E-3255-4A67-B80E-0C67387D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130A01-0532-4482-BF4B-777EC8CC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C3E0BF-AFF2-4229-8E82-3D97DFBE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8867259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5D76A-1355-4AA0-BBB7-00E605B4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D26738-074C-4F2A-A97D-B18471A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32A4F-0456-4044-95AB-B7C380B8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9236C-091A-4348-89F4-1ECB3C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82775-8C91-487C-8315-CF0BA501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B0E34-5765-47D2-A7B0-CC203A07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E60CB-0924-45E9-9ED2-77AA91D5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6ABBC-7F86-4B45-8EEB-FB21423C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9CF1A-B7D8-4468-9D27-251CA933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AB55A-CEB8-45C2-9661-EFA5454E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map scale is 1 cm to 8 km. Two towns are 6.5 cm apart. Find the real distance.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C6744-4C1B-40E5-9BA6-A6F8C136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7E4A5-E1AE-403D-AF9B-5818B585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27A5D-BEB6-463C-9C09-5D79E8B6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52 km.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247906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AA5FA-ADD0-4E3A-96BE-E0C9AF0E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03DAB-F536-46E2-B031-1C97EAF2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6988C1-07CE-4CC9-AA51-45C7C487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60B90-A74D-493C-A51D-E160049F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9480D-29C7-4918-BE06-CADC6BD8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03639-C8FF-43AC-A447-CDA6C874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3FDE4-B7F5-4FFE-8DC1-75B18650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DB557-46A0-4203-9F8C-C38264C5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F874E-1F56-438F-B4D1-6D6CE535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51EDA-C07D-4FBE-A3D0-8242B9DB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8E1DB1-06D2-44B7-BFC9-B534807E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6F17C5-EC21-4A01-97C4-9824AE9B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C00636-E12D-4155-B565-A00998AB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A7732-945B-439B-ADB3-22D21AEA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81AB4-D7AD-4EA9-A8B8-D2229298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B6286-0266-4364-A2FB-2EBDFD50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£180 and £240.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FCFCBC-7BD8-48AE-B02D-09416D12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45DA1-67DE-4260-9B62-65BAF3D9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349229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E18B0D-EC0B-4D6C-AECC-9CE542B8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1861-1761-45F8-8FF5-F5609B68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0F9A4-8152-4674-94D2-8C1EE8F8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9B090B-B2DE-493E-AF59-04FF3CCF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C7C3B-AEAC-4BDA-85C0-821024A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DEE3B-65D0-40FD-847A-A598FD39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864F5-6AD0-49B0-9308-7B1D3FEA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CA7AB-91DB-44D9-B22D-F6995CA2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6DA09-D5D6-4C44-A5AC-29C9C249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Scale recipes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B0E80-1426-4BCD-828B-31D2463B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E804D-A70C-4F16-B3A8-E339ECB9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D2397-7CBD-488D-BCBB-62D327AD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00116-B89A-4CCC-8046-6ADE6D61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FC3D34-D894-44A2-93B7-F102D117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74FC43-73C7-44C6-9B43-A10C068F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0FAE4C-7EED-4EB2-8ACF-D84A1FD1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90A89-976C-456F-B4CA-ABC44138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17820E-B12E-4991-8189-180FBF6F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599035-53D5-4F9C-A5C0-F8A80B6B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B1185-6032-4770-94A7-8980626F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62DAC5-52B3-4E2B-A357-B93471CD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D25489-F3E5-4DBC-96D4-B2159CE8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007991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2026-09-09T20:47:13.2280000Z</dcterms:created>
  <dcterms:modified xsi:type="dcterms:W3CDTF">2026-09-09T20:47:13.2280000Z</dcterms:modified>
</coreProperties>
</file>