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f554ce96ab4d87" /><Relationship Type="http://schemas.openxmlformats.org/officeDocument/2006/relationships/extended-properties" Target="/docProps/app.xml" Id="R0624e0a80b794ea1" /><Relationship Type="http://schemas.openxmlformats.org/officeDocument/2006/relationships/officeDocument" Target="/ppt/presentation.xml" Id="Rb513b5ff8d2e4b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f130c872a54c90"/>
  </p:sldMasterIdLst>
  <p:notesMasterIdLst>
    <p:notesMasterId xmlns:r="http://schemas.openxmlformats.org/officeDocument/2006/relationships" r:id="R507f6eba879d4188"/>
  </p:notesMasterIdLst>
  <p:sldIdLst>
    <p:sldId xmlns:r="http://schemas.openxmlformats.org/officeDocument/2006/relationships" id="256" r:id="R769c084eafa04a7a"/>
    <p:sldId xmlns:r="http://schemas.openxmlformats.org/officeDocument/2006/relationships" id="257" r:id="R2cff5ee964ec40eb"/>
    <p:sldId xmlns:r="http://schemas.openxmlformats.org/officeDocument/2006/relationships" id="258" r:id="Rbd1f62c1f1374310"/>
    <p:sldId xmlns:r="http://schemas.openxmlformats.org/officeDocument/2006/relationships" id="259" r:id="R5d1ea73726754d8f"/>
    <p:sldId xmlns:r="http://schemas.openxmlformats.org/officeDocument/2006/relationships" id="260" r:id="R799660ad82604d8d"/>
    <p:sldId xmlns:r="http://schemas.openxmlformats.org/officeDocument/2006/relationships" id="261" r:id="Rc23d3fe664084f29"/>
    <p:sldId xmlns:r="http://schemas.openxmlformats.org/officeDocument/2006/relationships" id="262" r:id="Rf4122920050142ba"/>
    <p:sldId xmlns:r="http://schemas.openxmlformats.org/officeDocument/2006/relationships" id="263" r:id="R66fcc75433094b5d"/>
    <p:sldId xmlns:r="http://schemas.openxmlformats.org/officeDocument/2006/relationships" id="264" r:id="R4e6e6a3321f74c3a"/>
    <p:sldId xmlns:r="http://schemas.openxmlformats.org/officeDocument/2006/relationships" id="265" r:id="Rcb06eb01c0a84efe"/>
    <p:sldId xmlns:r="http://schemas.openxmlformats.org/officeDocument/2006/relationships" id="266" r:id="R17bd83b93ee2474c"/>
    <p:sldId xmlns:r="http://schemas.openxmlformats.org/officeDocument/2006/relationships" id="267" r:id="R23e578d65d2542c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eb0390d2fd4761" /><Relationship Type="http://schemas.openxmlformats.org/officeDocument/2006/relationships/slideMaster" Target="/ppt/slideMasters/slideMaster1.xml" Id="Racf130c872a54c90" /><Relationship Type="http://schemas.openxmlformats.org/officeDocument/2006/relationships/notesMaster" Target="/ppt/notesMasters/notesMaster1.xml" Id="R507f6eba879d4188" /><Relationship Type="http://schemas.openxmlformats.org/officeDocument/2006/relationships/presProps" Target="/ppt/presProps.xml" Id="Re07c3190f2dc42b6" /><Relationship Type="http://schemas.openxmlformats.org/officeDocument/2006/relationships/tableStyles" Target="/ppt/tableStyles.xml" Id="R72df248e118c4045" /><Relationship Type="http://schemas.openxmlformats.org/officeDocument/2006/relationships/slide" Target="/ppt/slides/slide1.xml" Id="R769c084eafa04a7a" /><Relationship Type="http://schemas.openxmlformats.org/officeDocument/2006/relationships/slide" Target="/ppt/slides/slide2.xml" Id="R2cff5ee964ec40eb" /><Relationship Type="http://schemas.openxmlformats.org/officeDocument/2006/relationships/slide" Target="/ppt/slides/slide3.xml" Id="Rbd1f62c1f1374310" /><Relationship Type="http://schemas.openxmlformats.org/officeDocument/2006/relationships/slide" Target="/ppt/slides/slide4.xml" Id="R5d1ea73726754d8f" /><Relationship Type="http://schemas.openxmlformats.org/officeDocument/2006/relationships/slide" Target="/ppt/slides/slide5.xml" Id="R799660ad82604d8d" /><Relationship Type="http://schemas.openxmlformats.org/officeDocument/2006/relationships/slide" Target="/ppt/slides/slide6.xml" Id="Rc23d3fe664084f29" /><Relationship Type="http://schemas.openxmlformats.org/officeDocument/2006/relationships/slide" Target="/ppt/slides/slide7.xml" Id="Rf4122920050142ba" /><Relationship Type="http://schemas.openxmlformats.org/officeDocument/2006/relationships/slide" Target="/ppt/slides/slide8.xml" Id="R66fcc75433094b5d" /><Relationship Type="http://schemas.openxmlformats.org/officeDocument/2006/relationships/slide" Target="/ppt/slides/slide9.xml" Id="R4e6e6a3321f74c3a" /><Relationship Type="http://schemas.openxmlformats.org/officeDocument/2006/relationships/slide" Target="/ppt/slides/slide10.xml" Id="Rcb06eb01c0a84efe" /><Relationship Type="http://schemas.openxmlformats.org/officeDocument/2006/relationships/slide" Target="/ppt/slides/slide11.xml" Id="R17bd83b93ee2474c" /><Relationship Type="http://schemas.openxmlformats.org/officeDocument/2006/relationships/slide" Target="/ppt/slides/slide12.xml" Id="R23e578d65d2542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3848802c29c45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e95bb2e3c24686" /><Relationship Type="http://schemas.openxmlformats.org/officeDocument/2006/relationships/notesMaster" Target="/ppt/notesMasters/notesMaster1.xml" Id="R41dd1689eccc47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15e796231741d1" /><Relationship Type="http://schemas.openxmlformats.org/officeDocument/2006/relationships/notesMaster" Target="/ppt/notesMasters/notesMaster1.xml" Id="Rdfb170fd98f647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6d8d6704e84d36" /><Relationship Type="http://schemas.openxmlformats.org/officeDocument/2006/relationships/notesMaster" Target="/ppt/notesMasters/notesMaster1.xml" Id="Raf6dc1ec2f7e43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727b4dbd2b4afc" /><Relationship Type="http://schemas.openxmlformats.org/officeDocument/2006/relationships/notesMaster" Target="/ppt/notesMasters/notesMaster1.xml" Id="Rfeea4e1d5804469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d2654758d1422d" /><Relationship Type="http://schemas.openxmlformats.org/officeDocument/2006/relationships/notesMaster" Target="/ppt/notesMasters/notesMaster1.xml" Id="R2102d4ee27ac40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fd7eb72e854aa0" /><Relationship Type="http://schemas.openxmlformats.org/officeDocument/2006/relationships/notesMaster" Target="/ppt/notesMasters/notesMaster1.xml" Id="Rc3545232605744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e3b9dd182754980" /><Relationship Type="http://schemas.openxmlformats.org/officeDocument/2006/relationships/notesMaster" Target="/ppt/notesMasters/notesMaster1.xml" Id="Rea6d42cfcc0c4d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09697a1f62446de" /><Relationship Type="http://schemas.openxmlformats.org/officeDocument/2006/relationships/notesMaster" Target="/ppt/notesMasters/notesMaster1.xml" Id="Rc7550cdc646f4e8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23eb62ab57d4fd0" /><Relationship Type="http://schemas.openxmlformats.org/officeDocument/2006/relationships/notesMaster" Target="/ppt/notesMasters/notesMaster1.xml" Id="R3b7f24703343457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bbe43509fc34cb1" /><Relationship Type="http://schemas.openxmlformats.org/officeDocument/2006/relationships/notesMaster" Target="/ppt/notesMasters/notesMaster1.xml" Id="R07049b91ecba46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63d5d97f4645d3" /><Relationship Type="http://schemas.openxmlformats.org/officeDocument/2006/relationships/notesMaster" Target="/ppt/notesMasters/notesMaster1.xml" Id="R574a7f71a5344fe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05a8785f1cc4582" /><Relationship Type="http://schemas.openxmlformats.org/officeDocument/2006/relationships/notesMaster" Target="/ppt/notesMasters/notesMaster1.xml" Id="R79c460fa9da747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Scale drawings, recipes, ratio bars, double number lines, rulers,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24.5 cm. | Identify the multiplicative scale or total number of ratio parts. | Apply the same multiplicative relationship to every corresponding measure or ratio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proportion, scale factor, corresponding, share, ratio part, total parts.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52 km.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24.5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Apply the same multiplicative relationship to every corresponding measure or ratio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24.5 cm..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1,050 g..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35.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1,050 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1,050 g. | Apply the same multiplicative relationship to every corresponding measure or ratio part.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a3bc62f61a464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968cdb92ff4372" /><Relationship Type="http://schemas.openxmlformats.org/officeDocument/2006/relationships/slideLayout" Target="/ppt/slideLayouts/slideLayout1.xml" Id="Rb9e3cb37505749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e3cb37505749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1d24860e04c76" /><Relationship Type="http://schemas.openxmlformats.org/officeDocument/2006/relationships/notesSlide" Target="/ppt/notesSlides/notesSlide1.xml" Id="Rf24cdb12cad54c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c851f7565349a9" /><Relationship Type="http://schemas.openxmlformats.org/officeDocument/2006/relationships/notesSlide" Target="/ppt/notesSlides/notesSlide2.xml" Id="Rabebcf78824242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6f48aad064186" /><Relationship Type="http://schemas.openxmlformats.org/officeDocument/2006/relationships/notesSlide" Target="/ppt/notesSlides/notesSlide3.xml" Id="Rc232470aec144a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07a4817e348a6" /><Relationship Type="http://schemas.openxmlformats.org/officeDocument/2006/relationships/notesSlide" Target="/ppt/notesSlides/notesSlide4.xml" Id="Rd278f4ddc0214e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bd565dfaa470f" /><Relationship Type="http://schemas.openxmlformats.org/officeDocument/2006/relationships/notesSlide" Target="/ppt/notesSlides/notesSlide5.xml" Id="Rf04ce0e92c5c42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d85ffb67347cc" /><Relationship Type="http://schemas.openxmlformats.org/officeDocument/2006/relationships/notesSlide" Target="/ppt/notesSlides/notesSlide6.xml" Id="Rec5a64e728184c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227efc7e314ef1" /><Relationship Type="http://schemas.openxmlformats.org/officeDocument/2006/relationships/image" Target="/ppt/media/image.png" Id="Rd87449a4f8e848df" /><Relationship Type="http://schemas.openxmlformats.org/officeDocument/2006/relationships/notesSlide" Target="/ppt/notesSlides/notesSlide7.xml" Id="R8014f5382f6d4d9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29f46fc8a4d03" /><Relationship Type="http://schemas.openxmlformats.org/officeDocument/2006/relationships/notesSlide" Target="/ppt/notesSlides/notesSlide8.xml" Id="R3594c93834e645a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9ae3da435e428a" /><Relationship Type="http://schemas.openxmlformats.org/officeDocument/2006/relationships/notesSlide" Target="/ppt/notesSlides/notesSlide9.xml" Id="Rc2470a7df39c49e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2dd5526fd40a4" /><Relationship Type="http://schemas.openxmlformats.org/officeDocument/2006/relationships/notesSlide" Target="/ppt/notesSlides/notesSlide10.xml" Id="R15979b1ffba442b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d5974c469942d3" /><Relationship Type="http://schemas.openxmlformats.org/officeDocument/2006/relationships/notesSlide" Target="/ppt/notesSlides/notesSlide11.xml" Id="Rfbdea2b4843e4eb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7f2066e1354406" /><Relationship Type="http://schemas.openxmlformats.org/officeDocument/2006/relationships/notesSlide" Target="/ppt/notesSlides/notesSlide12.xml" Id="Rc8590ea9fe47467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C4180D-14EE-49C8-9E62-BEE53A61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A2471D-50A5-4A35-ABA4-5E10D7E9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6F6242-FBE2-45EF-B37A-85F428D5C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87729-70F7-47D2-87BF-0877C0CA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857590-A001-4F2E-8B0C-F6F916FE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multi-step proportion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8E2ED4-9578-4C06-82DA-A837ABDD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434A9B-DF7A-4973-829D-8BC12556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B3D23B-17C6-41C0-BE3D-8BA1E712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combine scale factors and unequal sharing in context.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4B3521-D385-43B5-B3E7-C9980D00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A5FAEE-9728-4619-9892-AD870727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Scale drawings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DB973F-4DBE-4A1F-A040-B7E97464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7107476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367794-BEDC-4268-B82D-B259021F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E01170-D866-4A5A-B16C-5F549BCE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4CD26-F90F-443E-881C-51796EDC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821459-5464-4613-9FF9-BB5FD04B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2A893A-35B0-4884-9DE8-39BE0DD1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272B7F-DA4B-4441-85A0-1B7F338B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D4683-C663-4489-BF0F-A43B89AE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04F271-837D-40D7-9743-E530D721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9F8160-5E6A-4E48-A5FC-FC437F61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proportion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E5569E-1F28-460E-B965-90C8D941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12B554-0C37-4266-8DC0-001DC63D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888AFD-6658-4806-A1F7-7171922E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66C5A5-208B-4429-9446-40131010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scale factors and ratio parts to solve proportional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BFC780-C9A1-4BD7-A36B-6BC4261C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D4AB05-6954-4A98-A145-04E398BF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02D7DE-F3C4-41A3-A83F-FA5D23E6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9CC192-079A-40B5-AA4B-C4A4589E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length of 7 cm is enlarged by scale factor 3.5. What is the new length?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FA41AA-9688-4A1F-8F4E-F27D3F22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1AD8C6-3CA9-4D37-9A3A-E5B90D7E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8E0BCD-0509-4CD1-B7ED-6A6DFF6E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1FEDFE-31F1-42FF-AA89-ADF2C613E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map scale is 1 cm to 8 km. Two towns are 6.5 cm apart. Find the real distance.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CFA566-49FA-4FA8-AB52-8C34C7DE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454245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8FAE78-7C19-4CCD-8FA2-A4E741B5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1AC88E-BC5F-4151-BD34-21DD3ED3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87E8A1-07EC-4897-AC9E-25F8F91F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A971D6-4A69-4FCC-B110-9E46D327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E1C6A1-5481-4E99-8314-55A9D740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8312D9-1A49-4914-AE34-56220BC0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C771E-AADA-494C-9670-720725D1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4EE9D7-BE1A-4743-B367-A1E06666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1B3DF8-3E2E-4B65-9ACC-45DBBD33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proportion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6868D8-F653-4489-AC0F-12D3589C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combine scale factors and unequal sharing in context.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0FC66D-2E9D-4204-B947-AC98162F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85D75B-5BF4-4FB9-930A-EA8A6DA8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multiplicative scale or total number of ratio parts.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CF2E5C-2529-40BF-BA94-EA3D78C4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factor consistently or find the value of one part.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888BB1-0621-4E56-A319-15C48E0C4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Recombine and check the total or corresponding measure.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F6976F-8C80-4020-8BCF-44F63AF7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proportion  |  scale factor  |  corresponding  |  share  |  ratio part  |  total parts</a:t>
            </a:r>
          </a:p>
        </p:txBody>
      </p:sp>
    </p:spTree>
    <p:extLst>
      <p:ext uri="{BB962C8B-B14F-4D97-AF65-F5344CB8AC3E}">
        <p14:creationId xmlns:p14="http://schemas.microsoft.com/office/powerpoint/2010/main" val="18098129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5232D0-42D7-4556-B514-74EDEB3B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03BE23-5AF0-4EB7-A129-685E4B97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6073C-9A27-4F25-A38E-38A5ADB9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192FE-4BC9-4199-9003-2FF3FF73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BEA2A0-76DB-4D1F-9906-93018BF3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3BE0CA-807B-49E9-A888-D3A3328F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275B2C-1942-4B9F-B324-CE2025CD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BF9510-58C3-4419-85ED-D3396C6E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70887B-CC57-4B7A-A13F-C67CBBE2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proportion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90467-4F54-4180-93B5-4C66CBBA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map scale is 1 cm to 8 km. Two towns are 6.5 cm apart. Find the real distance.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746310-1824-48D1-8F8D-66D0BB8CE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E76816-3793-477D-8037-A4429A8C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DE66E7-9D6E-44C0-A84D-32C72CDEA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multiplicative scale or total number of ratio parts.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EEDD23-D49C-436A-ACAD-6B5A930F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A2E391-9A6B-4BFD-AEC2-7D3DE53CA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292529-6C98-4D95-9213-866FE6B1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Apply the factor consistently or find the value of one part.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F0FA27-1BFB-4C3F-ACC1-F6BAC372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6BE672-9374-4E70-980B-135B2DDC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DDF075-BC22-446A-B48F-274281D1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52 km.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DCDB75-2007-4668-BB33-0CD19217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DBAAC2-4A6A-4713-9D37-47EB29B3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580860-157A-4825-83B8-62044513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Recombine and check the total or corresponding measure.</a:t>
            </a:r>
          </a:p>
        </p:txBody>
      </p:sp>
    </p:spTree>
    <p:extLst>
      <p:ext uri="{BB962C8B-B14F-4D97-AF65-F5344CB8AC3E}">
        <p14:creationId xmlns:p14="http://schemas.microsoft.com/office/powerpoint/2010/main" val="3204686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C8BCA4-923F-4BFE-B8DC-80C9BB8A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A29BA6-1263-4669-9245-0239E1CF9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2C23A2-5EE5-497E-B3A2-A18E78EF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6BE614-8D2E-4938-8541-2A23C3A8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39230D-C580-4C3F-96E4-96435F65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0F6A64-A5F5-4A9E-B234-DD48125A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14DECF-BA45-4986-A297-BEE8589E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C80555-581D-499F-B47D-7B5C4389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F83676-D3B5-4619-8586-D6C924F1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proportion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E8026E-BB2A-4AD2-9426-476ADE03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F769E3-992F-40BD-BE68-82F322379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52 km.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6248B2-0C2E-4E07-A945-CB33B64C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35B338-92F2-4361-B95F-AD398CFC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Recombine and check the total or corresponding measure.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E9F3AB-5620-4144-94B1-89EB7773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4545937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CA4FAC-1AB9-4CE5-872B-DE3364FC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C4E7A6-79B8-486D-80E3-47894C7BD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125E87-3444-49A8-BA24-816A82A07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5D377C-DB8A-40F4-9F24-20B71C56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E1C4A-79FD-4D3B-B536-F900BBF0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1B764D-6331-426A-84D1-9E56DBA9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7CE2CC-CD7F-42EA-B17B-3ABCB0FE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33FDBD-6DB0-460A-B123-F37C79D6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EF4CDD-8058-4782-8C5E-827EB3FD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proportion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719B4E-5A12-45A0-86F3-CCCD74DF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length of 7 cm is enlarged by scale factor 3.5. What is the new length?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69A87D-D99C-44ED-A1A9-A3435CAD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5E55D5-0729-480C-A811-528E6C52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2448CF-7CB8-4B9C-8744-DD8FF99B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BDB3C1-38ED-4C19-9B7F-163555A0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5BBD49-521F-43D5-9A0E-B13296EA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24.5 cm.</a:t>
            </a:r>
          </a:p>
        </p:txBody>
      </p:sp>
    </p:spTree>
    <p:extLst>
      <p:ext uri="{BB962C8B-B14F-4D97-AF65-F5344CB8AC3E}">
        <p14:creationId xmlns:p14="http://schemas.microsoft.com/office/powerpoint/2010/main" val="2938916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B04457-1955-447E-BA45-1671F9CF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1AA56-336B-4E3C-9FB2-E50DCEF9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C9CB1F-457E-4E15-A7C6-DC706006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488568-E608-4224-917D-DA33AFF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AD45B7-E28B-4BCC-8BC7-AD0039C2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6596BF-CEE1-4F4C-A31A-F11E5506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B2513A-9A2C-4CB7-98B2-8672A486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4E45E2-3465-4AFC-8B26-9D3E2CDDC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68C826-F95E-41F2-AC07-53857DB4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proportion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7449a4f8e848df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0AD818-E2BC-4A73-8726-982354A0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A3FC80-C177-4BB7-95CF-FB5A05AC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scale factor on only one corresponding quantity.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408EE4-0AC0-4089-A64E-920406D6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2ADE76-E63F-44DB-9EF6-C8E0D67D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B0890F-E9F6-4C4D-A979-6A7F6D49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Apply the same multiplicative relationship to every corresponding measure or ratio part.</a:t>
            </a:r>
          </a:p>
        </p:txBody>
      </p:sp>
    </p:spTree>
    <p:extLst>
      <p:ext uri="{BB962C8B-B14F-4D97-AF65-F5344CB8AC3E}">
        <p14:creationId xmlns:p14="http://schemas.microsoft.com/office/powerpoint/2010/main" val="8516644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C837F3-9D7F-485C-BCC6-A37AB6C8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B44472-DE43-495C-BC7E-605784D4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25D5A2-DB1E-4DE3-8C02-F044A2DA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8C3C73-7C9F-4A52-A338-39CBB231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D01A4-9776-49A7-A0A3-8474AE70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AB7D71-0558-4534-A8A7-15827153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CA87C-729D-4087-B60A-6CD581C9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91894E-3C20-4367-B9CF-722D3B01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9A805B-E303-448F-BD28-E6E1360D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proportion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C569ED-AE81-429B-B30C-E1AB17EB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3EACF7-F92B-4AF2-967D-0E7A1F2B8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C5A3D3-7299-492E-8610-B32921DB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37BC22-6BF1-4E53-B7A2-DD5FF3FC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length of 7 cm is enlarged by scale factor 3.5. What is the new length?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3C2C3F-B3B7-49CA-88E2-8CCF0F56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293963-F955-4A1C-8038-EA745313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DEEDBA-2E2A-4990-A76E-B390C87E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BAF0CB-4D5F-4EFB-B602-ABD44DAD4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084199-20DB-40CF-B031-66BFE70E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E9522A-E4F5-4445-90F0-F0AEE984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8721E8-B366-4D8B-9D6A-A17F4458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422AE0-2C82-4BAC-BF69-97A639E1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24.5 cm.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32F6AF-11D9-48AC-A583-5A348792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1201041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E078AD-4707-4369-A6DC-919389E7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C768A0-327F-4AE6-B590-F2BA28EA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13DAA5-B8E6-42E2-A800-371E5199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B6A7C5-991C-4F3B-9FBB-A0FB16BC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F93C74-C709-430F-BDC6-3FDA79659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959B07-283D-4FF8-A3C1-F6FD94C2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7285AD-E618-4FD6-9035-C823AFC9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B5B070-F500-41DA-A166-FC722FDB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C5BA62-2949-4661-8967-36C8827B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proportion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FACA2-E88B-4903-A2C0-BC382695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2CEABD-C399-4CDF-A6AF-E01E0D2C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D5D9F4-266C-4EEC-817F-A9D961CA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DFDDEA-DAFD-4FEB-BCA9-7E0E821E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for 6 uses 450 g flour. How much flour is needed for 14?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E277BB-43F2-4C11-B8EC-0463DABF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D19CA1-ED30-4455-8146-8AF0AE70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0BE5F1-4DFA-4718-A8DB-B8640CE2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98E0E2-FB54-4DDD-8D30-2FA306E1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4A2275-3CD3-49CE-960B-12E088732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E082BE-CEEF-441D-81A5-0D5CC9D8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CE6482-EDC6-4E57-BB8D-D48B823A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D850F2-1C74-486F-A570-D524C6E2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8376652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84A987-39B3-49FC-933A-7C736CCF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ACC44-E982-4218-BBC9-99DF4E27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05AF7-468D-4FE7-8F16-891F60C5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5FBB86-8B2A-4223-AD8D-6B9CEFB1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261154-7C52-44FC-970B-973159A2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0C7B07-6EF9-4150-8068-30A5E4C89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E303DD-5578-48D4-BD17-2886401E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269557-48AF-4185-80E7-40FB8DDD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7A37F-9430-4E40-8912-305239A4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proportion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803012-0974-4150-83D3-A61550A0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In the ratio 4:7, the smaller part is 20. What is the larger part?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FC74B7-33F8-45C7-9B1C-EE9A5F91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E0F44E-AE57-427F-B9C6-3C4A2E0C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FADF8F-CF4D-4E76-8F69-5AC74C7D0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35.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6984488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37D3BD-5074-4989-AD24-1E71DCFD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8C6CC-BC22-424E-919E-22756EEB2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9AF13B-EECA-42B4-906A-4B6BFAC3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193D0-9596-4052-821B-6BF4BDC0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581D0-BAB1-402D-87CE-C23F5E54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23D6A-A067-4686-8EA6-FB8B488C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0143C-9DE8-41C8-AC14-B0388F5F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7E9DFA-F280-4891-8B87-0FD243D8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1FA32-DECE-4834-97BF-45564A387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proportion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3F4D51-E6DF-44AE-ADC1-73A525CC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A7AE01-923F-4596-8E36-66F588BF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07EF6D-416B-4B60-A52F-12F64FB4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for 6 uses 450 g flour. How much flour is needed for 14?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DFCE5B-E290-413D-8889-4070911D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1180C-19DA-4B2C-9000-52F24D18A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0CF703-0B1E-4DD0-B7C4-34668B11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445381-421A-49CC-B57C-36A10D64D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1,050 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0DA0BB-F87E-495D-BA00-7D2AF985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A38CD9-945D-4300-A013-526EF104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958819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9D12D2-5C72-4013-890A-859488932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6761BA-F55B-4A62-B8A4-C04764DE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CC988F-1666-4009-9E93-85701E18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C3E94D-5E06-4E08-8584-013A49BD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B59C1A-D143-4EA1-BCA6-62391ABB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8EAA0C-C948-4FE9-A268-03261450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58BEAF-75A9-48FE-99D8-67FA5FA0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737481-EF71-4254-9F8B-AA492C79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5A7252-419B-4037-B32E-62763623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proportion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069455-5369-46DA-A058-1C505F4E0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66144C-4025-42FD-8699-BC2C55A9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5D0FBE-ABE6-49ED-B6AD-24B64A55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52C65A-ADB8-44E5-9BE5-5297E73B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for 6 uses 450 g flour. How much flour is needed for 14?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92F14D-66E7-4E02-9552-514F2C88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7C61D-91FF-468A-A2BE-EA1BA0AA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E63FB0-2A5C-40FA-98AB-C9994140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34B8F5-0B70-4EAE-91D8-19B35C2B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scale factor on only one corresponding quantity.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9E0B12-7C74-4C6A-9D57-9D81A0761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0371B1-4370-4B8F-920B-8839078D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7FB75A-FB70-4DE2-BE76-D8447819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D4B6B8-75A7-462A-9C13-BA1CD464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95DEB6-1386-40A0-BBF9-B4058028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367433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2026-09-09T20:47:16.4820000Z</dcterms:created>
  <dcterms:modified xsi:type="dcterms:W3CDTF">2026-09-09T20:47:16.4820000Z</dcterms:modified>
</coreProperties>
</file>