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0be329c93b4f6c" /><Relationship Type="http://schemas.openxmlformats.org/officeDocument/2006/relationships/extended-properties" Target="/docProps/app.xml" Id="Rdea8e6eb6edf4252" /><Relationship Type="http://schemas.openxmlformats.org/officeDocument/2006/relationships/officeDocument" Target="/ppt/presentation.xml" Id="R5a04b5d350c9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a04af83f6a4042"/>
  </p:sldMasterIdLst>
  <p:notesMasterIdLst>
    <p:notesMasterId xmlns:r="http://schemas.openxmlformats.org/officeDocument/2006/relationships" r:id="Rc6d785b59cbd43ce"/>
  </p:notesMasterIdLst>
  <p:sldIdLst>
    <p:sldId xmlns:r="http://schemas.openxmlformats.org/officeDocument/2006/relationships" id="256" r:id="R2540d93a0e1346f8"/>
    <p:sldId xmlns:r="http://schemas.openxmlformats.org/officeDocument/2006/relationships" id="257" r:id="R201e1d793b764923"/>
    <p:sldId xmlns:r="http://schemas.openxmlformats.org/officeDocument/2006/relationships" id="258" r:id="Re4178c8cd5d74b4e"/>
    <p:sldId xmlns:r="http://schemas.openxmlformats.org/officeDocument/2006/relationships" id="259" r:id="R102f185d4d2740e1"/>
    <p:sldId xmlns:r="http://schemas.openxmlformats.org/officeDocument/2006/relationships" id="260" r:id="Ra218609af08f4e9c"/>
    <p:sldId xmlns:r="http://schemas.openxmlformats.org/officeDocument/2006/relationships" id="261" r:id="R4b98b1f25d00427b"/>
    <p:sldId xmlns:r="http://schemas.openxmlformats.org/officeDocument/2006/relationships" id="262" r:id="Rec2758441e25422b"/>
    <p:sldId xmlns:r="http://schemas.openxmlformats.org/officeDocument/2006/relationships" id="263" r:id="R956cb3022c1346cf"/>
    <p:sldId xmlns:r="http://schemas.openxmlformats.org/officeDocument/2006/relationships" id="264" r:id="R1af702db68de417e"/>
    <p:sldId xmlns:r="http://schemas.openxmlformats.org/officeDocument/2006/relationships" id="265" r:id="R9e1fff75f42e4d5d"/>
    <p:sldId xmlns:r="http://schemas.openxmlformats.org/officeDocument/2006/relationships" id="266" r:id="Rb71a936773d3405a"/>
    <p:sldId xmlns:r="http://schemas.openxmlformats.org/officeDocument/2006/relationships" id="267" r:id="R993e394287e746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1028da9db84641" /><Relationship Type="http://schemas.openxmlformats.org/officeDocument/2006/relationships/slideMaster" Target="/ppt/slideMasters/slideMaster1.xml" Id="R9ca04af83f6a4042" /><Relationship Type="http://schemas.openxmlformats.org/officeDocument/2006/relationships/notesMaster" Target="/ppt/notesMasters/notesMaster1.xml" Id="Rc6d785b59cbd43ce" /><Relationship Type="http://schemas.openxmlformats.org/officeDocument/2006/relationships/presProps" Target="/ppt/presProps.xml" Id="R5ade24cb59354981" /><Relationship Type="http://schemas.openxmlformats.org/officeDocument/2006/relationships/tableStyles" Target="/ppt/tableStyles.xml" Id="R5a4889273d4e4282" /><Relationship Type="http://schemas.openxmlformats.org/officeDocument/2006/relationships/slide" Target="/ppt/slides/slide1.xml" Id="R2540d93a0e1346f8" /><Relationship Type="http://schemas.openxmlformats.org/officeDocument/2006/relationships/slide" Target="/ppt/slides/slide2.xml" Id="R201e1d793b764923" /><Relationship Type="http://schemas.openxmlformats.org/officeDocument/2006/relationships/slide" Target="/ppt/slides/slide3.xml" Id="Re4178c8cd5d74b4e" /><Relationship Type="http://schemas.openxmlformats.org/officeDocument/2006/relationships/slide" Target="/ppt/slides/slide4.xml" Id="R102f185d4d2740e1" /><Relationship Type="http://schemas.openxmlformats.org/officeDocument/2006/relationships/slide" Target="/ppt/slides/slide5.xml" Id="Ra218609af08f4e9c" /><Relationship Type="http://schemas.openxmlformats.org/officeDocument/2006/relationships/slide" Target="/ppt/slides/slide6.xml" Id="R4b98b1f25d00427b" /><Relationship Type="http://schemas.openxmlformats.org/officeDocument/2006/relationships/slide" Target="/ppt/slides/slide7.xml" Id="Rec2758441e25422b" /><Relationship Type="http://schemas.openxmlformats.org/officeDocument/2006/relationships/slide" Target="/ppt/slides/slide8.xml" Id="R956cb3022c1346cf" /><Relationship Type="http://schemas.openxmlformats.org/officeDocument/2006/relationships/slide" Target="/ppt/slides/slide9.xml" Id="R1af702db68de417e" /><Relationship Type="http://schemas.openxmlformats.org/officeDocument/2006/relationships/slide" Target="/ppt/slides/slide10.xml" Id="R9e1fff75f42e4d5d" /><Relationship Type="http://schemas.openxmlformats.org/officeDocument/2006/relationships/slide" Target="/ppt/slides/slide11.xml" Id="Rb71a936773d3405a" /><Relationship Type="http://schemas.openxmlformats.org/officeDocument/2006/relationships/slide" Target="/ppt/slides/slide12.xml" Id="R993e394287e7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40fb4bd5914f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0f12f49e7a4cdc" /><Relationship Type="http://schemas.openxmlformats.org/officeDocument/2006/relationships/notesMaster" Target="/ppt/notesMasters/notesMaster1.xml" Id="Rd3f5f78dea1149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d6db543ded490a" /><Relationship Type="http://schemas.openxmlformats.org/officeDocument/2006/relationships/notesMaster" Target="/ppt/notesMasters/notesMaster1.xml" Id="R01188b779a884f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80570ecccd4882" /><Relationship Type="http://schemas.openxmlformats.org/officeDocument/2006/relationships/notesMaster" Target="/ppt/notesMasters/notesMaster1.xml" Id="R97da1a9923274e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d0e5b728e46f5" /><Relationship Type="http://schemas.openxmlformats.org/officeDocument/2006/relationships/notesMaster" Target="/ppt/notesMasters/notesMaster1.xml" Id="R133486e427b041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33aff40a14c8b" /><Relationship Type="http://schemas.openxmlformats.org/officeDocument/2006/relationships/notesMaster" Target="/ppt/notesMasters/notesMaster1.xml" Id="Rb1ee9fc8be9d40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ec72e64c57414c" /><Relationship Type="http://schemas.openxmlformats.org/officeDocument/2006/relationships/notesMaster" Target="/ppt/notesMasters/notesMaster1.xml" Id="Rfba722a5ce3b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211ae2f0224651" /><Relationship Type="http://schemas.openxmlformats.org/officeDocument/2006/relationships/notesMaster" Target="/ppt/notesMasters/notesMaster1.xml" Id="R0d112d542f484b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3c142fd7684e80" /><Relationship Type="http://schemas.openxmlformats.org/officeDocument/2006/relationships/notesMaster" Target="/ppt/notesMasters/notesMaster1.xml" Id="Re1609177639842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3d268f3b6e4654" /><Relationship Type="http://schemas.openxmlformats.org/officeDocument/2006/relationships/notesMaster" Target="/ppt/notesMasters/notesMaster1.xml" Id="R950c7273f8c049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b9e503530b43f9" /><Relationship Type="http://schemas.openxmlformats.org/officeDocument/2006/relationships/notesMaster" Target="/ppt/notesMasters/notesMaster1.xml" Id="R2f36385c098942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1071b6f8724c1c" /><Relationship Type="http://schemas.openxmlformats.org/officeDocument/2006/relationships/notesMaster" Target="/ppt/notesMasters/notesMaster1.xml" Id="R857ddfceb13a40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45f3e6921a45cd" /><Relationship Type="http://schemas.openxmlformats.org/officeDocument/2006/relationships/notesMaster" Target="/ppt/notesMasters/notesMaster1.xml" Id="R52df1ee9116e46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Scale drawings, recipes, ratio bars, double number lines, rulers,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24.5 cm. | Identify the multiplicative scale or total number of ratio parts. | Apply the same multiplicative relationship to every corresponding measure or ratio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proportion, scale factor, corresponding, share, ratio part, total parts.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52 km.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24.5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Apply the same multiplicative relationship to every corresponding measure or ratio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24.5 cm..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1,050 g..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35.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1,050 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1,050 g. | Apply the same multiplicative relationship to every corresponding measure or ratio part.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25ddef7fd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e1078acf694bf4" /><Relationship Type="http://schemas.openxmlformats.org/officeDocument/2006/relationships/slideLayout" Target="/ppt/slideLayouts/slideLayout1.xml" Id="R4899dccebc444e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99dccebc444e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d7a7e8c0c4236" /><Relationship Type="http://schemas.openxmlformats.org/officeDocument/2006/relationships/notesSlide" Target="/ppt/notesSlides/notesSlide1.xml" Id="R627c5020d704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b26d0d3454206" /><Relationship Type="http://schemas.openxmlformats.org/officeDocument/2006/relationships/notesSlide" Target="/ppt/notesSlides/notesSlide2.xml" Id="Rf6dffe4466aa48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437edf58848c9" /><Relationship Type="http://schemas.openxmlformats.org/officeDocument/2006/relationships/notesSlide" Target="/ppt/notesSlides/notesSlide3.xml" Id="R94497f3cf96745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b98bee5a647a5" /><Relationship Type="http://schemas.openxmlformats.org/officeDocument/2006/relationships/notesSlide" Target="/ppt/notesSlides/notesSlide4.xml" Id="R365f17b4ccce42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5a7e1b2124250" /><Relationship Type="http://schemas.openxmlformats.org/officeDocument/2006/relationships/notesSlide" Target="/ppt/notesSlides/notesSlide5.xml" Id="R652024cb4ba043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99a1a72434ae0" /><Relationship Type="http://schemas.openxmlformats.org/officeDocument/2006/relationships/notesSlide" Target="/ppt/notesSlides/notesSlide6.xml" Id="Rac750722f92c45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4a8e3d5164ba2" /><Relationship Type="http://schemas.openxmlformats.org/officeDocument/2006/relationships/image" Target="/ppt/media/image.png" Id="Rd4c2ab84bb474fcf" /><Relationship Type="http://schemas.openxmlformats.org/officeDocument/2006/relationships/notesSlide" Target="/ppt/notesSlides/notesSlide7.xml" Id="Rd7b6b966031c47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a76b3184b40e8" /><Relationship Type="http://schemas.openxmlformats.org/officeDocument/2006/relationships/notesSlide" Target="/ppt/notesSlides/notesSlide8.xml" Id="Rcedf09040b7542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e10609e2b43d7" /><Relationship Type="http://schemas.openxmlformats.org/officeDocument/2006/relationships/notesSlide" Target="/ppt/notesSlides/notesSlide9.xml" Id="R1bf0dba9bef14f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46725efe44cc3" /><Relationship Type="http://schemas.openxmlformats.org/officeDocument/2006/relationships/notesSlide" Target="/ppt/notesSlides/notesSlide10.xml" Id="Rf0acb68824304f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09eb872424bd1" /><Relationship Type="http://schemas.openxmlformats.org/officeDocument/2006/relationships/notesSlide" Target="/ppt/notesSlides/notesSlide11.xml" Id="R4ff62ecaee894c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9616bf5fc4dee" /><Relationship Type="http://schemas.openxmlformats.org/officeDocument/2006/relationships/notesSlide" Target="/ppt/notesSlides/notesSlide12.xml" Id="R70241696455c4a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6ECCD-683C-4D3D-B297-D2BDA3D5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CA5C-5183-410B-B489-D1603AA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FCA50-ABEA-4B63-B1F8-400FAED4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5ACE6-6452-4629-B36E-40862BD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B523E-EA42-484E-A51B-323FD7DC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7270A-1B66-44DE-8F90-B279E607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00802-F7BC-4366-84E7-DD6A2F99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77EF0-492E-4E34-899F-EEB6654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combine scale factors and unequal sharing in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7637C-0849-4321-AE2D-A149ECF5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C027B-C062-4C01-9237-BEE6AA2D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Scale drawings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44F9C-B32F-4B40-9874-565F16B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2039179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F6A54-F0A3-42CC-ACCD-99E6F363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FE0CC-19E8-422E-8A0D-5F35361A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16FE0-A094-4FEC-B75C-5C695A25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8F246-7145-41E3-80A1-9B5F3F88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ED3EC-7B36-4C47-8494-3169E761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3EC30-4EAA-4458-89EB-EE0D63FC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4791B-BAD9-4CB2-9765-0A848F90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55756-B20D-457E-97F6-A5AF2B26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89849-C751-4256-BD52-7E039A3B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9FC49-F792-4555-B3D2-058C5EC2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8C605-8D3E-48E3-ABD4-D87CC486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C7FC9-F687-43BB-8E80-F4BA84B4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F34B2-2DB2-4ADF-952F-8A6E5B87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scale factors and ratio parts to solve proportional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FDE75-A65D-49FF-80CD-E866100D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B58FE-F118-45B2-A6CC-25DB093F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EFEB1-60D2-40A0-89C5-616658E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FB81F-EE74-4C48-A694-7EB57BAE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length of 7 cm is enlarged by scale factor 3.5. What is the new length?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52E54-4589-4CFC-860A-F1F2FC5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34709-B957-43E3-8C3B-A9FE1F29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EF375-183C-47B1-BFFE-3EBA0CEE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5EE5B-F8B8-4531-8804-2DB8D1D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map scale is 1 cm to 8 km. Two towns are 6.5 cm apart. Find the real distance.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942F1-42CC-417A-9476-2BEBB3BD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5893558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1A492-C1D3-4374-9270-F6A7344B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48A02-B028-46A5-BEF8-66CFEA9A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7759F-C961-4243-AB8D-C404573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EBD38-9F9A-4627-B90B-10EC0DEF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C5102-3EAF-49AE-88F8-3B194976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D1683-5B6F-42E6-B700-D4579188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C6D7C-CCD7-4A57-A95C-323EF49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0CB40-E5C6-407C-91C0-98EF9D6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34A32-607E-4B59-9A14-DEE42B20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4923D-CFE3-4519-9D21-7B2450F7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combine scale factors and unequal sharing in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73D39-5EE0-4862-ADED-0423EEF4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966A6-F621-4FBD-ACC2-0CF291BF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multiplicative scale or total number of ratio parts.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C3B61-2AD9-41E5-9D8C-93E3949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Apply the factor consistently or find the value of one 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EED5C-3C1B-4875-8C31-2E928E2B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Recombine and check the total or corresponding measure.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52F42-9864-4BA3-9C8E-8DB610E4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proportion  |  scale factor  |  corresponding  |  share  |  ratio part  |  total parts</a:t>
            </a:r>
          </a:p>
        </p:txBody>
      </p:sp>
    </p:spTree>
    <p:extLst>
      <p:ext uri="{BB962C8B-B14F-4D97-AF65-F5344CB8AC3E}">
        <p14:creationId xmlns:p14="http://schemas.microsoft.com/office/powerpoint/2010/main" val="797751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97E97-48E9-4207-AA87-86BFAF4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A189B-AD5B-479B-986C-AAD30694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51E5F-C2A6-4881-9E4A-F71C9E58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70CE2-31D3-4D3E-9144-56292C7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DB41E-F7DD-4654-B3B9-889C7443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FE809-6829-4262-A6AC-D96CEFA7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F7ED1-A21C-4E0D-BD52-BDB74697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00087-012E-4EB0-A2C8-E32545FF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1D86B-EF62-4391-BA22-2223936E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9108A-16D3-4F46-8868-A9870C4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map scale is 1 cm to 8 km. Two towns are 6.5 cm apart. Find the real distance.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4D003-FA47-4600-8D92-44209F66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A7206-D026-4EC4-B22E-96164DF1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9181E-7678-410F-9B97-6E71110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 cm represents 8 km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3878C-8C54-4372-9E10-1363DA0A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DB805-C955-415D-B6B6-89A865A5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2A71D-2069-49AD-8B7A-C3A025E1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6.5 cm represents 6.5 × 8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04DF5-8594-4878-AF7A-31392D9C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E4741-AFD3-4508-B3B3-D4870A83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DA1FE-8E1C-4FD3-A78A-967B4846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 × 8 = 48     0.5 × 8 =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9F2BB-ED36-4CBC-B6E4-3EC7FB87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63E5F-FAAE-47B6-96CE-3972CC42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EA829-1F2E-4DA8-96AB-1A5956D3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48 + 4 = 52 km</a:t>
            </a:r>
          </a:p>
        </p:txBody>
      </p:sp>
    </p:spTree>
    <p:extLst>
      <p:ext uri="{BB962C8B-B14F-4D97-AF65-F5344CB8AC3E}">
        <p14:creationId xmlns:p14="http://schemas.microsoft.com/office/powerpoint/2010/main" val="21036412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57056-4184-46E7-8392-8B0A3FF2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8A3DD-E67B-4F6A-B830-5C01365D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3F5DC-44EA-4D90-A5BE-312152E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EB8EB-97D6-4327-B191-DA651102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FE84-3CB8-48AC-B0C8-F95CFC9E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ED623-F8F4-483C-8408-FE750BD6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557D9-53D2-42B2-BEB9-32A2C7E8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95C85-BF50-45A4-9A8A-58E58248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7169B-B9D6-45F8-AAFF-D984683F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DF6D7-9DA1-44D8-BCD2-6027A279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87C0F-1D9C-40DE-B9E7-B3EE45D8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52 km.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DF16A-4F14-4F5E-A398-5BE5C4E0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606DD-B80A-4F7D-9CA4-BDF53859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Recombine and check the total or corresponding measure.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33949-B3F1-476A-B07F-6D95EDD4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873103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1367F-C8FE-4E84-B1F5-26A0D419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0E5A1-F306-46EB-B984-3EC7A551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A6367-6B4A-487A-9B52-533D08BC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54501-5093-448F-BE84-362A7887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B3580-C897-4FB7-BD5A-7FDF90F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0830D-539D-467E-9D9B-C43D6ACA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88596-86E3-4CA0-A120-12E97DE5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FE204-268C-41D0-988E-E9515A60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134A1-69D0-48B0-BB99-0220035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382D2-75D2-4809-B9F6-97D6E843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length of 7 cm is enlarged by scale factor 3.5. What is the new length?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1B4F6-3A73-4A56-B1C3-015CF544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DF4B1-33E1-448A-ACEB-27B29D5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8EC1A-695B-4E47-BFCB-B2C1840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670DC-5AE8-4A18-BF1E-F64E8416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3E475-8D57-4135-B363-31F4FC30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24.5 cm.</a:t>
            </a:r>
          </a:p>
        </p:txBody>
      </p:sp>
    </p:spTree>
    <p:extLst>
      <p:ext uri="{BB962C8B-B14F-4D97-AF65-F5344CB8AC3E}">
        <p14:creationId xmlns:p14="http://schemas.microsoft.com/office/powerpoint/2010/main" val="4699552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DC196-25B2-44AB-B867-E0BC6953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896BE-B66A-498E-A2E2-3C9C46B9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142FF-8897-439C-B2F1-DEDA8A33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21D81-1926-498F-A20E-A993E25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D6F4E-F3A9-4FA6-88D8-1734371A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05E16-542C-45FF-83ED-B1281AB1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C462D-12EF-446D-88E5-6D5C791D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DDD9F-932A-40B5-9946-1A404B9E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71F1E-65AE-407C-ADE3-F6815CAD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2ab84bb474fcf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BDF25-ED37-407C-98BB-102DEB86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524C3-8B72-465A-A448-5D8F6675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uses the scale factor on only one corresponding quantity.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646E2-C0CD-40C3-A8E5-D35AE52C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6D9D3-9849-41F4-9A53-4FBAC95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10C2C-F998-4C66-84B1-54002552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Apply the same multiplicative relationship to every corresponding measure or ratio part.</a:t>
            </a:r>
          </a:p>
        </p:txBody>
      </p:sp>
    </p:spTree>
    <p:extLst>
      <p:ext uri="{BB962C8B-B14F-4D97-AF65-F5344CB8AC3E}">
        <p14:creationId xmlns:p14="http://schemas.microsoft.com/office/powerpoint/2010/main" val="3987300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3BFA1-04E6-446E-A1DE-223E5ACF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85DE8-BB85-4C17-B255-6CFFAC22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6437E-43D0-4C8C-A45C-029E396E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03281-1E9A-4845-941A-ED09FFAB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E93A4-D52C-4FC2-912C-00BD5CA1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D8539-BA63-4E34-BC6E-491215D9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5E065-2555-4AB5-9B51-E50BAF45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7E8D3-5802-449B-90A7-3D541F86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F9C44-F408-4C53-975F-70CA5CE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13EB3-B38A-4EBA-B13A-4569C5BA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A894F-42DE-40A9-9AE4-7556F238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ED0BB-B718-4707-B732-4A65D11A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15900-FF5A-4026-A2BF-08321073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length of 7 cm is enlarged by scale factor 3.5. What is the new length?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0FB6C-C50E-44E6-8A51-F8D8E60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48BE8-A511-46CA-B84B-F21CE79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5225F-913E-403E-9737-9AE8433E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C323E-4696-498B-AB83-07DA77A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486C5-BF84-4447-BD59-BE28156C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2BC50-13B6-4A80-BE26-C9E3804A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68A4E-B625-409A-9FB3-FB6F0135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9A93C-0F2D-4FC6-9E26-6DDD1A61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24.5 cm.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59D70-F70C-4128-9351-9EE1BB57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503720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205DC-8B68-4B58-88C3-76A442DE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79D8C-C27C-420A-BDA6-17DD0410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17CD1-1F22-4360-8A65-CD626B2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06A14-9B34-409F-B83D-3B07D77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A1B73-E292-42D6-BA66-FB1124E8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49D1F-54BD-45AE-97D9-32280C4F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66192-E952-427F-9A5C-19EE80EB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92B9D-6CAC-49B7-9A4C-B397C3C6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04DBF-6B21-4717-BE96-4E7E7C65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0CF63-2066-44B2-866C-56BC60A0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CB212-68F6-48DB-B492-640B19D9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CFD0A-A00C-40F9-8ADF-9A23EEE4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38E42-5435-415E-8343-C2A493C6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recipe for 6 uses 450 g flour. How much flour is needed for 14?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53EDC-9470-4DF4-A640-0F04197F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D72A3-C3AC-4114-AB91-13F08522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E1CEC-0C17-47F2-A6C9-6DA182C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87382-EF1E-42F8-AE4F-6F007616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E1192-E1CC-423F-9079-7ADD9A54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DDE33-8A61-4B13-AB20-9B89141F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44827-E0D0-4488-965A-5A23A3FB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D440B-8637-4458-B44D-3E0AF63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59040774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979D5-6EBC-4A49-A032-4678DCC2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C5715-BF0B-42FB-8653-C808A110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2934A-4327-409D-A98E-EAEF6155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18085-F401-4BFA-A4A6-8E96546D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7D3F9-96D2-4219-9218-EAEA9C83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A80E0-84B6-4560-9B70-E457C5D0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6EB95-998C-41AA-879B-A2F773C4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B0293-B3DD-47E2-A348-C4E45DE0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7E2BE-E53C-4871-BE58-18E809D4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4FB2A-14EE-45DA-9808-CB1DC4A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In the ratio 4:7, the smaller part is 20. What is the larger part?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351A4-3E13-441C-B1E8-951445D5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26B56-9A7E-4700-985C-EE3BEE04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1A714-25C1-4188-857D-D976D3E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35.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9268234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D7222-2875-4A3D-98EE-B120950C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45C8-A5A4-43DE-8296-2047B205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C9ACF-8687-42F8-91F7-0DED0369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67631-3D8C-4372-AC38-120A838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6ECD2-601B-478C-ADA9-5922122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D9259-2A00-408D-8B93-99737239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BD20C-7F0C-40DD-BC6F-A53631F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5B96D-F6B6-40D1-B3AA-D602DACD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E181A-CDB6-4EE2-9C77-48311568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CB6B1-27BC-4040-A172-2E0CB8F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166B2-4910-4E63-B330-913CB22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C30CC-0581-48DE-8DE0-83A980C2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recipe for 6 uses 450 g flour. How much flour is needed for 14?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7176C-55A0-4A44-A271-338A9492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3E73E-AD0E-4788-BEE6-B9DFDC64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C7CC8-B6F6-4136-95A4-373EE67E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0D171-1BED-4638-B959-802DB16A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1,050 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DC969-C150-49FE-A462-1DE867F5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A5194-28AA-4C46-9978-FE9359F7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3214299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28F7C-AA8E-4113-A23E-C9FAFCB8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6E52F-387D-413C-9696-DC24152E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2ABE6-9D1D-4561-974A-6FCD4F24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EE259-7F33-498F-BC50-FD4C5B72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46C7E-7D7A-4C98-ACA7-07D1578F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6E969-95B1-4AFF-8C19-8B76AD75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CF3C2-DB61-4B27-8567-B9BB86C7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88EB4-4FFB-4576-A246-9FC1DCB2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A8D0D-0DC0-4E8E-9E1A-D41F56F7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proportion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1B827-BDBB-4A4F-83C4-08035CF8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A9654-AF6F-466E-A5ED-D6C3751B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D1E89-634B-43A7-9A63-4C3DDE43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02EF5-2A0C-4E63-9373-AD503633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recipe for 6 uses 450 g flour. How much flour is needed for 14?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06B45-F6E3-4F20-8C32-BB9C303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D6D3A-2794-424A-B761-3DF17848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E1C3F-8829-4E26-B196-F7392E7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A2E7D-1847-4701-B34D-B276C5F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uses the scale factor on only one corresponding quantity.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B5CC3-4F0B-4334-B4EF-7A7DD7E8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45A6E-476A-4C1E-8A92-7AB37637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F4B7E-ADAB-44B5-99A9-87926881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B52AD-78C1-48C5-BD73-A8F82BA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B37E0-C0A5-4669-9343-116CF93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6997572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2026-09-09T22:14:27.0550000Z</dcterms:created>
  <dcterms:modified xsi:type="dcterms:W3CDTF">2026-09-09T22:14:27.0550000Z</dcterms:modified>
</coreProperties>
</file>