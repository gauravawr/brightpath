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a20e5904ea4bdb" /><Relationship Type="http://schemas.openxmlformats.org/officeDocument/2006/relationships/extended-properties" Target="/docProps/app.xml" Id="R8546501000ec4375" /><Relationship Type="http://schemas.openxmlformats.org/officeDocument/2006/relationships/officeDocument" Target="/ppt/presentation.xml" Id="R0f0fb2e2880b40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564aefade64965"/>
  </p:sldMasterIdLst>
  <p:notesMasterIdLst>
    <p:notesMasterId xmlns:r="http://schemas.openxmlformats.org/officeDocument/2006/relationships" r:id="Ree55fb374421467d"/>
  </p:notesMasterIdLst>
  <p:sldIdLst>
    <p:sldId xmlns:r="http://schemas.openxmlformats.org/officeDocument/2006/relationships" id="256" r:id="Rdaebfabfdcb844be"/>
    <p:sldId xmlns:r="http://schemas.openxmlformats.org/officeDocument/2006/relationships" id="257" r:id="Rffa92351a2ee4469"/>
    <p:sldId xmlns:r="http://schemas.openxmlformats.org/officeDocument/2006/relationships" id="258" r:id="R563deaf27fe041a9"/>
    <p:sldId xmlns:r="http://schemas.openxmlformats.org/officeDocument/2006/relationships" id="259" r:id="R7004effcdf724a9b"/>
    <p:sldId xmlns:r="http://schemas.openxmlformats.org/officeDocument/2006/relationships" id="260" r:id="R5166b33219d84938"/>
    <p:sldId xmlns:r="http://schemas.openxmlformats.org/officeDocument/2006/relationships" id="261" r:id="R12e47a029a1a42b9"/>
    <p:sldId xmlns:r="http://schemas.openxmlformats.org/officeDocument/2006/relationships" id="262" r:id="Ra12432bcbc8e4213"/>
    <p:sldId xmlns:r="http://schemas.openxmlformats.org/officeDocument/2006/relationships" id="263" r:id="R12bdd21e05804c29"/>
    <p:sldId xmlns:r="http://schemas.openxmlformats.org/officeDocument/2006/relationships" id="264" r:id="R79e2f533daa64ca9"/>
    <p:sldId xmlns:r="http://schemas.openxmlformats.org/officeDocument/2006/relationships" id="265" r:id="Rc6a8852c5d5d4eb0"/>
    <p:sldId xmlns:r="http://schemas.openxmlformats.org/officeDocument/2006/relationships" id="266" r:id="Rf3cdafd0488b42ab"/>
    <p:sldId xmlns:r="http://schemas.openxmlformats.org/officeDocument/2006/relationships" id="267" r:id="R6e3a0346bb4442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9e8629d5bc4c7f" /><Relationship Type="http://schemas.openxmlformats.org/officeDocument/2006/relationships/slideMaster" Target="/ppt/slideMasters/slideMaster1.xml" Id="R1b564aefade64965" /><Relationship Type="http://schemas.openxmlformats.org/officeDocument/2006/relationships/notesMaster" Target="/ppt/notesMasters/notesMaster1.xml" Id="Ree55fb374421467d" /><Relationship Type="http://schemas.openxmlformats.org/officeDocument/2006/relationships/presProps" Target="/ppt/presProps.xml" Id="R16fa3e839c1146f9" /><Relationship Type="http://schemas.openxmlformats.org/officeDocument/2006/relationships/tableStyles" Target="/ppt/tableStyles.xml" Id="R924d8bf1069845a3" /><Relationship Type="http://schemas.openxmlformats.org/officeDocument/2006/relationships/slide" Target="/ppt/slides/slide1.xml" Id="Rdaebfabfdcb844be" /><Relationship Type="http://schemas.openxmlformats.org/officeDocument/2006/relationships/slide" Target="/ppt/slides/slide2.xml" Id="Rffa92351a2ee4469" /><Relationship Type="http://schemas.openxmlformats.org/officeDocument/2006/relationships/slide" Target="/ppt/slides/slide3.xml" Id="R563deaf27fe041a9" /><Relationship Type="http://schemas.openxmlformats.org/officeDocument/2006/relationships/slide" Target="/ppt/slides/slide4.xml" Id="R7004effcdf724a9b" /><Relationship Type="http://schemas.openxmlformats.org/officeDocument/2006/relationships/slide" Target="/ppt/slides/slide5.xml" Id="R5166b33219d84938" /><Relationship Type="http://schemas.openxmlformats.org/officeDocument/2006/relationships/slide" Target="/ppt/slides/slide6.xml" Id="R12e47a029a1a42b9" /><Relationship Type="http://schemas.openxmlformats.org/officeDocument/2006/relationships/slide" Target="/ppt/slides/slide7.xml" Id="Ra12432bcbc8e4213" /><Relationship Type="http://schemas.openxmlformats.org/officeDocument/2006/relationships/slide" Target="/ppt/slides/slide8.xml" Id="R12bdd21e05804c29" /><Relationship Type="http://schemas.openxmlformats.org/officeDocument/2006/relationships/slide" Target="/ppt/slides/slide9.xml" Id="R79e2f533daa64ca9" /><Relationship Type="http://schemas.openxmlformats.org/officeDocument/2006/relationships/slide" Target="/ppt/slides/slide10.xml" Id="Rc6a8852c5d5d4eb0" /><Relationship Type="http://schemas.openxmlformats.org/officeDocument/2006/relationships/slide" Target="/ppt/slides/slide11.xml" Id="Rf3cdafd0488b42ab" /><Relationship Type="http://schemas.openxmlformats.org/officeDocument/2006/relationships/slide" Target="/ppt/slides/slide12.xml" Id="R6e3a0346bb4442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faca8b342d42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cd0341de6a49b5" /><Relationship Type="http://schemas.openxmlformats.org/officeDocument/2006/relationships/notesMaster" Target="/ppt/notesMasters/notesMaster1.xml" Id="R023d7cb2312945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3ee7f0fdba4a76" /><Relationship Type="http://schemas.openxmlformats.org/officeDocument/2006/relationships/notesMaster" Target="/ppt/notesMasters/notesMaster1.xml" Id="R6749814d661b4d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b59b04e89247a2" /><Relationship Type="http://schemas.openxmlformats.org/officeDocument/2006/relationships/notesMaster" Target="/ppt/notesMasters/notesMaster1.xml" Id="R481d9a651a5543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b338de4aac4eaa" /><Relationship Type="http://schemas.openxmlformats.org/officeDocument/2006/relationships/notesMaster" Target="/ppt/notesMasters/notesMaster1.xml" Id="R572e38d08db44b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53d8d72cf94bfc" /><Relationship Type="http://schemas.openxmlformats.org/officeDocument/2006/relationships/notesMaster" Target="/ppt/notesMasters/notesMaster1.xml" Id="R9c721b580a1344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2b27bf7eb84bb1" /><Relationship Type="http://schemas.openxmlformats.org/officeDocument/2006/relationships/notesMaster" Target="/ppt/notesMasters/notesMaster1.xml" Id="R34b4e8d30f7f49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fad50a349947b6" /><Relationship Type="http://schemas.openxmlformats.org/officeDocument/2006/relationships/notesMaster" Target="/ppt/notesMasters/notesMaster1.xml" Id="R25dfae2fb97149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8eb0662ac0452f" /><Relationship Type="http://schemas.openxmlformats.org/officeDocument/2006/relationships/notesMaster" Target="/ppt/notesMasters/notesMaster1.xml" Id="R3a5f39e73a2543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8d207415cd4c3c" /><Relationship Type="http://schemas.openxmlformats.org/officeDocument/2006/relationships/notesMaster" Target="/ppt/notesMasters/notesMaster1.xml" Id="R0a8f7d4841c841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acbb2495844086" /><Relationship Type="http://schemas.openxmlformats.org/officeDocument/2006/relationships/notesMaster" Target="/ppt/notesMasters/notesMaster1.xml" Id="R96f340051c0d40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c3969e116a42fa" /><Relationship Type="http://schemas.openxmlformats.org/officeDocument/2006/relationships/notesMaster" Target="/ppt/notesMasters/notesMaster1.xml" Id="Rd2ed3582966a42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3aa9e71f9c4665" /><Relationship Type="http://schemas.openxmlformats.org/officeDocument/2006/relationships/notesMaster" Target="/ppt/notesMasters/notesMaster1.xml" Id="R4b9ea2896e0144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240.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 5/12.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240..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3:4 and 12:16..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 3/4 kg.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3:4 and 12:16.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3:4 and 12:16.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70e5b12da44c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7cbd4153aa411d" /><Relationship Type="http://schemas.openxmlformats.org/officeDocument/2006/relationships/slideLayout" Target="/ppt/slideLayouts/slideLayout1.xml" Id="Rffb8231f2e8743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b8231f2e8743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d16e892e44772" /><Relationship Type="http://schemas.openxmlformats.org/officeDocument/2006/relationships/notesSlide" Target="/ppt/notesSlides/notesSlide1.xml" Id="R8debe4af2d7e48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290085aed40f0" /><Relationship Type="http://schemas.openxmlformats.org/officeDocument/2006/relationships/notesSlide" Target="/ppt/notesSlides/notesSlide2.xml" Id="R020e7e962eae47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4dd32883248c7" /><Relationship Type="http://schemas.openxmlformats.org/officeDocument/2006/relationships/notesSlide" Target="/ppt/notesSlides/notesSlide3.xml" Id="Rdef7e60ce46e4d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4c3da9b1541fe" /><Relationship Type="http://schemas.openxmlformats.org/officeDocument/2006/relationships/notesSlide" Target="/ppt/notesSlides/notesSlide4.xml" Id="R93c7d4469a4b49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174b9ce7d4d13" /><Relationship Type="http://schemas.openxmlformats.org/officeDocument/2006/relationships/notesSlide" Target="/ppt/notesSlides/notesSlide5.xml" Id="Rabc41cf600104b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a51c3043b4111" /><Relationship Type="http://schemas.openxmlformats.org/officeDocument/2006/relationships/notesSlide" Target="/ppt/notesSlides/notesSlide6.xml" Id="Rf2f5d7a07ea44f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ba1a584b9444b" /><Relationship Type="http://schemas.openxmlformats.org/officeDocument/2006/relationships/image" Target="/ppt/media/image.png" Id="R5189b10f994c4761" /><Relationship Type="http://schemas.openxmlformats.org/officeDocument/2006/relationships/notesSlide" Target="/ppt/notesSlides/notesSlide7.xml" Id="R220c8a26884744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4e7a1280540db" /><Relationship Type="http://schemas.openxmlformats.org/officeDocument/2006/relationships/notesSlide" Target="/ppt/notesSlides/notesSlide8.xml" Id="R5be3bef65dfe44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f22ea4e8a4393" /><Relationship Type="http://schemas.openxmlformats.org/officeDocument/2006/relationships/notesSlide" Target="/ppt/notesSlides/notesSlide9.xml" Id="R92d3cbd5cbb74c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a5cdfd11b4075" /><Relationship Type="http://schemas.openxmlformats.org/officeDocument/2006/relationships/notesSlide" Target="/ppt/notesSlides/notesSlide10.xml" Id="Re577a2d80a774a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22d03ff324823" /><Relationship Type="http://schemas.openxmlformats.org/officeDocument/2006/relationships/notesSlide" Target="/ppt/notesSlides/notesSlide11.xml" Id="Ra451406ab2c248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7ac783ad84a83" /><Relationship Type="http://schemas.openxmlformats.org/officeDocument/2006/relationships/notesSlide" Target="/ppt/notesSlides/notesSlide12.xml" Id="Ref5204d757374f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625ED-4AA2-40F5-825B-65F94A4C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5AEDA-AEDB-4CD6-85CF-A7DB21FE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65518-4C2E-41FC-A8E4-704C782B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0ABD7-28E5-4C87-A4E4-A6F2341E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0781D-51F0-4884-BDB1-5CD47640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0703E-70C5-4CA5-A5D6-6F3864B1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79A9-CD43-4562-93CF-F0D94EC3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CBAE1-725A-454C-96BC-4B17E6E8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fraction equivalence and calculation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19382-D1BF-4655-A60F-BD55C60A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819F9-85E7-473B-9FD3-92DB7C9A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1F0CFD-9B0C-4683-A357-FC9B3E30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562913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BC7261-AFF4-4073-8818-822E4472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0410E-1426-4641-BADB-84935A31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D83CB-BE3F-4FA3-9BEE-84541C3B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ED765-67E2-4F7C-9246-B33FCDF1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BC9E2E-291D-472A-B32D-62DD5EB0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B4CEB-03F3-4F69-AC0E-81F87565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6A1893-938D-4755-BF5D-A56A8ED9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991B0-E5E2-4278-B251-CF229DB6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01F01A-97FD-481E-8341-2B3BDCBA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820956-E190-4956-8E95-D02EBAD2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4B5D8-A8DE-4D2D-A1ED-8203BD6E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63385F-4109-4AC1-B6F2-9BF4857A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EFCFE-C91A-4548-BA5A-94CBAC45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209C8-012B-4EC1-83EE-253708FB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B1C56-72D5-4CA6-AD49-4CF83FE3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ED7498-AAFB-44B8-8493-5C15738F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67F77-D3D0-4FBC-9C88-A682F72D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C766DA-0D20-4424-9875-FBB8529B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417D59-AAA0-4642-9EC8-8B9819AC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DFF3AC-B0B1-4BA1-AA3E-5B3BC7BE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9A2EDB-3999-4E73-BF61-C0266C41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5/6 + 7/12.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D41387-E427-4E70-A065-F71C4748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108752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4D7E-853B-47DA-9091-92AE9FEC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8B7BA-9AA5-4974-A7A6-53FF58C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14F09-4185-4A03-9B01-D62D56CF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B9203-B703-40A0-874E-ACEAC9F8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CAB6D-5B7C-4C40-AF9A-6B831E4B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FB4EB6-5D60-4438-B760-631B3438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2626F-3F65-43F8-81F8-A63AE066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A12A9B-9832-4B20-9FF1-23520A68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BB500-4CCC-4472-BDF2-C07AAAFB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34128-3E1B-41CD-9205-9265085D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fraction equivalence and calculation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4E6AD2-435F-48BA-B094-2889DAA7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C7A43-0313-4FC7-9EBE-C0B1B7A7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5B0E9-1A1A-46E0-A86C-EE14405C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D0EF13-F777-4596-B098-9BD70D35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CEA81-1BD6-4FE1-9ABF-8584DC4D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4792341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E98B34-A25A-4F21-B123-4D256E37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92E21-9337-4D27-9EC0-8F57D1CA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689D1-4383-4531-A7DF-D615A9C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0F4A4-CF3C-41D8-A69D-62B49E55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3D0F0-30F8-4693-B8A8-F2E6512F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4E331-BC41-47EF-919F-B1A6A8A1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9EB7D7-BBAD-4132-B9A1-518F5467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904D8-8392-47DA-8E8E-A20B41EE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32C35-D1E9-4B02-93E4-1EE8A365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1DF03-E710-4B51-845D-21C42B9D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F5463-D01D-4CB5-8489-FE8F9655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5D4C65-90A0-4511-B182-1639ADB6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D0612-7F35-4D00-966E-A5883D53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domain and retrieve the relevant representation or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2CA16-75D1-4B64-B638-0588A37C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82BB6-0F05-4567-8C62-FFECC913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F7998-C34F-46CF-9035-2A7A3179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calculation with precise vocabulary.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250C63-E83D-46C7-9BDF-98EA5092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A74159-1766-48B5-930B-7BA3E544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7D5C9E-0B52-44E9-9A79-DB707E8E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 5/12.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24D51-E46B-4687-9A9B-9B38AE93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199125-5836-4417-8652-4AE7384D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ABD81D-EFB9-486C-B93F-EC76B0A9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specific next step.</a:t>
            </a:r>
          </a:p>
        </p:txBody>
      </p:sp>
    </p:spTree>
    <p:extLst>
      <p:ext uri="{BB962C8B-B14F-4D97-AF65-F5344CB8AC3E}">
        <p14:creationId xmlns:p14="http://schemas.microsoft.com/office/powerpoint/2010/main" val="15005280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A12FFD-B9F4-4499-AB37-40F4DE30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A891B-175F-43C1-9E6F-73690565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ED71F-FFF9-4C39-9C0D-AE0BC3FD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6EC76-3475-487A-90DE-38BBD609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1EBB5-14DC-40AD-A64F-30AAA421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028EE-424A-4FFD-A6E4-E53B3742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67634-AAD9-485F-9604-4DA392BA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51A3A-4B71-446A-B239-A22B29D7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3344C-9340-4578-9329-0BE35695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73855-0DBC-4B77-A5E7-11C448D3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36243-B64A-48C0-83B4-A328BF17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5/12.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F235C-C96F-4A18-98BF-19EC0CA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819CE7-5F4D-462D-85F3-B5D13FD2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8498F-D995-44D5-9C7D-F4B0E886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932216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C5F403-4D95-40D4-AF34-B12D162D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1931B-3A33-4948-8BE3-134D2B63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1EE7D-F70C-4DA0-B2D2-F9128415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CF00E-EEC4-4E34-B774-A32E8CB1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FDD1AE-3FC1-439D-A513-2A601C77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151F5-7E38-491D-81EB-3C49E632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15B4B-89A4-4A3F-8ED4-3E8D2E12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16BE6-790A-425C-BBC3-F036F5F6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86B25-076D-4C6A-8FE6-6CB40558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8AFF5-6A8C-48F8-846D-891DDA9C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8D1A7-2FBB-449D-9CC1-42E8DC1F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DE741-5C7C-4BA3-9BDA-859D5BE0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D36EB-3B56-45CE-AA3A-B5AD1C90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ED1F14-2ED6-41CD-B097-7C2E94BF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C3DCF-79E8-4B84-A65B-78244402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240.</a:t>
            </a:r>
          </a:p>
        </p:txBody>
      </p:sp>
    </p:spTree>
    <p:extLst>
      <p:ext uri="{BB962C8B-B14F-4D97-AF65-F5344CB8AC3E}">
        <p14:creationId xmlns:p14="http://schemas.microsoft.com/office/powerpoint/2010/main" val="4603047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A30F4-9683-427C-A5E0-C9E4A4F8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C99BB-A2B3-40F8-A670-42556A0C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06DB4-8DCC-46A1-BA16-1CAE0421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9DC86-3A0C-4C62-8CC4-9A0D307F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D946B-38DC-414B-8082-C10C5B04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A7398-0D21-4518-BAFA-DA8AEAF4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3B517-C4F3-492C-9DAA-B50F3555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B70CE-4362-4B10-A65D-2E4088B9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EFB6F-CA17-4B8E-8A26-31EE7579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9b10f994c476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506D72-0583-4B88-BE42-769BAE7C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286F0-BCFB-45D0-AF66-3C670E8A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034E5-8EEC-410D-9E66-56DDF657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77390-1348-4ACF-B384-500DD0DA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5CB63-FAB2-45DD-A770-FD08764F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7015440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27301A-E122-4F0F-B2E2-33BF602A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9BD994-5907-4B79-B856-D785DDCA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C789BC-1416-48BF-AFD3-5ABE5C4F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8F986-1C1D-43B9-993A-D2747305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5CA27-E57A-48DE-B22F-A0AA24E1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97BB1-1E30-4FD7-8CFF-8EB3D189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A5BE3-BD8F-4A1C-91A9-42057D81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261DD6-27C3-43A5-8FFB-19679459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12FE7-CC5C-44A2-8A20-C9241E7F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9517B-0FEB-4739-98DC-47C7959B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A6DDF-332D-4550-A495-2A76DCF7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0C7034-2B53-4104-99DD-3F75841F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8331CB-58AB-4AFA-B7B7-A856A3D7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B0FF4C-2AAA-4AB3-829A-38F3F5E1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F5E923-0F1A-434B-B115-F50BB5CD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C56400-FA81-42A1-A765-BC680577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E823A6-CFFE-4A4B-8466-99E92604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AC02B-B78B-426D-A07E-7C2B223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DF66AD-D8D8-4B4D-8CE8-04BBDE55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39E3CB-28A3-41C1-8DE2-E366BC21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EC5B18-D848-4282-8A95-E8357B72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771A1A-8B5B-4F04-AFAD-F9F14086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442806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462FA9-5B4B-4C93-8EDA-9ABDE499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90FBB-9EF8-4E0E-AEEC-D76F3397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93435-FABE-41BB-B444-E0075D46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67FC4-BBBB-482E-958D-370E492A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FD86A-3137-44E8-8917-8EB992D5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79945-85AE-406C-A843-9DC428E9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4D57D-0F73-4539-92F8-FACC9F9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31B110-1ED2-4425-868B-5764F2D0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2057CB-514B-4C40-963B-A80D8638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62BE9-8B45-4A79-B46F-F35FA3B8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868E2-C99D-4CA7-A523-B4F55590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0FDF9-23E4-4C3E-AA62-6FA340A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C48FE-7DE0-4A1C-BD12-71F97948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09ECE-27F8-4925-9E26-5E355FEE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91371-4526-44E6-A179-DD68FBDF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9BCCC-C70D-4430-9EDC-4EC7CBBB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DE491-D2C0-4602-80F1-C4FE930C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870AB5-6428-4492-AAE3-B5A5E228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DCC2E-C67B-461B-B569-89677999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814BC7-62F7-407E-A249-69A2017E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4C0503-9C03-48A3-9F42-6EF1E414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624960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81B66-CDEE-43C5-AD9D-1E3B2478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49C76-2EEF-4F99-836A-510A222F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AA983-6AF2-4BA7-8EF0-41E682F4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79750-EB2E-4BCF-8051-94AE814C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3FE45-00D8-427B-941A-AB6BB1D3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21F45-A6C0-4D11-A760-4E57E973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35D52-FC9F-47CF-9057-E35A5731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EF6F6-7D3C-4BE4-8803-C567D91B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DC816-8DF2-4696-B7CB-0D283B38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E3392-C373-40D3-BD45-71FEB510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recipe uses 3/4 kg for 6 people. How much is needed for 14 people?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96E11-CD1B-4639-823C-81C3DB71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3B2D6-0152-40F5-8C92-673A8AB5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17157B-ED6F-4BFD-B05C-5C37FF16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 3/4 kg.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732740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34EF3-BE27-41C0-AAF6-35B97645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4FA667-4B16-450F-972C-D26E5130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537AA-4FA9-4E85-ABE5-32A992D1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9F827D-EF1E-40EF-A481-36953A93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CC3B2-EB58-44FD-90D3-3D62A56B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C23DCC-FFAE-46AC-A0DB-4FD39B46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83570-D32B-4D44-BE67-CD55E7D5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12DD5-C917-4859-9916-E7543E66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2FB760-DB4E-4451-8EF7-3BAC1C53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2EBD8-0A11-43F5-A703-13352513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DC212-4980-40CF-BA5D-6784325D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FEAC1-4569-4144-B0AC-10E51D5F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E85B5-BA39-4D87-8F86-0FE6AFC5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011E3-5D15-45B1-92D4-660ABA1D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CF6B86-9E50-4BE4-96C5-3E98895D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614D09-77BA-42C1-9C0A-28BB23B8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3:4 and 12:16.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1EA183-2856-4DB1-A4F1-521466D3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E625DA-628E-4BE6-9B89-FCB040C1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963304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A618B8-6688-4D27-87D7-3DAA4B13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12F5D-BB53-42AB-B622-58B5DF82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298FC-2DE0-4233-AC7F-32215BCB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D9948-1685-4F50-BA1D-E5B24106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A23FE-D0A0-44E7-9629-F2F598F9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B1B9C-2371-4733-B4B1-7506D030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14215-E797-4F03-A4A7-E6C72F85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332C5-9627-4ECA-A019-5DE30049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B2D2-7A39-42D8-A7FD-419FC751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fraction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E65FC-AAB3-48B9-8C41-103C7710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79F28-672F-4FB3-A7A2-4E2CE5CD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A76465-69D2-461B-9CC6-BF5AFD2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2F75E-1DDE-4849-AF38-2D1A6C89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8524C-BD6A-4BC0-8440-D2A15266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E9551-E9D5-4458-ACE6-88518679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163D78-500F-43EB-B259-6D882DD7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03583-EECD-4261-BEA9-6609811C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614C6-D364-47B3-A9B3-DC0667D8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59EB20-3A5E-4F89-ADB9-EBDA599C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621A7-A8D6-45C0-B41D-4D3DDDB1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0ABDB3-315C-4F96-8FEC-8690DE15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D201C-D81D-414A-83F8-7DFF4869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548488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2026-09-09T20:47:17.6430000Z</dcterms:created>
  <dcterms:modified xsi:type="dcterms:W3CDTF">2026-09-09T20:47:17.6430000Z</dcterms:modified>
</coreProperties>
</file>