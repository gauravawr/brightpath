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76f3007c034d8c" /><Relationship Type="http://schemas.openxmlformats.org/officeDocument/2006/relationships/extended-properties" Target="/docProps/app.xml" Id="Rdafd2ebb70044713" /><Relationship Type="http://schemas.openxmlformats.org/officeDocument/2006/relationships/officeDocument" Target="/ppt/presentation.xml" Id="R2f7287128ace4e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7269d9393649c3"/>
  </p:sldMasterIdLst>
  <p:notesMasterIdLst>
    <p:notesMasterId xmlns:r="http://schemas.openxmlformats.org/officeDocument/2006/relationships" r:id="R75600e7fe9744fb8"/>
  </p:notesMasterIdLst>
  <p:sldIdLst>
    <p:sldId xmlns:r="http://schemas.openxmlformats.org/officeDocument/2006/relationships" id="256" r:id="R9a57fe58b72e478d"/>
    <p:sldId xmlns:r="http://schemas.openxmlformats.org/officeDocument/2006/relationships" id="257" r:id="R06be897a875a4da1"/>
    <p:sldId xmlns:r="http://schemas.openxmlformats.org/officeDocument/2006/relationships" id="258" r:id="R3995ddc35ef844f3"/>
    <p:sldId xmlns:r="http://schemas.openxmlformats.org/officeDocument/2006/relationships" id="259" r:id="R1635290e63b14d10"/>
    <p:sldId xmlns:r="http://schemas.openxmlformats.org/officeDocument/2006/relationships" id="260" r:id="Rc9292c3ca66844e0"/>
    <p:sldId xmlns:r="http://schemas.openxmlformats.org/officeDocument/2006/relationships" id="261" r:id="R6f828792bf084e60"/>
    <p:sldId xmlns:r="http://schemas.openxmlformats.org/officeDocument/2006/relationships" id="262" r:id="Radb3478cc94a490d"/>
    <p:sldId xmlns:r="http://schemas.openxmlformats.org/officeDocument/2006/relationships" id="263" r:id="R499825f1735b47e5"/>
    <p:sldId xmlns:r="http://schemas.openxmlformats.org/officeDocument/2006/relationships" id="264" r:id="Rc4446b77e4d14892"/>
    <p:sldId xmlns:r="http://schemas.openxmlformats.org/officeDocument/2006/relationships" id="265" r:id="R2793547761c74cbf"/>
    <p:sldId xmlns:r="http://schemas.openxmlformats.org/officeDocument/2006/relationships" id="266" r:id="R11a0e44697594790"/>
    <p:sldId xmlns:r="http://schemas.openxmlformats.org/officeDocument/2006/relationships" id="267" r:id="Rd9bf6f21d58a4f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37c14e20344c22" /><Relationship Type="http://schemas.openxmlformats.org/officeDocument/2006/relationships/slideMaster" Target="/ppt/slideMasters/slideMaster1.xml" Id="R147269d9393649c3" /><Relationship Type="http://schemas.openxmlformats.org/officeDocument/2006/relationships/notesMaster" Target="/ppt/notesMasters/notesMaster1.xml" Id="R75600e7fe9744fb8" /><Relationship Type="http://schemas.openxmlformats.org/officeDocument/2006/relationships/presProps" Target="/ppt/presProps.xml" Id="R20f4bb9a74464785" /><Relationship Type="http://schemas.openxmlformats.org/officeDocument/2006/relationships/tableStyles" Target="/ppt/tableStyles.xml" Id="Rbcf8284356aa4767" /><Relationship Type="http://schemas.openxmlformats.org/officeDocument/2006/relationships/slide" Target="/ppt/slides/slide1.xml" Id="R9a57fe58b72e478d" /><Relationship Type="http://schemas.openxmlformats.org/officeDocument/2006/relationships/slide" Target="/ppt/slides/slide2.xml" Id="R06be897a875a4da1" /><Relationship Type="http://schemas.openxmlformats.org/officeDocument/2006/relationships/slide" Target="/ppt/slides/slide3.xml" Id="R3995ddc35ef844f3" /><Relationship Type="http://schemas.openxmlformats.org/officeDocument/2006/relationships/slide" Target="/ppt/slides/slide4.xml" Id="R1635290e63b14d10" /><Relationship Type="http://schemas.openxmlformats.org/officeDocument/2006/relationships/slide" Target="/ppt/slides/slide5.xml" Id="Rc9292c3ca66844e0" /><Relationship Type="http://schemas.openxmlformats.org/officeDocument/2006/relationships/slide" Target="/ppt/slides/slide6.xml" Id="R6f828792bf084e60" /><Relationship Type="http://schemas.openxmlformats.org/officeDocument/2006/relationships/slide" Target="/ppt/slides/slide7.xml" Id="Radb3478cc94a490d" /><Relationship Type="http://schemas.openxmlformats.org/officeDocument/2006/relationships/slide" Target="/ppt/slides/slide8.xml" Id="R499825f1735b47e5" /><Relationship Type="http://schemas.openxmlformats.org/officeDocument/2006/relationships/slide" Target="/ppt/slides/slide9.xml" Id="Rc4446b77e4d14892" /><Relationship Type="http://schemas.openxmlformats.org/officeDocument/2006/relationships/slide" Target="/ppt/slides/slide10.xml" Id="R2793547761c74cbf" /><Relationship Type="http://schemas.openxmlformats.org/officeDocument/2006/relationships/slide" Target="/ppt/slides/slide11.xml" Id="R11a0e44697594790" /><Relationship Type="http://schemas.openxmlformats.org/officeDocument/2006/relationships/slide" Target="/ppt/slides/slide12.xml" Id="Rd9bf6f21d58a4f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59310613ad49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ba229554094ba1" /><Relationship Type="http://schemas.openxmlformats.org/officeDocument/2006/relationships/notesMaster" Target="/ppt/notesMasters/notesMaster1.xml" Id="Re630dc533e0942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3416f656bf4854" /><Relationship Type="http://schemas.openxmlformats.org/officeDocument/2006/relationships/notesMaster" Target="/ppt/notesMasters/notesMaster1.xml" Id="R55dfae6c329a4f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56242f5b8b4d1e" /><Relationship Type="http://schemas.openxmlformats.org/officeDocument/2006/relationships/notesMaster" Target="/ppt/notesMasters/notesMaster1.xml" Id="Ra0dd0a6050a244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02a9e1bebe42e3" /><Relationship Type="http://schemas.openxmlformats.org/officeDocument/2006/relationships/notesMaster" Target="/ppt/notesMasters/notesMaster1.xml" Id="R744958c10f3a45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02dce5aaee45fa" /><Relationship Type="http://schemas.openxmlformats.org/officeDocument/2006/relationships/notesMaster" Target="/ppt/notesMasters/notesMaster1.xml" Id="R21971465fdc74f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821dbeb00f4e26" /><Relationship Type="http://schemas.openxmlformats.org/officeDocument/2006/relationships/notesMaster" Target="/ppt/notesMasters/notesMaster1.xml" Id="R898afe7e510744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391a1f1e604b6f" /><Relationship Type="http://schemas.openxmlformats.org/officeDocument/2006/relationships/notesMaster" Target="/ppt/notesMasters/notesMaster1.xml" Id="R9fa526e0435e4b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0a9b94de704ac9" /><Relationship Type="http://schemas.openxmlformats.org/officeDocument/2006/relationships/notesMaster" Target="/ppt/notesMasters/notesMaster1.xml" Id="Ra290659736ec4b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76866e26794eb4" /><Relationship Type="http://schemas.openxmlformats.org/officeDocument/2006/relationships/notesMaster" Target="/ppt/notesMasters/notesMaster1.xml" Id="R611c663b3ee244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1bbcb864874809" /><Relationship Type="http://schemas.openxmlformats.org/officeDocument/2006/relationships/notesMaster" Target="/ppt/notesMasters/notesMaster1.xml" Id="R72bb11b5d2f546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87f4d96e014dab" /><Relationship Type="http://schemas.openxmlformats.org/officeDocument/2006/relationships/notesMaster" Target="/ppt/notesMasters/notesMaster1.xml" Id="Rff9d2046d1d747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32ce4c9b24475c" /><Relationship Type="http://schemas.openxmlformats.org/officeDocument/2006/relationships/notesMaster" Target="/ppt/notesMasters/notesMaster1.xml" Id="R8b9fdfc2137149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Mini whiteboards, fraction strips, ratio tables, assessment questions, reflection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240. | Identify the domain and retrieve the relevant representation or method. | Name the domain first, represent the relationship, then choose and check the calculation.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retrieve, represent, calculate, justify, misconception, next step.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1 5/12.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240.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Name the domain first, represent the relationship, then choose and check the calculation.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240..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3:4 and 12:16..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1 3/4 kg.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3:4 and 12:16.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3:4 and 12:16. | Name the domain first, represent the relationship, then choose and check the calculation.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e4a7f46ed48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938f036d7344d6" /><Relationship Type="http://schemas.openxmlformats.org/officeDocument/2006/relationships/slideLayout" Target="/ppt/slideLayouts/slideLayout1.xml" Id="R124f40c3b5f24f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4f40c3b5f24f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641dcdcef4ade" /><Relationship Type="http://schemas.openxmlformats.org/officeDocument/2006/relationships/notesSlide" Target="/ppt/notesSlides/notesSlide1.xml" Id="Ra43a61dc05ce4a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502dea4e14ad3" /><Relationship Type="http://schemas.openxmlformats.org/officeDocument/2006/relationships/notesSlide" Target="/ppt/notesSlides/notesSlide2.xml" Id="Rdc8e159f980042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6c4d315bd4510" /><Relationship Type="http://schemas.openxmlformats.org/officeDocument/2006/relationships/notesSlide" Target="/ppt/notesSlides/notesSlide3.xml" Id="Raf5c9f89d6d648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0e0135fff4426" /><Relationship Type="http://schemas.openxmlformats.org/officeDocument/2006/relationships/notesSlide" Target="/ppt/notesSlides/notesSlide4.xml" Id="R8af981760d4d4d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7626d4c0e48cd" /><Relationship Type="http://schemas.openxmlformats.org/officeDocument/2006/relationships/notesSlide" Target="/ppt/notesSlides/notesSlide5.xml" Id="Rada88494e30846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d22aaab8d4f2e" /><Relationship Type="http://schemas.openxmlformats.org/officeDocument/2006/relationships/notesSlide" Target="/ppt/notesSlides/notesSlide6.xml" Id="R07b34366a49c4a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c724320fc4734" /><Relationship Type="http://schemas.openxmlformats.org/officeDocument/2006/relationships/image" Target="/ppt/media/image.png" Id="R782854e03f714062" /><Relationship Type="http://schemas.openxmlformats.org/officeDocument/2006/relationships/notesSlide" Target="/ppt/notesSlides/notesSlide7.xml" Id="Rd7603a160b7647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1adaaf7db469c" /><Relationship Type="http://schemas.openxmlformats.org/officeDocument/2006/relationships/notesSlide" Target="/ppt/notesSlides/notesSlide8.xml" Id="R9ef4248b81e744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2a1bc177b41d3" /><Relationship Type="http://schemas.openxmlformats.org/officeDocument/2006/relationships/notesSlide" Target="/ppt/notesSlides/notesSlide9.xml" Id="R09ec4bb959a344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e8afc4c4a405c" /><Relationship Type="http://schemas.openxmlformats.org/officeDocument/2006/relationships/notesSlide" Target="/ppt/notesSlides/notesSlide10.xml" Id="R00ee43604cc849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67a4eda48429b" /><Relationship Type="http://schemas.openxmlformats.org/officeDocument/2006/relationships/notesSlide" Target="/ppt/notesSlides/notesSlide11.xml" Id="R9027dfb60ef145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d68aa208240cd" /><Relationship Type="http://schemas.openxmlformats.org/officeDocument/2006/relationships/notesSlide" Target="/ppt/notesSlides/notesSlide12.xml" Id="Rd45e534929f94e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25325-FE95-4339-9135-AF1506E2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F9C8B-15D7-427B-AB95-10313076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B78C0-0E39-47CD-B8D1-612533CF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CB4B2-E9F9-4B97-875A-8A396790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36095-B94D-470A-AA26-54ECF230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Retrieve fraction methods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E48FF-B317-421D-9CCB-C437BCFB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41AF4-E97B-4387-86D6-FD3E44D8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96903-CF5A-455A-846A-C52E20A1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retrieve fraction equivalence and calculation methods.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1AD58-87CA-45FD-BC4A-DF1A8A97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F4532-0C21-4641-94DF-D0096032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Mini whiteboards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5DA02-09F9-429E-849E-7F37FD1A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43706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D26CD3-5946-493C-BABA-74D6B9E0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410C4-D321-4299-9D56-46A5753A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93899-73FC-4937-BACD-2B40763E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5748F-0E8A-4F72-9D55-9D310C5A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5160A-ABAA-47BD-A7EB-47FE9686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3AD6C-9E43-444F-8D0C-77A35376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26040-AD78-48FC-B77F-A27F1608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755D2-CA91-4C1D-9560-A078C16B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3569F-20A8-42A1-8C37-018BE14E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fraction methods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D2C83-87C5-4C18-9BF8-1CC6D505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C2F07-8FE0-457B-83B5-E76650FF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59DFA-4612-4411-B49E-B774E0EA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D20C9-29F9-4BE4-B873-3F36C5B6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Spring learning about fractions, decimals, percentages, ratio and proportion.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192C0-D390-45D1-A443-D4450AFC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E8220-62A1-4542-B9A9-8DF344EA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06EB1-3F4E-429E-BD45-59A15AC3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F2594-DE4E-441B-9D22-2364E12D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37.5% of 640.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513A2-BAE0-4975-B505-A7E41539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26F85-9A18-4E06-B8AF-D26073F4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E75BD-75E7-42DD-A7E6-D3335823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EAD5D-7BF3-4883-A798-D19D2F66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5/6 + 7/12.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F03669-5810-4D24-84C7-37C66FD5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64384219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BD31E-7C12-4AAD-8F5A-73E5DC43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69BD1-A6D2-454F-9979-2C965820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17081-8E1C-491D-8F72-AA9CEB0E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1BA71-E898-439E-B49D-377CA97C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29E5F-7B0A-4078-A723-84E511C3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24ADC-68A1-4CBD-8DE8-7399D7D7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42348-D07E-43EC-B05A-C2B792E3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CDD11-3E35-4D2C-A2CA-7D159784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ED910-4A0E-49FC-B8F5-87A112EA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fraction methods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EF400-AE41-4E43-97C5-293429DB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retrieve fraction equivalence and calculation methods.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7BA3C-6EC6-4175-9CB5-5F5B8617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AE174-7E48-409A-9D4E-485EA014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the domain and retrieve the relevant representation or method.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82201-5158-41F5-BE3A-47465535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Show a complete calculation with precise vocabulary.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667B7-8797-4AB7-80BE-E3B1CF54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result and record a specific next step.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DBDA4-CF90-4DF9-9A47-1ACBF151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retrieve  |  represent  |  calculate  |  justify  |  misconception  |  next step</a:t>
            </a:r>
          </a:p>
        </p:txBody>
      </p:sp>
    </p:spTree>
    <p:extLst>
      <p:ext uri="{BB962C8B-B14F-4D97-AF65-F5344CB8AC3E}">
        <p14:creationId xmlns:p14="http://schemas.microsoft.com/office/powerpoint/2010/main" val="144277246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3D0ABC-C27E-45CE-A7BA-A5EC79F0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66ADA-3D57-4933-8EBD-C7145611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0BC83-7172-4555-8F27-40485009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2B493-50A6-495F-8C02-59D65006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07761-227B-432D-A515-6C83D2AC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30872-1743-4208-A7D1-CA06AAEB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0B3CE-63B7-47EC-BD76-FF426AE1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F7E1F-6B94-4896-B451-DA86F4FC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4313C-193D-4404-ACF4-DFD63E06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fraction methods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24563-998C-478C-8D8C-07934C5C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5/6 + 7/12.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4A338-0786-46B8-B765-D7DA6F2A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A68FE-767F-4A73-9025-BFD21A8F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79389-3C99-4F6B-A77D-D0B65A5A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5/6 + 7/12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CA508-B3B9-48F0-892F-DF9DA0F2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29C01-5C04-41B9-93C4-06EBE2F9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1B694-A30E-4C4F-B1BC-4795660E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5/6 = 10/12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7DE21-6161-4562-BACF-130CEEF1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EC8AF-F6F7-4B81-A194-AFD82CB6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0D488E-2A99-496D-8CC9-FFACFE19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10/12 + 7/12 = 17/12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A252A2-841B-4ACC-912A-6BCAB3A1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D95C3E-CA85-40CD-A90C-B242CDE2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74E2F9-6D7D-455F-B698-B368294F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17/12 = 1 5/12</a:t>
            </a:r>
          </a:p>
        </p:txBody>
      </p:sp>
    </p:spTree>
    <p:extLst>
      <p:ext uri="{BB962C8B-B14F-4D97-AF65-F5344CB8AC3E}">
        <p14:creationId xmlns:p14="http://schemas.microsoft.com/office/powerpoint/2010/main" val="198441882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61906-A912-4083-94B5-E614E70B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1B453-B9D7-4115-AE16-3C31F01E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57662-C4BD-4F0B-9312-3A31E611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8F4F7-D299-4547-82AE-A7CBE4AC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67A8B-770C-41EA-9C55-C9444832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EA4C5-CF25-48F5-924A-ADD50F90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DC44A-868B-4863-98A2-22063D5B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CF91C-00A9-4D70-B0A7-21852121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DBDBD-D128-422D-80F7-A04C6B90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fraction methods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409F6-179A-480D-9EB5-7422CADD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448F0E-565D-4DEB-83F6-44055608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1 5/12.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F5B13-8F3B-4640-8249-F95F7636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7F9A0-BB0C-4ACA-80FB-CEA89D4B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result and record a specific next step.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B2E1C-DC2C-456D-887D-839512A8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44550283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E1349-CB5B-4802-ABBC-6D7EDCFA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8C5D5-B5DF-4E13-BCE7-5E15AB61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21376-A9F2-4B0B-A5C0-C6A1494A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68DDF-2C01-43E3-A876-51A8D9C3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1ECBD-1837-4A2D-873E-622493DD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D029C-8670-48E7-9535-774A5941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14A87-A57B-461E-95A1-A3DD8859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6B9E1-F8C9-4650-AF1F-75132788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D03F6-DC13-4821-9ECD-7ED3D27C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fraction methods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F8837-63D0-4ECD-9EC5-1AEDC48B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37.5% of 640.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DCCDA-A601-42B9-8189-F60E2006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CB52A-1B46-4392-8769-921C9448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D84667-72C3-436F-B431-77EE54D6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16BB3-5641-443B-967A-BA1155B4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10EAA-79DF-4A10-B524-8DFE4600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240.</a:t>
            </a:r>
          </a:p>
        </p:txBody>
      </p:sp>
    </p:spTree>
    <p:extLst>
      <p:ext uri="{BB962C8B-B14F-4D97-AF65-F5344CB8AC3E}">
        <p14:creationId xmlns:p14="http://schemas.microsoft.com/office/powerpoint/2010/main" val="9446779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D3668-EA8B-4D4A-9582-F20594BF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62E75-31A6-411E-8082-C8E4D2D8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16325-1748-4799-B299-262CD0F8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6E30C-F078-41A1-AC8E-F13F0324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0DC8F-B260-4D2C-94E1-FE507458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7515E-2DF1-47E6-8256-0C8645A1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77985-7D9E-41EC-905F-7CBEFC3E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E6597-2541-4D2A-907F-CBBE2170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4BB55-D1EC-4125-9303-A7DFDB7C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fraction methods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854e03f714062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735D2-9D99-4E61-8D1E-DA5F1188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B221D-CDC4-4087-8107-5459F013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chooses a familiar method before identifying the number type and relationship.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D7F22-0A56-423D-9108-E0452BFF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B1615-2FDF-4FFE-86EE-C72A6BBE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5F476-E4B8-477E-BCC5-9DAD2824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Name the domain first, represent the relationship, then choose and check the calculation.</a:t>
            </a:r>
          </a:p>
        </p:txBody>
      </p:sp>
    </p:spTree>
    <p:extLst>
      <p:ext uri="{BB962C8B-B14F-4D97-AF65-F5344CB8AC3E}">
        <p14:creationId xmlns:p14="http://schemas.microsoft.com/office/powerpoint/2010/main" val="152443585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ACFF04-2B02-4F1F-9328-A29A2C6E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1EE71-C76E-46A8-A725-8FC2B856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D55C0-E6D5-4F66-B546-EE9F2BCF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4BBB6-3963-4B2F-BBD9-6A35BA91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26AAA-479A-44EF-A294-A18375D6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4A6AF-9058-4039-AB26-C7DAC4E7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A1E93-D254-4C99-B649-0F18EA5A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1083B-08D1-49EB-AE57-59D2D042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743B8-66C1-4831-9562-95DCC690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fraction methods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60E9F-F67A-4958-A9C3-1F79E859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88D05-4CB6-43B8-9CF0-0821DA54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8ED52-EB8B-4831-B4AE-0E88992B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0BC60-5DCA-471C-AD22-46F1CC7D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37.5% of 640.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AF1A7-575C-4482-85F3-FF8EDF8D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20E6B-68AE-45DA-BA22-8824F1E8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93CDE-07B1-4FF9-BA8B-5691AF1D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2883F-2DD7-4F68-8FFE-6CD2D649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2F3C9-F53E-4FBB-911A-77D1A8A0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7129F1-3DEA-4E68-BE65-BF059C7E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C1BF76-EA77-4F16-B865-A53EDBF6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31B3B-2772-4EDC-A17D-F2B8A07E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240.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0F5581-C377-4387-ABDC-63F9F4C7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26862633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A17F85-B5D2-447B-844F-5D9F0FD7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14435-B952-4B75-B579-91A02F26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05DCE-CFB9-4ECC-AF16-7A56A0D8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37B2E-8B47-448D-BA4D-83D4EC48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3641C-582E-41AF-BE99-E704B047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043CB-F842-4B38-AE8D-C7380378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2C263-308D-40F8-B0B2-76AB9A80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CA669-0FA0-460A-B5D3-5834F0AC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A6136-77B0-4D24-A6BE-3C7556F1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fraction methods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39408-65EE-47A5-B9D5-16CA49BC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0AB47-C5E8-4B22-8D83-3777F927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987CA-6A78-47F4-B9BC-6ABB08EE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BE6A4-BBB3-427C-984A-BC395DA2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Simplify 45:60 and find an equivalent ratio with first part 12.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64F8E-C16C-409A-AC62-CFE337F2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6AD5B-D7A2-4093-A281-FBF2DB83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B1FA3-30F5-4B19-8301-217B64D8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E1A8F-EBA9-48D4-8E83-B591907A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E0ADF-6398-4D58-8F85-CD232C9F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C01E5-4A93-42E9-AAC0-699DE9C4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30ACEC-BCD0-47FD-977C-982D249C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820870-54B1-4685-B6B6-F8CD1F0C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51751708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8E1EC-9A78-4E2C-B358-BC78E1CB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D6F95-5FAD-4C2A-9DA0-D116D0AB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931A6-E200-4611-BF83-F4A23FA3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14E49-2CE0-4BF5-9B16-2506530F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589F0-C5CB-4152-8D2A-9B8F1F26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9A650-49C4-4A7E-8CF9-87F4C1B0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CACBC-5328-4C9F-9739-0CDC3003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7EAAD-387F-4525-83C2-08B8CAFB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BD188-1DC6-4FE4-9180-A21F0645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fraction methods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948A9-6EE9-45AF-9C67-C606A0FF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A recipe uses 3/4 kg for 6 people. How much is needed for 14 people?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203F5-9FA0-4104-82A8-69FEE96D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DBAAF-1125-49E0-A406-4D39D8B3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D3A2F-FD0D-4E05-99B2-07D341C4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1 3/4 kg.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88394034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E21F49-DEDB-48A8-B426-C472F8C5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76FEE-1025-4F59-90CF-DB37E83F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95EFE-F1D9-4332-B45A-A31190B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2A376-129F-4E52-8743-9C1042E6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B6D0B-F29E-4D60-B367-4C0965DC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22D32-2897-47C7-AF78-0EC070DB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7DC4C-4A81-45D3-9E09-C82ECAA1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4DB75-BB6C-404F-8B5C-7547EFB5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4D0DC-9F79-477B-88A9-885395E9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fraction methods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10458-D7AF-4D84-829E-188A123E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49F5D-9F4D-46BE-9A82-DFE28B08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EDA38-D143-4207-A944-1B4FDBE3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Simplify 45:60 and find an equivalent ratio with first part 12.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01318-AF36-4A86-BAA6-7CE16E16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EF228-D162-4D08-9465-B6E5EB2B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4154A-C798-4124-A656-BEC03935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C3BD9-E9C9-418B-BA59-663C9733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3:4 and 12:16.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894B3E-789D-4C66-8625-ED1B4D81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5CE5F-DD69-4905-B08D-B95291F0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73915777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7AD349-8A07-49F0-877F-E64FB60C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E3771-8A9B-47F6-A041-7B47844C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B3B19-EE6C-4123-83AA-7CE19B80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7AA6A-37CD-4259-981C-38144EC9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D827F-C005-4C4F-ABE4-FC18842C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34723-97B1-44CC-921E-55919798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DA78C-CB97-4EB9-86E6-51F1A39C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9D9C0-0B3C-43AE-BFE9-1672399E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9978B-CAA9-428C-85B2-9CD954C6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fraction methods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BE4665-185E-44C6-B1D6-885B742D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86671-D27D-4B4F-80EE-D1E67633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AD83B-0EAB-4CF0-B956-59C03138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9E74D-A685-4E39-BF9D-5CE3A58C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Simplify 45:60 and find an equivalent ratio with first part 12.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EB7253-26E7-484B-91F6-674DC229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95D98-8395-46C7-B6B9-7D0F5E01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041B7-36CE-4E8B-85E8-90B6DC9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818DB-DEED-487D-B3FC-3FCFB94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chooses a familiar method before identifying the number type and relationship.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F0468-757E-4002-A67B-444F7228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846478-B738-4C1A-BF2A-FADA12E4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BDBE3-FDEF-4B19-AEF2-1042CA16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69432-E085-49DD-A7B4-0BCC2CE5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5CD646-9263-47E3-B62C-C31546AC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66800714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2026-09-09T22:14:28.6230000Z</dcterms:created>
  <dcterms:modified xsi:type="dcterms:W3CDTF">2026-09-09T22:14:28.6230000Z</dcterms:modified>
</coreProperties>
</file>