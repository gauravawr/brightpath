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Retrieve fraction methods. Retrieve fraction methods.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Retrieve fraction methods. I do.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Retrieve fraction methods. You do. Pause before clicking. Let pupils try independently, then reveal and discuss every step.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Retrieve fraction methods. You do. Pause before clicking. Let pupils try independently, then reveal and discuss every step.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Retrieve fraction methods. I do.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Retrieve fraction methods. I do.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Retrieve fraction methods. You do. Pause before clicking. Let pupils try independently, then reveal and discuss every step.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Retrieve fraction methods. You do. Pause before clicking. Let pupils try independently, then reveal and discuss every step.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Retrieve fraction methods.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Retrieve fraction methods.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35964D53-C9E3-4E2B-B6B4-DA67F59019C3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Retrieve fraction methods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D3B5839E-BBFB-40A8-8FA6-498FFE5F6F1A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43BC5D4D-B27E-4327-9BC5-EE5F7F23163E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33BDF3F3-3F48-4834-A7DD-C6C7A2D85F34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Retrieve fraction methods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9C1384CF-B4FF-4E6F-BA4E-9913466B9262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A80C2944-F80E-4948-9A6C-5548195C3118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retrieve fraction equivalence and calculation methods.</a:t>
            </a:r>
          </a:p>
        </p:txBody>
      </p:sp>
    </p:spTree>
    <p:extLst>
      <p:ext uri="{BB962C8B-B14F-4D97-AF65-F5344CB8AC3E}">
        <p14:creationId xmlns:p14="http://schemas.microsoft.com/office/powerpoint/2010/main" val="1732973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object-1">
            <a:extLst>
              <a:ext uri="{FF2B5EF4-FFF2-40B4-BE49-F238E27FC236}">
                <a16:creationId xmlns:a16="http://schemas.microsoft.com/office/drawing/2014/main" id="{2C3DCF92-F01B-4937-8B49-E1A47DBF65CC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524426ED-3CC8-47BA-822C-9382A5C6DE01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5/6 + 7/12.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22D26158-4906-41B8-B484-78A48FB28ED8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D6122F41-15A4-48FA-982C-67355A3E205E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Retrieve fraction methods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2A9B3ECA-71A3-4684-A1A1-691A9E709DF0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BCEAD137-10AD-47D8-A731-A7213287F7E7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26A09E10-835C-425A-9934-58F70F9924E4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0DA428F1-B8BF-4569-943C-FFA6AE0A93B8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7C90CCA0-F983-401E-BC09-F2ECA27B14C9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610E2303-D67C-4E1D-B236-C7C5CB5571B6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D7BB640E-2A86-45C7-817B-5A704923FBE5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D1621A81-2D16-4B3C-A313-5BDCABD077F2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22C7AA66-7DE0-489D-8317-79B7C51E2574}"/>
              </a:ext>
            </a:extLst>
          </p:cNvPr>
          <p:cNvSpPr>
            <a:spLocks noGrp="1"/>
          </p:cNvSpPr>
          <p:nvPr/>
        </p:nvSpPr>
        <p:spPr>
          <a:xfrm>
            <a:off x="767953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531862DB-E458-4749-9438-F2C0BFF2C44F}"/>
              </a:ext>
            </a:extLst>
          </p:cNvPr>
          <p:cNvSpPr>
            <a:spLocks noGrp="1"/>
          </p:cNvSpPr>
          <p:nvPr/>
        </p:nvSpPr>
        <p:spPr>
          <a:xfrm>
            <a:off x="767953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84E9136A-C202-40CE-BE30-DB2E0B4CE1C1}"/>
              </a:ext>
            </a:extLst>
          </p:cNvPr>
          <p:cNvSpPr>
            <a:spLocks noGrp="1"/>
          </p:cNvSpPr>
          <p:nvPr/>
        </p:nvSpPr>
        <p:spPr>
          <a:xfrm>
            <a:off x="767953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03AF4585-6EFB-49DB-A0A1-E48268AB4317}"/>
              </a:ext>
            </a:extLst>
          </p:cNvPr>
          <p:cNvSpPr>
            <a:spLocks noGrp="1"/>
          </p:cNvSpPr>
          <p:nvPr/>
        </p:nvSpPr>
        <p:spPr>
          <a:xfrm>
            <a:off x="9572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4910727B-5914-4229-9E20-C1D96C0A7702}"/>
              </a:ext>
            </a:extLst>
          </p:cNvPr>
          <p:cNvSpPr>
            <a:spLocks noGrp="1"/>
          </p:cNvSpPr>
          <p:nvPr/>
        </p:nvSpPr>
        <p:spPr>
          <a:xfrm>
            <a:off x="1107281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9567C801-992A-4777-B898-DCB57E52FE4F}"/>
              </a:ext>
            </a:extLst>
          </p:cNvPr>
          <p:cNvSpPr>
            <a:spLocks noGrp="1"/>
          </p:cNvSpPr>
          <p:nvPr/>
        </p:nvSpPr>
        <p:spPr>
          <a:xfrm>
            <a:off x="1107281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83587DBA-DD7B-4B78-9513-DE4891B324D5}"/>
              </a:ext>
            </a:extLst>
          </p:cNvPr>
          <p:cNvSpPr>
            <a:spLocks noGrp="1"/>
          </p:cNvSpPr>
          <p:nvPr/>
        </p:nvSpPr>
        <p:spPr>
          <a:xfrm>
            <a:off x="1107281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C7FFB25D-6F0A-451F-8EA9-C998288712A2}"/>
              </a:ext>
            </a:extLst>
          </p:cNvPr>
          <p:cNvSpPr>
            <a:spLocks noGrp="1"/>
          </p:cNvSpPr>
          <p:nvPr/>
        </p:nvSpPr>
        <p:spPr>
          <a:xfrm>
            <a:off x="1488281" y="5310188"/>
            <a:ext cx="952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B2602F23-D12C-4727-AE76-3F35C88348EB}"/>
              </a:ext>
            </a:extLst>
          </p:cNvPr>
          <p:cNvSpPr>
            <a:spLocks noGrp="1"/>
          </p:cNvSpPr>
          <p:nvPr/>
        </p:nvSpPr>
        <p:spPr>
          <a:xfrm>
            <a:off x="2440781" y="5310188"/>
            <a:ext cx="952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410A4E3C-7E79-4B66-960D-F9234C9C7404}"/>
              </a:ext>
            </a:extLst>
          </p:cNvPr>
          <p:cNvSpPr>
            <a:spLocks noGrp="1"/>
          </p:cNvSpPr>
          <p:nvPr/>
        </p:nvSpPr>
        <p:spPr>
          <a:xfrm>
            <a:off x="3393281" y="5310188"/>
            <a:ext cx="952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61AB936E-FB30-4512-939E-E3CD3494DC67}"/>
              </a:ext>
            </a:extLst>
          </p:cNvPr>
          <p:cNvSpPr>
            <a:spLocks noGrp="1"/>
          </p:cNvSpPr>
          <p:nvPr/>
        </p:nvSpPr>
        <p:spPr>
          <a:xfrm>
            <a:off x="4345781" y="5310188"/>
            <a:ext cx="952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F46894EB-3B8A-4036-83D4-97E0905F7E90}"/>
              </a:ext>
            </a:extLst>
          </p:cNvPr>
          <p:cNvSpPr>
            <a:spLocks noGrp="1"/>
          </p:cNvSpPr>
          <p:nvPr/>
        </p:nvSpPr>
        <p:spPr>
          <a:xfrm>
            <a:off x="5298281" y="5310188"/>
            <a:ext cx="952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7422D983-CC1C-49C7-8037-5A9002A372F3}"/>
              </a:ext>
            </a:extLst>
          </p:cNvPr>
          <p:cNvSpPr>
            <a:spLocks noGrp="1"/>
          </p:cNvSpPr>
          <p:nvPr/>
        </p:nvSpPr>
        <p:spPr>
          <a:xfrm>
            <a:off x="6250781" y="5310188"/>
            <a:ext cx="952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455C9430-0A17-47B6-9FF3-F91D97F107E4}"/>
              </a:ext>
            </a:extLst>
          </p:cNvPr>
          <p:cNvSpPr>
            <a:spLocks noGrp="1"/>
          </p:cNvSpPr>
          <p:nvPr/>
        </p:nvSpPr>
        <p:spPr>
          <a:xfrm>
            <a:off x="7203281" y="5310188"/>
            <a:ext cx="952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24E641E2-DB87-4B38-A61B-8BB4AB304ED5}"/>
              </a:ext>
            </a:extLst>
          </p:cNvPr>
          <p:cNvSpPr>
            <a:spLocks noGrp="1"/>
          </p:cNvSpPr>
          <p:nvPr/>
        </p:nvSpPr>
        <p:spPr>
          <a:xfrm>
            <a:off x="8155781" y="5310188"/>
            <a:ext cx="952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76A992E9-65EB-4AD3-9B6B-813228F9DCA2}"/>
              </a:ext>
            </a:extLst>
          </p:cNvPr>
          <p:cNvSpPr>
            <a:spLocks noGrp="1"/>
          </p:cNvSpPr>
          <p:nvPr/>
        </p:nvSpPr>
        <p:spPr>
          <a:xfrm>
            <a:off x="9108281" y="5310188"/>
            <a:ext cx="952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5E43C412-41FB-4A53-8560-04C0040D296A}"/>
              </a:ext>
            </a:extLst>
          </p:cNvPr>
          <p:cNvSpPr>
            <a:spLocks noGrp="1"/>
          </p:cNvSpPr>
          <p:nvPr/>
        </p:nvSpPr>
        <p:spPr>
          <a:xfrm>
            <a:off x="10060781" y="5310188"/>
            <a:ext cx="952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20F73B05-E10C-49D6-AD15-0829F6D62258}"/>
              </a:ext>
            </a:extLst>
          </p:cNvPr>
          <p:cNvSpPr>
            <a:spLocks noGrp="1"/>
          </p:cNvSpPr>
          <p:nvPr/>
        </p:nvSpPr>
        <p:spPr>
          <a:xfrm>
            <a:off x="11013281" y="5310188"/>
            <a:ext cx="952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1B6C4356-C036-4471-9DA1-9E4A28E25574}"/>
              </a:ext>
            </a:extLst>
          </p:cNvPr>
          <p:cNvSpPr>
            <a:spLocks noGrp="1"/>
          </p:cNvSpPr>
          <p:nvPr/>
        </p:nvSpPr>
        <p:spPr>
          <a:xfrm>
            <a:off x="11965781" y="5310188"/>
            <a:ext cx="952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7D161BEF-6F55-4E59-9253-407B72163A64}"/>
              </a:ext>
            </a:extLst>
          </p:cNvPr>
          <p:cNvSpPr>
            <a:spLocks noGrp="1"/>
          </p:cNvSpPr>
          <p:nvPr/>
        </p:nvSpPr>
        <p:spPr>
          <a:xfrm>
            <a:off x="1488281" y="5988844"/>
            <a:ext cx="952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79C155B2-0501-4445-BEE0-428879421592}"/>
              </a:ext>
            </a:extLst>
          </p:cNvPr>
          <p:cNvSpPr>
            <a:spLocks noGrp="1"/>
          </p:cNvSpPr>
          <p:nvPr/>
        </p:nvSpPr>
        <p:spPr>
          <a:xfrm>
            <a:off x="2440781" y="5988844"/>
            <a:ext cx="952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481BE986-4062-49C1-8275-74099A0C7A72}"/>
              </a:ext>
            </a:extLst>
          </p:cNvPr>
          <p:cNvSpPr>
            <a:spLocks noGrp="1"/>
          </p:cNvSpPr>
          <p:nvPr/>
        </p:nvSpPr>
        <p:spPr>
          <a:xfrm>
            <a:off x="3393281" y="5988844"/>
            <a:ext cx="952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1C537C2C-28CA-4525-BEA1-4D4E45C38010}"/>
              </a:ext>
            </a:extLst>
          </p:cNvPr>
          <p:cNvSpPr>
            <a:spLocks noGrp="1"/>
          </p:cNvSpPr>
          <p:nvPr/>
        </p:nvSpPr>
        <p:spPr>
          <a:xfrm>
            <a:off x="4345781" y="5988844"/>
            <a:ext cx="952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10E6D13E-9B22-49CD-A191-1B4BEBAC66EF}"/>
              </a:ext>
            </a:extLst>
          </p:cNvPr>
          <p:cNvSpPr>
            <a:spLocks noGrp="1"/>
          </p:cNvSpPr>
          <p:nvPr/>
        </p:nvSpPr>
        <p:spPr>
          <a:xfrm>
            <a:off x="5298281" y="5988844"/>
            <a:ext cx="952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16C4BE86-E896-405B-9881-FAF82169E8E0}"/>
              </a:ext>
            </a:extLst>
          </p:cNvPr>
          <p:cNvSpPr>
            <a:spLocks noGrp="1"/>
          </p:cNvSpPr>
          <p:nvPr/>
        </p:nvSpPr>
        <p:spPr>
          <a:xfrm>
            <a:off x="6250781" y="5988844"/>
            <a:ext cx="952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58E12FF0-ADBC-4A8B-95DB-EF25B676B07A}"/>
              </a:ext>
            </a:extLst>
          </p:cNvPr>
          <p:cNvSpPr>
            <a:spLocks noGrp="1"/>
          </p:cNvSpPr>
          <p:nvPr/>
        </p:nvSpPr>
        <p:spPr>
          <a:xfrm>
            <a:off x="7203281" y="5988844"/>
            <a:ext cx="952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7A620C92-C406-4B19-BC86-7548027F2B82}"/>
              </a:ext>
            </a:extLst>
          </p:cNvPr>
          <p:cNvSpPr>
            <a:spLocks noGrp="1"/>
          </p:cNvSpPr>
          <p:nvPr/>
        </p:nvSpPr>
        <p:spPr>
          <a:xfrm>
            <a:off x="8155781" y="5988844"/>
            <a:ext cx="952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C06E557C-FDCA-4F03-B61B-592E4B5F093A}"/>
              </a:ext>
            </a:extLst>
          </p:cNvPr>
          <p:cNvSpPr>
            <a:spLocks noGrp="1"/>
          </p:cNvSpPr>
          <p:nvPr/>
        </p:nvSpPr>
        <p:spPr>
          <a:xfrm>
            <a:off x="9108281" y="5988844"/>
            <a:ext cx="952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B33A24AA-68DB-49BD-8EBC-408DFA8EE61F}"/>
              </a:ext>
            </a:extLst>
          </p:cNvPr>
          <p:cNvSpPr>
            <a:spLocks noGrp="1"/>
          </p:cNvSpPr>
          <p:nvPr/>
        </p:nvSpPr>
        <p:spPr>
          <a:xfrm>
            <a:off x="10060781" y="5988844"/>
            <a:ext cx="952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6A3F6306-F22C-47A1-B4E1-F71C8B6F42D1}"/>
              </a:ext>
            </a:extLst>
          </p:cNvPr>
          <p:cNvSpPr>
            <a:spLocks noGrp="1"/>
          </p:cNvSpPr>
          <p:nvPr/>
        </p:nvSpPr>
        <p:spPr>
          <a:xfrm>
            <a:off x="11013281" y="5988844"/>
            <a:ext cx="952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A412C81A-5CB8-4142-81B2-9151CF4C04D8}"/>
              </a:ext>
            </a:extLst>
          </p:cNvPr>
          <p:cNvSpPr>
            <a:spLocks noGrp="1"/>
          </p:cNvSpPr>
          <p:nvPr/>
        </p:nvSpPr>
        <p:spPr>
          <a:xfrm>
            <a:off x="11965781" y="5988844"/>
            <a:ext cx="952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2BA82A20-FD05-45A1-8E84-5581A0732733}"/>
              </a:ext>
            </a:extLst>
          </p:cNvPr>
          <p:cNvSpPr>
            <a:spLocks noGrp="1"/>
          </p:cNvSpPr>
          <p:nvPr/>
        </p:nvSpPr>
        <p:spPr>
          <a:xfrm>
            <a:off x="1488281" y="5310188"/>
            <a:ext cx="11430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4EDEE95F-BAE4-4277-90D0-C35E2A28EFBC}"/>
              </a:ext>
            </a:extLst>
          </p:cNvPr>
          <p:cNvSpPr>
            <a:spLocks noGrp="1"/>
          </p:cNvSpPr>
          <p:nvPr/>
        </p:nvSpPr>
        <p:spPr>
          <a:xfrm>
            <a:off x="1488281" y="5988844"/>
            <a:ext cx="11430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C248A28C-CFD4-49DB-9A07-4DFF38190818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10 + 7 = 17; the denominator stays 12.</a:t>
            </a:r>
          </a:p>
        </p:txBody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DA9D6F0E-96AA-4EE7-8A7F-4B6AF6824EC1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1 5/12</a:t>
            </a:r>
          </a:p>
        </p:txBody>
      </p:sp>
    </p:spTree>
    <p:extLst>
      <p:ext uri="{BB962C8B-B14F-4D97-AF65-F5344CB8AC3E}">
        <p14:creationId xmlns:p14="http://schemas.microsoft.com/office/powerpoint/2010/main" val="1663507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5" grpId="0"/>
      <p:bldP spid="16" grpId="0"/>
      <p:bldP spid="17" grpId="0"/>
      <p:bldP spid="19" grpId="0"/>
      <p:bldP spid="46" grpId="0"/>
      <p:bldP spid="4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-1">
            <a:extLst>
              <a:ext uri="{FF2B5EF4-FFF2-40B4-BE49-F238E27FC236}">
                <a16:creationId xmlns:a16="http://schemas.microsoft.com/office/drawing/2014/main" id="{F6166FEF-D2D9-406D-B26F-B2F7027699B2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82AAF02E-A6A4-4605-A5CF-30F133CE164C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82D67791-3BED-4A8F-94D0-0A413B9CE88B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1 5/6 + 7/12.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38D30756-3FCC-46CF-947B-3B6D73AE7015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EBDA90AD-B346-485F-94C3-46D5424232AB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Retrieve fraction methods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68B823B6-FB1E-42AC-94D8-E4BCA748FBEE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903F434B-85C1-4F64-A1D6-A209A4F7ABD6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 5/6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4C1EDC3F-1EFC-44DA-A8B9-EFFA5AAEDD92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 × 6 + 5 = 11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2AC080B5-776D-4C41-B05B-6F637003FA87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2EA37862-7530-4A13-AE38-D3F52BF2A4C6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80249F1E-7754-4B45-A847-409885CCAF50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8A819F7C-9987-4D50-ACA9-AB9AD8F1A9A8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7/12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7A5A4FB4-87EC-4026-8D69-3404A5909626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0 × 12 + 7 = 7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E8D9EEEA-F32B-468F-B136-184A5E27E349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7804C82A-D467-4A14-AF76-3C5250897388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E15C0143-3390-40E5-807D-7D12AA3735D9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656227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/>
      <p:bldP spid="13" grpId="0"/>
      <p:bldP spid="14" grpId="0"/>
      <p:bldP spid="1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object-1">
            <a:extLst>
              <a:ext uri="{FF2B5EF4-FFF2-40B4-BE49-F238E27FC236}">
                <a16:creationId xmlns:a16="http://schemas.microsoft.com/office/drawing/2014/main" id="{1E990C06-D554-4A5B-BF49-3E72D923D014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834C7C00-AE89-4254-98D8-BF3F3C180B54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FC0D3F4B-39DC-485E-9DD5-3396B5DF04D4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1 5/6 + 7/12.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A92F26CD-FB25-4C34-9A03-318615C9E0DD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CA6CB82D-AD56-4F66-BCA2-56EC7C7AC07A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Retrieve fraction methods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F9B6C46C-F25B-4F01-BD0C-1986D07B1A49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23CE2749-45C6-4CB3-BE0A-3E33EF3A4DFC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C1D8A813-0D83-4315-905E-397508D77590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941429A6-6157-4BA2-87F9-CDF43261065D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6F3C9EB0-F58F-4154-8979-C309BAD9A53C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1753549B-83D1-41F3-ACB6-F35277A5E50E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6B08E3F4-8CFC-48F1-8D18-1E0674728538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2FA0B583-6CAF-4DD9-B573-D0370B26B67E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8313A122-89B0-403F-81C0-220FCADB2CB3}"/>
              </a:ext>
            </a:extLst>
          </p:cNvPr>
          <p:cNvSpPr>
            <a:spLocks noGrp="1"/>
          </p:cNvSpPr>
          <p:nvPr/>
        </p:nvSpPr>
        <p:spPr>
          <a:xfrm>
            <a:off x="767953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F94D1986-2B34-4177-B1BE-7B84AFF99DC1}"/>
              </a:ext>
            </a:extLst>
          </p:cNvPr>
          <p:cNvSpPr>
            <a:spLocks noGrp="1"/>
          </p:cNvSpPr>
          <p:nvPr/>
        </p:nvSpPr>
        <p:spPr>
          <a:xfrm>
            <a:off x="767953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ADCBD284-E0B5-4F70-8611-5F9A4408656A}"/>
              </a:ext>
            </a:extLst>
          </p:cNvPr>
          <p:cNvSpPr>
            <a:spLocks noGrp="1"/>
          </p:cNvSpPr>
          <p:nvPr/>
        </p:nvSpPr>
        <p:spPr>
          <a:xfrm>
            <a:off x="767953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662FD97C-857C-434B-A4AB-BCE39B14C207}"/>
              </a:ext>
            </a:extLst>
          </p:cNvPr>
          <p:cNvSpPr>
            <a:spLocks noGrp="1"/>
          </p:cNvSpPr>
          <p:nvPr/>
        </p:nvSpPr>
        <p:spPr>
          <a:xfrm>
            <a:off x="9572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4A509373-0257-47F2-9703-56727B7F08D0}"/>
              </a:ext>
            </a:extLst>
          </p:cNvPr>
          <p:cNvSpPr>
            <a:spLocks noGrp="1"/>
          </p:cNvSpPr>
          <p:nvPr/>
        </p:nvSpPr>
        <p:spPr>
          <a:xfrm>
            <a:off x="1107281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6C708561-F1CD-491C-87D9-EE097D0CDA39}"/>
              </a:ext>
            </a:extLst>
          </p:cNvPr>
          <p:cNvSpPr>
            <a:spLocks noGrp="1"/>
          </p:cNvSpPr>
          <p:nvPr/>
        </p:nvSpPr>
        <p:spPr>
          <a:xfrm>
            <a:off x="1107281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42E0EAD1-82DD-4650-9691-AB52C2EA4AA2}"/>
              </a:ext>
            </a:extLst>
          </p:cNvPr>
          <p:cNvSpPr>
            <a:spLocks noGrp="1"/>
          </p:cNvSpPr>
          <p:nvPr/>
        </p:nvSpPr>
        <p:spPr>
          <a:xfrm>
            <a:off x="1107281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66065F8A-F31E-4ED8-80D2-A8447D0E18FA}"/>
              </a:ext>
            </a:extLst>
          </p:cNvPr>
          <p:cNvSpPr>
            <a:spLocks noGrp="1"/>
          </p:cNvSpPr>
          <p:nvPr/>
        </p:nvSpPr>
        <p:spPr>
          <a:xfrm>
            <a:off x="14882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0565A020-6FED-4D22-8B27-425B509259C3}"/>
              </a:ext>
            </a:extLst>
          </p:cNvPr>
          <p:cNvSpPr>
            <a:spLocks noGrp="1"/>
          </p:cNvSpPr>
          <p:nvPr/>
        </p:nvSpPr>
        <p:spPr>
          <a:xfrm>
            <a:off x="19645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8BB49913-1F46-4918-ACC2-D502DFA279FE}"/>
              </a:ext>
            </a:extLst>
          </p:cNvPr>
          <p:cNvSpPr>
            <a:spLocks noGrp="1"/>
          </p:cNvSpPr>
          <p:nvPr/>
        </p:nvSpPr>
        <p:spPr>
          <a:xfrm>
            <a:off x="24407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2A88EB25-399A-45CC-8B32-D775F24DA189}"/>
              </a:ext>
            </a:extLst>
          </p:cNvPr>
          <p:cNvSpPr>
            <a:spLocks noGrp="1"/>
          </p:cNvSpPr>
          <p:nvPr/>
        </p:nvSpPr>
        <p:spPr>
          <a:xfrm>
            <a:off x="29170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5A820DBA-3F5C-478B-95F7-C1292131607E}"/>
              </a:ext>
            </a:extLst>
          </p:cNvPr>
          <p:cNvSpPr>
            <a:spLocks noGrp="1"/>
          </p:cNvSpPr>
          <p:nvPr/>
        </p:nvSpPr>
        <p:spPr>
          <a:xfrm>
            <a:off x="33932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68EAFAE2-723D-43B9-A3F5-925845C03A27}"/>
              </a:ext>
            </a:extLst>
          </p:cNvPr>
          <p:cNvSpPr>
            <a:spLocks noGrp="1"/>
          </p:cNvSpPr>
          <p:nvPr/>
        </p:nvSpPr>
        <p:spPr>
          <a:xfrm>
            <a:off x="38695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F1FB1FF5-BAE1-44BF-AF28-1191C1AFAA72}"/>
              </a:ext>
            </a:extLst>
          </p:cNvPr>
          <p:cNvSpPr>
            <a:spLocks noGrp="1"/>
          </p:cNvSpPr>
          <p:nvPr/>
        </p:nvSpPr>
        <p:spPr>
          <a:xfrm>
            <a:off x="43457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797DCE04-FBE6-4412-BDBC-8405E9002451}"/>
              </a:ext>
            </a:extLst>
          </p:cNvPr>
          <p:cNvSpPr>
            <a:spLocks noGrp="1"/>
          </p:cNvSpPr>
          <p:nvPr/>
        </p:nvSpPr>
        <p:spPr>
          <a:xfrm>
            <a:off x="48220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B50A5003-C19F-4DC6-8B78-62A48FC9CAE6}"/>
              </a:ext>
            </a:extLst>
          </p:cNvPr>
          <p:cNvSpPr>
            <a:spLocks noGrp="1"/>
          </p:cNvSpPr>
          <p:nvPr/>
        </p:nvSpPr>
        <p:spPr>
          <a:xfrm>
            <a:off x="52982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12D06BA0-097A-43B8-80D3-C19805DD0C3A}"/>
              </a:ext>
            </a:extLst>
          </p:cNvPr>
          <p:cNvSpPr>
            <a:spLocks noGrp="1"/>
          </p:cNvSpPr>
          <p:nvPr/>
        </p:nvSpPr>
        <p:spPr>
          <a:xfrm>
            <a:off x="57745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BFF696A2-D179-4C6E-B957-92040F746095}"/>
              </a:ext>
            </a:extLst>
          </p:cNvPr>
          <p:cNvSpPr>
            <a:spLocks noGrp="1"/>
          </p:cNvSpPr>
          <p:nvPr/>
        </p:nvSpPr>
        <p:spPr>
          <a:xfrm>
            <a:off x="62507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F3275EE7-4AB4-463E-AB24-BA05752316F1}"/>
              </a:ext>
            </a:extLst>
          </p:cNvPr>
          <p:cNvSpPr>
            <a:spLocks noGrp="1"/>
          </p:cNvSpPr>
          <p:nvPr/>
        </p:nvSpPr>
        <p:spPr>
          <a:xfrm>
            <a:off x="67270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E139E4C9-98F4-4E94-A715-91ADD9596D72}"/>
              </a:ext>
            </a:extLst>
          </p:cNvPr>
          <p:cNvSpPr>
            <a:spLocks noGrp="1"/>
          </p:cNvSpPr>
          <p:nvPr/>
        </p:nvSpPr>
        <p:spPr>
          <a:xfrm>
            <a:off x="72032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F1907978-A940-4F17-979F-A1DE7384E85C}"/>
              </a:ext>
            </a:extLst>
          </p:cNvPr>
          <p:cNvSpPr>
            <a:spLocks noGrp="1"/>
          </p:cNvSpPr>
          <p:nvPr/>
        </p:nvSpPr>
        <p:spPr>
          <a:xfrm>
            <a:off x="76795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656C3E08-7AD8-4A85-8F88-48F6EF4E9843}"/>
              </a:ext>
            </a:extLst>
          </p:cNvPr>
          <p:cNvSpPr>
            <a:spLocks noGrp="1"/>
          </p:cNvSpPr>
          <p:nvPr/>
        </p:nvSpPr>
        <p:spPr>
          <a:xfrm>
            <a:off x="81557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6ADECB3C-B0D0-42C4-A3D0-BD0313BB5090}"/>
              </a:ext>
            </a:extLst>
          </p:cNvPr>
          <p:cNvSpPr>
            <a:spLocks noGrp="1"/>
          </p:cNvSpPr>
          <p:nvPr/>
        </p:nvSpPr>
        <p:spPr>
          <a:xfrm>
            <a:off x="86320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27BA99D0-0220-414A-88A9-84E34A44688E}"/>
              </a:ext>
            </a:extLst>
          </p:cNvPr>
          <p:cNvSpPr>
            <a:spLocks noGrp="1"/>
          </p:cNvSpPr>
          <p:nvPr/>
        </p:nvSpPr>
        <p:spPr>
          <a:xfrm>
            <a:off x="91082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7A9C71BD-33E8-432C-82D1-26656CB83D32}"/>
              </a:ext>
            </a:extLst>
          </p:cNvPr>
          <p:cNvSpPr>
            <a:spLocks noGrp="1"/>
          </p:cNvSpPr>
          <p:nvPr/>
        </p:nvSpPr>
        <p:spPr>
          <a:xfrm>
            <a:off x="95845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0E697938-E36C-4799-BF1F-670584926521}"/>
              </a:ext>
            </a:extLst>
          </p:cNvPr>
          <p:cNvSpPr>
            <a:spLocks noGrp="1"/>
          </p:cNvSpPr>
          <p:nvPr/>
        </p:nvSpPr>
        <p:spPr>
          <a:xfrm>
            <a:off x="100607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4A2781AF-ECFB-4A6F-8C01-1B3D5CA271D7}"/>
              </a:ext>
            </a:extLst>
          </p:cNvPr>
          <p:cNvSpPr>
            <a:spLocks noGrp="1"/>
          </p:cNvSpPr>
          <p:nvPr/>
        </p:nvSpPr>
        <p:spPr>
          <a:xfrm>
            <a:off x="105370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2DB4A615-B5C7-4218-98C1-564CEB9E8549}"/>
              </a:ext>
            </a:extLst>
          </p:cNvPr>
          <p:cNvSpPr>
            <a:spLocks noGrp="1"/>
          </p:cNvSpPr>
          <p:nvPr/>
        </p:nvSpPr>
        <p:spPr>
          <a:xfrm>
            <a:off x="110132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90E24F62-A1B9-4003-81C6-F8DBBE802008}"/>
              </a:ext>
            </a:extLst>
          </p:cNvPr>
          <p:cNvSpPr>
            <a:spLocks noGrp="1"/>
          </p:cNvSpPr>
          <p:nvPr/>
        </p:nvSpPr>
        <p:spPr>
          <a:xfrm>
            <a:off x="114895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21CA1DDC-8E1D-4656-86B9-8198DC28D0D3}"/>
              </a:ext>
            </a:extLst>
          </p:cNvPr>
          <p:cNvSpPr>
            <a:spLocks noGrp="1"/>
          </p:cNvSpPr>
          <p:nvPr/>
        </p:nvSpPr>
        <p:spPr>
          <a:xfrm>
            <a:off x="11965781" y="5310188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6F6D186F-47C7-4157-9C9E-6177DA54B1CA}"/>
              </a:ext>
            </a:extLst>
          </p:cNvPr>
          <p:cNvSpPr>
            <a:spLocks noGrp="1"/>
          </p:cNvSpPr>
          <p:nvPr/>
        </p:nvSpPr>
        <p:spPr>
          <a:xfrm>
            <a:off x="12442031" y="5310188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3E84CBEB-C236-4005-AB8A-1E824F1100CA}"/>
              </a:ext>
            </a:extLst>
          </p:cNvPr>
          <p:cNvSpPr>
            <a:spLocks noGrp="1"/>
          </p:cNvSpPr>
          <p:nvPr/>
        </p:nvSpPr>
        <p:spPr>
          <a:xfrm>
            <a:off x="148828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BF3FD336-4B9B-4654-9EED-A0B2A7B93EF8}"/>
              </a:ext>
            </a:extLst>
          </p:cNvPr>
          <p:cNvSpPr>
            <a:spLocks noGrp="1"/>
          </p:cNvSpPr>
          <p:nvPr/>
        </p:nvSpPr>
        <p:spPr>
          <a:xfrm>
            <a:off x="196453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64A4B4C7-0B2A-4AC6-8C29-FF41C21719C5}"/>
              </a:ext>
            </a:extLst>
          </p:cNvPr>
          <p:cNvSpPr>
            <a:spLocks noGrp="1"/>
          </p:cNvSpPr>
          <p:nvPr/>
        </p:nvSpPr>
        <p:spPr>
          <a:xfrm>
            <a:off x="244078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11A8C738-9A49-487D-B8E2-6F6621A5482C}"/>
              </a:ext>
            </a:extLst>
          </p:cNvPr>
          <p:cNvSpPr>
            <a:spLocks noGrp="1"/>
          </p:cNvSpPr>
          <p:nvPr/>
        </p:nvSpPr>
        <p:spPr>
          <a:xfrm>
            <a:off x="291703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3E8113EE-F0BE-4C7B-9C3C-2D31E37BDFC5}"/>
              </a:ext>
            </a:extLst>
          </p:cNvPr>
          <p:cNvSpPr>
            <a:spLocks noGrp="1"/>
          </p:cNvSpPr>
          <p:nvPr/>
        </p:nvSpPr>
        <p:spPr>
          <a:xfrm>
            <a:off x="339328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D41A0311-C8FD-42EA-A08A-30804C27B782}"/>
              </a:ext>
            </a:extLst>
          </p:cNvPr>
          <p:cNvSpPr>
            <a:spLocks noGrp="1"/>
          </p:cNvSpPr>
          <p:nvPr/>
        </p:nvSpPr>
        <p:spPr>
          <a:xfrm>
            <a:off x="386953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78ABEC4B-BC4D-4408-B617-05C2E2F4FEEA}"/>
              </a:ext>
            </a:extLst>
          </p:cNvPr>
          <p:cNvSpPr>
            <a:spLocks noGrp="1"/>
          </p:cNvSpPr>
          <p:nvPr/>
        </p:nvSpPr>
        <p:spPr>
          <a:xfrm>
            <a:off x="434578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ACDF0B06-A553-4272-809B-BB4000562BD9}"/>
              </a:ext>
            </a:extLst>
          </p:cNvPr>
          <p:cNvSpPr>
            <a:spLocks noGrp="1"/>
          </p:cNvSpPr>
          <p:nvPr/>
        </p:nvSpPr>
        <p:spPr>
          <a:xfrm>
            <a:off x="482203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DE3EE370-5C20-4D6F-A97A-69F522F35D47}"/>
              </a:ext>
            </a:extLst>
          </p:cNvPr>
          <p:cNvSpPr>
            <a:spLocks noGrp="1"/>
          </p:cNvSpPr>
          <p:nvPr/>
        </p:nvSpPr>
        <p:spPr>
          <a:xfrm>
            <a:off x="529828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BAD67FCC-0E48-4C21-8B3B-0435BC9F6DE9}"/>
              </a:ext>
            </a:extLst>
          </p:cNvPr>
          <p:cNvSpPr>
            <a:spLocks noGrp="1"/>
          </p:cNvSpPr>
          <p:nvPr/>
        </p:nvSpPr>
        <p:spPr>
          <a:xfrm>
            <a:off x="577453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E21E302E-EB1C-4A3D-AB07-D30BF52A1CFF}"/>
              </a:ext>
            </a:extLst>
          </p:cNvPr>
          <p:cNvSpPr>
            <a:spLocks noGrp="1"/>
          </p:cNvSpPr>
          <p:nvPr/>
        </p:nvSpPr>
        <p:spPr>
          <a:xfrm>
            <a:off x="625078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39BC1C66-2DE7-4C1B-9150-C9D99D1C5D69}"/>
              </a:ext>
            </a:extLst>
          </p:cNvPr>
          <p:cNvSpPr>
            <a:spLocks noGrp="1"/>
          </p:cNvSpPr>
          <p:nvPr/>
        </p:nvSpPr>
        <p:spPr>
          <a:xfrm>
            <a:off x="672703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40BCBDD6-D600-4D58-98EF-69950AFC11D5}"/>
              </a:ext>
            </a:extLst>
          </p:cNvPr>
          <p:cNvSpPr>
            <a:spLocks noGrp="1"/>
          </p:cNvSpPr>
          <p:nvPr/>
        </p:nvSpPr>
        <p:spPr>
          <a:xfrm>
            <a:off x="720328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D6CEC7CD-3545-4E98-8B39-C2DC4B5EF6ED}"/>
              </a:ext>
            </a:extLst>
          </p:cNvPr>
          <p:cNvSpPr>
            <a:spLocks noGrp="1"/>
          </p:cNvSpPr>
          <p:nvPr/>
        </p:nvSpPr>
        <p:spPr>
          <a:xfrm>
            <a:off x="767953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9203A6AB-00CE-4102-8590-98C6623DCD0D}"/>
              </a:ext>
            </a:extLst>
          </p:cNvPr>
          <p:cNvSpPr>
            <a:spLocks noGrp="1"/>
          </p:cNvSpPr>
          <p:nvPr/>
        </p:nvSpPr>
        <p:spPr>
          <a:xfrm>
            <a:off x="815578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E299D361-D31B-4E49-BFAA-4DC4990C38CA}"/>
              </a:ext>
            </a:extLst>
          </p:cNvPr>
          <p:cNvSpPr>
            <a:spLocks noGrp="1"/>
          </p:cNvSpPr>
          <p:nvPr/>
        </p:nvSpPr>
        <p:spPr>
          <a:xfrm>
            <a:off x="863203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6DFD835B-29BA-4437-BBDC-9427C2C77E73}"/>
              </a:ext>
            </a:extLst>
          </p:cNvPr>
          <p:cNvSpPr>
            <a:spLocks noGrp="1"/>
          </p:cNvSpPr>
          <p:nvPr/>
        </p:nvSpPr>
        <p:spPr>
          <a:xfrm>
            <a:off x="910828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3BDCDC7A-3F6D-474D-8B80-8C6E3A079A3C}"/>
              </a:ext>
            </a:extLst>
          </p:cNvPr>
          <p:cNvSpPr>
            <a:spLocks noGrp="1"/>
          </p:cNvSpPr>
          <p:nvPr/>
        </p:nvSpPr>
        <p:spPr>
          <a:xfrm>
            <a:off x="958453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A8D67872-1939-4C3C-85AA-8CF84241E556}"/>
              </a:ext>
            </a:extLst>
          </p:cNvPr>
          <p:cNvSpPr>
            <a:spLocks noGrp="1"/>
          </p:cNvSpPr>
          <p:nvPr/>
        </p:nvSpPr>
        <p:spPr>
          <a:xfrm>
            <a:off x="1006078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4" name="object-64">
            <a:extLst>
              <a:ext uri="{FF2B5EF4-FFF2-40B4-BE49-F238E27FC236}">
                <a16:creationId xmlns:a16="http://schemas.microsoft.com/office/drawing/2014/main" id="{A1AB977F-9AB9-44AA-A98C-46F5A5AB5127}"/>
              </a:ext>
            </a:extLst>
          </p:cNvPr>
          <p:cNvSpPr>
            <a:spLocks noGrp="1"/>
          </p:cNvSpPr>
          <p:nvPr/>
        </p:nvSpPr>
        <p:spPr>
          <a:xfrm>
            <a:off x="1053703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5" name="object-65">
            <a:extLst>
              <a:ext uri="{FF2B5EF4-FFF2-40B4-BE49-F238E27FC236}">
                <a16:creationId xmlns:a16="http://schemas.microsoft.com/office/drawing/2014/main" id="{0D3B620B-3138-4E33-8275-F729F5415A67}"/>
              </a:ext>
            </a:extLst>
          </p:cNvPr>
          <p:cNvSpPr>
            <a:spLocks noGrp="1"/>
          </p:cNvSpPr>
          <p:nvPr/>
        </p:nvSpPr>
        <p:spPr>
          <a:xfrm>
            <a:off x="1101328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6" name="object-66">
            <a:extLst>
              <a:ext uri="{FF2B5EF4-FFF2-40B4-BE49-F238E27FC236}">
                <a16:creationId xmlns:a16="http://schemas.microsoft.com/office/drawing/2014/main" id="{8D04587F-5BAE-4982-B48F-B1A532035781}"/>
              </a:ext>
            </a:extLst>
          </p:cNvPr>
          <p:cNvSpPr>
            <a:spLocks noGrp="1"/>
          </p:cNvSpPr>
          <p:nvPr/>
        </p:nvSpPr>
        <p:spPr>
          <a:xfrm>
            <a:off x="1148953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7" name="object-67">
            <a:extLst>
              <a:ext uri="{FF2B5EF4-FFF2-40B4-BE49-F238E27FC236}">
                <a16:creationId xmlns:a16="http://schemas.microsoft.com/office/drawing/2014/main" id="{F4C3EC3E-7F48-4BB7-893E-BD39F448A03E}"/>
              </a:ext>
            </a:extLst>
          </p:cNvPr>
          <p:cNvSpPr>
            <a:spLocks noGrp="1"/>
          </p:cNvSpPr>
          <p:nvPr/>
        </p:nvSpPr>
        <p:spPr>
          <a:xfrm>
            <a:off x="1196578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8" name="object-68">
            <a:extLst>
              <a:ext uri="{FF2B5EF4-FFF2-40B4-BE49-F238E27FC236}">
                <a16:creationId xmlns:a16="http://schemas.microsoft.com/office/drawing/2014/main" id="{6C4406CC-D903-479B-A026-BCEEC6A1700A}"/>
              </a:ext>
            </a:extLst>
          </p:cNvPr>
          <p:cNvSpPr>
            <a:spLocks noGrp="1"/>
          </p:cNvSpPr>
          <p:nvPr/>
        </p:nvSpPr>
        <p:spPr>
          <a:xfrm>
            <a:off x="1244203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9" name="object-69">
            <a:extLst>
              <a:ext uri="{FF2B5EF4-FFF2-40B4-BE49-F238E27FC236}">
                <a16:creationId xmlns:a16="http://schemas.microsoft.com/office/drawing/2014/main" id="{E1653ABF-B380-458D-812D-215E69692FA3}"/>
              </a:ext>
            </a:extLst>
          </p:cNvPr>
          <p:cNvSpPr>
            <a:spLocks noGrp="1"/>
          </p:cNvSpPr>
          <p:nvPr/>
        </p:nvSpPr>
        <p:spPr>
          <a:xfrm>
            <a:off x="1488281" y="5310188"/>
            <a:ext cx="5715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70" name="object-70">
            <a:extLst>
              <a:ext uri="{FF2B5EF4-FFF2-40B4-BE49-F238E27FC236}">
                <a16:creationId xmlns:a16="http://schemas.microsoft.com/office/drawing/2014/main" id="{3BEF01FE-BDFB-476C-82E5-5564BEE4B72F}"/>
              </a:ext>
            </a:extLst>
          </p:cNvPr>
          <p:cNvSpPr>
            <a:spLocks noGrp="1"/>
          </p:cNvSpPr>
          <p:nvPr/>
        </p:nvSpPr>
        <p:spPr>
          <a:xfrm>
            <a:off x="1488281" y="5988844"/>
            <a:ext cx="5715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71" name="object-71">
            <a:extLst>
              <a:ext uri="{FF2B5EF4-FFF2-40B4-BE49-F238E27FC236}">
                <a16:creationId xmlns:a16="http://schemas.microsoft.com/office/drawing/2014/main" id="{37E82EFC-D99B-4C31-A565-A84E25053638}"/>
              </a:ext>
            </a:extLst>
          </p:cNvPr>
          <p:cNvSpPr>
            <a:spLocks noGrp="1"/>
          </p:cNvSpPr>
          <p:nvPr/>
        </p:nvSpPr>
        <p:spPr>
          <a:xfrm>
            <a:off x="7203281" y="5310188"/>
            <a:ext cx="5715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72" name="object-72">
            <a:extLst>
              <a:ext uri="{FF2B5EF4-FFF2-40B4-BE49-F238E27FC236}">
                <a16:creationId xmlns:a16="http://schemas.microsoft.com/office/drawing/2014/main" id="{3F9CE865-F1D3-4CE8-8E4D-9523EBE4FD0D}"/>
              </a:ext>
            </a:extLst>
          </p:cNvPr>
          <p:cNvSpPr>
            <a:spLocks noGrp="1"/>
          </p:cNvSpPr>
          <p:nvPr/>
        </p:nvSpPr>
        <p:spPr>
          <a:xfrm>
            <a:off x="7203281" y="5988844"/>
            <a:ext cx="5715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73" name="object-73">
            <a:extLst>
              <a:ext uri="{FF2B5EF4-FFF2-40B4-BE49-F238E27FC236}">
                <a16:creationId xmlns:a16="http://schemas.microsoft.com/office/drawing/2014/main" id="{2506D35C-245F-4438-A7DC-24799BC7C6E2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22 + 7 = 29; the denominator stays 12.</a:t>
            </a:r>
          </a:p>
        </p:txBody>
      </p:sp>
      <p:sp>
        <p:nvSpPr>
          <p:cNvPr id="74" name="object-74">
            <a:extLst>
              <a:ext uri="{FF2B5EF4-FFF2-40B4-BE49-F238E27FC236}">
                <a16:creationId xmlns:a16="http://schemas.microsoft.com/office/drawing/2014/main" id="{0CF56D47-3ED7-45ED-9856-6092667240BC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2 5/12</a:t>
            </a:r>
          </a:p>
        </p:txBody>
      </p:sp>
    </p:spTree>
    <p:extLst>
      <p:ext uri="{BB962C8B-B14F-4D97-AF65-F5344CB8AC3E}">
        <p14:creationId xmlns:p14="http://schemas.microsoft.com/office/powerpoint/2010/main" val="704492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6" grpId="0"/>
      <p:bldP spid="17" grpId="0"/>
      <p:bldP spid="18" grpId="0"/>
      <p:bldP spid="20" grpId="0"/>
      <p:bldP spid="73" grpId="0"/>
      <p:bldP spid="7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-1">
            <a:extLst>
              <a:ext uri="{FF2B5EF4-FFF2-40B4-BE49-F238E27FC236}">
                <a16:creationId xmlns:a16="http://schemas.microsoft.com/office/drawing/2014/main" id="{80B845D9-0AC5-4697-B97E-074B11D630D4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88BCF377-3E32-4660-8DEC-9C9092460F7D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 5/6 + 7/12.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2D3478D3-4676-4586-AF07-9C3341EE72AD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9067944B-5D35-4E14-B1CF-7C437463E316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Retrieve fraction methods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54C5512A-F8CF-4041-B18D-ABE3D4113385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1953908B-9FCB-43DF-B84C-D160FA90E665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 5/6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2B69BF70-4AAA-4205-82EC-BD85449CB4BD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 × 6 + 5 = 17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6A1B6467-0C2B-45BE-8084-35FCED1CEE27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8D1D2530-752C-4D8A-83F4-87A4E8AE2F2E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D8F918C3-0A27-4A0D-A1DB-B7117A09C248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712A9B0F-F3B7-4AF5-96CE-D2AF3D9C72FC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7/12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13E8AE4A-F0AF-4654-B413-A994BDA5895E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0 × 12 + 7 = 7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F8F96454-0F56-46D4-81E1-ED7E949CF81B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7691DAFC-A149-4A54-98E6-1643CAF849CA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CE3E9D78-E012-46D7-8C9F-4FB983FC45A2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961888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12" grpId="0"/>
      <p:bldP spid="13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object-1">
            <a:extLst>
              <a:ext uri="{FF2B5EF4-FFF2-40B4-BE49-F238E27FC236}">
                <a16:creationId xmlns:a16="http://schemas.microsoft.com/office/drawing/2014/main" id="{B4C4DA2A-5E8A-4C8A-8A96-1701C7C1CA59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7868B1A5-B878-4FB9-A139-72E7BF3F140F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 5/6 + 7/12.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7BFDE90F-866C-4FB7-866F-00FBC3DB9912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15CBFBB4-BDD0-4C33-9BC4-8A0001D8714A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Retrieve fraction methods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203516AF-59CA-4018-A39B-72C4A70955AD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754AC39F-E9F6-4B3F-BD29-9B144F7E4EA6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4911A220-B963-474A-9425-73B060426C45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AEBE0E7C-AD8B-405A-9224-7AFE84FA354D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31D0D0E0-E395-47DC-9CD6-5572A0A300C2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9E397CBA-0ADE-4632-92CC-51020489A466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025928A1-49A2-4968-9343-EE3C20BB64A9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4E7FCD1D-8E83-4641-BD77-AF90BE256531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2380F14A-7662-49FB-BB7F-A1A1C7EB2964}"/>
              </a:ext>
            </a:extLst>
          </p:cNvPr>
          <p:cNvSpPr>
            <a:spLocks noGrp="1"/>
          </p:cNvSpPr>
          <p:nvPr/>
        </p:nvSpPr>
        <p:spPr>
          <a:xfrm>
            <a:off x="767953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6E269C32-A4A5-4DD3-8882-3CA6EF31FBD2}"/>
              </a:ext>
            </a:extLst>
          </p:cNvPr>
          <p:cNvSpPr>
            <a:spLocks noGrp="1"/>
          </p:cNvSpPr>
          <p:nvPr/>
        </p:nvSpPr>
        <p:spPr>
          <a:xfrm>
            <a:off x="767953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5C0A8F2F-D204-47E1-8965-6418FF9F0051}"/>
              </a:ext>
            </a:extLst>
          </p:cNvPr>
          <p:cNvSpPr>
            <a:spLocks noGrp="1"/>
          </p:cNvSpPr>
          <p:nvPr/>
        </p:nvSpPr>
        <p:spPr>
          <a:xfrm>
            <a:off x="767953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DA10E27E-9F46-470C-994E-1AB115139228}"/>
              </a:ext>
            </a:extLst>
          </p:cNvPr>
          <p:cNvSpPr>
            <a:spLocks noGrp="1"/>
          </p:cNvSpPr>
          <p:nvPr/>
        </p:nvSpPr>
        <p:spPr>
          <a:xfrm>
            <a:off x="9572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1EE0AAAC-FC44-43AB-871C-8ECF52EAFA00}"/>
              </a:ext>
            </a:extLst>
          </p:cNvPr>
          <p:cNvSpPr>
            <a:spLocks noGrp="1"/>
          </p:cNvSpPr>
          <p:nvPr/>
        </p:nvSpPr>
        <p:spPr>
          <a:xfrm>
            <a:off x="1107281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F7E0EBA9-1B02-4EA9-891C-5593CFE6CB37}"/>
              </a:ext>
            </a:extLst>
          </p:cNvPr>
          <p:cNvSpPr>
            <a:spLocks noGrp="1"/>
          </p:cNvSpPr>
          <p:nvPr/>
        </p:nvSpPr>
        <p:spPr>
          <a:xfrm>
            <a:off x="1107281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6D33214B-40D5-4B71-AF9C-5005779C3C6F}"/>
              </a:ext>
            </a:extLst>
          </p:cNvPr>
          <p:cNvSpPr>
            <a:spLocks noGrp="1"/>
          </p:cNvSpPr>
          <p:nvPr/>
        </p:nvSpPr>
        <p:spPr>
          <a:xfrm>
            <a:off x="1107281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3816D09E-8107-477F-883A-BE4F117C72F9}"/>
              </a:ext>
            </a:extLst>
          </p:cNvPr>
          <p:cNvSpPr>
            <a:spLocks noGrp="1"/>
          </p:cNvSpPr>
          <p:nvPr/>
        </p:nvSpPr>
        <p:spPr>
          <a:xfrm>
            <a:off x="1488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E2A81F50-DFFB-4B72-BA3A-BD722BF9251F}"/>
              </a:ext>
            </a:extLst>
          </p:cNvPr>
          <p:cNvSpPr>
            <a:spLocks noGrp="1"/>
          </p:cNvSpPr>
          <p:nvPr/>
        </p:nvSpPr>
        <p:spPr>
          <a:xfrm>
            <a:off x="1805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5F7776DB-A120-4BA2-88E4-98AA5D9769AC}"/>
              </a:ext>
            </a:extLst>
          </p:cNvPr>
          <p:cNvSpPr>
            <a:spLocks noGrp="1"/>
          </p:cNvSpPr>
          <p:nvPr/>
        </p:nvSpPr>
        <p:spPr>
          <a:xfrm>
            <a:off x="2123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3530E557-2B52-489A-9672-DA79FC5BA0CE}"/>
              </a:ext>
            </a:extLst>
          </p:cNvPr>
          <p:cNvSpPr>
            <a:spLocks noGrp="1"/>
          </p:cNvSpPr>
          <p:nvPr/>
        </p:nvSpPr>
        <p:spPr>
          <a:xfrm>
            <a:off x="2440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AA11839B-999E-4785-9966-6231FE759263}"/>
              </a:ext>
            </a:extLst>
          </p:cNvPr>
          <p:cNvSpPr>
            <a:spLocks noGrp="1"/>
          </p:cNvSpPr>
          <p:nvPr/>
        </p:nvSpPr>
        <p:spPr>
          <a:xfrm>
            <a:off x="2758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7612572C-992D-4D00-9A9B-A0D34CC402C7}"/>
              </a:ext>
            </a:extLst>
          </p:cNvPr>
          <p:cNvSpPr>
            <a:spLocks noGrp="1"/>
          </p:cNvSpPr>
          <p:nvPr/>
        </p:nvSpPr>
        <p:spPr>
          <a:xfrm>
            <a:off x="3075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6673EC26-3F2D-4696-84FA-8BE25BE591F1}"/>
              </a:ext>
            </a:extLst>
          </p:cNvPr>
          <p:cNvSpPr>
            <a:spLocks noGrp="1"/>
          </p:cNvSpPr>
          <p:nvPr/>
        </p:nvSpPr>
        <p:spPr>
          <a:xfrm>
            <a:off x="3393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113D6564-78DB-40B9-B82E-EE4635F001E7}"/>
              </a:ext>
            </a:extLst>
          </p:cNvPr>
          <p:cNvSpPr>
            <a:spLocks noGrp="1"/>
          </p:cNvSpPr>
          <p:nvPr/>
        </p:nvSpPr>
        <p:spPr>
          <a:xfrm>
            <a:off x="3710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62D752B2-8834-4A87-9C05-7899F9D61EE2}"/>
              </a:ext>
            </a:extLst>
          </p:cNvPr>
          <p:cNvSpPr>
            <a:spLocks noGrp="1"/>
          </p:cNvSpPr>
          <p:nvPr/>
        </p:nvSpPr>
        <p:spPr>
          <a:xfrm>
            <a:off x="4028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D871FD9A-D698-4FA2-B02D-9BA92BB85CED}"/>
              </a:ext>
            </a:extLst>
          </p:cNvPr>
          <p:cNvSpPr>
            <a:spLocks noGrp="1"/>
          </p:cNvSpPr>
          <p:nvPr/>
        </p:nvSpPr>
        <p:spPr>
          <a:xfrm>
            <a:off x="4345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FDE64E9A-1E44-41E6-A277-AA0143A6109C}"/>
              </a:ext>
            </a:extLst>
          </p:cNvPr>
          <p:cNvSpPr>
            <a:spLocks noGrp="1"/>
          </p:cNvSpPr>
          <p:nvPr/>
        </p:nvSpPr>
        <p:spPr>
          <a:xfrm>
            <a:off x="4663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C4904BA4-165E-4D79-AB9E-BF789B229AA2}"/>
              </a:ext>
            </a:extLst>
          </p:cNvPr>
          <p:cNvSpPr>
            <a:spLocks noGrp="1"/>
          </p:cNvSpPr>
          <p:nvPr/>
        </p:nvSpPr>
        <p:spPr>
          <a:xfrm>
            <a:off x="4980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C400B2E5-B761-4C56-A211-6891B783C903}"/>
              </a:ext>
            </a:extLst>
          </p:cNvPr>
          <p:cNvSpPr>
            <a:spLocks noGrp="1"/>
          </p:cNvSpPr>
          <p:nvPr/>
        </p:nvSpPr>
        <p:spPr>
          <a:xfrm>
            <a:off x="5298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C3031304-A144-4562-A92A-B172CEF26DEA}"/>
              </a:ext>
            </a:extLst>
          </p:cNvPr>
          <p:cNvSpPr>
            <a:spLocks noGrp="1"/>
          </p:cNvSpPr>
          <p:nvPr/>
        </p:nvSpPr>
        <p:spPr>
          <a:xfrm>
            <a:off x="5615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D2ACF539-12B4-4F9D-B0EE-D559AD03A7B9}"/>
              </a:ext>
            </a:extLst>
          </p:cNvPr>
          <p:cNvSpPr>
            <a:spLocks noGrp="1"/>
          </p:cNvSpPr>
          <p:nvPr/>
        </p:nvSpPr>
        <p:spPr>
          <a:xfrm>
            <a:off x="5933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AC6C5F0C-FACD-44E4-AB0C-E562C8668DAA}"/>
              </a:ext>
            </a:extLst>
          </p:cNvPr>
          <p:cNvSpPr>
            <a:spLocks noGrp="1"/>
          </p:cNvSpPr>
          <p:nvPr/>
        </p:nvSpPr>
        <p:spPr>
          <a:xfrm>
            <a:off x="6250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2CBE3E64-AC3D-4CD9-813B-7DF36EE2EDC5}"/>
              </a:ext>
            </a:extLst>
          </p:cNvPr>
          <p:cNvSpPr>
            <a:spLocks noGrp="1"/>
          </p:cNvSpPr>
          <p:nvPr/>
        </p:nvSpPr>
        <p:spPr>
          <a:xfrm>
            <a:off x="6568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E30B4C34-1830-4FE1-8850-68C14095E075}"/>
              </a:ext>
            </a:extLst>
          </p:cNvPr>
          <p:cNvSpPr>
            <a:spLocks noGrp="1"/>
          </p:cNvSpPr>
          <p:nvPr/>
        </p:nvSpPr>
        <p:spPr>
          <a:xfrm>
            <a:off x="6885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13491C78-495D-4930-8B48-BF2E650B45F9}"/>
              </a:ext>
            </a:extLst>
          </p:cNvPr>
          <p:cNvSpPr>
            <a:spLocks noGrp="1"/>
          </p:cNvSpPr>
          <p:nvPr/>
        </p:nvSpPr>
        <p:spPr>
          <a:xfrm>
            <a:off x="7203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7C6A2399-A50A-4C16-8EAD-D9D5229C533C}"/>
              </a:ext>
            </a:extLst>
          </p:cNvPr>
          <p:cNvSpPr>
            <a:spLocks noGrp="1"/>
          </p:cNvSpPr>
          <p:nvPr/>
        </p:nvSpPr>
        <p:spPr>
          <a:xfrm>
            <a:off x="7520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7A1C57CB-42AD-4E6F-973E-A7514D074BC9}"/>
              </a:ext>
            </a:extLst>
          </p:cNvPr>
          <p:cNvSpPr>
            <a:spLocks noGrp="1"/>
          </p:cNvSpPr>
          <p:nvPr/>
        </p:nvSpPr>
        <p:spPr>
          <a:xfrm>
            <a:off x="7838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6BF25C44-9EBE-4285-A8EB-C06C0387F083}"/>
              </a:ext>
            </a:extLst>
          </p:cNvPr>
          <p:cNvSpPr>
            <a:spLocks noGrp="1"/>
          </p:cNvSpPr>
          <p:nvPr/>
        </p:nvSpPr>
        <p:spPr>
          <a:xfrm>
            <a:off x="8155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99EE5193-8D00-4F9C-8C56-5526A4EB718A}"/>
              </a:ext>
            </a:extLst>
          </p:cNvPr>
          <p:cNvSpPr>
            <a:spLocks noGrp="1"/>
          </p:cNvSpPr>
          <p:nvPr/>
        </p:nvSpPr>
        <p:spPr>
          <a:xfrm>
            <a:off x="8473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CAEE57FB-37D5-4E88-B878-ECC8DFC547EA}"/>
              </a:ext>
            </a:extLst>
          </p:cNvPr>
          <p:cNvSpPr>
            <a:spLocks noGrp="1"/>
          </p:cNvSpPr>
          <p:nvPr/>
        </p:nvSpPr>
        <p:spPr>
          <a:xfrm>
            <a:off x="8790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A31BD01B-B4F5-4CE5-B32D-C300365A2C42}"/>
              </a:ext>
            </a:extLst>
          </p:cNvPr>
          <p:cNvSpPr>
            <a:spLocks noGrp="1"/>
          </p:cNvSpPr>
          <p:nvPr/>
        </p:nvSpPr>
        <p:spPr>
          <a:xfrm>
            <a:off x="9108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7C71392A-15C7-43F0-8BF7-EAF4658172B6}"/>
              </a:ext>
            </a:extLst>
          </p:cNvPr>
          <p:cNvSpPr>
            <a:spLocks noGrp="1"/>
          </p:cNvSpPr>
          <p:nvPr/>
        </p:nvSpPr>
        <p:spPr>
          <a:xfrm>
            <a:off x="9425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60354CB9-4558-41AB-91EB-E67868FF642E}"/>
              </a:ext>
            </a:extLst>
          </p:cNvPr>
          <p:cNvSpPr>
            <a:spLocks noGrp="1"/>
          </p:cNvSpPr>
          <p:nvPr/>
        </p:nvSpPr>
        <p:spPr>
          <a:xfrm>
            <a:off x="9743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D8185041-8AF7-494B-8446-72E6A4C26EE2}"/>
              </a:ext>
            </a:extLst>
          </p:cNvPr>
          <p:cNvSpPr>
            <a:spLocks noGrp="1"/>
          </p:cNvSpPr>
          <p:nvPr/>
        </p:nvSpPr>
        <p:spPr>
          <a:xfrm>
            <a:off x="10060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46CDD955-C5B6-42EA-B4AA-A9BDAC35BC22}"/>
              </a:ext>
            </a:extLst>
          </p:cNvPr>
          <p:cNvSpPr>
            <a:spLocks noGrp="1"/>
          </p:cNvSpPr>
          <p:nvPr/>
        </p:nvSpPr>
        <p:spPr>
          <a:xfrm>
            <a:off x="10378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5EC932BA-F044-4FB6-A118-370E708A7A8C}"/>
              </a:ext>
            </a:extLst>
          </p:cNvPr>
          <p:cNvSpPr>
            <a:spLocks noGrp="1"/>
          </p:cNvSpPr>
          <p:nvPr/>
        </p:nvSpPr>
        <p:spPr>
          <a:xfrm>
            <a:off x="10695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9EA7C42A-6891-4331-88CD-21CA8CBF7BB8}"/>
              </a:ext>
            </a:extLst>
          </p:cNvPr>
          <p:cNvSpPr>
            <a:spLocks noGrp="1"/>
          </p:cNvSpPr>
          <p:nvPr/>
        </p:nvSpPr>
        <p:spPr>
          <a:xfrm>
            <a:off x="11013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6CB1D22F-D23F-4BCB-82F9-22519059D5AC}"/>
              </a:ext>
            </a:extLst>
          </p:cNvPr>
          <p:cNvSpPr>
            <a:spLocks noGrp="1"/>
          </p:cNvSpPr>
          <p:nvPr/>
        </p:nvSpPr>
        <p:spPr>
          <a:xfrm>
            <a:off x="11330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89F30637-E678-42B7-BDF3-9397F24F4959}"/>
              </a:ext>
            </a:extLst>
          </p:cNvPr>
          <p:cNvSpPr>
            <a:spLocks noGrp="1"/>
          </p:cNvSpPr>
          <p:nvPr/>
        </p:nvSpPr>
        <p:spPr>
          <a:xfrm>
            <a:off x="11648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5A458FA1-AA1B-4C4B-8FF8-0D40EA09E3DA}"/>
              </a:ext>
            </a:extLst>
          </p:cNvPr>
          <p:cNvSpPr>
            <a:spLocks noGrp="1"/>
          </p:cNvSpPr>
          <p:nvPr/>
        </p:nvSpPr>
        <p:spPr>
          <a:xfrm>
            <a:off x="11965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7A308C99-EF43-469F-A1EF-CCE19C52A69A}"/>
              </a:ext>
            </a:extLst>
          </p:cNvPr>
          <p:cNvSpPr>
            <a:spLocks noGrp="1"/>
          </p:cNvSpPr>
          <p:nvPr/>
        </p:nvSpPr>
        <p:spPr>
          <a:xfrm>
            <a:off x="12283281" y="5310188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020F9313-0E33-4FBD-9F8D-849F595AD758}"/>
              </a:ext>
            </a:extLst>
          </p:cNvPr>
          <p:cNvSpPr>
            <a:spLocks noGrp="1"/>
          </p:cNvSpPr>
          <p:nvPr/>
        </p:nvSpPr>
        <p:spPr>
          <a:xfrm>
            <a:off x="12600781" y="5310188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64B1E153-0A88-4C5B-AA9F-1375087D8841}"/>
              </a:ext>
            </a:extLst>
          </p:cNvPr>
          <p:cNvSpPr>
            <a:spLocks noGrp="1"/>
          </p:cNvSpPr>
          <p:nvPr/>
        </p:nvSpPr>
        <p:spPr>
          <a:xfrm>
            <a:off x="1488281" y="5988844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6F588B7A-93CA-4773-A7D8-D3508F20DB65}"/>
              </a:ext>
            </a:extLst>
          </p:cNvPr>
          <p:cNvSpPr>
            <a:spLocks noGrp="1"/>
          </p:cNvSpPr>
          <p:nvPr/>
        </p:nvSpPr>
        <p:spPr>
          <a:xfrm>
            <a:off x="1805781" y="5988844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E83FF3A4-DA19-45FC-9F8A-05810F0EC455}"/>
              </a:ext>
            </a:extLst>
          </p:cNvPr>
          <p:cNvSpPr>
            <a:spLocks noGrp="1"/>
          </p:cNvSpPr>
          <p:nvPr/>
        </p:nvSpPr>
        <p:spPr>
          <a:xfrm>
            <a:off x="2123281" y="5988844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A2F0673C-901E-4D32-9625-6FF54B46F3E7}"/>
              </a:ext>
            </a:extLst>
          </p:cNvPr>
          <p:cNvSpPr>
            <a:spLocks noGrp="1"/>
          </p:cNvSpPr>
          <p:nvPr/>
        </p:nvSpPr>
        <p:spPr>
          <a:xfrm>
            <a:off x="2440781" y="5988844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B88323A2-34AB-421D-B41E-E7E0ABDD3FC4}"/>
              </a:ext>
            </a:extLst>
          </p:cNvPr>
          <p:cNvSpPr>
            <a:spLocks noGrp="1"/>
          </p:cNvSpPr>
          <p:nvPr/>
        </p:nvSpPr>
        <p:spPr>
          <a:xfrm>
            <a:off x="2758281" y="5988844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5A4DEBF3-9667-41F9-B957-46EED9FD8033}"/>
              </a:ext>
            </a:extLst>
          </p:cNvPr>
          <p:cNvSpPr>
            <a:spLocks noGrp="1"/>
          </p:cNvSpPr>
          <p:nvPr/>
        </p:nvSpPr>
        <p:spPr>
          <a:xfrm>
            <a:off x="3075781" y="5988844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E5A86BD2-B2BE-4C3C-BF63-AFAA0C46E399}"/>
              </a:ext>
            </a:extLst>
          </p:cNvPr>
          <p:cNvSpPr>
            <a:spLocks noGrp="1"/>
          </p:cNvSpPr>
          <p:nvPr/>
        </p:nvSpPr>
        <p:spPr>
          <a:xfrm>
            <a:off x="3393281" y="5988844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8A9B5805-A334-418E-BBC9-9E437019D650}"/>
              </a:ext>
            </a:extLst>
          </p:cNvPr>
          <p:cNvSpPr>
            <a:spLocks noGrp="1"/>
          </p:cNvSpPr>
          <p:nvPr/>
        </p:nvSpPr>
        <p:spPr>
          <a:xfrm>
            <a:off x="3710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4" name="object-64">
            <a:extLst>
              <a:ext uri="{FF2B5EF4-FFF2-40B4-BE49-F238E27FC236}">
                <a16:creationId xmlns:a16="http://schemas.microsoft.com/office/drawing/2014/main" id="{FBF1F562-49F7-4A08-95A6-08E23DA3535D}"/>
              </a:ext>
            </a:extLst>
          </p:cNvPr>
          <p:cNvSpPr>
            <a:spLocks noGrp="1"/>
          </p:cNvSpPr>
          <p:nvPr/>
        </p:nvSpPr>
        <p:spPr>
          <a:xfrm>
            <a:off x="4028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5" name="object-65">
            <a:extLst>
              <a:ext uri="{FF2B5EF4-FFF2-40B4-BE49-F238E27FC236}">
                <a16:creationId xmlns:a16="http://schemas.microsoft.com/office/drawing/2014/main" id="{F28FD005-A7FC-42DC-8778-4FF4CA2240BF}"/>
              </a:ext>
            </a:extLst>
          </p:cNvPr>
          <p:cNvSpPr>
            <a:spLocks noGrp="1"/>
          </p:cNvSpPr>
          <p:nvPr/>
        </p:nvSpPr>
        <p:spPr>
          <a:xfrm>
            <a:off x="4345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6" name="object-66">
            <a:extLst>
              <a:ext uri="{FF2B5EF4-FFF2-40B4-BE49-F238E27FC236}">
                <a16:creationId xmlns:a16="http://schemas.microsoft.com/office/drawing/2014/main" id="{93CE880D-1649-455E-98DE-88AF3BA42A1B}"/>
              </a:ext>
            </a:extLst>
          </p:cNvPr>
          <p:cNvSpPr>
            <a:spLocks noGrp="1"/>
          </p:cNvSpPr>
          <p:nvPr/>
        </p:nvSpPr>
        <p:spPr>
          <a:xfrm>
            <a:off x="4663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7" name="object-67">
            <a:extLst>
              <a:ext uri="{FF2B5EF4-FFF2-40B4-BE49-F238E27FC236}">
                <a16:creationId xmlns:a16="http://schemas.microsoft.com/office/drawing/2014/main" id="{8B8F9AAE-3E66-4B2E-B251-B7FED2C9D433}"/>
              </a:ext>
            </a:extLst>
          </p:cNvPr>
          <p:cNvSpPr>
            <a:spLocks noGrp="1"/>
          </p:cNvSpPr>
          <p:nvPr/>
        </p:nvSpPr>
        <p:spPr>
          <a:xfrm>
            <a:off x="4980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8" name="object-68">
            <a:extLst>
              <a:ext uri="{FF2B5EF4-FFF2-40B4-BE49-F238E27FC236}">
                <a16:creationId xmlns:a16="http://schemas.microsoft.com/office/drawing/2014/main" id="{5D04B937-E903-499B-A76C-6BC861F6269D}"/>
              </a:ext>
            </a:extLst>
          </p:cNvPr>
          <p:cNvSpPr>
            <a:spLocks noGrp="1"/>
          </p:cNvSpPr>
          <p:nvPr/>
        </p:nvSpPr>
        <p:spPr>
          <a:xfrm>
            <a:off x="5298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9" name="object-69">
            <a:extLst>
              <a:ext uri="{FF2B5EF4-FFF2-40B4-BE49-F238E27FC236}">
                <a16:creationId xmlns:a16="http://schemas.microsoft.com/office/drawing/2014/main" id="{080CD38C-4E62-4955-8ECD-D989E6A80954}"/>
              </a:ext>
            </a:extLst>
          </p:cNvPr>
          <p:cNvSpPr>
            <a:spLocks noGrp="1"/>
          </p:cNvSpPr>
          <p:nvPr/>
        </p:nvSpPr>
        <p:spPr>
          <a:xfrm>
            <a:off x="5615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0" name="object-70">
            <a:extLst>
              <a:ext uri="{FF2B5EF4-FFF2-40B4-BE49-F238E27FC236}">
                <a16:creationId xmlns:a16="http://schemas.microsoft.com/office/drawing/2014/main" id="{8427A321-A66A-4F13-BEAE-1A2B67FF3A55}"/>
              </a:ext>
            </a:extLst>
          </p:cNvPr>
          <p:cNvSpPr>
            <a:spLocks noGrp="1"/>
          </p:cNvSpPr>
          <p:nvPr/>
        </p:nvSpPr>
        <p:spPr>
          <a:xfrm>
            <a:off x="5933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1" name="object-71">
            <a:extLst>
              <a:ext uri="{FF2B5EF4-FFF2-40B4-BE49-F238E27FC236}">
                <a16:creationId xmlns:a16="http://schemas.microsoft.com/office/drawing/2014/main" id="{80599D76-EC0F-4A00-984C-174B1EFF3683}"/>
              </a:ext>
            </a:extLst>
          </p:cNvPr>
          <p:cNvSpPr>
            <a:spLocks noGrp="1"/>
          </p:cNvSpPr>
          <p:nvPr/>
        </p:nvSpPr>
        <p:spPr>
          <a:xfrm>
            <a:off x="6250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2" name="object-72">
            <a:extLst>
              <a:ext uri="{FF2B5EF4-FFF2-40B4-BE49-F238E27FC236}">
                <a16:creationId xmlns:a16="http://schemas.microsoft.com/office/drawing/2014/main" id="{1FA485EB-881D-4388-9364-103526576A1E}"/>
              </a:ext>
            </a:extLst>
          </p:cNvPr>
          <p:cNvSpPr>
            <a:spLocks noGrp="1"/>
          </p:cNvSpPr>
          <p:nvPr/>
        </p:nvSpPr>
        <p:spPr>
          <a:xfrm>
            <a:off x="6568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3" name="object-73">
            <a:extLst>
              <a:ext uri="{FF2B5EF4-FFF2-40B4-BE49-F238E27FC236}">
                <a16:creationId xmlns:a16="http://schemas.microsoft.com/office/drawing/2014/main" id="{48363D1E-05FD-4B2A-9ACB-5E74B9F53787}"/>
              </a:ext>
            </a:extLst>
          </p:cNvPr>
          <p:cNvSpPr>
            <a:spLocks noGrp="1"/>
          </p:cNvSpPr>
          <p:nvPr/>
        </p:nvSpPr>
        <p:spPr>
          <a:xfrm>
            <a:off x="6885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4" name="object-74">
            <a:extLst>
              <a:ext uri="{FF2B5EF4-FFF2-40B4-BE49-F238E27FC236}">
                <a16:creationId xmlns:a16="http://schemas.microsoft.com/office/drawing/2014/main" id="{993C26EF-DB64-491D-8566-5B11B5FB1822}"/>
              </a:ext>
            </a:extLst>
          </p:cNvPr>
          <p:cNvSpPr>
            <a:spLocks noGrp="1"/>
          </p:cNvSpPr>
          <p:nvPr/>
        </p:nvSpPr>
        <p:spPr>
          <a:xfrm>
            <a:off x="7203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5" name="object-75">
            <a:extLst>
              <a:ext uri="{FF2B5EF4-FFF2-40B4-BE49-F238E27FC236}">
                <a16:creationId xmlns:a16="http://schemas.microsoft.com/office/drawing/2014/main" id="{8426E641-A742-427B-9BD5-B875821A301D}"/>
              </a:ext>
            </a:extLst>
          </p:cNvPr>
          <p:cNvSpPr>
            <a:spLocks noGrp="1"/>
          </p:cNvSpPr>
          <p:nvPr/>
        </p:nvSpPr>
        <p:spPr>
          <a:xfrm>
            <a:off x="7520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6" name="object-76">
            <a:extLst>
              <a:ext uri="{FF2B5EF4-FFF2-40B4-BE49-F238E27FC236}">
                <a16:creationId xmlns:a16="http://schemas.microsoft.com/office/drawing/2014/main" id="{FE212DA4-F333-48B2-861C-268733486526}"/>
              </a:ext>
            </a:extLst>
          </p:cNvPr>
          <p:cNvSpPr>
            <a:spLocks noGrp="1"/>
          </p:cNvSpPr>
          <p:nvPr/>
        </p:nvSpPr>
        <p:spPr>
          <a:xfrm>
            <a:off x="7838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7" name="object-77">
            <a:extLst>
              <a:ext uri="{FF2B5EF4-FFF2-40B4-BE49-F238E27FC236}">
                <a16:creationId xmlns:a16="http://schemas.microsoft.com/office/drawing/2014/main" id="{9E465DD8-9F2F-4042-8C18-14A7F0D2D8D7}"/>
              </a:ext>
            </a:extLst>
          </p:cNvPr>
          <p:cNvSpPr>
            <a:spLocks noGrp="1"/>
          </p:cNvSpPr>
          <p:nvPr/>
        </p:nvSpPr>
        <p:spPr>
          <a:xfrm>
            <a:off x="8155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8" name="object-78">
            <a:extLst>
              <a:ext uri="{FF2B5EF4-FFF2-40B4-BE49-F238E27FC236}">
                <a16:creationId xmlns:a16="http://schemas.microsoft.com/office/drawing/2014/main" id="{2039BE02-B9EA-48E2-BC32-CEAB29E705F3}"/>
              </a:ext>
            </a:extLst>
          </p:cNvPr>
          <p:cNvSpPr>
            <a:spLocks noGrp="1"/>
          </p:cNvSpPr>
          <p:nvPr/>
        </p:nvSpPr>
        <p:spPr>
          <a:xfrm>
            <a:off x="8473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9" name="object-79">
            <a:extLst>
              <a:ext uri="{FF2B5EF4-FFF2-40B4-BE49-F238E27FC236}">
                <a16:creationId xmlns:a16="http://schemas.microsoft.com/office/drawing/2014/main" id="{C8594ADD-8EC9-415E-89BC-8C4833C6B5F6}"/>
              </a:ext>
            </a:extLst>
          </p:cNvPr>
          <p:cNvSpPr>
            <a:spLocks noGrp="1"/>
          </p:cNvSpPr>
          <p:nvPr/>
        </p:nvSpPr>
        <p:spPr>
          <a:xfrm>
            <a:off x="8790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0" name="object-80">
            <a:extLst>
              <a:ext uri="{FF2B5EF4-FFF2-40B4-BE49-F238E27FC236}">
                <a16:creationId xmlns:a16="http://schemas.microsoft.com/office/drawing/2014/main" id="{39EBBD41-FF1C-4BBC-A31B-05FDFF7F3ADB}"/>
              </a:ext>
            </a:extLst>
          </p:cNvPr>
          <p:cNvSpPr>
            <a:spLocks noGrp="1"/>
          </p:cNvSpPr>
          <p:nvPr/>
        </p:nvSpPr>
        <p:spPr>
          <a:xfrm>
            <a:off x="9108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1" name="object-81">
            <a:extLst>
              <a:ext uri="{FF2B5EF4-FFF2-40B4-BE49-F238E27FC236}">
                <a16:creationId xmlns:a16="http://schemas.microsoft.com/office/drawing/2014/main" id="{87E576DB-AC6E-48E0-9BED-D98CE2A9249E}"/>
              </a:ext>
            </a:extLst>
          </p:cNvPr>
          <p:cNvSpPr>
            <a:spLocks noGrp="1"/>
          </p:cNvSpPr>
          <p:nvPr/>
        </p:nvSpPr>
        <p:spPr>
          <a:xfrm>
            <a:off x="9425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2" name="object-82">
            <a:extLst>
              <a:ext uri="{FF2B5EF4-FFF2-40B4-BE49-F238E27FC236}">
                <a16:creationId xmlns:a16="http://schemas.microsoft.com/office/drawing/2014/main" id="{99B732B8-476D-4AA0-B074-71B3E3FAA051}"/>
              </a:ext>
            </a:extLst>
          </p:cNvPr>
          <p:cNvSpPr>
            <a:spLocks noGrp="1"/>
          </p:cNvSpPr>
          <p:nvPr/>
        </p:nvSpPr>
        <p:spPr>
          <a:xfrm>
            <a:off x="9743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3" name="object-83">
            <a:extLst>
              <a:ext uri="{FF2B5EF4-FFF2-40B4-BE49-F238E27FC236}">
                <a16:creationId xmlns:a16="http://schemas.microsoft.com/office/drawing/2014/main" id="{F08420E8-8AB7-4426-9F7D-DD17A86A7960}"/>
              </a:ext>
            </a:extLst>
          </p:cNvPr>
          <p:cNvSpPr>
            <a:spLocks noGrp="1"/>
          </p:cNvSpPr>
          <p:nvPr/>
        </p:nvSpPr>
        <p:spPr>
          <a:xfrm>
            <a:off x="10060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4" name="object-84">
            <a:extLst>
              <a:ext uri="{FF2B5EF4-FFF2-40B4-BE49-F238E27FC236}">
                <a16:creationId xmlns:a16="http://schemas.microsoft.com/office/drawing/2014/main" id="{6E4D7715-482A-482A-914A-4B2A0A346ED2}"/>
              </a:ext>
            </a:extLst>
          </p:cNvPr>
          <p:cNvSpPr>
            <a:spLocks noGrp="1"/>
          </p:cNvSpPr>
          <p:nvPr/>
        </p:nvSpPr>
        <p:spPr>
          <a:xfrm>
            <a:off x="10378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5" name="object-85">
            <a:extLst>
              <a:ext uri="{FF2B5EF4-FFF2-40B4-BE49-F238E27FC236}">
                <a16:creationId xmlns:a16="http://schemas.microsoft.com/office/drawing/2014/main" id="{0447F3DB-0B11-4E6D-8857-B086F463A3DF}"/>
              </a:ext>
            </a:extLst>
          </p:cNvPr>
          <p:cNvSpPr>
            <a:spLocks noGrp="1"/>
          </p:cNvSpPr>
          <p:nvPr/>
        </p:nvSpPr>
        <p:spPr>
          <a:xfrm>
            <a:off x="10695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6" name="object-86">
            <a:extLst>
              <a:ext uri="{FF2B5EF4-FFF2-40B4-BE49-F238E27FC236}">
                <a16:creationId xmlns:a16="http://schemas.microsoft.com/office/drawing/2014/main" id="{713C0839-11E6-4EB2-9266-AE9AFF61510E}"/>
              </a:ext>
            </a:extLst>
          </p:cNvPr>
          <p:cNvSpPr>
            <a:spLocks noGrp="1"/>
          </p:cNvSpPr>
          <p:nvPr/>
        </p:nvSpPr>
        <p:spPr>
          <a:xfrm>
            <a:off x="11013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7" name="object-87">
            <a:extLst>
              <a:ext uri="{FF2B5EF4-FFF2-40B4-BE49-F238E27FC236}">
                <a16:creationId xmlns:a16="http://schemas.microsoft.com/office/drawing/2014/main" id="{F62CC4CB-4A19-482A-93B3-B711BFC30BCA}"/>
              </a:ext>
            </a:extLst>
          </p:cNvPr>
          <p:cNvSpPr>
            <a:spLocks noGrp="1"/>
          </p:cNvSpPr>
          <p:nvPr/>
        </p:nvSpPr>
        <p:spPr>
          <a:xfrm>
            <a:off x="11330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8" name="object-88">
            <a:extLst>
              <a:ext uri="{FF2B5EF4-FFF2-40B4-BE49-F238E27FC236}">
                <a16:creationId xmlns:a16="http://schemas.microsoft.com/office/drawing/2014/main" id="{D1C8EE0D-D20F-4044-899D-863E52161EC5}"/>
              </a:ext>
            </a:extLst>
          </p:cNvPr>
          <p:cNvSpPr>
            <a:spLocks noGrp="1"/>
          </p:cNvSpPr>
          <p:nvPr/>
        </p:nvSpPr>
        <p:spPr>
          <a:xfrm>
            <a:off x="11648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9" name="object-89">
            <a:extLst>
              <a:ext uri="{FF2B5EF4-FFF2-40B4-BE49-F238E27FC236}">
                <a16:creationId xmlns:a16="http://schemas.microsoft.com/office/drawing/2014/main" id="{A95BD449-B607-4CF0-A7FC-92B02071252F}"/>
              </a:ext>
            </a:extLst>
          </p:cNvPr>
          <p:cNvSpPr>
            <a:spLocks noGrp="1"/>
          </p:cNvSpPr>
          <p:nvPr/>
        </p:nvSpPr>
        <p:spPr>
          <a:xfrm>
            <a:off x="11965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0" name="object-90">
            <a:extLst>
              <a:ext uri="{FF2B5EF4-FFF2-40B4-BE49-F238E27FC236}">
                <a16:creationId xmlns:a16="http://schemas.microsoft.com/office/drawing/2014/main" id="{EE7C0E5A-EF84-4E14-96AE-85DBF7DA0198}"/>
              </a:ext>
            </a:extLst>
          </p:cNvPr>
          <p:cNvSpPr>
            <a:spLocks noGrp="1"/>
          </p:cNvSpPr>
          <p:nvPr/>
        </p:nvSpPr>
        <p:spPr>
          <a:xfrm>
            <a:off x="12283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1" name="object-91">
            <a:extLst>
              <a:ext uri="{FF2B5EF4-FFF2-40B4-BE49-F238E27FC236}">
                <a16:creationId xmlns:a16="http://schemas.microsoft.com/office/drawing/2014/main" id="{2E12008D-8887-44FF-8821-52E057C1555D}"/>
              </a:ext>
            </a:extLst>
          </p:cNvPr>
          <p:cNvSpPr>
            <a:spLocks noGrp="1"/>
          </p:cNvSpPr>
          <p:nvPr/>
        </p:nvSpPr>
        <p:spPr>
          <a:xfrm>
            <a:off x="12600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2" name="object-92">
            <a:extLst>
              <a:ext uri="{FF2B5EF4-FFF2-40B4-BE49-F238E27FC236}">
                <a16:creationId xmlns:a16="http://schemas.microsoft.com/office/drawing/2014/main" id="{F2F568B5-0EA7-4AE4-8592-8284DB59C10F}"/>
              </a:ext>
            </a:extLst>
          </p:cNvPr>
          <p:cNvSpPr>
            <a:spLocks noGrp="1"/>
          </p:cNvSpPr>
          <p:nvPr/>
        </p:nvSpPr>
        <p:spPr>
          <a:xfrm>
            <a:off x="1488281" y="5310188"/>
            <a:ext cx="3810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93" name="object-93">
            <a:extLst>
              <a:ext uri="{FF2B5EF4-FFF2-40B4-BE49-F238E27FC236}">
                <a16:creationId xmlns:a16="http://schemas.microsoft.com/office/drawing/2014/main" id="{99405223-2504-4A99-A47F-F3E6D103FFC3}"/>
              </a:ext>
            </a:extLst>
          </p:cNvPr>
          <p:cNvSpPr>
            <a:spLocks noGrp="1"/>
          </p:cNvSpPr>
          <p:nvPr/>
        </p:nvSpPr>
        <p:spPr>
          <a:xfrm>
            <a:off x="1488281" y="5988844"/>
            <a:ext cx="3810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94" name="object-94">
            <a:extLst>
              <a:ext uri="{FF2B5EF4-FFF2-40B4-BE49-F238E27FC236}">
                <a16:creationId xmlns:a16="http://schemas.microsoft.com/office/drawing/2014/main" id="{41F20C40-B2A2-4D98-A953-311160AE6249}"/>
              </a:ext>
            </a:extLst>
          </p:cNvPr>
          <p:cNvSpPr>
            <a:spLocks noGrp="1"/>
          </p:cNvSpPr>
          <p:nvPr/>
        </p:nvSpPr>
        <p:spPr>
          <a:xfrm>
            <a:off x="5298281" y="5310188"/>
            <a:ext cx="3810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95" name="object-95">
            <a:extLst>
              <a:ext uri="{FF2B5EF4-FFF2-40B4-BE49-F238E27FC236}">
                <a16:creationId xmlns:a16="http://schemas.microsoft.com/office/drawing/2014/main" id="{FDF016F8-D009-451A-839D-CDEE5E0091F3}"/>
              </a:ext>
            </a:extLst>
          </p:cNvPr>
          <p:cNvSpPr>
            <a:spLocks noGrp="1"/>
          </p:cNvSpPr>
          <p:nvPr/>
        </p:nvSpPr>
        <p:spPr>
          <a:xfrm>
            <a:off x="5298281" y="5988844"/>
            <a:ext cx="3810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96" name="object-96">
            <a:extLst>
              <a:ext uri="{FF2B5EF4-FFF2-40B4-BE49-F238E27FC236}">
                <a16:creationId xmlns:a16="http://schemas.microsoft.com/office/drawing/2014/main" id="{CD3AE2FA-887B-41C4-9250-25CF411C6686}"/>
              </a:ext>
            </a:extLst>
          </p:cNvPr>
          <p:cNvSpPr>
            <a:spLocks noGrp="1"/>
          </p:cNvSpPr>
          <p:nvPr/>
        </p:nvSpPr>
        <p:spPr>
          <a:xfrm>
            <a:off x="9108281" y="5310188"/>
            <a:ext cx="3810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97" name="object-97">
            <a:extLst>
              <a:ext uri="{FF2B5EF4-FFF2-40B4-BE49-F238E27FC236}">
                <a16:creationId xmlns:a16="http://schemas.microsoft.com/office/drawing/2014/main" id="{45AFAF4F-51AF-492D-8758-A76D3386902F}"/>
              </a:ext>
            </a:extLst>
          </p:cNvPr>
          <p:cNvSpPr>
            <a:spLocks noGrp="1"/>
          </p:cNvSpPr>
          <p:nvPr/>
        </p:nvSpPr>
        <p:spPr>
          <a:xfrm>
            <a:off x="9108281" y="5988844"/>
            <a:ext cx="3810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98" name="object-98">
            <a:extLst>
              <a:ext uri="{FF2B5EF4-FFF2-40B4-BE49-F238E27FC236}">
                <a16:creationId xmlns:a16="http://schemas.microsoft.com/office/drawing/2014/main" id="{2A69513C-F472-442E-BB1A-39B62263EA70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34 + 7 = 41; the denominator stays 12.</a:t>
            </a:r>
          </a:p>
        </p:txBody>
      </p:sp>
      <p:sp>
        <p:nvSpPr>
          <p:cNvPr id="99" name="object-99">
            <a:extLst>
              <a:ext uri="{FF2B5EF4-FFF2-40B4-BE49-F238E27FC236}">
                <a16:creationId xmlns:a16="http://schemas.microsoft.com/office/drawing/2014/main" id="{09C71E22-D50E-4F3C-A462-2E90E28D3AD1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3 5/12</a:t>
            </a:r>
          </a:p>
        </p:txBody>
      </p:sp>
    </p:spTree>
    <p:extLst>
      <p:ext uri="{BB962C8B-B14F-4D97-AF65-F5344CB8AC3E}">
        <p14:creationId xmlns:p14="http://schemas.microsoft.com/office/powerpoint/2010/main" val="1816570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5" grpId="0"/>
      <p:bldP spid="16" grpId="0"/>
      <p:bldP spid="17" grpId="0"/>
      <p:bldP spid="19" grpId="0"/>
      <p:bldP spid="98" grpId="0"/>
      <p:bldP spid="9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-1">
            <a:extLst>
              <a:ext uri="{FF2B5EF4-FFF2-40B4-BE49-F238E27FC236}">
                <a16:creationId xmlns:a16="http://schemas.microsoft.com/office/drawing/2014/main" id="{3116015E-C279-42F5-B526-2EA9CF110A59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5749A0AE-02C1-41B5-A627-27C399CE9ABD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B5579EE6-52C9-4A90-AB30-3BEAA037E5BE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 5/6 + 7/12.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0472BD6F-8354-42F5-A907-9B61A04F3D24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0C695391-C1CB-4CD2-9C8B-71AC1E7B2378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Retrieve fraction methods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7F4358FA-D054-417E-9378-4F6545DAA7A8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D2DD421F-7B26-468A-9C09-1608857F26E5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 5/6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B8838C6A-1D9B-4F33-BEFA-EB1F5624D7DD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6 + 5 = 23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D77AE975-E4B3-474B-A402-731E4E3E83D9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C4ADCF3D-C42B-4A3B-8525-97D10053F20F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3790E520-0076-42B1-B566-E7036350666F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0E684E51-5BE8-4A1A-9561-4D73460F6561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7/12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BA0CD9B0-525D-4117-992C-75DC664DE423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0 × 12 + 7 = 7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325CF217-76AC-4C3A-9869-65BBB56BB211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D9827037-4D95-426E-AB11-4B5E79B483AC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E3023BA7-5B21-4590-BAB2-1FD6A29A4EDD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493478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/>
      <p:bldP spid="13" grpId="0"/>
      <p:bldP spid="14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object-1">
            <a:extLst>
              <a:ext uri="{FF2B5EF4-FFF2-40B4-BE49-F238E27FC236}">
                <a16:creationId xmlns:a16="http://schemas.microsoft.com/office/drawing/2014/main" id="{67173D6F-3A42-4026-9D4B-FEB49A5033F2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26FA7578-56FE-4674-B7CE-8112FE280C56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C231FEB0-15A6-414D-979A-8D5B813EB76E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 5/6 + 7/12.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CE8BA068-B00D-4DB2-92D4-4195E875F91A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6A88474F-0B2E-43E8-B2C1-27A2C809D32B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Retrieve fraction methods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45F048D6-B98D-407C-A0A2-1C9223234523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B707A79E-B95D-4B61-BE65-FFBE6A057035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E7F198A1-2AD8-4A78-A68F-00C4D34D9BAD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BED85F1C-5918-43E9-BC05-B095CA68674C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AD27784F-AC15-4ACC-9ACD-9653A69EA807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E22E437E-D1BE-4985-96DC-EE318E91AF77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BD69048A-3BA4-4B61-95F3-4DD5F478629D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632F696A-F5B1-4B76-BDEB-BF5FE7781943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48FF1B2B-5116-4BF6-8E2B-E94B375DE522}"/>
              </a:ext>
            </a:extLst>
          </p:cNvPr>
          <p:cNvSpPr>
            <a:spLocks noGrp="1"/>
          </p:cNvSpPr>
          <p:nvPr/>
        </p:nvSpPr>
        <p:spPr>
          <a:xfrm>
            <a:off x="767953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C57BF803-01BE-495E-B534-ED287C740416}"/>
              </a:ext>
            </a:extLst>
          </p:cNvPr>
          <p:cNvSpPr>
            <a:spLocks noGrp="1"/>
          </p:cNvSpPr>
          <p:nvPr/>
        </p:nvSpPr>
        <p:spPr>
          <a:xfrm>
            <a:off x="767953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AC10235C-5AE1-4EDC-AD1C-265B5DF3FA4B}"/>
              </a:ext>
            </a:extLst>
          </p:cNvPr>
          <p:cNvSpPr>
            <a:spLocks noGrp="1"/>
          </p:cNvSpPr>
          <p:nvPr/>
        </p:nvSpPr>
        <p:spPr>
          <a:xfrm>
            <a:off x="767953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854D1E8D-80FB-4A56-8486-A65F67B952D0}"/>
              </a:ext>
            </a:extLst>
          </p:cNvPr>
          <p:cNvSpPr>
            <a:spLocks noGrp="1"/>
          </p:cNvSpPr>
          <p:nvPr/>
        </p:nvSpPr>
        <p:spPr>
          <a:xfrm>
            <a:off x="9572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97C9BE80-8C8E-4CE2-90B8-DD32D4D55624}"/>
              </a:ext>
            </a:extLst>
          </p:cNvPr>
          <p:cNvSpPr>
            <a:spLocks noGrp="1"/>
          </p:cNvSpPr>
          <p:nvPr/>
        </p:nvSpPr>
        <p:spPr>
          <a:xfrm>
            <a:off x="1107281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39CBC62F-46A1-4B50-8E62-8B09696B8B1F}"/>
              </a:ext>
            </a:extLst>
          </p:cNvPr>
          <p:cNvSpPr>
            <a:spLocks noGrp="1"/>
          </p:cNvSpPr>
          <p:nvPr/>
        </p:nvSpPr>
        <p:spPr>
          <a:xfrm>
            <a:off x="1107281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FF4816DC-3C67-46B4-8DBA-4BE0A6730260}"/>
              </a:ext>
            </a:extLst>
          </p:cNvPr>
          <p:cNvSpPr>
            <a:spLocks noGrp="1"/>
          </p:cNvSpPr>
          <p:nvPr/>
        </p:nvSpPr>
        <p:spPr>
          <a:xfrm>
            <a:off x="1107281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9FAAF203-D12C-42BE-BDE6-EB45846C7523}"/>
              </a:ext>
            </a:extLst>
          </p:cNvPr>
          <p:cNvSpPr>
            <a:spLocks noGrp="1"/>
          </p:cNvSpPr>
          <p:nvPr/>
        </p:nvSpPr>
        <p:spPr>
          <a:xfrm>
            <a:off x="148828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3B0448EB-3855-4C2C-80F1-8487CE66A564}"/>
              </a:ext>
            </a:extLst>
          </p:cNvPr>
          <p:cNvSpPr>
            <a:spLocks noGrp="1"/>
          </p:cNvSpPr>
          <p:nvPr/>
        </p:nvSpPr>
        <p:spPr>
          <a:xfrm>
            <a:off x="172640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986AF3C8-14AC-4910-B05B-353A48C58127}"/>
              </a:ext>
            </a:extLst>
          </p:cNvPr>
          <p:cNvSpPr>
            <a:spLocks noGrp="1"/>
          </p:cNvSpPr>
          <p:nvPr/>
        </p:nvSpPr>
        <p:spPr>
          <a:xfrm>
            <a:off x="196453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993C6D56-033A-4616-9E60-6302F2C8BF5C}"/>
              </a:ext>
            </a:extLst>
          </p:cNvPr>
          <p:cNvSpPr>
            <a:spLocks noGrp="1"/>
          </p:cNvSpPr>
          <p:nvPr/>
        </p:nvSpPr>
        <p:spPr>
          <a:xfrm>
            <a:off x="220265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F54BED83-C36C-48C9-B694-BF8AEBBEC427}"/>
              </a:ext>
            </a:extLst>
          </p:cNvPr>
          <p:cNvSpPr>
            <a:spLocks noGrp="1"/>
          </p:cNvSpPr>
          <p:nvPr/>
        </p:nvSpPr>
        <p:spPr>
          <a:xfrm>
            <a:off x="244078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73238945-EDE3-411C-BED1-7D35D72A8297}"/>
              </a:ext>
            </a:extLst>
          </p:cNvPr>
          <p:cNvSpPr>
            <a:spLocks noGrp="1"/>
          </p:cNvSpPr>
          <p:nvPr/>
        </p:nvSpPr>
        <p:spPr>
          <a:xfrm>
            <a:off x="267890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90C7DEE8-A56B-401F-9689-86B1ABD12D29}"/>
              </a:ext>
            </a:extLst>
          </p:cNvPr>
          <p:cNvSpPr>
            <a:spLocks noGrp="1"/>
          </p:cNvSpPr>
          <p:nvPr/>
        </p:nvSpPr>
        <p:spPr>
          <a:xfrm>
            <a:off x="291703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8C73D754-33AD-4893-98AC-BE8787C5B22A}"/>
              </a:ext>
            </a:extLst>
          </p:cNvPr>
          <p:cNvSpPr>
            <a:spLocks noGrp="1"/>
          </p:cNvSpPr>
          <p:nvPr/>
        </p:nvSpPr>
        <p:spPr>
          <a:xfrm>
            <a:off x="315515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1680E88E-D9D8-4594-8580-6580A71CE14D}"/>
              </a:ext>
            </a:extLst>
          </p:cNvPr>
          <p:cNvSpPr>
            <a:spLocks noGrp="1"/>
          </p:cNvSpPr>
          <p:nvPr/>
        </p:nvSpPr>
        <p:spPr>
          <a:xfrm>
            <a:off x="339328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CF35FF1E-CEBC-4167-839A-DD97EADC2A50}"/>
              </a:ext>
            </a:extLst>
          </p:cNvPr>
          <p:cNvSpPr>
            <a:spLocks noGrp="1"/>
          </p:cNvSpPr>
          <p:nvPr/>
        </p:nvSpPr>
        <p:spPr>
          <a:xfrm>
            <a:off x="363140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A2FE2747-4099-4572-9E96-B1A9725E71A5}"/>
              </a:ext>
            </a:extLst>
          </p:cNvPr>
          <p:cNvSpPr>
            <a:spLocks noGrp="1"/>
          </p:cNvSpPr>
          <p:nvPr/>
        </p:nvSpPr>
        <p:spPr>
          <a:xfrm>
            <a:off x="386953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0034BC1A-39C6-4487-997F-C5CA22AADEA0}"/>
              </a:ext>
            </a:extLst>
          </p:cNvPr>
          <p:cNvSpPr>
            <a:spLocks noGrp="1"/>
          </p:cNvSpPr>
          <p:nvPr/>
        </p:nvSpPr>
        <p:spPr>
          <a:xfrm>
            <a:off x="410765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4B95ED1D-B48A-4B05-88F2-A5E30710B5F0}"/>
              </a:ext>
            </a:extLst>
          </p:cNvPr>
          <p:cNvSpPr>
            <a:spLocks noGrp="1"/>
          </p:cNvSpPr>
          <p:nvPr/>
        </p:nvSpPr>
        <p:spPr>
          <a:xfrm>
            <a:off x="434578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93DD38BE-04D3-423B-90F9-739724CC974D}"/>
              </a:ext>
            </a:extLst>
          </p:cNvPr>
          <p:cNvSpPr>
            <a:spLocks noGrp="1"/>
          </p:cNvSpPr>
          <p:nvPr/>
        </p:nvSpPr>
        <p:spPr>
          <a:xfrm>
            <a:off x="458390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6DB3C710-378D-4747-9EC9-6445D4CBC896}"/>
              </a:ext>
            </a:extLst>
          </p:cNvPr>
          <p:cNvSpPr>
            <a:spLocks noGrp="1"/>
          </p:cNvSpPr>
          <p:nvPr/>
        </p:nvSpPr>
        <p:spPr>
          <a:xfrm>
            <a:off x="482203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7C8121B2-3907-4BA4-B584-B140CC5EE939}"/>
              </a:ext>
            </a:extLst>
          </p:cNvPr>
          <p:cNvSpPr>
            <a:spLocks noGrp="1"/>
          </p:cNvSpPr>
          <p:nvPr/>
        </p:nvSpPr>
        <p:spPr>
          <a:xfrm>
            <a:off x="506015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02C12E0B-0E2F-4450-8F0F-26A3F71FE55E}"/>
              </a:ext>
            </a:extLst>
          </p:cNvPr>
          <p:cNvSpPr>
            <a:spLocks noGrp="1"/>
          </p:cNvSpPr>
          <p:nvPr/>
        </p:nvSpPr>
        <p:spPr>
          <a:xfrm>
            <a:off x="529828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EAE92559-0405-4471-B9CD-08CC9D2F9798}"/>
              </a:ext>
            </a:extLst>
          </p:cNvPr>
          <p:cNvSpPr>
            <a:spLocks noGrp="1"/>
          </p:cNvSpPr>
          <p:nvPr/>
        </p:nvSpPr>
        <p:spPr>
          <a:xfrm>
            <a:off x="553640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217ACE8A-7242-4C93-AE7A-125D96D0CB31}"/>
              </a:ext>
            </a:extLst>
          </p:cNvPr>
          <p:cNvSpPr>
            <a:spLocks noGrp="1"/>
          </p:cNvSpPr>
          <p:nvPr/>
        </p:nvSpPr>
        <p:spPr>
          <a:xfrm>
            <a:off x="577453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54D56A78-2B63-43D0-9992-5B67DE7740CB}"/>
              </a:ext>
            </a:extLst>
          </p:cNvPr>
          <p:cNvSpPr>
            <a:spLocks noGrp="1"/>
          </p:cNvSpPr>
          <p:nvPr/>
        </p:nvSpPr>
        <p:spPr>
          <a:xfrm>
            <a:off x="601265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38441454-8529-4B60-9471-E6E3E7923FED}"/>
              </a:ext>
            </a:extLst>
          </p:cNvPr>
          <p:cNvSpPr>
            <a:spLocks noGrp="1"/>
          </p:cNvSpPr>
          <p:nvPr/>
        </p:nvSpPr>
        <p:spPr>
          <a:xfrm>
            <a:off x="625078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3015B9AD-B8E8-4914-8352-33C512D5CE9B}"/>
              </a:ext>
            </a:extLst>
          </p:cNvPr>
          <p:cNvSpPr>
            <a:spLocks noGrp="1"/>
          </p:cNvSpPr>
          <p:nvPr/>
        </p:nvSpPr>
        <p:spPr>
          <a:xfrm>
            <a:off x="648890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D85950CD-D04B-48C2-8232-45161338557B}"/>
              </a:ext>
            </a:extLst>
          </p:cNvPr>
          <p:cNvSpPr>
            <a:spLocks noGrp="1"/>
          </p:cNvSpPr>
          <p:nvPr/>
        </p:nvSpPr>
        <p:spPr>
          <a:xfrm>
            <a:off x="672703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89C3AC31-79B6-416F-8E38-F03225AA9578}"/>
              </a:ext>
            </a:extLst>
          </p:cNvPr>
          <p:cNvSpPr>
            <a:spLocks noGrp="1"/>
          </p:cNvSpPr>
          <p:nvPr/>
        </p:nvSpPr>
        <p:spPr>
          <a:xfrm>
            <a:off x="696515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4B3C6ECE-F565-4106-B530-C78E388EC978}"/>
              </a:ext>
            </a:extLst>
          </p:cNvPr>
          <p:cNvSpPr>
            <a:spLocks noGrp="1"/>
          </p:cNvSpPr>
          <p:nvPr/>
        </p:nvSpPr>
        <p:spPr>
          <a:xfrm>
            <a:off x="720328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306D3975-B46E-4E83-B732-B5BBD2F3AC6A}"/>
              </a:ext>
            </a:extLst>
          </p:cNvPr>
          <p:cNvSpPr>
            <a:spLocks noGrp="1"/>
          </p:cNvSpPr>
          <p:nvPr/>
        </p:nvSpPr>
        <p:spPr>
          <a:xfrm>
            <a:off x="744140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EBB179CD-B574-48AC-82CD-A389E3C4670C}"/>
              </a:ext>
            </a:extLst>
          </p:cNvPr>
          <p:cNvSpPr>
            <a:spLocks noGrp="1"/>
          </p:cNvSpPr>
          <p:nvPr/>
        </p:nvSpPr>
        <p:spPr>
          <a:xfrm>
            <a:off x="767953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2C59640A-A5CA-496B-A9CE-50E72AA5003A}"/>
              </a:ext>
            </a:extLst>
          </p:cNvPr>
          <p:cNvSpPr>
            <a:spLocks noGrp="1"/>
          </p:cNvSpPr>
          <p:nvPr/>
        </p:nvSpPr>
        <p:spPr>
          <a:xfrm>
            <a:off x="791765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3750DCF1-9C91-46C8-97F9-FE654AED55FC}"/>
              </a:ext>
            </a:extLst>
          </p:cNvPr>
          <p:cNvSpPr>
            <a:spLocks noGrp="1"/>
          </p:cNvSpPr>
          <p:nvPr/>
        </p:nvSpPr>
        <p:spPr>
          <a:xfrm>
            <a:off x="815578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940A2592-1405-46E3-857B-BEB8ABC047BE}"/>
              </a:ext>
            </a:extLst>
          </p:cNvPr>
          <p:cNvSpPr>
            <a:spLocks noGrp="1"/>
          </p:cNvSpPr>
          <p:nvPr/>
        </p:nvSpPr>
        <p:spPr>
          <a:xfrm>
            <a:off x="839390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4CCB585B-8687-4417-995D-371298601460}"/>
              </a:ext>
            </a:extLst>
          </p:cNvPr>
          <p:cNvSpPr>
            <a:spLocks noGrp="1"/>
          </p:cNvSpPr>
          <p:nvPr/>
        </p:nvSpPr>
        <p:spPr>
          <a:xfrm>
            <a:off x="863203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18DC71A2-C0CE-4D0B-B300-3A32DA64B75D}"/>
              </a:ext>
            </a:extLst>
          </p:cNvPr>
          <p:cNvSpPr>
            <a:spLocks noGrp="1"/>
          </p:cNvSpPr>
          <p:nvPr/>
        </p:nvSpPr>
        <p:spPr>
          <a:xfrm>
            <a:off x="887015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50E892A2-547F-4224-8085-4A3F5B4427B1}"/>
              </a:ext>
            </a:extLst>
          </p:cNvPr>
          <p:cNvSpPr>
            <a:spLocks noGrp="1"/>
          </p:cNvSpPr>
          <p:nvPr/>
        </p:nvSpPr>
        <p:spPr>
          <a:xfrm>
            <a:off x="910828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A25ABC64-9C34-4EA7-8E4D-B36BEE293C9C}"/>
              </a:ext>
            </a:extLst>
          </p:cNvPr>
          <p:cNvSpPr>
            <a:spLocks noGrp="1"/>
          </p:cNvSpPr>
          <p:nvPr/>
        </p:nvSpPr>
        <p:spPr>
          <a:xfrm>
            <a:off x="934640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09C295AB-6AB2-4551-BCAE-0727C5911420}"/>
              </a:ext>
            </a:extLst>
          </p:cNvPr>
          <p:cNvSpPr>
            <a:spLocks noGrp="1"/>
          </p:cNvSpPr>
          <p:nvPr/>
        </p:nvSpPr>
        <p:spPr>
          <a:xfrm>
            <a:off x="958453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F14552D8-FA4C-4725-8E8B-F7923356C2C6}"/>
              </a:ext>
            </a:extLst>
          </p:cNvPr>
          <p:cNvSpPr>
            <a:spLocks noGrp="1"/>
          </p:cNvSpPr>
          <p:nvPr/>
        </p:nvSpPr>
        <p:spPr>
          <a:xfrm>
            <a:off x="982265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CEAA6E7D-75D2-46D2-A69D-4E7AD0A4FE4A}"/>
              </a:ext>
            </a:extLst>
          </p:cNvPr>
          <p:cNvSpPr>
            <a:spLocks noGrp="1"/>
          </p:cNvSpPr>
          <p:nvPr/>
        </p:nvSpPr>
        <p:spPr>
          <a:xfrm>
            <a:off x="1006078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C5A11594-1A49-4A7A-A8A0-29483F6F5F17}"/>
              </a:ext>
            </a:extLst>
          </p:cNvPr>
          <p:cNvSpPr>
            <a:spLocks noGrp="1"/>
          </p:cNvSpPr>
          <p:nvPr/>
        </p:nvSpPr>
        <p:spPr>
          <a:xfrm>
            <a:off x="1029890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6EA95530-4EAB-4D53-9310-A9BF881CA3C5}"/>
              </a:ext>
            </a:extLst>
          </p:cNvPr>
          <p:cNvSpPr>
            <a:spLocks noGrp="1"/>
          </p:cNvSpPr>
          <p:nvPr/>
        </p:nvSpPr>
        <p:spPr>
          <a:xfrm>
            <a:off x="1053703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36AD4810-7298-4B32-8884-FB06E90E7E8C}"/>
              </a:ext>
            </a:extLst>
          </p:cNvPr>
          <p:cNvSpPr>
            <a:spLocks noGrp="1"/>
          </p:cNvSpPr>
          <p:nvPr/>
        </p:nvSpPr>
        <p:spPr>
          <a:xfrm>
            <a:off x="1077515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5A0B9D78-9525-441F-9ACA-AA700178FA05}"/>
              </a:ext>
            </a:extLst>
          </p:cNvPr>
          <p:cNvSpPr>
            <a:spLocks noGrp="1"/>
          </p:cNvSpPr>
          <p:nvPr/>
        </p:nvSpPr>
        <p:spPr>
          <a:xfrm>
            <a:off x="1101328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C3EB27E7-0810-4AFD-A859-315DE0E64354}"/>
              </a:ext>
            </a:extLst>
          </p:cNvPr>
          <p:cNvSpPr>
            <a:spLocks noGrp="1"/>
          </p:cNvSpPr>
          <p:nvPr/>
        </p:nvSpPr>
        <p:spPr>
          <a:xfrm>
            <a:off x="1125140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1DDF6C3D-41FB-4270-88CA-8C2C4D4CD835}"/>
              </a:ext>
            </a:extLst>
          </p:cNvPr>
          <p:cNvSpPr>
            <a:spLocks noGrp="1"/>
          </p:cNvSpPr>
          <p:nvPr/>
        </p:nvSpPr>
        <p:spPr>
          <a:xfrm>
            <a:off x="1148953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4" name="object-64">
            <a:extLst>
              <a:ext uri="{FF2B5EF4-FFF2-40B4-BE49-F238E27FC236}">
                <a16:creationId xmlns:a16="http://schemas.microsoft.com/office/drawing/2014/main" id="{8FEF93CC-02D1-4FAD-9E5F-62A93448A878}"/>
              </a:ext>
            </a:extLst>
          </p:cNvPr>
          <p:cNvSpPr>
            <a:spLocks noGrp="1"/>
          </p:cNvSpPr>
          <p:nvPr/>
        </p:nvSpPr>
        <p:spPr>
          <a:xfrm>
            <a:off x="1172765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5" name="object-65">
            <a:extLst>
              <a:ext uri="{FF2B5EF4-FFF2-40B4-BE49-F238E27FC236}">
                <a16:creationId xmlns:a16="http://schemas.microsoft.com/office/drawing/2014/main" id="{E8A886FE-1454-46E1-A161-2322B3A64CCA}"/>
              </a:ext>
            </a:extLst>
          </p:cNvPr>
          <p:cNvSpPr>
            <a:spLocks noGrp="1"/>
          </p:cNvSpPr>
          <p:nvPr/>
        </p:nvSpPr>
        <p:spPr>
          <a:xfrm>
            <a:off x="1196578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6" name="object-66">
            <a:extLst>
              <a:ext uri="{FF2B5EF4-FFF2-40B4-BE49-F238E27FC236}">
                <a16:creationId xmlns:a16="http://schemas.microsoft.com/office/drawing/2014/main" id="{4F99E270-ED7C-40B2-AFF6-84AD090848A0}"/>
              </a:ext>
            </a:extLst>
          </p:cNvPr>
          <p:cNvSpPr>
            <a:spLocks noGrp="1"/>
          </p:cNvSpPr>
          <p:nvPr/>
        </p:nvSpPr>
        <p:spPr>
          <a:xfrm>
            <a:off x="1220390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7" name="object-67">
            <a:extLst>
              <a:ext uri="{FF2B5EF4-FFF2-40B4-BE49-F238E27FC236}">
                <a16:creationId xmlns:a16="http://schemas.microsoft.com/office/drawing/2014/main" id="{C7EECB33-9892-48BF-A46D-3C3AE78226C4}"/>
              </a:ext>
            </a:extLst>
          </p:cNvPr>
          <p:cNvSpPr>
            <a:spLocks noGrp="1"/>
          </p:cNvSpPr>
          <p:nvPr/>
        </p:nvSpPr>
        <p:spPr>
          <a:xfrm>
            <a:off x="12442031" y="5310188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8" name="object-68">
            <a:extLst>
              <a:ext uri="{FF2B5EF4-FFF2-40B4-BE49-F238E27FC236}">
                <a16:creationId xmlns:a16="http://schemas.microsoft.com/office/drawing/2014/main" id="{07DA0239-86F7-46AC-98E6-29632BA4BD2E}"/>
              </a:ext>
            </a:extLst>
          </p:cNvPr>
          <p:cNvSpPr>
            <a:spLocks noGrp="1"/>
          </p:cNvSpPr>
          <p:nvPr/>
        </p:nvSpPr>
        <p:spPr>
          <a:xfrm>
            <a:off x="12680156" y="5310188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9" name="object-69">
            <a:extLst>
              <a:ext uri="{FF2B5EF4-FFF2-40B4-BE49-F238E27FC236}">
                <a16:creationId xmlns:a16="http://schemas.microsoft.com/office/drawing/2014/main" id="{8CC883F8-DF76-4495-A3C1-999CB8418F48}"/>
              </a:ext>
            </a:extLst>
          </p:cNvPr>
          <p:cNvSpPr>
            <a:spLocks noGrp="1"/>
          </p:cNvSpPr>
          <p:nvPr/>
        </p:nvSpPr>
        <p:spPr>
          <a:xfrm>
            <a:off x="1488281" y="5988844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0" name="object-70">
            <a:extLst>
              <a:ext uri="{FF2B5EF4-FFF2-40B4-BE49-F238E27FC236}">
                <a16:creationId xmlns:a16="http://schemas.microsoft.com/office/drawing/2014/main" id="{ECEC26DC-8F73-4182-98A6-70C06DE46579}"/>
              </a:ext>
            </a:extLst>
          </p:cNvPr>
          <p:cNvSpPr>
            <a:spLocks noGrp="1"/>
          </p:cNvSpPr>
          <p:nvPr/>
        </p:nvSpPr>
        <p:spPr>
          <a:xfrm>
            <a:off x="1726406" y="5988844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1" name="object-71">
            <a:extLst>
              <a:ext uri="{FF2B5EF4-FFF2-40B4-BE49-F238E27FC236}">
                <a16:creationId xmlns:a16="http://schemas.microsoft.com/office/drawing/2014/main" id="{8E2D13E1-6EB1-41B7-A8EB-E27CC62F9EF3}"/>
              </a:ext>
            </a:extLst>
          </p:cNvPr>
          <p:cNvSpPr>
            <a:spLocks noGrp="1"/>
          </p:cNvSpPr>
          <p:nvPr/>
        </p:nvSpPr>
        <p:spPr>
          <a:xfrm>
            <a:off x="1964531" y="5988844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2" name="object-72">
            <a:extLst>
              <a:ext uri="{FF2B5EF4-FFF2-40B4-BE49-F238E27FC236}">
                <a16:creationId xmlns:a16="http://schemas.microsoft.com/office/drawing/2014/main" id="{C2E0C58B-E7C0-474F-80FC-3BBCC29EE155}"/>
              </a:ext>
            </a:extLst>
          </p:cNvPr>
          <p:cNvSpPr>
            <a:spLocks noGrp="1"/>
          </p:cNvSpPr>
          <p:nvPr/>
        </p:nvSpPr>
        <p:spPr>
          <a:xfrm>
            <a:off x="2202656" y="5988844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3" name="object-73">
            <a:extLst>
              <a:ext uri="{FF2B5EF4-FFF2-40B4-BE49-F238E27FC236}">
                <a16:creationId xmlns:a16="http://schemas.microsoft.com/office/drawing/2014/main" id="{01D9CA48-89EA-4666-AD74-C1001E841232}"/>
              </a:ext>
            </a:extLst>
          </p:cNvPr>
          <p:cNvSpPr>
            <a:spLocks noGrp="1"/>
          </p:cNvSpPr>
          <p:nvPr/>
        </p:nvSpPr>
        <p:spPr>
          <a:xfrm>
            <a:off x="2440781" y="5988844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4" name="object-74">
            <a:extLst>
              <a:ext uri="{FF2B5EF4-FFF2-40B4-BE49-F238E27FC236}">
                <a16:creationId xmlns:a16="http://schemas.microsoft.com/office/drawing/2014/main" id="{397C9466-E82E-4063-99EA-8FA7B095BFB6}"/>
              </a:ext>
            </a:extLst>
          </p:cNvPr>
          <p:cNvSpPr>
            <a:spLocks noGrp="1"/>
          </p:cNvSpPr>
          <p:nvPr/>
        </p:nvSpPr>
        <p:spPr>
          <a:xfrm>
            <a:off x="2678906" y="5988844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5" name="object-75">
            <a:extLst>
              <a:ext uri="{FF2B5EF4-FFF2-40B4-BE49-F238E27FC236}">
                <a16:creationId xmlns:a16="http://schemas.microsoft.com/office/drawing/2014/main" id="{A66EC1EF-95F8-446E-AC55-EADF0C46428C}"/>
              </a:ext>
            </a:extLst>
          </p:cNvPr>
          <p:cNvSpPr>
            <a:spLocks noGrp="1"/>
          </p:cNvSpPr>
          <p:nvPr/>
        </p:nvSpPr>
        <p:spPr>
          <a:xfrm>
            <a:off x="2917031" y="5988844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6" name="object-76">
            <a:extLst>
              <a:ext uri="{FF2B5EF4-FFF2-40B4-BE49-F238E27FC236}">
                <a16:creationId xmlns:a16="http://schemas.microsoft.com/office/drawing/2014/main" id="{20890452-BB30-4B37-A183-7F6C639A0A99}"/>
              </a:ext>
            </a:extLst>
          </p:cNvPr>
          <p:cNvSpPr>
            <a:spLocks noGrp="1"/>
          </p:cNvSpPr>
          <p:nvPr/>
        </p:nvSpPr>
        <p:spPr>
          <a:xfrm>
            <a:off x="315515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7" name="object-77">
            <a:extLst>
              <a:ext uri="{FF2B5EF4-FFF2-40B4-BE49-F238E27FC236}">
                <a16:creationId xmlns:a16="http://schemas.microsoft.com/office/drawing/2014/main" id="{71CE5BA8-540A-4EFB-8822-CBC50AAB8607}"/>
              </a:ext>
            </a:extLst>
          </p:cNvPr>
          <p:cNvSpPr>
            <a:spLocks noGrp="1"/>
          </p:cNvSpPr>
          <p:nvPr/>
        </p:nvSpPr>
        <p:spPr>
          <a:xfrm>
            <a:off x="339328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8" name="object-78">
            <a:extLst>
              <a:ext uri="{FF2B5EF4-FFF2-40B4-BE49-F238E27FC236}">
                <a16:creationId xmlns:a16="http://schemas.microsoft.com/office/drawing/2014/main" id="{62E77067-D279-4D86-955C-BFB0585924E9}"/>
              </a:ext>
            </a:extLst>
          </p:cNvPr>
          <p:cNvSpPr>
            <a:spLocks noGrp="1"/>
          </p:cNvSpPr>
          <p:nvPr/>
        </p:nvSpPr>
        <p:spPr>
          <a:xfrm>
            <a:off x="363140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9" name="object-79">
            <a:extLst>
              <a:ext uri="{FF2B5EF4-FFF2-40B4-BE49-F238E27FC236}">
                <a16:creationId xmlns:a16="http://schemas.microsoft.com/office/drawing/2014/main" id="{0C691AB3-117F-43E9-B7E2-BB3F59BDEDF3}"/>
              </a:ext>
            </a:extLst>
          </p:cNvPr>
          <p:cNvSpPr>
            <a:spLocks noGrp="1"/>
          </p:cNvSpPr>
          <p:nvPr/>
        </p:nvSpPr>
        <p:spPr>
          <a:xfrm>
            <a:off x="386953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0" name="object-80">
            <a:extLst>
              <a:ext uri="{FF2B5EF4-FFF2-40B4-BE49-F238E27FC236}">
                <a16:creationId xmlns:a16="http://schemas.microsoft.com/office/drawing/2014/main" id="{AD27D9A9-BB93-4817-B748-2278169448B1}"/>
              </a:ext>
            </a:extLst>
          </p:cNvPr>
          <p:cNvSpPr>
            <a:spLocks noGrp="1"/>
          </p:cNvSpPr>
          <p:nvPr/>
        </p:nvSpPr>
        <p:spPr>
          <a:xfrm>
            <a:off x="410765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1" name="object-81">
            <a:extLst>
              <a:ext uri="{FF2B5EF4-FFF2-40B4-BE49-F238E27FC236}">
                <a16:creationId xmlns:a16="http://schemas.microsoft.com/office/drawing/2014/main" id="{AC46555D-A067-49AF-B2E2-7B9557B4C556}"/>
              </a:ext>
            </a:extLst>
          </p:cNvPr>
          <p:cNvSpPr>
            <a:spLocks noGrp="1"/>
          </p:cNvSpPr>
          <p:nvPr/>
        </p:nvSpPr>
        <p:spPr>
          <a:xfrm>
            <a:off x="434578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2" name="object-82">
            <a:extLst>
              <a:ext uri="{FF2B5EF4-FFF2-40B4-BE49-F238E27FC236}">
                <a16:creationId xmlns:a16="http://schemas.microsoft.com/office/drawing/2014/main" id="{3DA61800-E7EE-419D-9E19-4C8B00D8CC75}"/>
              </a:ext>
            </a:extLst>
          </p:cNvPr>
          <p:cNvSpPr>
            <a:spLocks noGrp="1"/>
          </p:cNvSpPr>
          <p:nvPr/>
        </p:nvSpPr>
        <p:spPr>
          <a:xfrm>
            <a:off x="458390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3" name="object-83">
            <a:extLst>
              <a:ext uri="{FF2B5EF4-FFF2-40B4-BE49-F238E27FC236}">
                <a16:creationId xmlns:a16="http://schemas.microsoft.com/office/drawing/2014/main" id="{3EB4268D-9014-469B-AE27-B502412B8164}"/>
              </a:ext>
            </a:extLst>
          </p:cNvPr>
          <p:cNvSpPr>
            <a:spLocks noGrp="1"/>
          </p:cNvSpPr>
          <p:nvPr/>
        </p:nvSpPr>
        <p:spPr>
          <a:xfrm>
            <a:off x="482203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4" name="object-84">
            <a:extLst>
              <a:ext uri="{FF2B5EF4-FFF2-40B4-BE49-F238E27FC236}">
                <a16:creationId xmlns:a16="http://schemas.microsoft.com/office/drawing/2014/main" id="{78B71B37-C243-483A-BB88-4868CF42FA09}"/>
              </a:ext>
            </a:extLst>
          </p:cNvPr>
          <p:cNvSpPr>
            <a:spLocks noGrp="1"/>
          </p:cNvSpPr>
          <p:nvPr/>
        </p:nvSpPr>
        <p:spPr>
          <a:xfrm>
            <a:off x="506015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5" name="object-85">
            <a:extLst>
              <a:ext uri="{FF2B5EF4-FFF2-40B4-BE49-F238E27FC236}">
                <a16:creationId xmlns:a16="http://schemas.microsoft.com/office/drawing/2014/main" id="{EE15E29F-469F-4175-A292-C81014C62B26}"/>
              </a:ext>
            </a:extLst>
          </p:cNvPr>
          <p:cNvSpPr>
            <a:spLocks noGrp="1"/>
          </p:cNvSpPr>
          <p:nvPr/>
        </p:nvSpPr>
        <p:spPr>
          <a:xfrm>
            <a:off x="529828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6" name="object-86">
            <a:extLst>
              <a:ext uri="{FF2B5EF4-FFF2-40B4-BE49-F238E27FC236}">
                <a16:creationId xmlns:a16="http://schemas.microsoft.com/office/drawing/2014/main" id="{1A2B9908-F984-4311-98E8-E250E7FFDDE3}"/>
              </a:ext>
            </a:extLst>
          </p:cNvPr>
          <p:cNvSpPr>
            <a:spLocks noGrp="1"/>
          </p:cNvSpPr>
          <p:nvPr/>
        </p:nvSpPr>
        <p:spPr>
          <a:xfrm>
            <a:off x="553640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7" name="object-87">
            <a:extLst>
              <a:ext uri="{FF2B5EF4-FFF2-40B4-BE49-F238E27FC236}">
                <a16:creationId xmlns:a16="http://schemas.microsoft.com/office/drawing/2014/main" id="{B32B5737-7AFC-4991-896F-01BDA0FF005D}"/>
              </a:ext>
            </a:extLst>
          </p:cNvPr>
          <p:cNvSpPr>
            <a:spLocks noGrp="1"/>
          </p:cNvSpPr>
          <p:nvPr/>
        </p:nvSpPr>
        <p:spPr>
          <a:xfrm>
            <a:off x="577453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8" name="object-88">
            <a:extLst>
              <a:ext uri="{FF2B5EF4-FFF2-40B4-BE49-F238E27FC236}">
                <a16:creationId xmlns:a16="http://schemas.microsoft.com/office/drawing/2014/main" id="{B251B1D7-F92D-4B84-AC1A-97714ACCA9F3}"/>
              </a:ext>
            </a:extLst>
          </p:cNvPr>
          <p:cNvSpPr>
            <a:spLocks noGrp="1"/>
          </p:cNvSpPr>
          <p:nvPr/>
        </p:nvSpPr>
        <p:spPr>
          <a:xfrm>
            <a:off x="601265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9" name="object-89">
            <a:extLst>
              <a:ext uri="{FF2B5EF4-FFF2-40B4-BE49-F238E27FC236}">
                <a16:creationId xmlns:a16="http://schemas.microsoft.com/office/drawing/2014/main" id="{77587342-53FF-4242-8F9B-4E21424A92DC}"/>
              </a:ext>
            </a:extLst>
          </p:cNvPr>
          <p:cNvSpPr>
            <a:spLocks noGrp="1"/>
          </p:cNvSpPr>
          <p:nvPr/>
        </p:nvSpPr>
        <p:spPr>
          <a:xfrm>
            <a:off x="625078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0" name="object-90">
            <a:extLst>
              <a:ext uri="{FF2B5EF4-FFF2-40B4-BE49-F238E27FC236}">
                <a16:creationId xmlns:a16="http://schemas.microsoft.com/office/drawing/2014/main" id="{3A16412A-240A-4BA9-B5F5-5C4CB545207B}"/>
              </a:ext>
            </a:extLst>
          </p:cNvPr>
          <p:cNvSpPr>
            <a:spLocks noGrp="1"/>
          </p:cNvSpPr>
          <p:nvPr/>
        </p:nvSpPr>
        <p:spPr>
          <a:xfrm>
            <a:off x="648890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1" name="object-91">
            <a:extLst>
              <a:ext uri="{FF2B5EF4-FFF2-40B4-BE49-F238E27FC236}">
                <a16:creationId xmlns:a16="http://schemas.microsoft.com/office/drawing/2014/main" id="{DB71504F-CC79-4C33-B3A5-EE9C8D3AA86C}"/>
              </a:ext>
            </a:extLst>
          </p:cNvPr>
          <p:cNvSpPr>
            <a:spLocks noGrp="1"/>
          </p:cNvSpPr>
          <p:nvPr/>
        </p:nvSpPr>
        <p:spPr>
          <a:xfrm>
            <a:off x="672703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2" name="object-92">
            <a:extLst>
              <a:ext uri="{FF2B5EF4-FFF2-40B4-BE49-F238E27FC236}">
                <a16:creationId xmlns:a16="http://schemas.microsoft.com/office/drawing/2014/main" id="{FAE04DDF-95D6-4583-A36B-A15C558A9D1A}"/>
              </a:ext>
            </a:extLst>
          </p:cNvPr>
          <p:cNvSpPr>
            <a:spLocks noGrp="1"/>
          </p:cNvSpPr>
          <p:nvPr/>
        </p:nvSpPr>
        <p:spPr>
          <a:xfrm>
            <a:off x="696515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3" name="object-93">
            <a:extLst>
              <a:ext uri="{FF2B5EF4-FFF2-40B4-BE49-F238E27FC236}">
                <a16:creationId xmlns:a16="http://schemas.microsoft.com/office/drawing/2014/main" id="{502C3E6B-63E5-4F45-AB11-AA7F0861F829}"/>
              </a:ext>
            </a:extLst>
          </p:cNvPr>
          <p:cNvSpPr>
            <a:spLocks noGrp="1"/>
          </p:cNvSpPr>
          <p:nvPr/>
        </p:nvSpPr>
        <p:spPr>
          <a:xfrm>
            <a:off x="720328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4" name="object-94">
            <a:extLst>
              <a:ext uri="{FF2B5EF4-FFF2-40B4-BE49-F238E27FC236}">
                <a16:creationId xmlns:a16="http://schemas.microsoft.com/office/drawing/2014/main" id="{3C6BA2DA-5920-470F-886A-F22C39873683}"/>
              </a:ext>
            </a:extLst>
          </p:cNvPr>
          <p:cNvSpPr>
            <a:spLocks noGrp="1"/>
          </p:cNvSpPr>
          <p:nvPr/>
        </p:nvSpPr>
        <p:spPr>
          <a:xfrm>
            <a:off x="744140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5" name="object-95">
            <a:extLst>
              <a:ext uri="{FF2B5EF4-FFF2-40B4-BE49-F238E27FC236}">
                <a16:creationId xmlns:a16="http://schemas.microsoft.com/office/drawing/2014/main" id="{3C4DCEF2-6C54-406A-85F8-BACE45065F5E}"/>
              </a:ext>
            </a:extLst>
          </p:cNvPr>
          <p:cNvSpPr>
            <a:spLocks noGrp="1"/>
          </p:cNvSpPr>
          <p:nvPr/>
        </p:nvSpPr>
        <p:spPr>
          <a:xfrm>
            <a:off x="767953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6" name="object-96">
            <a:extLst>
              <a:ext uri="{FF2B5EF4-FFF2-40B4-BE49-F238E27FC236}">
                <a16:creationId xmlns:a16="http://schemas.microsoft.com/office/drawing/2014/main" id="{2B67EB52-DB3F-4E16-9181-3F0F83E5CD9F}"/>
              </a:ext>
            </a:extLst>
          </p:cNvPr>
          <p:cNvSpPr>
            <a:spLocks noGrp="1"/>
          </p:cNvSpPr>
          <p:nvPr/>
        </p:nvSpPr>
        <p:spPr>
          <a:xfrm>
            <a:off x="791765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7" name="object-97">
            <a:extLst>
              <a:ext uri="{FF2B5EF4-FFF2-40B4-BE49-F238E27FC236}">
                <a16:creationId xmlns:a16="http://schemas.microsoft.com/office/drawing/2014/main" id="{0A775CAF-F55A-4598-BC7C-C761E5D15DAA}"/>
              </a:ext>
            </a:extLst>
          </p:cNvPr>
          <p:cNvSpPr>
            <a:spLocks noGrp="1"/>
          </p:cNvSpPr>
          <p:nvPr/>
        </p:nvSpPr>
        <p:spPr>
          <a:xfrm>
            <a:off x="815578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8" name="object-98">
            <a:extLst>
              <a:ext uri="{FF2B5EF4-FFF2-40B4-BE49-F238E27FC236}">
                <a16:creationId xmlns:a16="http://schemas.microsoft.com/office/drawing/2014/main" id="{B03544C2-8C2A-487A-912E-7D653CE5BCE1}"/>
              </a:ext>
            </a:extLst>
          </p:cNvPr>
          <p:cNvSpPr>
            <a:spLocks noGrp="1"/>
          </p:cNvSpPr>
          <p:nvPr/>
        </p:nvSpPr>
        <p:spPr>
          <a:xfrm>
            <a:off x="839390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9" name="object-99">
            <a:extLst>
              <a:ext uri="{FF2B5EF4-FFF2-40B4-BE49-F238E27FC236}">
                <a16:creationId xmlns:a16="http://schemas.microsoft.com/office/drawing/2014/main" id="{50AE00FD-A9DB-4E70-8C5E-B04EF41C5843}"/>
              </a:ext>
            </a:extLst>
          </p:cNvPr>
          <p:cNvSpPr>
            <a:spLocks noGrp="1"/>
          </p:cNvSpPr>
          <p:nvPr/>
        </p:nvSpPr>
        <p:spPr>
          <a:xfrm>
            <a:off x="863203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0" name="object-100">
            <a:extLst>
              <a:ext uri="{FF2B5EF4-FFF2-40B4-BE49-F238E27FC236}">
                <a16:creationId xmlns:a16="http://schemas.microsoft.com/office/drawing/2014/main" id="{BA5B2B04-271C-473E-8F2D-57DD26966A6E}"/>
              </a:ext>
            </a:extLst>
          </p:cNvPr>
          <p:cNvSpPr>
            <a:spLocks noGrp="1"/>
          </p:cNvSpPr>
          <p:nvPr/>
        </p:nvSpPr>
        <p:spPr>
          <a:xfrm>
            <a:off x="887015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1" name="object-101">
            <a:extLst>
              <a:ext uri="{FF2B5EF4-FFF2-40B4-BE49-F238E27FC236}">
                <a16:creationId xmlns:a16="http://schemas.microsoft.com/office/drawing/2014/main" id="{6CA93AB3-12A1-43A6-900A-E41DB95C4F42}"/>
              </a:ext>
            </a:extLst>
          </p:cNvPr>
          <p:cNvSpPr>
            <a:spLocks noGrp="1"/>
          </p:cNvSpPr>
          <p:nvPr/>
        </p:nvSpPr>
        <p:spPr>
          <a:xfrm>
            <a:off x="910828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2" name="object-102">
            <a:extLst>
              <a:ext uri="{FF2B5EF4-FFF2-40B4-BE49-F238E27FC236}">
                <a16:creationId xmlns:a16="http://schemas.microsoft.com/office/drawing/2014/main" id="{1273CFB6-CE54-41FC-8868-B2DA9951436B}"/>
              </a:ext>
            </a:extLst>
          </p:cNvPr>
          <p:cNvSpPr>
            <a:spLocks noGrp="1"/>
          </p:cNvSpPr>
          <p:nvPr/>
        </p:nvSpPr>
        <p:spPr>
          <a:xfrm>
            <a:off x="934640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3" name="object-103">
            <a:extLst>
              <a:ext uri="{FF2B5EF4-FFF2-40B4-BE49-F238E27FC236}">
                <a16:creationId xmlns:a16="http://schemas.microsoft.com/office/drawing/2014/main" id="{0C09F83D-7C82-476E-9BA1-0EAEDFF8DB64}"/>
              </a:ext>
            </a:extLst>
          </p:cNvPr>
          <p:cNvSpPr>
            <a:spLocks noGrp="1"/>
          </p:cNvSpPr>
          <p:nvPr/>
        </p:nvSpPr>
        <p:spPr>
          <a:xfrm>
            <a:off x="958453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4" name="object-104">
            <a:extLst>
              <a:ext uri="{FF2B5EF4-FFF2-40B4-BE49-F238E27FC236}">
                <a16:creationId xmlns:a16="http://schemas.microsoft.com/office/drawing/2014/main" id="{D454E9FA-1E1E-424A-AC7F-AF196ED0699E}"/>
              </a:ext>
            </a:extLst>
          </p:cNvPr>
          <p:cNvSpPr>
            <a:spLocks noGrp="1"/>
          </p:cNvSpPr>
          <p:nvPr/>
        </p:nvSpPr>
        <p:spPr>
          <a:xfrm>
            <a:off x="982265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5" name="object-105">
            <a:extLst>
              <a:ext uri="{FF2B5EF4-FFF2-40B4-BE49-F238E27FC236}">
                <a16:creationId xmlns:a16="http://schemas.microsoft.com/office/drawing/2014/main" id="{BB577DDB-DC3D-420F-989E-58A61890A06D}"/>
              </a:ext>
            </a:extLst>
          </p:cNvPr>
          <p:cNvSpPr>
            <a:spLocks noGrp="1"/>
          </p:cNvSpPr>
          <p:nvPr/>
        </p:nvSpPr>
        <p:spPr>
          <a:xfrm>
            <a:off x="1006078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6" name="object-106">
            <a:extLst>
              <a:ext uri="{FF2B5EF4-FFF2-40B4-BE49-F238E27FC236}">
                <a16:creationId xmlns:a16="http://schemas.microsoft.com/office/drawing/2014/main" id="{F415260F-C851-4A16-BB15-2D615FB3D886}"/>
              </a:ext>
            </a:extLst>
          </p:cNvPr>
          <p:cNvSpPr>
            <a:spLocks noGrp="1"/>
          </p:cNvSpPr>
          <p:nvPr/>
        </p:nvSpPr>
        <p:spPr>
          <a:xfrm>
            <a:off x="1029890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7" name="object-107">
            <a:extLst>
              <a:ext uri="{FF2B5EF4-FFF2-40B4-BE49-F238E27FC236}">
                <a16:creationId xmlns:a16="http://schemas.microsoft.com/office/drawing/2014/main" id="{1D6683B2-83A8-4CBD-937D-C162CCAB2371}"/>
              </a:ext>
            </a:extLst>
          </p:cNvPr>
          <p:cNvSpPr>
            <a:spLocks noGrp="1"/>
          </p:cNvSpPr>
          <p:nvPr/>
        </p:nvSpPr>
        <p:spPr>
          <a:xfrm>
            <a:off x="1053703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8" name="object-108">
            <a:extLst>
              <a:ext uri="{FF2B5EF4-FFF2-40B4-BE49-F238E27FC236}">
                <a16:creationId xmlns:a16="http://schemas.microsoft.com/office/drawing/2014/main" id="{DC1551DD-A875-46A3-9732-2E46C20E4310}"/>
              </a:ext>
            </a:extLst>
          </p:cNvPr>
          <p:cNvSpPr>
            <a:spLocks noGrp="1"/>
          </p:cNvSpPr>
          <p:nvPr/>
        </p:nvSpPr>
        <p:spPr>
          <a:xfrm>
            <a:off x="1077515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9" name="object-109">
            <a:extLst>
              <a:ext uri="{FF2B5EF4-FFF2-40B4-BE49-F238E27FC236}">
                <a16:creationId xmlns:a16="http://schemas.microsoft.com/office/drawing/2014/main" id="{E8E1692D-CDBC-4930-BE13-7BA370E1A1FE}"/>
              </a:ext>
            </a:extLst>
          </p:cNvPr>
          <p:cNvSpPr>
            <a:spLocks noGrp="1"/>
          </p:cNvSpPr>
          <p:nvPr/>
        </p:nvSpPr>
        <p:spPr>
          <a:xfrm>
            <a:off x="1101328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0" name="object-110">
            <a:extLst>
              <a:ext uri="{FF2B5EF4-FFF2-40B4-BE49-F238E27FC236}">
                <a16:creationId xmlns:a16="http://schemas.microsoft.com/office/drawing/2014/main" id="{A59FC9AD-87F3-4D46-86D4-6CEFA45F6760}"/>
              </a:ext>
            </a:extLst>
          </p:cNvPr>
          <p:cNvSpPr>
            <a:spLocks noGrp="1"/>
          </p:cNvSpPr>
          <p:nvPr/>
        </p:nvSpPr>
        <p:spPr>
          <a:xfrm>
            <a:off x="1125140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1" name="object-111">
            <a:extLst>
              <a:ext uri="{FF2B5EF4-FFF2-40B4-BE49-F238E27FC236}">
                <a16:creationId xmlns:a16="http://schemas.microsoft.com/office/drawing/2014/main" id="{38CA6102-D13E-4F50-AEF8-38486578F14F}"/>
              </a:ext>
            </a:extLst>
          </p:cNvPr>
          <p:cNvSpPr>
            <a:spLocks noGrp="1"/>
          </p:cNvSpPr>
          <p:nvPr/>
        </p:nvSpPr>
        <p:spPr>
          <a:xfrm>
            <a:off x="1148953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2" name="object-112">
            <a:extLst>
              <a:ext uri="{FF2B5EF4-FFF2-40B4-BE49-F238E27FC236}">
                <a16:creationId xmlns:a16="http://schemas.microsoft.com/office/drawing/2014/main" id="{40D18B7C-0E45-4512-8F9C-CEDD3D3178B6}"/>
              </a:ext>
            </a:extLst>
          </p:cNvPr>
          <p:cNvSpPr>
            <a:spLocks noGrp="1"/>
          </p:cNvSpPr>
          <p:nvPr/>
        </p:nvSpPr>
        <p:spPr>
          <a:xfrm>
            <a:off x="1172765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3" name="object-113">
            <a:extLst>
              <a:ext uri="{FF2B5EF4-FFF2-40B4-BE49-F238E27FC236}">
                <a16:creationId xmlns:a16="http://schemas.microsoft.com/office/drawing/2014/main" id="{E07CD143-C051-464B-907B-4CA042692D1B}"/>
              </a:ext>
            </a:extLst>
          </p:cNvPr>
          <p:cNvSpPr>
            <a:spLocks noGrp="1"/>
          </p:cNvSpPr>
          <p:nvPr/>
        </p:nvSpPr>
        <p:spPr>
          <a:xfrm>
            <a:off x="1196578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4" name="object-114">
            <a:extLst>
              <a:ext uri="{FF2B5EF4-FFF2-40B4-BE49-F238E27FC236}">
                <a16:creationId xmlns:a16="http://schemas.microsoft.com/office/drawing/2014/main" id="{2A1FF9A8-B7FF-472A-A5EA-424A2CB906C5}"/>
              </a:ext>
            </a:extLst>
          </p:cNvPr>
          <p:cNvSpPr>
            <a:spLocks noGrp="1"/>
          </p:cNvSpPr>
          <p:nvPr/>
        </p:nvSpPr>
        <p:spPr>
          <a:xfrm>
            <a:off x="1220390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5" name="object-115">
            <a:extLst>
              <a:ext uri="{FF2B5EF4-FFF2-40B4-BE49-F238E27FC236}">
                <a16:creationId xmlns:a16="http://schemas.microsoft.com/office/drawing/2014/main" id="{31C8765A-2335-4227-8F36-E8CF96E88005}"/>
              </a:ext>
            </a:extLst>
          </p:cNvPr>
          <p:cNvSpPr>
            <a:spLocks noGrp="1"/>
          </p:cNvSpPr>
          <p:nvPr/>
        </p:nvSpPr>
        <p:spPr>
          <a:xfrm>
            <a:off x="1244203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6" name="object-116">
            <a:extLst>
              <a:ext uri="{FF2B5EF4-FFF2-40B4-BE49-F238E27FC236}">
                <a16:creationId xmlns:a16="http://schemas.microsoft.com/office/drawing/2014/main" id="{6EACD6F6-D0E5-474E-9F6C-721F51AEA61A}"/>
              </a:ext>
            </a:extLst>
          </p:cNvPr>
          <p:cNvSpPr>
            <a:spLocks noGrp="1"/>
          </p:cNvSpPr>
          <p:nvPr/>
        </p:nvSpPr>
        <p:spPr>
          <a:xfrm>
            <a:off x="1268015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7" name="object-117">
            <a:extLst>
              <a:ext uri="{FF2B5EF4-FFF2-40B4-BE49-F238E27FC236}">
                <a16:creationId xmlns:a16="http://schemas.microsoft.com/office/drawing/2014/main" id="{D9A45779-6155-421B-A79A-301EFD106506}"/>
              </a:ext>
            </a:extLst>
          </p:cNvPr>
          <p:cNvSpPr>
            <a:spLocks noGrp="1"/>
          </p:cNvSpPr>
          <p:nvPr/>
        </p:nvSpPr>
        <p:spPr>
          <a:xfrm>
            <a:off x="1488281" y="5310188"/>
            <a:ext cx="28575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118" name="object-118">
            <a:extLst>
              <a:ext uri="{FF2B5EF4-FFF2-40B4-BE49-F238E27FC236}">
                <a16:creationId xmlns:a16="http://schemas.microsoft.com/office/drawing/2014/main" id="{B8192698-4ED7-408D-81B3-A87D09E7A9E3}"/>
              </a:ext>
            </a:extLst>
          </p:cNvPr>
          <p:cNvSpPr>
            <a:spLocks noGrp="1"/>
          </p:cNvSpPr>
          <p:nvPr/>
        </p:nvSpPr>
        <p:spPr>
          <a:xfrm>
            <a:off x="1488281" y="5988844"/>
            <a:ext cx="28575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119" name="object-119">
            <a:extLst>
              <a:ext uri="{FF2B5EF4-FFF2-40B4-BE49-F238E27FC236}">
                <a16:creationId xmlns:a16="http://schemas.microsoft.com/office/drawing/2014/main" id="{410B5927-173B-4A7D-86C5-BE789E788B31}"/>
              </a:ext>
            </a:extLst>
          </p:cNvPr>
          <p:cNvSpPr>
            <a:spLocks noGrp="1"/>
          </p:cNvSpPr>
          <p:nvPr/>
        </p:nvSpPr>
        <p:spPr>
          <a:xfrm>
            <a:off x="4345781" y="5310188"/>
            <a:ext cx="28575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120" name="object-120">
            <a:extLst>
              <a:ext uri="{FF2B5EF4-FFF2-40B4-BE49-F238E27FC236}">
                <a16:creationId xmlns:a16="http://schemas.microsoft.com/office/drawing/2014/main" id="{5B657D03-F47F-4A3C-A442-284EE64D1366}"/>
              </a:ext>
            </a:extLst>
          </p:cNvPr>
          <p:cNvSpPr>
            <a:spLocks noGrp="1"/>
          </p:cNvSpPr>
          <p:nvPr/>
        </p:nvSpPr>
        <p:spPr>
          <a:xfrm>
            <a:off x="4345781" y="5988844"/>
            <a:ext cx="28575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121" name="object-121">
            <a:extLst>
              <a:ext uri="{FF2B5EF4-FFF2-40B4-BE49-F238E27FC236}">
                <a16:creationId xmlns:a16="http://schemas.microsoft.com/office/drawing/2014/main" id="{41120009-9D1E-45A7-B067-309C9E02F486}"/>
              </a:ext>
            </a:extLst>
          </p:cNvPr>
          <p:cNvSpPr>
            <a:spLocks noGrp="1"/>
          </p:cNvSpPr>
          <p:nvPr/>
        </p:nvSpPr>
        <p:spPr>
          <a:xfrm>
            <a:off x="7203281" y="5310188"/>
            <a:ext cx="28575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122" name="object-122">
            <a:extLst>
              <a:ext uri="{FF2B5EF4-FFF2-40B4-BE49-F238E27FC236}">
                <a16:creationId xmlns:a16="http://schemas.microsoft.com/office/drawing/2014/main" id="{C6D31ACE-8201-4225-82B5-00908E5CC4E0}"/>
              </a:ext>
            </a:extLst>
          </p:cNvPr>
          <p:cNvSpPr>
            <a:spLocks noGrp="1"/>
          </p:cNvSpPr>
          <p:nvPr/>
        </p:nvSpPr>
        <p:spPr>
          <a:xfrm>
            <a:off x="7203281" y="5988844"/>
            <a:ext cx="28575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123" name="object-123">
            <a:extLst>
              <a:ext uri="{FF2B5EF4-FFF2-40B4-BE49-F238E27FC236}">
                <a16:creationId xmlns:a16="http://schemas.microsoft.com/office/drawing/2014/main" id="{16F34F3F-DCAE-4A5B-8A31-4C813F858BE6}"/>
              </a:ext>
            </a:extLst>
          </p:cNvPr>
          <p:cNvSpPr>
            <a:spLocks noGrp="1"/>
          </p:cNvSpPr>
          <p:nvPr/>
        </p:nvSpPr>
        <p:spPr>
          <a:xfrm>
            <a:off x="10060781" y="5310188"/>
            <a:ext cx="28575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124" name="object-124">
            <a:extLst>
              <a:ext uri="{FF2B5EF4-FFF2-40B4-BE49-F238E27FC236}">
                <a16:creationId xmlns:a16="http://schemas.microsoft.com/office/drawing/2014/main" id="{8EBCBCCE-55AA-47A0-BCC7-B8C478724432}"/>
              </a:ext>
            </a:extLst>
          </p:cNvPr>
          <p:cNvSpPr>
            <a:spLocks noGrp="1"/>
          </p:cNvSpPr>
          <p:nvPr/>
        </p:nvSpPr>
        <p:spPr>
          <a:xfrm>
            <a:off x="10060781" y="5988844"/>
            <a:ext cx="28575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125" name="object-125">
            <a:extLst>
              <a:ext uri="{FF2B5EF4-FFF2-40B4-BE49-F238E27FC236}">
                <a16:creationId xmlns:a16="http://schemas.microsoft.com/office/drawing/2014/main" id="{2D4A402F-3175-4541-BB22-ADD0346C97F8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46 + 7 = 53; the denominator stays 12.</a:t>
            </a:r>
          </a:p>
        </p:txBody>
      </p:sp>
      <p:sp>
        <p:nvSpPr>
          <p:cNvPr id="126" name="object-126">
            <a:extLst>
              <a:ext uri="{FF2B5EF4-FFF2-40B4-BE49-F238E27FC236}">
                <a16:creationId xmlns:a16="http://schemas.microsoft.com/office/drawing/2014/main" id="{BA205B2B-A2F6-4097-96E0-C167EE487DEE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4 5/12</a:t>
            </a:r>
          </a:p>
        </p:txBody>
      </p:sp>
    </p:spTree>
    <p:extLst>
      <p:ext uri="{BB962C8B-B14F-4D97-AF65-F5344CB8AC3E}">
        <p14:creationId xmlns:p14="http://schemas.microsoft.com/office/powerpoint/2010/main" val="1708983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1" fill="hold">
                      <p:stCondLst>
                        <p:cond delay="indefinite"/>
                      </p:stCondLst>
                      <p:childTnLst>
                        <p:par>
                          <p:cTn id="232" fill="hold">
                            <p:stCondLst>
                              <p:cond delay="0"/>
                            </p:stCondLst>
                            <p:childTnLst>
                              <p:par>
                                <p:cTn id="2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5" fill="hold">
                      <p:stCondLst>
                        <p:cond delay="indefinite"/>
                      </p:stCondLst>
                      <p:childTnLst>
                        <p:par>
                          <p:cTn id="236" fill="hold">
                            <p:stCondLst>
                              <p:cond delay="0"/>
                            </p:stCondLst>
                            <p:childTnLst>
                              <p:par>
                                <p:cTn id="2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6" grpId="0"/>
      <p:bldP spid="17" grpId="0"/>
      <p:bldP spid="18" grpId="0"/>
      <p:bldP spid="20" grpId="0"/>
      <p:bldP spid="125" grpId="0"/>
      <p:bldP spid="12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4DA5DECF-6ED1-4693-8422-1AA09D483F75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DB2A2BE6-205E-4701-8487-421CB5FFA083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CABD6C61-226A-45A8-8C27-EDDA4A271D8C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4FA791EE-D80A-4EB8-A464-B0080E8D361B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E22C57EE-69B7-4945-82B0-C2083D865F04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Retrieve fraction methods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376C117B-FA8F-4A21-99A5-CD30E5628C38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A58BF11D-E2B2-4F2C-ADC2-60DCD074843A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D3CAFBAA-9F51-4C4B-91D1-078C82027811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5/6 + 7/12.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238452C1-9220-4B71-9A5C-EAE09F04F26C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58F7F6D1-1F90-459E-951E-319A8E6E86AC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37.5% of 640.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716F1353-EC2B-45E2-BC44-0333590BC2C4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20282A6B-072E-4EC3-848B-181795E843B9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Simplify 45:60 and find an equivalent ratio with first part 12.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CEF1D337-418B-41A0-8D2A-E4B019EABEDE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A5E9B5D5-1F76-4185-BE1A-49EB15C9326A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Calculate 5/6 + 7/12.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F9D489F0-0D4D-4A14-9D8A-94CEAA7700D3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838AA545-B0CB-47EF-9E61-FD49C3878229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Find 37.5% of 640.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40B97323-DA14-4D4C-930B-443EB47644EA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98D840B2-AA0D-4C04-A684-BEB9531E090D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Simplify 45:60 and find an equivalent ratio with first part 12.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20ABFAA1-2E3F-4EC1-9B0A-FD3F805ABD48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EC02FADB-5AC1-4AA9-871A-AFF969ECEFF9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A recipe uses 3/4 kg for 6 people. How much is needed for 14 people?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CAF6A87B-56E6-46AE-8A07-AA073E1DB825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CF024858-CBD3-463C-A2C4-65A0AB35C3C8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chooses a familiar method before identifying the number type and relationship.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C7FDDBD4-4F6F-484C-B19A-B90D304FF302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6CB842C4-610A-42EA-962A-868812EFD94E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2B43E011-051C-4DF8-B7CE-5B3F89DE5731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5EAAC801-5798-4566-AE73-054928E64E49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Simplify 45:60 and find an equivalent ratio with first part 12.</a:t>
            </a:r>
          </a:p>
        </p:txBody>
      </p:sp>
    </p:spTree>
    <p:extLst>
      <p:ext uri="{BB962C8B-B14F-4D97-AF65-F5344CB8AC3E}">
        <p14:creationId xmlns:p14="http://schemas.microsoft.com/office/powerpoint/2010/main" val="11956953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7814C729-73AA-410D-B3D5-A9DE049DAC5E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D284141F-90EC-46FE-A7B3-F1EA26050B3F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7CE729D0-6C0D-4F54-A1CA-5A5871DF2DA8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861B0E1-B97B-4799-B20B-16DF1F55AD5E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Retrieve fraction methods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C22FECE0-8D79-4325-823F-68D3009A73D1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52B95E20-E730-4331-9DD5-D78252D5ED91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D1D839FB-B08B-450F-A6BA-7A57F985D35A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 5/12.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500760A9-1BDF-46B7-9436-48F2B8F93FA7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81125B24-E553-414F-8CD3-61F3ADA2C801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240.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4B46F1AE-739A-423E-873F-384C31E42019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C76A539D-F421-4F20-9D36-8D0C8C94463D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3:4 and 12:16.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E6DE0F5A-EB26-4465-93B0-85139A055991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B1D7A163-FC00-46B2-A5A5-3AFEBD0BBADE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 5/12.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5C8883AC-D728-4800-A1FA-A83A13CB7CB0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BF081E69-A52F-4197-B0C6-E2052304AB6C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240.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86118481-C46B-4FA9-B666-3A0D0949F4CA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2C64B7FE-F788-478F-99B0-208A3DE8CFAD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3:4 and 12:16.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B912C96E-986F-4757-97C2-BDE172005BD3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6C00FA3D-F5B0-4C77-ABE1-6D414DCBC0C9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 3/4 kg.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BF666DD8-BDE2-4EE4-A507-01D92F710976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B8FC884D-FD2F-474D-AD28-053477E57283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Name the domain first, represent the relationship, then choose and check the calculation.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89D255E4-6D31-407B-93ED-B2C53D52F58F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94EA6E5C-B4D5-4FB0-8F28-610776D963CB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31BDDD06-90DD-4C42-AC3C-396FE7E6DD6F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7418ABE5-2050-4E78-A18E-364AA47BDBAA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63018753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1260</Words>
  <Application>Microsoft Office PowerPoint</Application>
  <DocSecurity>0</DocSecurity>
  <PresentationFormat>Custom</PresentationFormat>
  <Paragraphs>178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2026-09-14T13:19:18Z</dcterms:created>
  <dcterms:modified xsi:type="dcterms:W3CDTF">2026-09-14T13:20:33Z</dcterms:modified>
</cp:coreProperties>
</file>