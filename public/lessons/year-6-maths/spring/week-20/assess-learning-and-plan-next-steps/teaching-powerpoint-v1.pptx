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eca9e4acc4051" /><Relationship Type="http://schemas.openxmlformats.org/officeDocument/2006/relationships/extended-properties" Target="/docProps/app.xml" Id="R8f4bfff7043e4182" /><Relationship Type="http://schemas.openxmlformats.org/officeDocument/2006/relationships/officeDocument" Target="/ppt/presentation.xml" Id="Refd0e4a482884b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a25aeaf2d472f"/>
  </p:sldMasterIdLst>
  <p:notesMasterIdLst>
    <p:notesMasterId xmlns:r="http://schemas.openxmlformats.org/officeDocument/2006/relationships" r:id="Rc6b8fd3f46f242ae"/>
  </p:notesMasterIdLst>
  <p:sldIdLst>
    <p:sldId xmlns:r="http://schemas.openxmlformats.org/officeDocument/2006/relationships" id="256" r:id="R0641d4b84f9349b0"/>
    <p:sldId xmlns:r="http://schemas.openxmlformats.org/officeDocument/2006/relationships" id="257" r:id="R510e8ec9fe7346d0"/>
    <p:sldId xmlns:r="http://schemas.openxmlformats.org/officeDocument/2006/relationships" id="258" r:id="R30b41e3e123d4293"/>
    <p:sldId xmlns:r="http://schemas.openxmlformats.org/officeDocument/2006/relationships" id="259" r:id="R94429ceb16ba4a4a"/>
    <p:sldId xmlns:r="http://schemas.openxmlformats.org/officeDocument/2006/relationships" id="260" r:id="Rc49b5b488a89449d"/>
    <p:sldId xmlns:r="http://schemas.openxmlformats.org/officeDocument/2006/relationships" id="261" r:id="Ra7330dad60fe4c0a"/>
    <p:sldId xmlns:r="http://schemas.openxmlformats.org/officeDocument/2006/relationships" id="262" r:id="R0f9a127ebf9243b1"/>
    <p:sldId xmlns:r="http://schemas.openxmlformats.org/officeDocument/2006/relationships" id="263" r:id="Rfa2a1832326540ec"/>
    <p:sldId xmlns:r="http://schemas.openxmlformats.org/officeDocument/2006/relationships" id="264" r:id="R1f6514771cee4641"/>
    <p:sldId xmlns:r="http://schemas.openxmlformats.org/officeDocument/2006/relationships" id="265" r:id="Rbbba193573f34902"/>
    <p:sldId xmlns:r="http://schemas.openxmlformats.org/officeDocument/2006/relationships" id="266" r:id="R96f4c0d902d74964"/>
    <p:sldId xmlns:r="http://schemas.openxmlformats.org/officeDocument/2006/relationships" id="267" r:id="R8a06e454d8ae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4e27c16f384d9d" /><Relationship Type="http://schemas.openxmlformats.org/officeDocument/2006/relationships/slideMaster" Target="/ppt/slideMasters/slideMaster1.xml" Id="Rc2fa25aeaf2d472f" /><Relationship Type="http://schemas.openxmlformats.org/officeDocument/2006/relationships/notesMaster" Target="/ppt/notesMasters/notesMaster1.xml" Id="Rc6b8fd3f46f242ae" /><Relationship Type="http://schemas.openxmlformats.org/officeDocument/2006/relationships/presProps" Target="/ppt/presProps.xml" Id="R20ce947e855a49aa" /><Relationship Type="http://schemas.openxmlformats.org/officeDocument/2006/relationships/tableStyles" Target="/ppt/tableStyles.xml" Id="R92c4de490ee7409a" /><Relationship Type="http://schemas.openxmlformats.org/officeDocument/2006/relationships/slide" Target="/ppt/slides/slide1.xml" Id="R0641d4b84f9349b0" /><Relationship Type="http://schemas.openxmlformats.org/officeDocument/2006/relationships/slide" Target="/ppt/slides/slide2.xml" Id="R510e8ec9fe7346d0" /><Relationship Type="http://schemas.openxmlformats.org/officeDocument/2006/relationships/slide" Target="/ppt/slides/slide3.xml" Id="R30b41e3e123d4293" /><Relationship Type="http://schemas.openxmlformats.org/officeDocument/2006/relationships/slide" Target="/ppt/slides/slide4.xml" Id="R94429ceb16ba4a4a" /><Relationship Type="http://schemas.openxmlformats.org/officeDocument/2006/relationships/slide" Target="/ppt/slides/slide5.xml" Id="Rc49b5b488a89449d" /><Relationship Type="http://schemas.openxmlformats.org/officeDocument/2006/relationships/slide" Target="/ppt/slides/slide6.xml" Id="Ra7330dad60fe4c0a" /><Relationship Type="http://schemas.openxmlformats.org/officeDocument/2006/relationships/slide" Target="/ppt/slides/slide7.xml" Id="R0f9a127ebf9243b1" /><Relationship Type="http://schemas.openxmlformats.org/officeDocument/2006/relationships/slide" Target="/ppt/slides/slide8.xml" Id="Rfa2a1832326540ec" /><Relationship Type="http://schemas.openxmlformats.org/officeDocument/2006/relationships/slide" Target="/ppt/slides/slide9.xml" Id="R1f6514771cee4641" /><Relationship Type="http://schemas.openxmlformats.org/officeDocument/2006/relationships/slide" Target="/ppt/slides/slide10.xml" Id="Rbbba193573f34902" /><Relationship Type="http://schemas.openxmlformats.org/officeDocument/2006/relationships/slide" Target="/ppt/slides/slide11.xml" Id="R96f4c0d902d74964" /><Relationship Type="http://schemas.openxmlformats.org/officeDocument/2006/relationships/slide" Target="/ppt/slides/slide12.xml" Id="R8a06e454d8ae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b4a67617c4f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8f626cc4d4239" /><Relationship Type="http://schemas.openxmlformats.org/officeDocument/2006/relationships/notesMaster" Target="/ppt/notesMasters/notesMaster1.xml" Id="Rcf055518cfca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6bf4a147a4d61" /><Relationship Type="http://schemas.openxmlformats.org/officeDocument/2006/relationships/notesMaster" Target="/ppt/notesMasters/notesMaster1.xml" Id="R8afdfe2318c34b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c9b65ba784a4b" /><Relationship Type="http://schemas.openxmlformats.org/officeDocument/2006/relationships/notesMaster" Target="/ppt/notesMasters/notesMaster1.xml" Id="Rd5021324d89c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07749f5ee44d9f" /><Relationship Type="http://schemas.openxmlformats.org/officeDocument/2006/relationships/notesMaster" Target="/ppt/notesMasters/notesMaster1.xml" Id="R1cce8a32106644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5b52ab81e4c43" /><Relationship Type="http://schemas.openxmlformats.org/officeDocument/2006/relationships/notesMaster" Target="/ppt/notesMasters/notesMaster1.xml" Id="Rd485e9e37247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51dd5724f94d70" /><Relationship Type="http://schemas.openxmlformats.org/officeDocument/2006/relationships/notesMaster" Target="/ppt/notesMasters/notesMaster1.xml" Id="R75293889555d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13b18bc4e4e66" /><Relationship Type="http://schemas.openxmlformats.org/officeDocument/2006/relationships/notesMaster" Target="/ppt/notesMasters/notesMaster1.xml" Id="R4bb773a885a6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3c2105c1b4f3c" /><Relationship Type="http://schemas.openxmlformats.org/officeDocument/2006/relationships/notesMaster" Target="/ppt/notesMasters/notesMaster1.xml" Id="R538272b64a3c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ec3cb5b8149d2" /><Relationship Type="http://schemas.openxmlformats.org/officeDocument/2006/relationships/notesMaster" Target="/ppt/notesMasters/notesMaster1.xml" Id="R00418017559140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2a3cbae62e4a80" /><Relationship Type="http://schemas.openxmlformats.org/officeDocument/2006/relationships/notesMaster" Target="/ppt/notesMasters/notesMaster1.xml" Id="R89e3a7c620a44e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41ff66fc894ab2" /><Relationship Type="http://schemas.openxmlformats.org/officeDocument/2006/relationships/notesMaster" Target="/ppt/notesMasters/notesMaster1.xml" Id="R8847d00283a947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31f06807cb4223" /><Relationship Type="http://schemas.openxmlformats.org/officeDocument/2006/relationships/notesMaster" Target="/ppt/notesMasters/notesMaster1.xml" Id="R5d41b278a6a84d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fraction strips, ratio tables, assessment questions, reflection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 5/12. | Identify the domain and retrieve the relevant representation or method. | Name the domain first, represent the relationship, then choose and check the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represent, calculate, justify, misconception,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7/10, 0.72, 73%.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 5/12.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Name the domain first, represent the relationship, then choose and check the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 5/12..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240..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3:4 and 12:16.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240. | Name the domain first, represent the relationship, then choose and check the calculation.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e9cc7b18b4b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141d2e920b4e30" /><Relationship Type="http://schemas.openxmlformats.org/officeDocument/2006/relationships/slideLayout" Target="/ppt/slideLayouts/slideLayout1.xml" Id="Rb5fcc52c0d05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cc52c0d05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0e0060e042be" /><Relationship Type="http://schemas.openxmlformats.org/officeDocument/2006/relationships/notesSlide" Target="/ppt/notesSlides/notesSlide1.xml" Id="R44b771dcf51e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4453253a04189" /><Relationship Type="http://schemas.openxmlformats.org/officeDocument/2006/relationships/notesSlide" Target="/ppt/notesSlides/notesSlide2.xml" Id="R5974788effa8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94547e0944d0b" /><Relationship Type="http://schemas.openxmlformats.org/officeDocument/2006/relationships/notesSlide" Target="/ppt/notesSlides/notesSlide3.xml" Id="R925ad7ed2af8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e0c3e7d34d9c" /><Relationship Type="http://schemas.openxmlformats.org/officeDocument/2006/relationships/notesSlide" Target="/ppt/notesSlides/notesSlide4.xml" Id="R8c8367be481f46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756187b84e55" /><Relationship Type="http://schemas.openxmlformats.org/officeDocument/2006/relationships/notesSlide" Target="/ppt/notesSlides/notesSlide5.xml" Id="Rf07f2cc19f6341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9a652db3343c7" /><Relationship Type="http://schemas.openxmlformats.org/officeDocument/2006/relationships/notesSlide" Target="/ppt/notesSlides/notesSlide6.xml" Id="Rff9cc5ae745647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59b37c255438a" /><Relationship Type="http://schemas.openxmlformats.org/officeDocument/2006/relationships/image" Target="/ppt/media/image.png" Id="Raff88b8329dc4cf5" /><Relationship Type="http://schemas.openxmlformats.org/officeDocument/2006/relationships/notesSlide" Target="/ppt/notesSlides/notesSlide7.xml" Id="R3aec0636b0a8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b90eb1154471f" /><Relationship Type="http://schemas.openxmlformats.org/officeDocument/2006/relationships/notesSlide" Target="/ppt/notesSlides/notesSlide8.xml" Id="R9fe45d06490947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dcf94f0b491f" /><Relationship Type="http://schemas.openxmlformats.org/officeDocument/2006/relationships/notesSlide" Target="/ppt/notesSlides/notesSlide9.xml" Id="Rf056410dbf654d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428d41474531" /><Relationship Type="http://schemas.openxmlformats.org/officeDocument/2006/relationships/notesSlide" Target="/ppt/notesSlides/notesSlide10.xml" Id="R249aa076053640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bbce553eb4958" /><Relationship Type="http://schemas.openxmlformats.org/officeDocument/2006/relationships/notesSlide" Target="/ppt/notesSlides/notesSlide11.xml" Id="R513f7182a19d45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aee6b5ab74ef6" /><Relationship Type="http://schemas.openxmlformats.org/officeDocument/2006/relationships/notesSlide" Target="/ppt/notesSlides/notesSlide12.xml" Id="R3cd7e300ab8543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533C2-784E-4D1C-A112-975C76A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4EFA8-8293-4F7D-BD90-E4FE1FB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2CEBE-785E-4820-B812-31A76843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546CA-6D93-4B3F-9AB0-89CC1AFC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DCF9A-11D5-453E-8BC4-ED0CFB1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9FC5-D0A3-47E1-BFEA-41267EE2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AF587-1962-451E-8372-61E4386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D5156-E107-475D-BCD5-0AFD1B66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demonstrate spring learning and identify a precise next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70079-495A-4206-BF35-BE1C9DB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3E930-D381-46CB-A9F1-8F27C34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A5DA-07D9-4854-8B1E-9E5AFD7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791629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8535C-2280-41E3-A299-F254052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1FB77-2A87-415F-94FC-4CF261E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4F56D-7AEC-4964-844C-6426CB2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F19A5-8860-40C1-87A7-C5B09539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D93EA-2D18-45C5-B9EB-30120DC2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E5F76-D854-4DF0-82BD-468AEE14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9FA9-7748-47F0-8824-928144D9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6617-CC56-49E4-8ED1-78E9F143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86179-CC7E-4861-8046-D9A5E21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EDB97-6698-4EB9-B887-2A3D0126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CF20-8E7B-437D-8583-E5513781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9BDBC-1627-496B-85E2-89C5436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ECDA7-151A-4A8C-8D67-1EAB6EC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Spring learning about fractions, decimals, percentages, ratio and proportion.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86EB0-8648-47E3-A4FD-D3A45C7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D81CB-6AE4-4BDC-A048-ECE420F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BA83E-07B3-4F33-8F8F-E9C31E35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401BB-32E6-4738-B29E-1E64DBA3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+ 7/12.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A60F3-42D8-48C3-87D2-CDD2F57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1F410-8CD1-48E8-8B7E-94425E75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79179-A787-4EEE-A87B-79C6406B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07155-B09D-4961-B977-2AA9B83E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Order 0.72, 7/10 and 73%.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4902F-90B1-4DBE-90F7-E4A597A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699089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CF4DE-951D-471C-844A-65769D98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0EF5B-5FF5-4806-A584-E08CCC6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C8D77-5FAD-4882-9F40-9EB8BD4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2EA0C-856A-4DDB-8DE9-9CE3F6E5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30BC4-2638-4F18-B321-9795DA7A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AA2BF-59C9-4987-9B16-7C883B63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85545-3F38-43B0-8E02-7F658CD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36776-651A-4ECC-811A-EFEE4C03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AE0A5-9926-44ED-8CC5-68AD3BD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A3E05-7F7D-4C23-BA35-AF3CD6A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demonstrate spring learning and identify a precise next step.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80895-4851-48AE-9A4B-ADEDC4F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D6F54-8DEB-4E4B-AE7C-D0BD263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domain and retrieve the relevant representation or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56027-FB1C-4448-AF56-4D3ECC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complete calculation with precise vocabulary.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D346-B7FD-473A-9306-E01ADA8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and record a specific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7C7CE-084C-49E6-8415-6DED6AE5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represent  |  calculate  |  justify  |  misconception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1910437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919DD-8919-4F88-A668-CB851174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4158C-D015-45AF-9674-F51F152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C225-170C-4194-A7B0-2E73C55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122AF-7C24-4562-9F7B-6A37B15D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8B135-8238-4782-83C7-53C4326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6AB72-62E9-47F9-97A8-F597FD1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1C36D-963C-47E3-A2DE-15632B8E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82FF5-7587-49F3-A139-86EEA3C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80467-72F9-4738-A7E5-2448517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CAE84-7F28-4ACF-8A4F-206AD43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0.72, 7/10 and 73%.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677B6-DFCD-497F-A180-FC0C75C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588A0-D4D2-4C62-9977-58856D3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EA744-6976-41C3-AEBB-130522B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0.72, 7/10, 73%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92BCF-02BE-4651-A5F8-E983DE0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FE316-98C8-4514-8749-D193A5FE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3D482-185B-4070-8DC6-CC4B135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7/10 = 0.70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97872-E520-4836-82BD-7618012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2C0E1-C14E-4245-A030-31C1CDA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4A23D-D269-4294-9C0D-130B9B8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73% = 0.73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4B879-4A25-4A90-AD68-FD006E3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2E13D-DF69-4096-9666-C75AB90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8D6FB-7ED3-4889-8FB4-C5EDA16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0.70 &lt; 0.72 &lt; 0.73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E3779-4519-4A08-B834-CB5CBF5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56D35-0E80-4765-A615-804D1955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9555E-A5E0-4E84-AE7F-5CFA36B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7/10, 0.72, 73%</a:t>
            </a:r>
          </a:p>
        </p:txBody>
      </p:sp>
    </p:spTree>
    <p:extLst>
      <p:ext uri="{BB962C8B-B14F-4D97-AF65-F5344CB8AC3E}">
        <p14:creationId xmlns:p14="http://schemas.microsoft.com/office/powerpoint/2010/main" val="20195429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D231D-3C24-436B-8460-26C223BE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773EE-F00A-469A-B036-EA97DF4F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EE244-72B5-4E7D-92CF-24705F4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1037A-1C59-40CF-A281-975DE1B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2A01-D3CD-464F-9E9E-C0E712E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1D80-3E3F-43C9-A832-E6DF21AB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866B-1ACB-4C61-8D43-1C97064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48C04-EAFE-467C-BCCC-46A307D2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868A4-7966-475B-9116-6D8F9ECF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D3C05-73B1-4569-8420-1B0F6343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4D9A1-34A7-4ED2-AA8D-9FE90028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7/10, 0.72, 73%.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653B4-6CC9-4DE8-9C81-91ED6B1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E6F8B-E943-45C6-A083-9A41937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and record a specific next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23732-5A84-4812-8E68-3EB7E11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246396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AA47A-40DA-401D-926F-6567078D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BBD27-5CA5-4E0E-B934-551E6F7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DB66D-11AD-4355-B526-F4C885F3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E95E6-30C8-4D9D-94B6-D58EF81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136F-F641-42CB-A2A8-3067B1B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F1079-1A48-4DBC-B043-4A05BF43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6359D-02A7-4372-A58D-BCC91F8A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8A036-55F8-4395-AEEB-C011F76E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57F73-A5A4-40AB-B0E7-8D2062C4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E776F-2DF5-4476-9CE5-7BF761C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+ 7/12.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38B96-A776-4B07-BDE9-FA512EE2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3EF0B-4CA1-4E71-BE45-4FAE195F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92D0F-B88A-487E-BE56-C00CF9B8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27BF6-570D-4358-9786-046B79E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946CF-3F2D-4FDE-8D59-EBBFA323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 5/12.</a:t>
            </a:r>
          </a:p>
        </p:txBody>
      </p:sp>
    </p:spTree>
    <p:extLst>
      <p:ext uri="{BB962C8B-B14F-4D97-AF65-F5344CB8AC3E}">
        <p14:creationId xmlns:p14="http://schemas.microsoft.com/office/powerpoint/2010/main" val="18611512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2D74A-B95D-41D3-9A80-88A0D14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C7D78-9E69-4ABA-B9FE-D574BFB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FF64-543A-4CF3-B9FA-253888E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2A480-5207-4652-A37C-40F10351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C656C-43FC-483B-82DB-55BDB8E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88DF-02E5-4C31-B6FE-62120F7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A456-6D5E-4787-AA73-39C170D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FCADC-433D-4ABB-BB92-6A55108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CE852-0AF2-46EE-99D4-B2663C4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88b8329dc4cf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09AB7-C931-4483-A6CA-A60C8E81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9472F-AE05-4E9C-9DAF-94655EF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chooses a familiar method before identifying the number type and relationship.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3D3AE-410E-4166-BBFC-8709693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5654F-2F4E-4794-9E49-6C5552CE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2FEAC-3F17-4EBD-922E-161AC7A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Name the domain first, represent the relationship, then choose and check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6180915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2DDF7-60E3-4AFC-977D-8052F62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25F26-1361-449E-AB50-44F652F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26914-6D88-4AD0-B1A1-ACCD5F7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05100-F992-4B0C-BCF5-25386F3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E2DC3-E2D0-4BA6-8566-F15C2033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5396E-F1FD-4AE3-A233-9511982D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3113-EA95-45E9-B744-6138F35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621EC-A661-4DD7-80E6-48845CB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C589F-2A8B-4555-A849-A411A45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1CA29-65B8-46BB-AC82-B022E09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52391-186F-47FE-B2D3-4778353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BFE2B-690F-44AF-A932-5944BD60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BE009-FA0D-4336-A141-CCFE6D9A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+ 7/12.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4A06C-B67F-485D-AB72-04B2E654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C84EF-D73F-4BEA-B1E3-3043036D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572CE-A2D2-42BD-A73D-5A863C4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798AB-5193-4484-AB63-568D039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C14B7-F437-4914-B474-AE43B4B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D207F-704B-4DD0-975D-A231649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63F4E-F240-4813-8B81-49509FC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CA54A-A997-47E0-968D-25AE7EE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 5/12.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53AE2-6EF1-40F8-B3C4-3DB63297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092679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522F6-F56A-4D14-B6F2-F9EC59EE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57E34-EB9F-431F-88D3-C668052C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2D003-0B25-4D9F-9C32-8A02616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57ABF-4833-4F5C-87C5-9870330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652C1-42D1-449E-B969-FBC5A76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CFCB0-1213-41BF-886B-2134154A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F7842-E6EC-4247-A93A-09AC7BA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B6103-473B-470C-BD0D-85D92D9D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E61F9-272F-427E-8E08-5110D8B3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61B9B-F961-4885-B6D5-D10AB20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F176-190A-41E7-A9E1-B678B01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C0B8-045C-41D5-B3FA-5DE46FBE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09ABB-816D-48FB-9AA4-298E474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B20D8-BD05-4A61-9CD1-2D140E6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D0A82-CFB5-41EF-AA9C-060AF9F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D3CCA-E79D-4B55-8707-9CAFAD62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0FD18-E568-4748-AE9E-3B06BFF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5B510-4959-4B3F-BAE9-19003EB2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E7975-E69B-4048-B821-B3EEB87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040DE-9F62-470D-BBC2-13398D0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63838-D20C-4476-9611-937951D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4730778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013B1-C3C8-49A4-9C85-C7F31C7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F54E-B99E-41EC-9246-252E2431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5D61-7F01-4E81-BA82-6AD9239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6629F-4356-477D-9100-1468ED7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A66D1-EAD2-4090-9F8B-1C143AB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1ACCE-942B-427E-B9BF-61F0BFED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967D4-9EF2-4DFA-B93F-9118C586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90B63-12D2-4D83-8164-0F87170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AC7CD-20BC-47D6-A24F-94C03CA9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79043-0B85-4604-9EC8-4296489D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Simplify 45:60 and find an equivalent ratio with first part 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48FBB-D5B7-44BB-AB94-F9F0036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C7330-4A29-4986-9378-982F56B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70DE1-238D-42FD-8B52-E75E48B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3:4 and 12:16.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5619751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02763-A6AB-449E-A3FB-8139DC3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2F21D-9F39-463B-8965-C02C5776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56EB6-6F59-4F4C-B073-0DA2CEE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6216E-6769-4278-827E-5A6A017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736C9-BA53-4808-AA0E-CF4D0E42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77CA-0547-4596-9F12-19CC5C63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C2868-5B57-4A1B-ABAE-AE91F5B7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E70B-50A8-4ADE-B2DA-872D8FB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719EA-5FED-40A0-B0B5-C35CB474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D989E-01C3-4111-91EB-8ED18C44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EE6B7-97A1-47A4-B839-18A6E11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AD4A4-F2D2-4EAB-9882-748EB232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BAB2E-6B11-40A2-A089-8DF600F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3BA9C-6E93-4BB3-94F6-8ECBB8E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EB67-7A45-4CF2-90C8-162932B1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DBC5D-CD69-411B-BE76-31DF5FDC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240.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E2B12-F7BD-4278-A25B-CF15D40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0ECC2-CA7F-4E6D-8291-185B8A7C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5307672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07981-F5BC-436A-9848-FDF4E4A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A77B-336A-4612-BD79-EFBDBE93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0E7D3-7C28-40B1-856E-1D379CE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4E47-53D5-464F-B380-439A613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4D96D-FE9F-42DF-913C-2E25408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EC257-E2EE-4F25-9513-F8D65FDC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56A36-8E2A-49CE-BA94-A0ED08AA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F0480-76A8-4D79-B430-0FFE6C1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0611C-4C0B-4257-BE90-BECD1BFA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8F1C4-07C5-4686-AD00-BF405C81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8434E-3234-487A-B0C1-8DF2EB9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658A0-1C7D-433B-9817-DE3BB1D8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9794F-2D93-43A1-8F3D-6281398E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1CE9A-8FAE-4646-8D9C-55420DEA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796CC-C0BB-4D19-A5AC-83FEC05D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624F7-E9E6-4129-AC7E-6FED5B3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32F57-4AA4-4506-BF79-EEF411D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chooses a familiar method before identifying the number type and relationship.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DAFCD-7C57-472F-BF99-5A9F5864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FCEAB-1F06-4594-91D2-385F2B4B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A47A1-72D1-4C1D-8FE6-FB2B6F4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7DB83-1968-4901-BE26-56BFA97F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9A00F-0B07-4628-8A3B-7F2CB65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067698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2026-09-09T22:14:33.7040000Z</dcterms:created>
  <dcterms:modified xsi:type="dcterms:W3CDTF">2026-09-09T22:14:33.7040000Z</dcterms:modified>
</coreProperties>
</file>