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e362e68b3e45fc" /><Relationship Type="http://schemas.openxmlformats.org/officeDocument/2006/relationships/extended-properties" Target="/docProps/app.xml" Id="R0fd447b6117744fe" /><Relationship Type="http://schemas.openxmlformats.org/officeDocument/2006/relationships/officeDocument" Target="/ppt/presentation.xml" Id="R06e67dfa65e44b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d7c4186ee04b99"/>
  </p:sldMasterIdLst>
  <p:notesMasterIdLst>
    <p:notesMasterId xmlns:r="http://schemas.openxmlformats.org/officeDocument/2006/relationships" r:id="R0ffbe13c27fe448c"/>
  </p:notesMasterIdLst>
  <p:sldIdLst>
    <p:sldId xmlns:r="http://schemas.openxmlformats.org/officeDocument/2006/relationships" id="256" r:id="Rc9cbd1f35b564197"/>
    <p:sldId xmlns:r="http://schemas.openxmlformats.org/officeDocument/2006/relationships" id="257" r:id="R5de6f5ef0b8a452c"/>
    <p:sldId xmlns:r="http://schemas.openxmlformats.org/officeDocument/2006/relationships" id="258" r:id="R6ce369083eba4ac3"/>
    <p:sldId xmlns:r="http://schemas.openxmlformats.org/officeDocument/2006/relationships" id="259" r:id="R18458d9a229746e9"/>
    <p:sldId xmlns:r="http://schemas.openxmlformats.org/officeDocument/2006/relationships" id="260" r:id="R00d83ca5ad734dfe"/>
    <p:sldId xmlns:r="http://schemas.openxmlformats.org/officeDocument/2006/relationships" id="261" r:id="R4a02c835f05f4ad0"/>
    <p:sldId xmlns:r="http://schemas.openxmlformats.org/officeDocument/2006/relationships" id="262" r:id="R0af1dc1d10ec407d"/>
    <p:sldId xmlns:r="http://schemas.openxmlformats.org/officeDocument/2006/relationships" id="263" r:id="R8c2a5ce94f274ce9"/>
    <p:sldId xmlns:r="http://schemas.openxmlformats.org/officeDocument/2006/relationships" id="264" r:id="R3f2e914136674e8e"/>
    <p:sldId xmlns:r="http://schemas.openxmlformats.org/officeDocument/2006/relationships" id="265" r:id="R0dc055fde1854c78"/>
    <p:sldId xmlns:r="http://schemas.openxmlformats.org/officeDocument/2006/relationships" id="266" r:id="R865f3a0e55c54596"/>
    <p:sldId xmlns:r="http://schemas.openxmlformats.org/officeDocument/2006/relationships" id="267" r:id="R4de93403b6ec44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664bc6679c4f61" /><Relationship Type="http://schemas.openxmlformats.org/officeDocument/2006/relationships/slideMaster" Target="/ppt/slideMasters/slideMaster1.xml" Id="Re1d7c4186ee04b99" /><Relationship Type="http://schemas.openxmlformats.org/officeDocument/2006/relationships/notesMaster" Target="/ppt/notesMasters/notesMaster1.xml" Id="R0ffbe13c27fe448c" /><Relationship Type="http://schemas.openxmlformats.org/officeDocument/2006/relationships/presProps" Target="/ppt/presProps.xml" Id="R8a06c41a1b79419c" /><Relationship Type="http://schemas.openxmlformats.org/officeDocument/2006/relationships/tableStyles" Target="/ppt/tableStyles.xml" Id="Rb8c30fba733245d1" /><Relationship Type="http://schemas.openxmlformats.org/officeDocument/2006/relationships/slide" Target="/ppt/slides/slide1.xml" Id="Rc9cbd1f35b564197" /><Relationship Type="http://schemas.openxmlformats.org/officeDocument/2006/relationships/slide" Target="/ppt/slides/slide2.xml" Id="R5de6f5ef0b8a452c" /><Relationship Type="http://schemas.openxmlformats.org/officeDocument/2006/relationships/slide" Target="/ppt/slides/slide3.xml" Id="R6ce369083eba4ac3" /><Relationship Type="http://schemas.openxmlformats.org/officeDocument/2006/relationships/slide" Target="/ppt/slides/slide4.xml" Id="R18458d9a229746e9" /><Relationship Type="http://schemas.openxmlformats.org/officeDocument/2006/relationships/slide" Target="/ppt/slides/slide5.xml" Id="R00d83ca5ad734dfe" /><Relationship Type="http://schemas.openxmlformats.org/officeDocument/2006/relationships/slide" Target="/ppt/slides/slide6.xml" Id="R4a02c835f05f4ad0" /><Relationship Type="http://schemas.openxmlformats.org/officeDocument/2006/relationships/slide" Target="/ppt/slides/slide7.xml" Id="R0af1dc1d10ec407d" /><Relationship Type="http://schemas.openxmlformats.org/officeDocument/2006/relationships/slide" Target="/ppt/slides/slide8.xml" Id="R8c2a5ce94f274ce9" /><Relationship Type="http://schemas.openxmlformats.org/officeDocument/2006/relationships/slide" Target="/ppt/slides/slide9.xml" Id="R3f2e914136674e8e" /><Relationship Type="http://schemas.openxmlformats.org/officeDocument/2006/relationships/slide" Target="/ppt/slides/slide10.xml" Id="R0dc055fde1854c78" /><Relationship Type="http://schemas.openxmlformats.org/officeDocument/2006/relationships/slide" Target="/ppt/slides/slide11.xml" Id="R865f3a0e55c54596" /><Relationship Type="http://schemas.openxmlformats.org/officeDocument/2006/relationships/slide" Target="/ppt/slides/slide12.xml" Id="R4de93403b6ec44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61243ab4c541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1f4686c8e54918" /><Relationship Type="http://schemas.openxmlformats.org/officeDocument/2006/relationships/notesMaster" Target="/ppt/notesMasters/notesMaster1.xml" Id="R8081fb6a75a647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92df62740c424a" /><Relationship Type="http://schemas.openxmlformats.org/officeDocument/2006/relationships/notesMaster" Target="/ppt/notesMasters/notesMaster1.xml" Id="Ra62e6623262243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df1fddf61c4cc4" /><Relationship Type="http://schemas.openxmlformats.org/officeDocument/2006/relationships/notesMaster" Target="/ppt/notesMasters/notesMaster1.xml" Id="Ref7d5df20a2c4a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b6b8b59a2d4d93" /><Relationship Type="http://schemas.openxmlformats.org/officeDocument/2006/relationships/notesMaster" Target="/ppt/notesMasters/notesMaster1.xml" Id="R5ca61ca840534b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3ccd144f7c4f2c" /><Relationship Type="http://schemas.openxmlformats.org/officeDocument/2006/relationships/notesMaster" Target="/ppt/notesMasters/notesMaster1.xml" Id="R1175467fe2c444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41ef4588744eef" /><Relationship Type="http://schemas.openxmlformats.org/officeDocument/2006/relationships/notesMaster" Target="/ppt/notesMasters/notesMaster1.xml" Id="Rc9fb4384143547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7cf92e109a4e0e" /><Relationship Type="http://schemas.openxmlformats.org/officeDocument/2006/relationships/notesMaster" Target="/ppt/notesMasters/notesMaster1.xml" Id="R21ea2b2adb2144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4c53b97eaf4c43" /><Relationship Type="http://schemas.openxmlformats.org/officeDocument/2006/relationships/notesMaster" Target="/ppt/notesMasters/notesMaster1.xml" Id="R089b62dfb0a74c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71436638074bbf" /><Relationship Type="http://schemas.openxmlformats.org/officeDocument/2006/relationships/notesMaster" Target="/ppt/notesMasters/notesMaster1.xml" Id="R058ddbc5f3cf4f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49f6e714b74571" /><Relationship Type="http://schemas.openxmlformats.org/officeDocument/2006/relationships/notesMaster" Target="/ppt/notesMasters/notesMaster1.xml" Id="Raf35be03590846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152c2c5c36f4a4d" /><Relationship Type="http://schemas.openxmlformats.org/officeDocument/2006/relationships/notesMaster" Target="/ppt/notesMasters/notesMaster1.xml" Id="R160bf907596649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7c2b303ffe4e4a" /><Relationship Type="http://schemas.openxmlformats.org/officeDocument/2006/relationships/notesMaster" Target="/ppt/notesMasters/notesMaster1.xml" Id="R95a0ca578ed841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5/12.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7/10, 0.72, 73%.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5/12.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5/12..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3:4 and 12:16.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240.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1f712f00174b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9a9d87dfdd4b4a" /><Relationship Type="http://schemas.openxmlformats.org/officeDocument/2006/relationships/slideLayout" Target="/ppt/slideLayouts/slideLayout1.xml" Id="R3d257763ef0c4e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257763ef0c4e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e3dbf9f314784" /><Relationship Type="http://schemas.openxmlformats.org/officeDocument/2006/relationships/notesSlide" Target="/ppt/notesSlides/notesSlide1.xml" Id="R32cabb350caf4b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acd2759e74f9a" /><Relationship Type="http://schemas.openxmlformats.org/officeDocument/2006/relationships/notesSlide" Target="/ppt/notesSlides/notesSlide2.xml" Id="Re5ce58191ba942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73db2fda44531" /><Relationship Type="http://schemas.openxmlformats.org/officeDocument/2006/relationships/notesSlide" Target="/ppt/notesSlides/notesSlide3.xml" Id="R01d333bf56ee45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6bee55c1d4668" /><Relationship Type="http://schemas.openxmlformats.org/officeDocument/2006/relationships/notesSlide" Target="/ppt/notesSlides/notesSlide4.xml" Id="Rb767036ca6f640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32b9bfc484157" /><Relationship Type="http://schemas.openxmlformats.org/officeDocument/2006/relationships/notesSlide" Target="/ppt/notesSlides/notesSlide5.xml" Id="Re598b0f294904b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d6b2d28514e28" /><Relationship Type="http://schemas.openxmlformats.org/officeDocument/2006/relationships/notesSlide" Target="/ppt/notesSlides/notesSlide6.xml" Id="Rd4a298f492be48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132e7c5844bcc" /><Relationship Type="http://schemas.openxmlformats.org/officeDocument/2006/relationships/image" Target="/ppt/media/image.png" Id="R8e5d969be6ba4ec7" /><Relationship Type="http://schemas.openxmlformats.org/officeDocument/2006/relationships/notesSlide" Target="/ppt/notesSlides/notesSlide7.xml" Id="R430c394e251349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9626991de3424f" /><Relationship Type="http://schemas.openxmlformats.org/officeDocument/2006/relationships/notesSlide" Target="/ppt/notesSlides/notesSlide8.xml" Id="Rd8a4440d480d4e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3274d385843fa" /><Relationship Type="http://schemas.openxmlformats.org/officeDocument/2006/relationships/notesSlide" Target="/ppt/notesSlides/notesSlide9.xml" Id="R72cc4f02224845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4f47570da4bb9" /><Relationship Type="http://schemas.openxmlformats.org/officeDocument/2006/relationships/notesSlide" Target="/ppt/notesSlides/notesSlide10.xml" Id="R60e4c92ae07840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1920b4f914d5c" /><Relationship Type="http://schemas.openxmlformats.org/officeDocument/2006/relationships/notesSlide" Target="/ppt/notesSlides/notesSlide11.xml" Id="R64850cb830d240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026de774a490a" /><Relationship Type="http://schemas.openxmlformats.org/officeDocument/2006/relationships/notesSlide" Target="/ppt/notesSlides/notesSlide12.xml" Id="R3b274ab672954f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15E41-AF6C-450F-B3B8-D0FDE7DB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1B1AF-A59B-4A02-8238-4A1E4ACF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21B91-4086-4A30-8C83-D3D8BBBF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D1C2C-E8EB-449A-84E1-265A57EA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0FBD3-AD4E-4793-A3F6-CB750FF0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D0049-94CB-422B-A8AB-E169E3CD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D832E-83E1-4378-991C-C2C83544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D115C-5AD7-4B9E-BDAD-996FD02E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spring learning and identify a precise next step.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D99F2-461D-437A-A7BB-0DBBA4BC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D6A836-8163-4D23-82E5-181FF07E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4C34C-DE05-4AE7-99A3-FEFFF617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611803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CCBCC9-8A46-4C60-B593-CB2E3226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2E0F52-9F41-4F7B-9F9D-3BFC364C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9C189-9972-4651-9F6E-CF10A712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E38886-6795-4338-BE07-5637DF87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D36CF-AC91-4EFD-9900-788B71E4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F5642-97C2-4285-A37E-75DD7DD2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41166-3A8E-4F9A-84D4-A2708614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A65594-CECA-4364-B2D7-9C190C8F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DC2E3-7E5E-4F11-A4B6-ED59BAF7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ED42B-08E3-4AB5-8B9A-7D565798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B0113-DB6B-4E29-907D-C769C737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104FC-C26F-409C-B7B7-0D1EDE7F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7E9561-EFAD-4411-92B6-7CBEEC05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8BEC0-57EC-4403-81B0-B2DD340B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C83D62-E2CE-40CD-9F43-CBBF4FFD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DB5D13-89D9-42A9-ACCF-8D412C65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FC01E-8C09-4BD2-B87E-7383E6A9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4E4AE-726E-4886-92C2-02E638F5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8B9C1C-02D0-407B-AD54-7C2D494C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6A4CA-E4FC-4121-8F79-FBBF7E71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708C93-9E34-444D-AA42-3986927D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0.72, 7/10 and 73%.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D1F5A2-5474-49F6-8454-56A00D09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508367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3CA12-C182-46EA-B55D-998A06F2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2472E-D77C-40C5-B8B8-4EC5556C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803CE-E471-4608-B217-EC01A366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48F88-D1B2-4B00-8EC7-E1B8E8D8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09089-4005-4370-8E47-88CA9073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E88B6-CD9C-4D81-8895-A45622B6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938340-15BA-464E-84AE-F66AD327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B28A0A-D970-419B-AC3D-E852F641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C100DB-6D50-4EE9-91A9-34A2F11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661CDF-091E-4C77-88EF-43E5E79B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spring learning and identify a precise next step.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671A26-91BA-4487-93AE-CF1BA39B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D61D1A-359C-4665-BCF0-FD93779D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D3D8F-C3AE-406C-8CD8-7B543155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8708A-1064-43FB-A921-F9AC7CA1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171832-DDDC-47CF-9FBF-4D529E75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7677619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F276E7-9F24-482F-B593-1F89F2CA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F4F15-6D84-4604-B4CB-D6119A5A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2349E-4781-44A3-A8EE-7283B3B2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17E03-FCDA-4DCB-873D-7A0C38E4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AF2C3-0EBE-42C9-91C3-3E9CFB5E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07283-7220-4339-AB5E-F1A1A4FC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B83CA-B230-4817-B64F-CB99E24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21778-5204-4F01-9537-E5CDED33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AFE99-08D0-48EE-BDE2-7235FBCC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DD9D4-81C0-459C-AF6B-C3F182BE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9890F-E74B-4492-AA29-7232FA16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821114-EE4A-42AD-9FF1-CDB931FD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3FF4A7-3DFC-4200-AF82-F4ABC928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domain and retrieve the relevant representation or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CC60A3-FAD0-4CF6-888E-1FDAA26C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1F6091-D70B-409D-BE3A-B4C43121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569D7D-5E66-438B-8E2E-BC38B6C6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calculation with precise vocabulary.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422ECB-207D-454B-9A2F-A8D28741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A1814-9A48-4E79-9CD7-FAFEF124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CA2AFB-C7CF-4221-8646-2A18C32F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7/10, 0.72, 73%.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A4E51B-2D54-47A4-AF32-70BE1C97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805A44-F5DC-40C9-BFCF-5773E485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FD39F2-222A-410E-B01F-67D4A656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specific next step.</a:t>
            </a:r>
          </a:p>
        </p:txBody>
      </p:sp>
    </p:spTree>
    <p:extLst>
      <p:ext uri="{BB962C8B-B14F-4D97-AF65-F5344CB8AC3E}">
        <p14:creationId xmlns:p14="http://schemas.microsoft.com/office/powerpoint/2010/main" val="1877374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22DB30-2918-4CB3-9FA6-E35F7DF7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D8487B-7FC3-42FF-9265-0C283556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71F261-90C7-491D-91B2-A03D0CF1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BF1C1-51CC-4507-A212-E415123A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12E9F-5743-4661-94AF-EB46F39E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DBEF0-67CE-470B-8A28-0F88D29C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5AF5CE-01B2-4700-BE76-AAC9399E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2B2DCE-6267-41DE-8A33-484D6B78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B96F2-5FB9-4401-BFE0-BF577F2A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E8D99-52A1-4E1D-B66B-29D1209D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489C6-6C17-4625-A2E2-A1DA4587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7/10, 0.72, 73%.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F98AD-ED5A-4411-BA0F-5C2DB24E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E7DAF-EB96-4A68-A62C-582849D2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3AC84-FDB1-4A69-9450-281E4C44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873114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57B80-0696-46FA-B47B-80D8D9AE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2245A0-E94C-4202-A9A1-D0CFF913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5813C-117E-45FF-97E9-0440599E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9F1F5-605A-4D06-9C69-7491D066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62A6C-75BC-467A-9732-9DA1E7D3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5261F-2CF7-4EC6-83FB-6FAC4FA1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2557D6-3821-4577-9355-B1748D5F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7CB51-32F7-4F90-AAC1-99D2D594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BF16F-89E8-47FC-A2F1-5CD42CCC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8587F-302A-4EA9-A9C5-B0577B4F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F7610-F3C4-4117-9ABE-AF432EBD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CEE93-6DC6-445E-8E65-E4EE30B9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8400E-23B0-4CB0-BF75-BEB55087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9FE6CF-DB2E-410A-ACB7-7BEA69D7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52FEA-AD1A-4540-8763-35C256FA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5/12.</a:t>
            </a:r>
          </a:p>
        </p:txBody>
      </p:sp>
    </p:spTree>
    <p:extLst>
      <p:ext uri="{BB962C8B-B14F-4D97-AF65-F5344CB8AC3E}">
        <p14:creationId xmlns:p14="http://schemas.microsoft.com/office/powerpoint/2010/main" val="9874194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D6AAF-6368-4231-8B96-2B2AC4B8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758B5-9274-405D-8C1D-40A2D4F1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9F222-D593-4312-A80C-90A3366B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810FD-3719-4924-A812-35FF935D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25BC3-048C-480E-9146-BBB60EB2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80482-88BF-41C1-84E4-65054F19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8EE79-881A-45A2-A94C-A753E8C3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A0097-550B-4E60-AEED-203C7963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AA740-0F17-4202-A3F7-54E397C2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d969be6ba4ec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44F8A-9F37-4136-A21A-21A3C2B0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BD909-727A-49A2-91C0-B334A93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B9A88-735A-48B1-9177-67A13B98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AEDD0-ABC7-41C5-A805-92A3D841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99879-F346-4E16-B512-CBB1E10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4848723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9F745B-E140-4FD1-BB80-B1AEF843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CC22E-4DBC-40D8-9665-1DF71A38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82F20-2F4E-4528-A72C-3FEED9B2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EC95D-5B79-4F60-82E2-C5E13901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4869B-D096-4131-B6DE-F52A811C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AE807-BDD0-4F98-886E-75CDEE52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2A981-FD72-4830-A9A1-2B55D684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E038E8-2B17-47B3-B680-4C4AE817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ABFA9F-394B-4D4A-A943-3C4A8B20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9B913-B0A0-4140-AB4A-81F9DD95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DE875-0AEF-4BEC-9C19-45B17B9D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24697-3C87-4644-AD8B-9C6245B4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9B8D1-5B15-4E03-8495-7704AFF2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7CBDE-3253-4765-80AB-EC9FEDD6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4A81E-A0E2-44E6-9872-14B57BCD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C17E8A-6002-44B6-B134-0394DB41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26299F-9713-4D6D-81C9-CD36A979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A102B-E691-47FD-B7D5-5598A0B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E62443-5E11-4467-B194-11A607ED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0FF911-3497-4DE4-8E0D-12180613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FAB22-C0BA-4699-BBCA-7576DBBA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5/12.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C64B0-E9C8-48DF-B24C-6A4F4CF7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485964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882B4-EB34-4BFC-BFC6-8CF609E4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D5436-7CF4-4692-99F0-740F2466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321C1-DFB9-4CE2-BC86-D0984BB9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02BC4-F5C0-448D-BE3D-D5BE1A6E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EF73C-A80C-4A2D-9C9C-A423551E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5BE73-25FE-4336-8D5D-01FA8090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6F7E2-5679-4168-861E-CCFDD0E1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C6B97E-E803-429A-97D2-7180C869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57282-2C36-47D7-ACA1-F5C115CA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1C9BD4-EBDE-4C66-A360-984B05E3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99B63-0BAB-4E5F-93A3-6A9A2305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ECAF9C-9D12-4E67-ABAC-F82E2829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530B3-A351-48AB-BC61-B618EFF5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CB546-2578-4866-88BC-072BA0D1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DF35B0-5DAB-488D-8735-7BFB2958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75F0D-4B38-41B5-824E-BA73337F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FCDB8-4197-4FDA-B3BE-03C808CD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8BC0D-A9CF-4222-BD9D-2ED78ED4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9FB1BC-2A76-434B-8156-C1E8727F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74129-0B02-4397-9245-16558184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3AFE3-AE6C-4FC2-9126-307A59DB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782439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98509-93E3-4F69-A51B-3C2B6695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20440-FFC2-46C9-8259-221F9E68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40543-56D6-4168-994D-3DC2884D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74322-823D-428F-B855-4444E67C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E97A8-3510-49F1-B1E6-10516AB1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640C5B-F2E4-43E8-9552-24847E35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F25A1C-085D-43C9-A6EE-F2B028C4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79704-0A7C-4E13-BE6E-10BF5325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E3EBE-C93E-4D58-8587-E93D017C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0E95D-F759-4E51-8E2F-A6C50D0A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Simplify 45:60 and find an equivalent ratio with first part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425B5-714C-462A-A00E-A5229345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807731-CB35-4187-8612-2A32E1E9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EB26B9-EBCA-47D7-AB6F-B0ABED01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3:4 and 12:16.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5218213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567FDC-8E47-4D43-817B-0A9038F9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3DD8D-46BB-4146-B8C5-469FD3C8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55F0C-9543-40E3-9184-620B099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FAFA79-B470-45B3-B887-30C492AA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F1967-FFAC-4093-BE22-1E616EDE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0B904-AF74-481D-8F59-51E6FEE1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DBA44-4202-4B4E-B093-01D3914B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191EF-03B8-4707-9879-039AA129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66A52-4729-4981-A238-DDD026AE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7B69C-047C-45F5-9226-0F8E1736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240A2-04EE-4FC8-B836-F9C35C00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233766-0484-472B-BE36-D27223CD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676A7-0336-489B-8CD9-ABF627B0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5C145E-DF6F-4652-A7E6-7E08BB69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C7BC8F-A6D8-425F-98CD-842F1CC2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56C58B-0A05-4CD3-BA2B-0AB19C91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FED062-3E13-4AD6-B657-EAEA1D4C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EE8A96-437F-439E-8A65-2140E5A3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139192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F6CA16-08A4-4CD5-A157-5FB48853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64D42-E41B-407B-8BFC-A28D2F10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AD670-28A1-4F92-8A18-BACB6760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63A3D-4FE3-4AE9-AF0B-8FAB68C7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FD40AB-29F2-4533-8CEC-70101734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BBB76-0862-4C26-8E2D-75588A29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2EEA1-6523-45AC-98C1-764DF10D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DDAF7-D61B-48C9-B58F-26BC67EC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FAE78-E609-4571-AC04-9E9E4188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0E03B-E2ED-4A49-AC10-B54BDE63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94977-0A39-4F30-B6E9-4D770EDA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93B639-B3AF-4BC6-9E90-A7776159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3E29F-85AD-4F91-AD1C-29483D32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5F3777-72BD-4BDC-B629-5E1A9D36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C3504-C4F3-4683-B263-B326D71E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0597DB-E352-4CD0-A128-8F788C46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FE37A-4C01-442F-B13C-51826CF1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A75BA9-C6D3-42A1-B313-BB47FCF3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0E563C-ADAD-4C55-898E-DD075B5F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BC57C-4EA3-452E-8C05-4EE58C97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EAF11-6F45-49C6-9A71-B7539F69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A110CD-2018-4429-B317-16BD9809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931321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2026-09-09T20:47:21.6950000Z</dcterms:created>
  <dcterms:modified xsi:type="dcterms:W3CDTF">2026-09-09T20:47:21.6950000Z</dcterms:modified>
</coreProperties>
</file>